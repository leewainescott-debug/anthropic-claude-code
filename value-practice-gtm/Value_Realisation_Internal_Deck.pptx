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svg" ContentType="image/svg+xml"/>
  <Override PartName="/ppt/media/image2.svg" ContentType="image/svg+xml"/>
  <Override PartName="/ppt/media/image3.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4"/>
  </p:notesMasterIdLst>
  <p:sldIdLst>
    <p:sldId id="400" r:id="rId69"/>
    <p:sldId id="401" r:id="rId70"/>
    <p:sldId id="402" r:id="rId71"/>
    <p:sldId id="403" r:id="rId72"/>
    <p:sldId id="404" r:id="rId73"/>
    <p:sldId id="405" r:id="rId74"/>
    <p:sldId id="406" r:id="rId75"/>
    <p:sldId id="407" r:id="rId76"/>
    <p:sldId id="408" r:id="rId77"/>
    <p:sldId id="409" r:id="rId7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7D148EA-BACD-43D1-9966-AEC750ACC423}">
          <p14:sldIdLst/>
        </p14:section>
        <p14:section name="PowerPoint Tips and Tricks" id="{7C2C1C7B-A075-42DC-92D8-2FEB391C9F62}">
          <p14:sldIdLst>
            <p14:sldId id="2147468295"/>
            <p14:sldId id="2147468291"/>
            <p14:sldId id="2147468294"/>
            <p14:sldId id="2147468388"/>
            <p14:sldId id="2147468392"/>
            <p14:sldId id="2147468387"/>
            <p14:sldId id="2147468386"/>
            <p14:sldId id="2147468406"/>
            <p14:sldId id="2147468441"/>
            <p14:sldId id="2147482406"/>
            <p14:sldId id="2147468300"/>
            <p14:sldId id="2147468302"/>
            <p14:sldId id="607"/>
            <p14:sldId id="608"/>
            <p14:sldId id="609"/>
            <p14:sldId id="610"/>
            <p14:sldId id="2147478910"/>
            <p14:sldId id="2147478911"/>
            <p14:sldId id="2147478908"/>
            <p14:sldId id="2147478909"/>
            <p14:sldId id="2147478912"/>
            <p14:sldId id="2147478913"/>
          </p14:sldIdLst>
        </p14:section>
        <p14:section name="Content Layouts" id="{935FB4AA-8FA1-40B9-BDAB-A530ACA9AD26}">
          <p14:sldIdLst>
            <p14:sldId id="545"/>
            <p14:sldId id="2147468350"/>
            <p14:sldId id="2147468327"/>
            <p14:sldId id="547"/>
            <p14:sldId id="2147468328"/>
            <p14:sldId id="548"/>
            <p14:sldId id="617"/>
            <p14:sldId id="618"/>
            <p14:sldId id="513"/>
            <p14:sldId id="616"/>
            <p14:sldId id="682"/>
            <p14:sldId id="683"/>
            <p14:sldId id="553"/>
            <p14:sldId id="2147468348"/>
            <p14:sldId id="555"/>
            <p14:sldId id="556"/>
            <p14:sldId id="685"/>
            <p14:sldId id="558"/>
            <p14:sldId id="686"/>
            <p14:sldId id="560"/>
            <p14:sldId id="687"/>
            <p14:sldId id="562"/>
          </p14:sldIdLst>
        </p14:section>
        <p14:section name="Timelines and Process Visuals" id="{37AB1A8B-8239-4F47-A90E-E1C0FE42088A}">
          <p14:sldIdLst>
            <p14:sldId id="2147468469"/>
            <p14:sldId id="2147468470"/>
            <p14:sldId id="2147468471"/>
            <p14:sldId id="2147468472"/>
            <p14:sldId id="2147468473"/>
            <p14:sldId id="2147468474"/>
            <p14:sldId id="2147468475"/>
            <p14:sldId id="2147468476"/>
            <p14:sldId id="689"/>
            <p14:sldId id="2147468270"/>
            <p14:sldId id="691"/>
            <p14:sldId id="690"/>
            <p14:sldId id="688"/>
            <p14:sldId id="563"/>
            <p14:sldId id="2147468465"/>
            <p14:sldId id="2147468466"/>
            <p14:sldId id="2147468467"/>
            <p14:sldId id="2147468468"/>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7" autoAdjust="0"/>
    <p:restoredTop sz="94660"/>
  </p:normalViewPr>
  <p:slideViewPr>
    <p:cSldViewPr snapToGrid="0">
      <p:cViewPr varScale="1">
        <p:scale>
          <a:sx n="86" d="100"/>
          <a:sy n="86" d="100"/>
        </p:scale>
        <p:origin x="2508" y="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 Id="rId69" Type="http://schemas.openxmlformats.org/officeDocument/2006/relationships/slide" Target="slides/slide1.xml"/><Relationship Id="rId70" Type="http://schemas.openxmlformats.org/officeDocument/2006/relationships/slide" Target="slides/slide2.xml"/><Relationship Id="rId71" Type="http://schemas.openxmlformats.org/officeDocument/2006/relationships/slide" Target="slides/slide3.xml"/><Relationship Id="rId72" Type="http://schemas.openxmlformats.org/officeDocument/2006/relationships/slide" Target="slides/slide4.xml"/><Relationship Id="rId73" Type="http://schemas.openxmlformats.org/officeDocument/2006/relationships/slide" Target="slides/slide5.xml"/><Relationship Id="rId74" Type="http://schemas.openxmlformats.org/officeDocument/2006/relationships/slide" Target="slides/slide6.xml"/><Relationship Id="rId75" Type="http://schemas.openxmlformats.org/officeDocument/2006/relationships/slide" Target="slides/slide7.xml"/><Relationship Id="rId76" Type="http://schemas.openxmlformats.org/officeDocument/2006/relationships/slide" Target="slides/slide8.xml"/><Relationship Id="rId77" Type="http://schemas.openxmlformats.org/officeDocument/2006/relationships/slide" Target="slides/slide9.xml"/><Relationship Id="rId7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FDE7F18-7D65-4413-AC48-0186B362AA23}" type="datetimeFigureOut">
              <a:rPr lang="en-AU" smtClean="0"/>
              <a:t>21/08/2026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4B4CE9-244F-4CE3-8785-DF6048237A60}" type="slidenum">
              <a:rPr lang="en-AU" smtClean="0"/>
              <a:t>‹#›</a:t>
            </a:fld>
            <a:endParaRPr lang="en-AU"/>
          </a:p>
        </p:txBody>
      </p:sp>
    </p:spTree>
    <p:extLst>
      <p:ext uri="{BB962C8B-B14F-4D97-AF65-F5344CB8AC3E}">
        <p14:creationId xmlns:p14="http://schemas.microsoft.com/office/powerpoint/2010/main" val="39922147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Slide">
    <p:bg>
      <p:bgPr>
        <a:solidFill>
          <a:schemeClr val="accent1"/>
        </a:solidFill>
        <a:effectLst/>
      </p:bgPr>
    </p:bg>
    <p:spTree>
      <p:nvGrpSpPr>
        <p:cNvPr id="1" name=""/>
        <p:cNvGrpSpPr/>
        <p:nvPr/>
      </p:nvGrpSpPr>
      <p:grpSpPr>
        <a:xfrm>
          <a:off x="0" y="0"/>
          <a:ext cx="0" cy="0"/>
          <a:chOff x="0" y="0"/>
          <a:chExt cx="0" cy="0"/>
        </a:xfrm>
      </p:grpSpPr>
      <p:sp>
        <p:nvSpPr>
          <p:cNvPr id="37" name="Text Placeholder 4">
            <a:extLst>
              <a:ext uri="{FF2B5EF4-FFF2-40B4-BE49-F238E27FC236}">
                <a16:creationId xmlns:a16="http://schemas.microsoft.com/office/drawing/2014/main" id="{DBC706B5-DD0D-21FC-8DFC-D9B4B0C03970}"/>
              </a:ext>
            </a:extLst>
          </p:cNvPr>
          <p:cNvSpPr>
            <a:spLocks noGrp="1"/>
          </p:cNvSpPr>
          <p:nvPr>
            <p:ph type="body" sz="quarter" idx="14" hasCustomPrompt="1"/>
          </p:nvPr>
        </p:nvSpPr>
        <p:spPr>
          <a:xfrm>
            <a:off x="1511300" y="978084"/>
            <a:ext cx="8229599"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Deck type</a:t>
            </a:r>
          </a:p>
        </p:txBody>
      </p:sp>
      <p:sp>
        <p:nvSpPr>
          <p:cNvPr id="38" name="Text Placeholder 4">
            <a:extLst>
              <a:ext uri="{FF2B5EF4-FFF2-40B4-BE49-F238E27FC236}">
                <a16:creationId xmlns:a16="http://schemas.microsoft.com/office/drawing/2014/main" id="{6C94BFD7-BDCD-196E-6E6A-314E0DFD6E80}"/>
              </a:ext>
            </a:extLst>
          </p:cNvPr>
          <p:cNvSpPr>
            <a:spLocks noGrp="1"/>
          </p:cNvSpPr>
          <p:nvPr>
            <p:ph type="body" sz="quarter" idx="15" hasCustomPrompt="1"/>
          </p:nvPr>
        </p:nvSpPr>
        <p:spPr>
          <a:xfrm>
            <a:off x="1511300" y="1222961"/>
            <a:ext cx="8229599"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Date</a:t>
            </a:r>
          </a:p>
        </p:txBody>
      </p:sp>
      <p:sp>
        <p:nvSpPr>
          <p:cNvPr id="2" name="Title 1">
            <a:extLst>
              <a:ext uri="{FF2B5EF4-FFF2-40B4-BE49-F238E27FC236}">
                <a16:creationId xmlns:a16="http://schemas.microsoft.com/office/drawing/2014/main" id="{3176A2F6-09EE-411D-ABA1-2E989674E940}"/>
              </a:ext>
            </a:extLst>
          </p:cNvPr>
          <p:cNvSpPr>
            <a:spLocks noGrp="1"/>
          </p:cNvSpPr>
          <p:nvPr>
            <p:ph type="ctrTitle"/>
          </p:nvPr>
        </p:nvSpPr>
        <p:spPr>
          <a:xfrm>
            <a:off x="1511300" y="2285999"/>
            <a:ext cx="8229600" cy="1828802"/>
          </a:xfrm>
        </p:spPr>
        <p:txBody>
          <a:bodyPr anchor="b"/>
          <a:lstStyle>
            <a:lvl1pPr algn="l">
              <a:defRPr sz="6600"/>
            </a:lvl1pPr>
          </a:lstStyle>
          <a:p>
            <a:r>
              <a:rPr lang="en-US"/>
              <a:t>Click to edit Master title style</a:t>
            </a:r>
          </a:p>
        </p:txBody>
      </p:sp>
      <p:sp>
        <p:nvSpPr>
          <p:cNvPr id="5" name="Text Placeholder 4">
            <a:extLst>
              <a:ext uri="{FF2B5EF4-FFF2-40B4-BE49-F238E27FC236}">
                <a16:creationId xmlns:a16="http://schemas.microsoft.com/office/drawing/2014/main" id="{5B38B860-6BB0-B1A5-DE3D-941BE9A2840C}"/>
              </a:ext>
            </a:extLst>
          </p:cNvPr>
          <p:cNvSpPr>
            <a:spLocks noGrp="1"/>
          </p:cNvSpPr>
          <p:nvPr>
            <p:ph type="body" sz="quarter" idx="13"/>
          </p:nvPr>
        </p:nvSpPr>
        <p:spPr>
          <a:xfrm>
            <a:off x="1511300" y="4596115"/>
            <a:ext cx="8229599" cy="503049"/>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
        <p:nvSpPr>
          <p:cNvPr id="14" name="Picture Placeholder 5">
            <a:extLst>
              <a:ext uri="{FF2B5EF4-FFF2-40B4-BE49-F238E27FC236}">
                <a16:creationId xmlns:a16="http://schemas.microsoft.com/office/drawing/2014/main" id="{AD295C37-A67F-85DD-1EA6-C16F8D707D28}"/>
              </a:ext>
            </a:extLst>
          </p:cNvPr>
          <p:cNvSpPr>
            <a:spLocks noGrp="1"/>
          </p:cNvSpPr>
          <p:nvPr>
            <p:ph type="pic" sz="quarter" idx="16" hasCustomPrompt="1"/>
          </p:nvPr>
        </p:nvSpPr>
        <p:spPr>
          <a:xfrm>
            <a:off x="1511300" y="5627683"/>
            <a:ext cx="3027622" cy="661824"/>
          </a:xfrm>
        </p:spPr>
        <p:txBody>
          <a:bodyPr anchor="ctr"/>
          <a:lstStyle>
            <a:lvl1pPr marL="0" indent="0" algn="ctr">
              <a:buNone/>
              <a:defRPr sz="900" b="1" cap="all" baseline="0"/>
            </a:lvl1pPr>
          </a:lstStyle>
          <a:p>
            <a:r>
              <a:rPr lang="en-US"/>
              <a:t>Click icon to insert Client logo</a:t>
            </a:r>
          </a:p>
        </p:txBody>
      </p:sp>
      <p:grpSp>
        <p:nvGrpSpPr>
          <p:cNvPr id="24" name="Group 23">
            <a:extLst>
              <a:ext uri="{FF2B5EF4-FFF2-40B4-BE49-F238E27FC236}">
                <a16:creationId xmlns:a16="http://schemas.microsoft.com/office/drawing/2014/main" id="{37B9B1A0-930E-F611-6293-BB9611BC6127}"/>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25" name="Rectangle 24">
              <a:extLst>
                <a:ext uri="{FF2B5EF4-FFF2-40B4-BE49-F238E27FC236}">
                  <a16:creationId xmlns:a16="http://schemas.microsoft.com/office/drawing/2014/main" id="{32B48BEB-0E70-AC50-D6E3-4377692B0ADB}"/>
                </a:ext>
              </a:extLst>
            </p:cNvPr>
            <p:cNvSpPr/>
            <p:nvPr/>
          </p:nvSpPr>
          <p:spPr>
            <a:xfrm>
              <a:off x="0" y="6720840"/>
              <a:ext cx="2442685" cy="1371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6" name="Rectangle 25">
              <a:extLst>
                <a:ext uri="{FF2B5EF4-FFF2-40B4-BE49-F238E27FC236}">
                  <a16:creationId xmlns:a16="http://schemas.microsoft.com/office/drawing/2014/main" id="{11E2F345-BACE-BB10-1BFA-BFDDCD6E15A7}"/>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7" name="Rectangle 26">
              <a:extLst>
                <a:ext uri="{FF2B5EF4-FFF2-40B4-BE49-F238E27FC236}">
                  <a16:creationId xmlns:a16="http://schemas.microsoft.com/office/drawing/2014/main" id="{1A8C897E-2042-6F06-6844-38D47C67D196}"/>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8" name="Rectangle 27">
              <a:extLst>
                <a:ext uri="{FF2B5EF4-FFF2-40B4-BE49-F238E27FC236}">
                  <a16:creationId xmlns:a16="http://schemas.microsoft.com/office/drawing/2014/main" id="{34D4E0F9-F633-6A6E-3158-2D30A479CB08}"/>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9" name="Rectangle 28">
              <a:extLst>
                <a:ext uri="{FF2B5EF4-FFF2-40B4-BE49-F238E27FC236}">
                  <a16:creationId xmlns:a16="http://schemas.microsoft.com/office/drawing/2014/main" id="{C917D8D6-8AD3-F45E-EE54-5C0F159E2C96}"/>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pic>
        <p:nvPicPr>
          <p:cNvPr id="30" name="Picture 9">
            <a:extLst>
              <a:ext uri="{FF2B5EF4-FFF2-40B4-BE49-F238E27FC236}">
                <a16:creationId xmlns:a16="http://schemas.microsoft.com/office/drawing/2014/main" id="{AC202CA2-841E-B2A5-A6D3-46104332A1B2}"/>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10328031" y="487391"/>
            <a:ext cx="1296588" cy="336153"/>
          </a:xfrm>
          <a:prstGeom prst="rect">
            <a:avLst/>
          </a:prstGeom>
        </p:spPr>
      </p:pic>
    </p:spTree>
    <p:extLst>
      <p:ext uri="{BB962C8B-B14F-4D97-AF65-F5344CB8AC3E}">
        <p14:creationId xmlns:p14="http://schemas.microsoft.com/office/powerpoint/2010/main" val="4044679255"/>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w/ Photo">
    <p:bg>
      <p:bgRef idx="1001">
        <a:schemeClr val="bg1"/>
      </p:bgRef>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50DE460B-8492-496E-B905-F2014225D6A2}"/>
              </a:ext>
              <a:ext uri="{C183D7F6-B498-43B3-948B-1728B52AA6E4}">
                <adec:decorative xmlns:adec="http://schemas.microsoft.com/office/drawing/2017/decorative" val="1"/>
              </a:ext>
            </a:extLst>
          </p:cNvPr>
          <p:cNvSpPr>
            <a:spLocks noGrp="1"/>
          </p:cNvSpPr>
          <p:nvPr>
            <p:ph type="pic" idx="1" hasCustomPrompt="1"/>
          </p:nvPr>
        </p:nvSpPr>
        <p:spPr>
          <a:xfrm>
            <a:off x="138684" y="0"/>
            <a:ext cx="12053316" cy="6858000"/>
          </a:xfrm>
          <a:solidFill>
            <a:schemeClr val="accent2"/>
          </a:solidFill>
        </p:spPr>
        <p:txBody>
          <a:bodyPr/>
          <a:lstStyle>
            <a:lvl1pPr marL="0" indent="0" algn="l">
              <a:buNone/>
              <a:defRPr sz="9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Step 1: Send this box to back by right clicking and choosing “Send to Back” </a:t>
            </a:r>
            <a:br>
              <a:rPr lang="en-US"/>
            </a:br>
            <a:r>
              <a:rPr lang="en-US"/>
              <a:t>Step 2: Click on the picture icon to insert picture</a:t>
            </a:r>
            <a:br>
              <a:rPr lang="en-US"/>
            </a:br>
            <a:r>
              <a:rPr lang="en-US"/>
              <a:t>Step 3: Click the Reset button on the Home tab to reset the position, size and formatting of the slide placeholders to their default setting</a:t>
            </a:r>
          </a:p>
        </p:txBody>
      </p:sp>
      <p:sp>
        <p:nvSpPr>
          <p:cNvPr id="6" name="Text Placeholder 9">
            <a:extLst>
              <a:ext uri="{FF2B5EF4-FFF2-40B4-BE49-F238E27FC236}">
                <a16:creationId xmlns:a16="http://schemas.microsoft.com/office/drawing/2014/main" id="{28414676-8C2E-4C48-83D5-8CFCC9B8F218}"/>
              </a:ext>
              <a:ext uri="{C183D7F6-B498-43B3-948B-1728B52AA6E4}">
                <adec:decorative xmlns:adec="http://schemas.microsoft.com/office/drawing/2017/decorative" val="1"/>
              </a:ext>
            </a:extLst>
          </p:cNvPr>
          <p:cNvSpPr>
            <a:spLocks noGrp="1"/>
          </p:cNvSpPr>
          <p:nvPr>
            <p:ph type="body" sz="quarter" idx="15" hasCustomPrompt="1"/>
          </p:nvPr>
        </p:nvSpPr>
        <p:spPr>
          <a:xfrm>
            <a:off x="138685" y="0"/>
            <a:ext cx="12053315" cy="6858000"/>
          </a:xfrm>
          <a:gradFill>
            <a:gsLst>
              <a:gs pos="0">
                <a:schemeClr val="bg1">
                  <a:alpha val="70000"/>
                </a:schemeClr>
              </a:gs>
              <a:gs pos="75000">
                <a:schemeClr val="bg1">
                  <a:alpha val="0"/>
                </a:schemeClr>
              </a:gs>
            </a:gsLst>
            <a:lin ang="0" scaled="1"/>
          </a:gradFill>
        </p:spPr>
        <p:txBody>
          <a:bodyPr/>
          <a:lstStyle>
            <a:lvl1pPr marL="0" indent="0">
              <a:buNone/>
              <a:defRPr sz="600"/>
            </a:lvl1pPr>
          </a:lstStyle>
          <a:p>
            <a:pPr lvl="0"/>
            <a:r>
              <a:rPr lang="en-US"/>
              <a:t> </a:t>
            </a:r>
          </a:p>
        </p:txBody>
      </p:sp>
      <p:grpSp>
        <p:nvGrpSpPr>
          <p:cNvPr id="14" name="Group 13">
            <a:extLst>
              <a:ext uri="{FF2B5EF4-FFF2-40B4-BE49-F238E27FC236}">
                <a16:creationId xmlns:a16="http://schemas.microsoft.com/office/drawing/2014/main" id="{37BA82E3-53D4-FA98-8B44-B71442611001}"/>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5" name="Rectangle 14">
              <a:extLst>
                <a:ext uri="{FF2B5EF4-FFF2-40B4-BE49-F238E27FC236}">
                  <a16:creationId xmlns:a16="http://schemas.microsoft.com/office/drawing/2014/main" id="{4BF59668-927C-BA73-04E1-B56F8B38C3D3}"/>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16E6C88C-0A69-E2C3-4053-0203BF581162}"/>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0DDFBFF7-0D18-495D-1359-E0223F0F5464}"/>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570F64E6-27FE-4CE9-4E6E-AD1D58A6A01D}"/>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9" name="Rectangle 18">
              <a:extLst>
                <a:ext uri="{FF2B5EF4-FFF2-40B4-BE49-F238E27FC236}">
                  <a16:creationId xmlns:a16="http://schemas.microsoft.com/office/drawing/2014/main" id="{9B33882B-32A2-AB44-06F0-C35E6653745B}"/>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20" name="Text Placeholder 19">
            <a:extLst>
              <a:ext uri="{FF2B5EF4-FFF2-40B4-BE49-F238E27FC236}">
                <a16:creationId xmlns:a16="http://schemas.microsoft.com/office/drawing/2014/main" id="{66B90333-ACFA-DBAD-5680-2D98FE8927D8}"/>
              </a:ext>
              <a:ext uri="{C183D7F6-B498-43B3-948B-1728B52AA6E4}">
                <adec:decorative xmlns:adec="http://schemas.microsoft.com/office/drawing/2017/decorative" val="1"/>
              </a:ext>
            </a:extLst>
          </p:cNvPr>
          <p:cNvSpPr>
            <a:spLocks noGrp="1"/>
          </p:cNvSpPr>
          <p:nvPr>
            <p:ph type="body" sz="quarter" idx="10"/>
          </p:nvPr>
        </p:nvSpPr>
        <p:spPr>
          <a:xfrm>
            <a:off x="10328030" y="487104"/>
            <a:ext cx="1292469" cy="336440"/>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tx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sp>
        <p:nvSpPr>
          <p:cNvPr id="23" name="Text Placeholder 4">
            <a:extLst>
              <a:ext uri="{FF2B5EF4-FFF2-40B4-BE49-F238E27FC236}">
                <a16:creationId xmlns:a16="http://schemas.microsoft.com/office/drawing/2014/main" id="{F1FB8FC4-A6F7-F57C-F441-E6B1F67BF010}"/>
              </a:ext>
              <a:ext uri="{C183D7F6-B498-43B3-948B-1728B52AA6E4}">
                <adec:decorative xmlns:adec="http://schemas.microsoft.com/office/drawing/2017/decorative" val="0"/>
              </a:ext>
            </a:extLst>
          </p:cNvPr>
          <p:cNvSpPr>
            <a:spLocks noGrp="1"/>
          </p:cNvSpPr>
          <p:nvPr>
            <p:ph type="body" sz="quarter" idx="14" hasCustomPrompt="1"/>
          </p:nvPr>
        </p:nvSpPr>
        <p:spPr>
          <a:xfrm>
            <a:off x="563419" y="565621"/>
            <a:ext cx="3538682"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Deck type</a:t>
            </a:r>
          </a:p>
        </p:txBody>
      </p:sp>
      <p:sp>
        <p:nvSpPr>
          <p:cNvPr id="24" name="Text Placeholder 4">
            <a:extLst>
              <a:ext uri="{FF2B5EF4-FFF2-40B4-BE49-F238E27FC236}">
                <a16:creationId xmlns:a16="http://schemas.microsoft.com/office/drawing/2014/main" id="{BB7B25CB-74BE-4D5A-17D6-D0109DEB0460}"/>
              </a:ext>
              <a:ext uri="{C183D7F6-B498-43B3-948B-1728B52AA6E4}">
                <adec:decorative xmlns:adec="http://schemas.microsoft.com/office/drawing/2017/decorative" val="0"/>
              </a:ext>
            </a:extLst>
          </p:cNvPr>
          <p:cNvSpPr>
            <a:spLocks noGrp="1"/>
          </p:cNvSpPr>
          <p:nvPr>
            <p:ph type="body" sz="quarter" idx="17" hasCustomPrompt="1"/>
          </p:nvPr>
        </p:nvSpPr>
        <p:spPr>
          <a:xfrm>
            <a:off x="563419" y="810955"/>
            <a:ext cx="3538682"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Date</a:t>
            </a:r>
          </a:p>
        </p:txBody>
      </p:sp>
      <p:sp>
        <p:nvSpPr>
          <p:cNvPr id="25" name="Title 1">
            <a:extLst>
              <a:ext uri="{FF2B5EF4-FFF2-40B4-BE49-F238E27FC236}">
                <a16:creationId xmlns:a16="http://schemas.microsoft.com/office/drawing/2014/main" id="{51B977F1-062A-A4B4-E4B5-739EC8B298BC}"/>
              </a:ext>
            </a:extLst>
          </p:cNvPr>
          <p:cNvSpPr>
            <a:spLocks noGrp="1"/>
          </p:cNvSpPr>
          <p:nvPr>
            <p:ph type="ctrTitle"/>
          </p:nvPr>
        </p:nvSpPr>
        <p:spPr>
          <a:xfrm>
            <a:off x="563418" y="1771428"/>
            <a:ext cx="3538682" cy="3303344"/>
          </a:xfrm>
        </p:spPr>
        <p:txBody>
          <a:bodyPr anchor="b"/>
          <a:lstStyle>
            <a:lvl1pPr algn="l">
              <a:defRPr sz="5400">
                <a:solidFill>
                  <a:schemeClr val="tx1"/>
                </a:solidFill>
              </a:defRPr>
            </a:lvl1pPr>
          </a:lstStyle>
          <a:p>
            <a:r>
              <a:rPr lang="en-US"/>
              <a:t>Click to edit Master title style</a:t>
            </a:r>
          </a:p>
        </p:txBody>
      </p:sp>
      <p:sp>
        <p:nvSpPr>
          <p:cNvPr id="21" name="Subtitle 2">
            <a:extLst>
              <a:ext uri="{FF2B5EF4-FFF2-40B4-BE49-F238E27FC236}">
                <a16:creationId xmlns:a16="http://schemas.microsoft.com/office/drawing/2014/main" id="{835A53F7-8D58-2C59-47EC-36F5C4D66C1D}"/>
              </a:ext>
            </a:extLst>
          </p:cNvPr>
          <p:cNvSpPr>
            <a:spLocks noGrp="1"/>
          </p:cNvSpPr>
          <p:nvPr>
            <p:ph type="subTitle" idx="16"/>
          </p:nvPr>
        </p:nvSpPr>
        <p:spPr>
          <a:xfrm>
            <a:off x="563418" y="5305365"/>
            <a:ext cx="3530599" cy="281023"/>
          </a:xfrm>
        </p:spPr>
        <p:txBody>
          <a:bodyPr/>
          <a:lstStyle>
            <a:lvl1pPr marL="0" indent="0" algn="l">
              <a:spcBef>
                <a:spcPts val="0"/>
              </a:spcBef>
              <a:buNone/>
              <a:defRPr sz="1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2" name="Text Placeholder 4">
            <a:extLst>
              <a:ext uri="{FF2B5EF4-FFF2-40B4-BE49-F238E27FC236}">
                <a16:creationId xmlns:a16="http://schemas.microsoft.com/office/drawing/2014/main" id="{4D624161-1603-24F0-E65F-7939967C247B}"/>
              </a:ext>
            </a:extLst>
          </p:cNvPr>
          <p:cNvSpPr>
            <a:spLocks noGrp="1"/>
          </p:cNvSpPr>
          <p:nvPr>
            <p:ph type="body" sz="quarter" idx="13"/>
          </p:nvPr>
        </p:nvSpPr>
        <p:spPr>
          <a:xfrm>
            <a:off x="563419" y="5646272"/>
            <a:ext cx="3530599" cy="640228"/>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Tree>
    <p:extLst>
      <p:ext uri="{BB962C8B-B14F-4D97-AF65-F5344CB8AC3E}">
        <p14:creationId xmlns:p14="http://schemas.microsoft.com/office/powerpoint/2010/main" val="1797007392"/>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ection Divider">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D731500D-571A-3F1C-B27F-E4A3E5BC72A3}"/>
              </a:ext>
            </a:extLst>
          </p:cNvPr>
          <p:cNvSpPr>
            <a:spLocks noGrp="1"/>
          </p:cNvSpPr>
          <p:nvPr>
            <p:ph type="ctrTitle"/>
          </p:nvPr>
        </p:nvSpPr>
        <p:spPr>
          <a:xfrm>
            <a:off x="1511300" y="1752601"/>
            <a:ext cx="8229600" cy="3352799"/>
          </a:xfrm>
        </p:spPr>
        <p:txBody>
          <a:bodyPr anchor="t"/>
          <a:lstStyle>
            <a:lvl1pPr algn="l">
              <a:defRPr sz="5400">
                <a:solidFill>
                  <a:schemeClr val="tx1"/>
                </a:solidFill>
              </a:defRPr>
            </a:lvl1pPr>
          </a:lstStyle>
          <a:p>
            <a:r>
              <a:rPr lang="en-US"/>
              <a:t>Click to edit Master title style</a:t>
            </a:r>
          </a:p>
        </p:txBody>
      </p:sp>
      <p:sp>
        <p:nvSpPr>
          <p:cNvPr id="24" name="Text Placeholder 4">
            <a:extLst>
              <a:ext uri="{FF2B5EF4-FFF2-40B4-BE49-F238E27FC236}">
                <a16:creationId xmlns:a16="http://schemas.microsoft.com/office/drawing/2014/main" id="{6576DBCF-A908-DA38-4357-C00877BCF6ED}"/>
              </a:ext>
            </a:extLst>
          </p:cNvPr>
          <p:cNvSpPr>
            <a:spLocks noGrp="1"/>
          </p:cNvSpPr>
          <p:nvPr>
            <p:ph type="body" sz="quarter" idx="13" hasCustomPrompt="1"/>
          </p:nvPr>
        </p:nvSpPr>
        <p:spPr>
          <a:xfrm>
            <a:off x="1511300" y="5873497"/>
            <a:ext cx="1651000" cy="413004"/>
          </a:xfrm>
        </p:spPr>
        <p:txBody>
          <a:bodyPr/>
          <a:lstStyle>
            <a:lvl1pPr marL="0" indent="0">
              <a:lnSpc>
                <a:spcPct val="100000"/>
              </a:lnSpc>
              <a:buNone/>
              <a:defRPr sz="1400" b="1"/>
            </a:lvl1pPr>
            <a:lvl2pPr>
              <a:defRPr sz="1100"/>
            </a:lvl2pPr>
            <a:lvl3pPr>
              <a:defRPr sz="800"/>
            </a:lvl3pPr>
            <a:lvl4pPr>
              <a:defRPr sz="800"/>
            </a:lvl4pPr>
            <a:lvl5pPr>
              <a:defRPr sz="800"/>
            </a:lvl5pPr>
          </a:lstStyle>
          <a:p>
            <a:pPr lvl="0"/>
            <a:r>
              <a:rPr lang="en-US"/>
              <a:t>01. Section indicator</a:t>
            </a:r>
          </a:p>
        </p:txBody>
      </p:sp>
      <p:sp>
        <p:nvSpPr>
          <p:cNvPr id="68" name="Text Placeholder 4">
            <a:extLst>
              <a:ext uri="{FF2B5EF4-FFF2-40B4-BE49-F238E27FC236}">
                <a16:creationId xmlns:a16="http://schemas.microsoft.com/office/drawing/2014/main" id="{5F557AF5-01BB-32BE-5F8C-7D8A32ACFF51}"/>
              </a:ext>
            </a:extLst>
          </p:cNvPr>
          <p:cNvSpPr>
            <a:spLocks noGrp="1"/>
          </p:cNvSpPr>
          <p:nvPr>
            <p:ph type="body" sz="quarter" idx="15" hasCustomPrompt="1"/>
          </p:nvPr>
        </p:nvSpPr>
        <p:spPr>
          <a:xfrm>
            <a:off x="3390900" y="5873497"/>
            <a:ext cx="1651000" cy="413004"/>
          </a:xfrm>
        </p:spPr>
        <p:txBody>
          <a:bodyPr/>
          <a:lstStyle>
            <a:lvl1pPr marL="0" indent="0">
              <a:lnSpc>
                <a:spcPct val="100000"/>
              </a:lnSpc>
              <a:buNone/>
              <a:defRPr sz="1400" b="1"/>
            </a:lvl1pPr>
            <a:lvl2pPr>
              <a:defRPr sz="1100"/>
            </a:lvl2pPr>
            <a:lvl3pPr>
              <a:defRPr sz="800"/>
            </a:lvl3pPr>
            <a:lvl4pPr>
              <a:defRPr sz="800"/>
            </a:lvl4pPr>
            <a:lvl5pPr>
              <a:defRPr sz="800"/>
            </a:lvl5pPr>
          </a:lstStyle>
          <a:p>
            <a:pPr lvl="0"/>
            <a:r>
              <a:rPr lang="en-US"/>
              <a:t>02. Section indicator</a:t>
            </a:r>
          </a:p>
        </p:txBody>
      </p:sp>
      <p:sp>
        <p:nvSpPr>
          <p:cNvPr id="69" name="Text Placeholder 4">
            <a:extLst>
              <a:ext uri="{FF2B5EF4-FFF2-40B4-BE49-F238E27FC236}">
                <a16:creationId xmlns:a16="http://schemas.microsoft.com/office/drawing/2014/main" id="{EA8DA443-6290-9DB9-04F2-9B1A96CA4F76}"/>
              </a:ext>
            </a:extLst>
          </p:cNvPr>
          <p:cNvSpPr>
            <a:spLocks noGrp="1"/>
          </p:cNvSpPr>
          <p:nvPr>
            <p:ph type="body" sz="quarter" idx="16" hasCustomPrompt="1"/>
          </p:nvPr>
        </p:nvSpPr>
        <p:spPr>
          <a:xfrm>
            <a:off x="5270501" y="5873497"/>
            <a:ext cx="1651000" cy="413004"/>
          </a:xfrm>
        </p:spPr>
        <p:txBody>
          <a:bodyPr/>
          <a:lstStyle>
            <a:lvl1pPr marL="0" indent="0">
              <a:lnSpc>
                <a:spcPct val="100000"/>
              </a:lnSpc>
              <a:buNone/>
              <a:defRPr sz="1400" b="1"/>
            </a:lvl1pPr>
            <a:lvl2pPr>
              <a:defRPr sz="1100"/>
            </a:lvl2pPr>
            <a:lvl3pPr>
              <a:defRPr sz="800"/>
            </a:lvl3pPr>
            <a:lvl4pPr>
              <a:defRPr sz="800"/>
            </a:lvl4pPr>
            <a:lvl5pPr>
              <a:defRPr sz="800"/>
            </a:lvl5pPr>
          </a:lstStyle>
          <a:p>
            <a:pPr lvl="0"/>
            <a:r>
              <a:rPr lang="en-US"/>
              <a:t>03. Section indicator</a:t>
            </a:r>
          </a:p>
        </p:txBody>
      </p:sp>
      <p:sp>
        <p:nvSpPr>
          <p:cNvPr id="70" name="Text Placeholder 4">
            <a:extLst>
              <a:ext uri="{FF2B5EF4-FFF2-40B4-BE49-F238E27FC236}">
                <a16:creationId xmlns:a16="http://schemas.microsoft.com/office/drawing/2014/main" id="{00260703-D34F-5A7C-904B-8C2EF0DF100D}"/>
              </a:ext>
            </a:extLst>
          </p:cNvPr>
          <p:cNvSpPr>
            <a:spLocks noGrp="1"/>
          </p:cNvSpPr>
          <p:nvPr>
            <p:ph type="body" sz="quarter" idx="17" hasCustomPrompt="1"/>
          </p:nvPr>
        </p:nvSpPr>
        <p:spPr>
          <a:xfrm>
            <a:off x="7150104" y="5873497"/>
            <a:ext cx="1650996" cy="413004"/>
          </a:xfrm>
        </p:spPr>
        <p:txBody>
          <a:bodyPr/>
          <a:lstStyle>
            <a:lvl1pPr marL="0" indent="0">
              <a:lnSpc>
                <a:spcPct val="100000"/>
              </a:lnSpc>
              <a:buNone/>
              <a:defRPr sz="1400" b="1"/>
            </a:lvl1pPr>
            <a:lvl2pPr>
              <a:defRPr sz="1100"/>
            </a:lvl2pPr>
            <a:lvl3pPr>
              <a:defRPr sz="800"/>
            </a:lvl3pPr>
            <a:lvl4pPr>
              <a:defRPr sz="800"/>
            </a:lvl4pPr>
            <a:lvl5pPr>
              <a:defRPr sz="800"/>
            </a:lvl5pPr>
          </a:lstStyle>
          <a:p>
            <a:pPr lvl="0"/>
            <a:r>
              <a:rPr lang="en-US"/>
              <a:t>04. Section indicator</a:t>
            </a:r>
          </a:p>
        </p:txBody>
      </p:sp>
      <p:sp>
        <p:nvSpPr>
          <p:cNvPr id="71" name="Text Placeholder 4">
            <a:extLst>
              <a:ext uri="{FF2B5EF4-FFF2-40B4-BE49-F238E27FC236}">
                <a16:creationId xmlns:a16="http://schemas.microsoft.com/office/drawing/2014/main" id="{D30A30D2-FDB9-3F99-7B2E-D9B09BD1B4BE}"/>
              </a:ext>
            </a:extLst>
          </p:cNvPr>
          <p:cNvSpPr>
            <a:spLocks noGrp="1"/>
          </p:cNvSpPr>
          <p:nvPr>
            <p:ph type="body" sz="quarter" idx="18" hasCustomPrompt="1"/>
          </p:nvPr>
        </p:nvSpPr>
        <p:spPr>
          <a:xfrm>
            <a:off x="9030832" y="5873497"/>
            <a:ext cx="1649868" cy="413004"/>
          </a:xfrm>
        </p:spPr>
        <p:txBody>
          <a:bodyPr/>
          <a:lstStyle>
            <a:lvl1pPr marL="0" indent="0">
              <a:lnSpc>
                <a:spcPct val="100000"/>
              </a:lnSpc>
              <a:buNone/>
              <a:defRPr sz="1400" b="1"/>
            </a:lvl1pPr>
            <a:lvl2pPr>
              <a:defRPr sz="1100"/>
            </a:lvl2pPr>
            <a:lvl3pPr>
              <a:defRPr sz="800"/>
            </a:lvl3pPr>
            <a:lvl4pPr>
              <a:defRPr sz="800"/>
            </a:lvl4pPr>
            <a:lvl5pPr>
              <a:defRPr sz="800"/>
            </a:lvl5pPr>
          </a:lstStyle>
          <a:p>
            <a:pPr lvl="0"/>
            <a:r>
              <a:rPr lang="en-US"/>
              <a:t>05. Section indicator</a:t>
            </a:r>
          </a:p>
        </p:txBody>
      </p:sp>
      <p:grpSp>
        <p:nvGrpSpPr>
          <p:cNvPr id="13" name="Group 12">
            <a:extLst>
              <a:ext uri="{FF2B5EF4-FFF2-40B4-BE49-F238E27FC236}">
                <a16:creationId xmlns:a16="http://schemas.microsoft.com/office/drawing/2014/main" id="{272A4299-D00F-3114-A9BF-21CB5BF68586}"/>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DF976F77-EEC7-5355-89D2-0EB4E2530869}"/>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EB0E43C2-3D05-E0D0-EDD0-9689729A969F}"/>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77612517-2554-7E7D-8B09-781034E16E32}"/>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EFCEEE22-BC7F-2CBA-4CA7-BD105D048DFA}"/>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A3F96DDF-28E7-25CC-F741-D82D5FDAC78E}"/>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pic>
        <p:nvPicPr>
          <p:cNvPr id="19" name="Picture 9">
            <a:extLst>
              <a:ext uri="{FF2B5EF4-FFF2-40B4-BE49-F238E27FC236}">
                <a16:creationId xmlns:a16="http://schemas.microsoft.com/office/drawing/2014/main" id="{0C24EA43-9656-0BCB-9154-2B793130BE24}"/>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10328031" y="487391"/>
            <a:ext cx="1296588" cy="336153"/>
          </a:xfrm>
          <a:prstGeom prst="rect">
            <a:avLst/>
          </a:prstGeom>
        </p:spPr>
      </p:pic>
    </p:spTree>
    <p:extLst>
      <p:ext uri="{BB962C8B-B14F-4D97-AF65-F5344CB8AC3E}">
        <p14:creationId xmlns:p14="http://schemas.microsoft.com/office/powerpoint/2010/main" val="36455701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 w/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BC4A6-2BC8-FD0B-DA9C-2BDC78F77957}"/>
              </a:ext>
            </a:extLst>
          </p:cNvPr>
          <p:cNvSpPr>
            <a:spLocks noGrp="1"/>
          </p:cNvSpPr>
          <p:nvPr>
            <p:ph type="title"/>
          </p:nvPr>
        </p:nvSpPr>
        <p:spPr>
          <a:xfrm>
            <a:off x="571500" y="571500"/>
            <a:ext cx="3530600" cy="2857500"/>
          </a:xfrm>
        </p:spPr>
        <p:txBody>
          <a:bodyPr/>
          <a:lstStyle>
            <a:lvl1pPr>
              <a:defRPr sz="5400"/>
            </a:lvl1pPr>
          </a:lstStyle>
          <a:p>
            <a:r>
              <a:rPr lang="en-US"/>
              <a:t>Click to edit Master title style</a:t>
            </a:r>
          </a:p>
        </p:txBody>
      </p:sp>
      <p:sp>
        <p:nvSpPr>
          <p:cNvPr id="14" name="Text Placeholder 11">
            <a:extLst>
              <a:ext uri="{FF2B5EF4-FFF2-40B4-BE49-F238E27FC236}">
                <a16:creationId xmlns:a16="http://schemas.microsoft.com/office/drawing/2014/main" id="{86B577CB-5AFB-0B98-8BEA-5872C2FF677E}"/>
              </a:ext>
            </a:extLst>
          </p:cNvPr>
          <p:cNvSpPr>
            <a:spLocks noGrp="1"/>
          </p:cNvSpPr>
          <p:nvPr>
            <p:ph type="body" sz="quarter" idx="20"/>
          </p:nvPr>
        </p:nvSpPr>
        <p:spPr>
          <a:xfrm>
            <a:off x="571501" y="4114800"/>
            <a:ext cx="3530600" cy="9906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Text Placeholder 6">
            <a:extLst>
              <a:ext uri="{FF2B5EF4-FFF2-40B4-BE49-F238E27FC236}">
                <a16:creationId xmlns:a16="http://schemas.microsoft.com/office/drawing/2014/main" id="{7D74199A-1D70-C562-62E1-637EF591F1EA}"/>
              </a:ext>
            </a:extLst>
          </p:cNvPr>
          <p:cNvSpPr>
            <a:spLocks noGrp="1"/>
          </p:cNvSpPr>
          <p:nvPr>
            <p:ph type="body" sz="quarter" idx="13"/>
          </p:nvPr>
        </p:nvSpPr>
        <p:spPr>
          <a:xfrm>
            <a:off x="6210300" y="1752600"/>
            <a:ext cx="5410200" cy="3352800"/>
          </a:xfrm>
        </p:spPr>
        <p:txBody>
          <a:bodyPr/>
          <a:lstStyle>
            <a:lvl1pPr marL="287338" indent="-287338">
              <a:spcBef>
                <a:spcPts val="0"/>
              </a:spcBef>
              <a:buSzPct val="85000"/>
              <a:defRPr sz="2200"/>
            </a:lvl1pPr>
            <a:lvl2pPr marL="514350" indent="-174625">
              <a:defRPr sz="1400"/>
            </a:lvl2pPr>
            <a:lvl3pPr marL="739775" indent="-165100">
              <a:defRPr sz="1200"/>
            </a:lvl3pPr>
            <a:lvl4pPr marL="976313" indent="-174625">
              <a:defRPr sz="1000"/>
            </a:lvl4pPr>
            <a:lvl5pPr marL="1201738" indent="-174625">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ADE46F07-9C9C-47CE-B42A-F6A276963F54}"/>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F2D65486-4CAF-D8E0-DC46-EFC5FB8C97B1}"/>
              </a:ext>
              <a:ext uri="{C183D7F6-B498-43B3-948B-1728B52AA6E4}">
                <adec:decorative xmlns:adec="http://schemas.microsoft.com/office/drawing/2017/decorative" val="1"/>
              </a:ext>
            </a:extLst>
          </p:cNvPr>
          <p:cNvSpPr>
            <a:spLocks noGrp="1"/>
          </p:cNvSpPr>
          <p:nvPr>
            <p:ph type="dt" sz="half" idx="11"/>
          </p:nvPr>
        </p:nvSpPr>
        <p:spPr/>
        <p:txBody>
          <a:bodyPr/>
          <a:lstStyle/>
          <a:p>
            <a:fld id="{A844713A-762C-46FB-AFEA-BF5BC39F2835}" type="datetimeyyyy">
              <a:rPr lang="en-US" smtClean="0"/>
              <a:t>2026</a:t>
            </a:fld>
            <a:endParaRPr lang="en-US"/>
          </a:p>
        </p:txBody>
      </p:sp>
      <p:sp>
        <p:nvSpPr>
          <p:cNvPr id="5" name="Slide Number Placeholder 4">
            <a:extLst>
              <a:ext uri="{FF2B5EF4-FFF2-40B4-BE49-F238E27FC236}">
                <a16:creationId xmlns:a16="http://schemas.microsoft.com/office/drawing/2014/main" id="{DCC32286-3989-F722-CA5F-7B056F277CC0}"/>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pic>
        <p:nvPicPr>
          <p:cNvPr id="6" name="Picture 9">
            <a:extLst>
              <a:ext uri="{FF2B5EF4-FFF2-40B4-BE49-F238E27FC236}">
                <a16:creationId xmlns:a16="http://schemas.microsoft.com/office/drawing/2014/main" id="{1D8CAAE5-215B-97D0-E026-DB1041BC6C29}"/>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10328031" y="487391"/>
            <a:ext cx="1296588" cy="336153"/>
          </a:xfrm>
          <a:prstGeom prst="rect">
            <a:avLst/>
          </a:prstGeom>
        </p:spPr>
      </p:pic>
    </p:spTree>
    <p:extLst>
      <p:ext uri="{BB962C8B-B14F-4D97-AF65-F5344CB8AC3E}">
        <p14:creationId xmlns:p14="http://schemas.microsoft.com/office/powerpoint/2010/main" val="29480071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087A5D98-A155-4A2C-A9E2-FF413A52CD58}"/>
              </a:ext>
            </a:extLst>
          </p:cNvPr>
          <p:cNvSpPr>
            <a:spLocks noGrp="1"/>
          </p:cNvSpPr>
          <p:nvPr>
            <p:ph type="title"/>
          </p:nvPr>
        </p:nvSpPr>
        <p:spPr/>
        <p:txBody>
          <a:bodyPr/>
          <a:lstStyle/>
          <a:p>
            <a:r>
              <a:rPr lang="en-US"/>
              <a:t>Click to edit Master title style</a:t>
            </a:r>
          </a:p>
        </p:txBody>
      </p:sp>
      <p:sp>
        <p:nvSpPr>
          <p:cNvPr id="8" name="Text Placeholder 11">
            <a:extLst>
              <a:ext uri="{FF2B5EF4-FFF2-40B4-BE49-F238E27FC236}">
                <a16:creationId xmlns:a16="http://schemas.microsoft.com/office/drawing/2014/main" id="{52D34A87-0769-3C03-D1EA-BEFE5F31F9BC}"/>
              </a:ext>
            </a:extLst>
          </p:cNvPr>
          <p:cNvSpPr>
            <a:spLocks noGrp="1"/>
          </p:cNvSpPr>
          <p:nvPr>
            <p:ph type="body" sz="quarter" idx="14"/>
          </p:nvPr>
        </p:nvSpPr>
        <p:spPr>
          <a:xfrm>
            <a:off x="571500" y="1752601"/>
            <a:ext cx="11049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5" name="Content Placeholder 4">
            <a:extLst>
              <a:ext uri="{FF2B5EF4-FFF2-40B4-BE49-F238E27FC236}">
                <a16:creationId xmlns:a16="http://schemas.microsoft.com/office/drawing/2014/main" id="{AFA20EAA-86AC-4480-9CAA-88657F3D94ED}"/>
              </a:ext>
            </a:extLst>
          </p:cNvPr>
          <p:cNvSpPr>
            <a:spLocks noGrp="1"/>
          </p:cNvSpPr>
          <p:nvPr>
            <p:ph sz="quarter" idx="13"/>
          </p:nvPr>
        </p:nvSpPr>
        <p:spPr>
          <a:xfrm>
            <a:off x="571499" y="2933700"/>
            <a:ext cx="11048999" cy="3352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A4418CA-82D1-4D77-BF0D-0416BC54B411}"/>
              </a:ext>
              <a:ext uri="{C183D7F6-B498-43B3-948B-1728B52AA6E4}">
                <adec:decorative xmlns:adec="http://schemas.microsoft.com/office/drawing/2017/decorative" val="1"/>
              </a:ext>
            </a:extLst>
          </p:cNvPr>
          <p:cNvSpPr>
            <a:spLocks noGrp="1"/>
          </p:cNvSpPr>
          <p:nvPr>
            <p:ph type="dt" sz="half" idx="10"/>
          </p:nvPr>
        </p:nvSpPr>
        <p:spPr/>
        <p:txBody>
          <a:bodyPr/>
          <a:lstStyle/>
          <a:p>
            <a:fld id="{A95765D1-9DCC-4E17-9905-A51AC45E71E0}" type="datetimeyyyy">
              <a:rPr lang="en-US" smtClean="0"/>
              <a:t>2026</a:t>
            </a:fld>
            <a:endParaRPr lang="en-US"/>
          </a:p>
        </p:txBody>
      </p:sp>
      <p:sp>
        <p:nvSpPr>
          <p:cNvPr id="9" name="Footer Placeholder 8">
            <a:extLst>
              <a:ext uri="{FF2B5EF4-FFF2-40B4-BE49-F238E27FC236}">
                <a16:creationId xmlns:a16="http://schemas.microsoft.com/office/drawing/2014/main" id="{921A5836-40BC-4565-9B91-02610BB2DEDB}"/>
              </a:ext>
              <a:ext uri="{C183D7F6-B498-43B3-948B-1728B52AA6E4}">
                <adec:decorative xmlns:adec="http://schemas.microsoft.com/office/drawing/2017/decorative" val="1"/>
              </a:ext>
            </a:extLst>
          </p:cNvPr>
          <p:cNvSpPr>
            <a:spLocks noGrp="1"/>
          </p:cNvSpPr>
          <p:nvPr>
            <p:ph type="ftr" sz="quarter" idx="11"/>
          </p:nvPr>
        </p:nvSpPr>
        <p:spPr/>
        <p:txBody>
          <a:bodyPr/>
          <a:lstStyle/>
          <a:p>
            <a:r>
              <a:rPr lang="en-US"/>
              <a:t>Slalom. All Rights Reserved. Proprietary and Confidential.</a:t>
            </a:r>
          </a:p>
        </p:txBody>
      </p:sp>
      <p:sp>
        <p:nvSpPr>
          <p:cNvPr id="10" name="Slide Number Placeholder 9">
            <a:extLst>
              <a:ext uri="{FF2B5EF4-FFF2-40B4-BE49-F238E27FC236}">
                <a16:creationId xmlns:a16="http://schemas.microsoft.com/office/drawing/2014/main" id="{CBD6848A-A4A5-4326-A71B-8EF2FF7C4F3E}"/>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27393855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and Content 2">
    <p:bg>
      <p:bgPr>
        <a:solidFill>
          <a:schemeClr val="accent2"/>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BA6A42-67C9-3DA2-AAE7-C5530FE646E6}"/>
              </a:ext>
              <a:ext uri="{C183D7F6-B498-43B3-948B-1728B52AA6E4}">
                <adec:decorative xmlns:adec="http://schemas.microsoft.com/office/drawing/2017/decorative" val="1"/>
              </a:ext>
            </a:extLst>
          </p:cNvPr>
          <p:cNvSpPr/>
          <p:nvPr userDrawn="1"/>
        </p:nvSpPr>
        <p:spPr>
          <a:xfrm>
            <a:off x="4559300" y="0"/>
            <a:ext cx="763269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 name="Title 1">
            <a:extLst>
              <a:ext uri="{FF2B5EF4-FFF2-40B4-BE49-F238E27FC236}">
                <a16:creationId xmlns:a16="http://schemas.microsoft.com/office/drawing/2014/main" id="{4151AB39-5D36-0881-CBCF-7839008FF240}"/>
              </a:ext>
            </a:extLst>
          </p:cNvPr>
          <p:cNvSpPr>
            <a:spLocks noGrp="1"/>
          </p:cNvSpPr>
          <p:nvPr>
            <p:ph type="title"/>
          </p:nvPr>
        </p:nvSpPr>
        <p:spPr>
          <a:xfrm>
            <a:off x="571500" y="571500"/>
            <a:ext cx="2819400" cy="2857500"/>
          </a:xfrm>
        </p:spPr>
        <p:txBody>
          <a:bodyPr/>
          <a:lstStyle/>
          <a:p>
            <a:r>
              <a:rPr lang="en-US"/>
              <a:t>Click to edit Master title style</a:t>
            </a:r>
          </a:p>
        </p:txBody>
      </p:sp>
      <p:sp>
        <p:nvSpPr>
          <p:cNvPr id="11" name="Text Placeholder 10">
            <a:extLst>
              <a:ext uri="{FF2B5EF4-FFF2-40B4-BE49-F238E27FC236}">
                <a16:creationId xmlns:a16="http://schemas.microsoft.com/office/drawing/2014/main" id="{BD4BE7AC-B8E8-B90D-53BF-AA6DB0C0ECAF}"/>
              </a:ext>
            </a:extLst>
          </p:cNvPr>
          <p:cNvSpPr>
            <a:spLocks noGrp="1"/>
          </p:cNvSpPr>
          <p:nvPr>
            <p:ph type="body" sz="quarter" idx="13"/>
          </p:nvPr>
        </p:nvSpPr>
        <p:spPr>
          <a:xfrm>
            <a:off x="571500" y="4114799"/>
            <a:ext cx="2819400" cy="21717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ext Placeholder 11">
            <a:extLst>
              <a:ext uri="{FF2B5EF4-FFF2-40B4-BE49-F238E27FC236}">
                <a16:creationId xmlns:a16="http://schemas.microsoft.com/office/drawing/2014/main" id="{23F41AAA-F21A-3BB2-9278-FE4B403424CD}"/>
              </a:ext>
            </a:extLst>
          </p:cNvPr>
          <p:cNvSpPr>
            <a:spLocks noGrp="1"/>
          </p:cNvSpPr>
          <p:nvPr>
            <p:ph type="body" sz="quarter" idx="15"/>
          </p:nvPr>
        </p:nvSpPr>
        <p:spPr>
          <a:xfrm>
            <a:off x="5270500" y="571500"/>
            <a:ext cx="5410200" cy="457200"/>
          </a:xfrm>
        </p:spPr>
        <p:txBody>
          <a:bodyPr/>
          <a:lstStyle>
            <a:lvl1pPr marL="0" indent="0">
              <a:lnSpc>
                <a:spcPct val="90000"/>
              </a:lnSpc>
              <a:buNone/>
              <a:defRPr sz="2200">
                <a:solidFill>
                  <a:schemeClr val="bg1"/>
                </a:solidFill>
              </a:defRPr>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18" name="Text Placeholder 17">
            <a:extLst>
              <a:ext uri="{FF2B5EF4-FFF2-40B4-BE49-F238E27FC236}">
                <a16:creationId xmlns:a16="http://schemas.microsoft.com/office/drawing/2014/main" id="{B8D158A6-5206-4DC5-FE96-95B04D8E8AF1}"/>
              </a:ext>
              <a:ext uri="{C183D7F6-B498-43B3-948B-1728B52AA6E4}">
                <adec:decorative xmlns:adec="http://schemas.microsoft.com/office/drawing/2017/decorative" val="1"/>
              </a:ext>
            </a:extLst>
          </p:cNvPr>
          <p:cNvSpPr>
            <a:spLocks noGrp="1"/>
          </p:cNvSpPr>
          <p:nvPr>
            <p:ph type="body" sz="quarter" idx="18"/>
          </p:nvPr>
        </p:nvSpPr>
        <p:spPr>
          <a:xfrm>
            <a:off x="9381262" y="4277504"/>
            <a:ext cx="2810740" cy="2580496"/>
          </a:xfrm>
          <a:custGeom>
            <a:avLst/>
            <a:gdLst>
              <a:gd name="connsiteX0" fmla="*/ 2454858 w 2810740"/>
              <a:gd name="connsiteY0" fmla="*/ 46 h 2580496"/>
              <a:gd name="connsiteX1" fmla="*/ 2724648 w 2810740"/>
              <a:gd name="connsiteY1" fmla="*/ 24068 h 2580496"/>
              <a:gd name="connsiteX2" fmla="*/ 2810740 w 2810740"/>
              <a:gd name="connsiteY2" fmla="*/ 44700 h 2580496"/>
              <a:gd name="connsiteX3" fmla="*/ 2810740 w 2810740"/>
              <a:gd name="connsiteY3" fmla="*/ 664418 h 2580496"/>
              <a:gd name="connsiteX4" fmla="*/ 2770611 w 2810740"/>
              <a:gd name="connsiteY4" fmla="*/ 643239 h 2580496"/>
              <a:gd name="connsiteX5" fmla="*/ 1783822 w 2810740"/>
              <a:gd name="connsiteY5" fmla="*/ 949432 h 2580496"/>
              <a:gd name="connsiteX6" fmla="*/ 700923 w 2810740"/>
              <a:gd name="connsiteY6" fmla="*/ 2580496 h 2580496"/>
              <a:gd name="connsiteX7" fmla="*/ 0 w 2810740"/>
              <a:gd name="connsiteY7" fmla="*/ 2580496 h 2580496"/>
              <a:gd name="connsiteX8" fmla="*/ 1297316 w 2810740"/>
              <a:gd name="connsiteY8" fmla="*/ 626437 h 2580496"/>
              <a:gd name="connsiteX9" fmla="*/ 2454858 w 2810740"/>
              <a:gd name="connsiteY9" fmla="*/ 46 h 2580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10740" h="2580496">
                <a:moveTo>
                  <a:pt x="2454858" y="46"/>
                </a:moveTo>
                <a:cubicBezTo>
                  <a:pt x="2544831" y="-679"/>
                  <a:pt x="2635195" y="7240"/>
                  <a:pt x="2724648" y="24068"/>
                </a:cubicBezTo>
                <a:lnTo>
                  <a:pt x="2810740" y="44700"/>
                </a:lnTo>
                <a:lnTo>
                  <a:pt x="2810740" y="664418"/>
                </a:lnTo>
                <a:lnTo>
                  <a:pt x="2770611" y="643239"/>
                </a:lnTo>
                <a:cubicBezTo>
                  <a:pt x="2418095" y="500699"/>
                  <a:pt x="2002334" y="620303"/>
                  <a:pt x="1783822" y="949432"/>
                </a:cubicBezTo>
                <a:lnTo>
                  <a:pt x="700923" y="2580496"/>
                </a:lnTo>
                <a:lnTo>
                  <a:pt x="0" y="2580496"/>
                </a:lnTo>
                <a:lnTo>
                  <a:pt x="1297316" y="626437"/>
                </a:lnTo>
                <a:cubicBezTo>
                  <a:pt x="1564896" y="223429"/>
                  <a:pt x="2004992" y="3675"/>
                  <a:pt x="2454858" y="46"/>
                </a:cubicBezTo>
                <a:close/>
              </a:path>
            </a:pathLst>
          </a:custGeom>
          <a:solidFill>
            <a:srgbClr val="E7EFFF"/>
          </a:solidFill>
        </p:spPr>
        <p:txBody>
          <a:bodyPr wrap="square">
            <a:noAutofit/>
          </a:bodyPr>
          <a:lstStyle>
            <a:lvl1pPr marL="0" indent="0">
              <a:buNone/>
              <a:defRPr sz="500">
                <a:noFill/>
              </a:defRPr>
            </a:lvl1pPr>
          </a:lstStyle>
          <a:p>
            <a:pPr lvl="0"/>
            <a:r>
              <a:rPr lang="en-US"/>
              <a:t>Click to edit Master text styles</a:t>
            </a:r>
          </a:p>
        </p:txBody>
      </p:sp>
      <p:sp>
        <p:nvSpPr>
          <p:cNvPr id="13" name="Text Placeholder 12">
            <a:extLst>
              <a:ext uri="{FF2B5EF4-FFF2-40B4-BE49-F238E27FC236}">
                <a16:creationId xmlns:a16="http://schemas.microsoft.com/office/drawing/2014/main" id="{9CAA9D8F-EBCC-F115-0711-A1D7885B7DBA}"/>
              </a:ext>
            </a:extLst>
          </p:cNvPr>
          <p:cNvSpPr>
            <a:spLocks noGrp="1"/>
          </p:cNvSpPr>
          <p:nvPr>
            <p:ph type="body" sz="quarter" idx="14"/>
          </p:nvPr>
        </p:nvSpPr>
        <p:spPr>
          <a:xfrm>
            <a:off x="5270500" y="1752600"/>
            <a:ext cx="5410200" cy="4533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1846C56A-AFFD-5EF5-83B3-C8D68964BE82}"/>
              </a:ext>
              <a:ext uri="{C183D7F6-B498-43B3-948B-1728B52AA6E4}">
                <adec:decorative xmlns:adec="http://schemas.microsoft.com/office/drawing/2017/decorative" val="1"/>
              </a:ext>
            </a:extLst>
          </p:cNvPr>
          <p:cNvSpPr>
            <a:spLocks noGrp="1"/>
          </p:cNvSpPr>
          <p:nvPr>
            <p:ph type="ftr" sz="quarter" idx="10"/>
          </p:nvPr>
        </p:nvSpPr>
        <p:spPr>
          <a:xfrm>
            <a:off x="1645217" y="6503670"/>
            <a:ext cx="2743200" cy="137160"/>
          </a:xfrm>
        </p:spPr>
        <p:txBody>
          <a:bodyPr/>
          <a:lstStyle>
            <a:lvl1pPr>
              <a:defRPr>
                <a:solidFill>
                  <a:schemeClr val="tx1"/>
                </a:solidFill>
              </a:defRPr>
            </a:lvl1pPr>
          </a:lstStyle>
          <a:p>
            <a:r>
              <a:rPr lang="en-US"/>
              <a:t>Slalom. All Rights Reserved. Proprietary and Confidential.</a:t>
            </a:r>
          </a:p>
        </p:txBody>
      </p:sp>
      <p:sp>
        <p:nvSpPr>
          <p:cNvPr id="4" name="Date Placeholder 3">
            <a:extLst>
              <a:ext uri="{FF2B5EF4-FFF2-40B4-BE49-F238E27FC236}">
                <a16:creationId xmlns:a16="http://schemas.microsoft.com/office/drawing/2014/main" id="{A52D393A-8980-E579-A0EC-A080720B843B}"/>
              </a:ext>
              <a:ext uri="{C183D7F6-B498-43B3-948B-1728B52AA6E4}">
                <adec:decorative xmlns:adec="http://schemas.microsoft.com/office/drawing/2017/decorative" val="1"/>
              </a:ext>
            </a:extLst>
          </p:cNvPr>
          <p:cNvSpPr>
            <a:spLocks noGrp="1"/>
          </p:cNvSpPr>
          <p:nvPr>
            <p:ph type="dt" sz="half" idx="11"/>
          </p:nvPr>
        </p:nvSpPr>
        <p:spPr/>
        <p:txBody>
          <a:bodyPr/>
          <a:lstStyle>
            <a:lvl1pPr>
              <a:defRPr>
                <a:solidFill>
                  <a:schemeClr val="tx1"/>
                </a:solidFill>
              </a:defRPr>
            </a:lvl1pPr>
          </a:lstStyle>
          <a:p>
            <a:fld id="{45FBCCCF-693E-4A1A-BFCB-FADBC04A55F2}" type="datetimeyyyy">
              <a:rPr lang="en-US" smtClean="0"/>
              <a:t>2026</a:t>
            </a:fld>
            <a:endParaRPr lang="en-US"/>
          </a:p>
        </p:txBody>
      </p:sp>
      <p:sp>
        <p:nvSpPr>
          <p:cNvPr id="5" name="Slide Number Placeholder 4">
            <a:extLst>
              <a:ext uri="{FF2B5EF4-FFF2-40B4-BE49-F238E27FC236}">
                <a16:creationId xmlns:a16="http://schemas.microsoft.com/office/drawing/2014/main" id="{8C4ADD89-C976-6DB8-EBFF-971ECFA635A4}"/>
              </a:ext>
              <a:ext uri="{C183D7F6-B498-43B3-948B-1728B52AA6E4}">
                <adec:decorative xmlns:adec="http://schemas.microsoft.com/office/drawing/2017/decorative" val="1"/>
              </a:ext>
            </a:extLst>
          </p:cNvPr>
          <p:cNvSpPr>
            <a:spLocks noGrp="1"/>
          </p:cNvSpPr>
          <p:nvPr>
            <p:ph type="sldNum" sz="quarter" idx="12"/>
          </p:nvPr>
        </p:nvSpPr>
        <p:spPr/>
        <p:txBody>
          <a:bodyPr/>
          <a:lstStyle>
            <a:lvl1pPr>
              <a:defRPr>
                <a:solidFill>
                  <a:schemeClr val="bg2"/>
                </a:solidFill>
              </a:defRPr>
            </a:lvl1pPr>
          </a:lstStyle>
          <a:p>
            <a:fld id="{B2643E34-DC33-45ED-8E33-EC0D5991E9A4}" type="slidenum">
              <a:rPr lang="en-US" smtClean="0"/>
              <a:pPr/>
              <a:t>‹#›</a:t>
            </a:fld>
            <a:endParaRPr lang="en-US"/>
          </a:p>
        </p:txBody>
      </p:sp>
      <p:pic>
        <p:nvPicPr>
          <p:cNvPr id="9" name="Picture 9">
            <a:extLst>
              <a:ext uri="{FF2B5EF4-FFF2-40B4-BE49-F238E27FC236}">
                <a16:creationId xmlns:a16="http://schemas.microsoft.com/office/drawing/2014/main" id="{2D8E0F5B-E7F1-0403-7367-36B8F1937D84}"/>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71500" y="6472119"/>
            <a:ext cx="562567" cy="145851"/>
          </a:xfrm>
          <a:prstGeom prst="rect">
            <a:avLst/>
          </a:prstGeom>
        </p:spPr>
      </p:pic>
      <p:sp>
        <p:nvSpPr>
          <p:cNvPr id="10" name="Footer Placeholder 3">
            <a:extLst>
              <a:ext uri="{FF2B5EF4-FFF2-40B4-BE49-F238E27FC236}">
                <a16:creationId xmlns:a16="http://schemas.microsoft.com/office/drawing/2014/main" id="{AE7DEBBC-53DD-BDE3-155C-162C1926A6D1}"/>
              </a:ext>
              <a:ext uri="{C183D7F6-B498-43B3-948B-1728B52AA6E4}">
                <adec:decorative xmlns:adec="http://schemas.microsoft.com/office/drawing/2017/decorative" val="1"/>
              </a:ext>
            </a:extLst>
          </p:cNvPr>
          <p:cNvSpPr txBox="1">
            <a:spLocks/>
          </p:cNvSpPr>
          <p:nvPr userDrawn="1"/>
        </p:nvSpPr>
        <p:spPr>
          <a:xfrm>
            <a:off x="1299707" y="6503670"/>
            <a:ext cx="99087" cy="137160"/>
          </a:xfrm>
          <a:prstGeom prst="rect">
            <a:avLst/>
          </a:prstGeom>
        </p:spPr>
        <p:txBody>
          <a:bodyPr vert="horz" lIns="0" tIns="0" rIns="0" bIns="0" rtlCol="0" anchor="b"/>
          <a:lstStyle>
            <a:defPPr>
              <a:defRPr lang="en-US"/>
            </a:defPPr>
            <a:lvl1pPr marL="0" algn="l" defTabSz="914400" rtl="0" eaLnBrk="1" latinLnBrk="0" hangingPunct="1">
              <a:defRPr sz="8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solidFill>
              </a:rPr>
              <a:t>©</a:t>
            </a:r>
          </a:p>
        </p:txBody>
      </p:sp>
    </p:spTree>
    <p:extLst>
      <p:ext uri="{BB962C8B-B14F-4D97-AF65-F5344CB8AC3E}">
        <p14:creationId xmlns:p14="http://schemas.microsoft.com/office/powerpoint/2010/main" val="4292194884"/>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8A64D-EC33-80B9-F80A-68A80FC6609E}"/>
              </a:ext>
            </a:extLst>
          </p:cNvPr>
          <p:cNvSpPr>
            <a:spLocks noGrp="1"/>
          </p:cNvSpPr>
          <p:nvPr>
            <p:ph type="title"/>
          </p:nvPr>
        </p:nvSpPr>
        <p:spPr/>
        <p:txBody>
          <a:bodyPr/>
          <a:lstStyle>
            <a:lvl1pPr>
              <a:defRPr/>
            </a:lvl1pPr>
          </a:lstStyle>
          <a:p>
            <a:r>
              <a:rPr lang="en-US"/>
              <a:t>Click to edit Master title style</a:t>
            </a:r>
          </a:p>
        </p:txBody>
      </p:sp>
      <p:sp>
        <p:nvSpPr>
          <p:cNvPr id="12" name="Text Placeholder 11">
            <a:extLst>
              <a:ext uri="{FF2B5EF4-FFF2-40B4-BE49-F238E27FC236}">
                <a16:creationId xmlns:a16="http://schemas.microsoft.com/office/drawing/2014/main" id="{4871E354-1003-F7B6-2E4E-FF83E0B7B3E7}"/>
              </a:ext>
            </a:extLst>
          </p:cNvPr>
          <p:cNvSpPr>
            <a:spLocks noGrp="1"/>
          </p:cNvSpPr>
          <p:nvPr>
            <p:ph type="body" sz="quarter" idx="13"/>
          </p:nvPr>
        </p:nvSpPr>
        <p:spPr>
          <a:xfrm>
            <a:off x="571500" y="1752601"/>
            <a:ext cx="11049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3" name="Content Placeholder 2">
            <a:extLst>
              <a:ext uri="{FF2B5EF4-FFF2-40B4-BE49-F238E27FC236}">
                <a16:creationId xmlns:a16="http://schemas.microsoft.com/office/drawing/2014/main" id="{FB7E0A99-1A28-4D24-A585-99C2E027D9DC}"/>
              </a:ext>
            </a:extLst>
          </p:cNvPr>
          <p:cNvSpPr>
            <a:spLocks noGrp="1"/>
          </p:cNvSpPr>
          <p:nvPr>
            <p:ph sz="half" idx="1"/>
          </p:nvPr>
        </p:nvSpPr>
        <p:spPr>
          <a:xfrm>
            <a:off x="571500" y="2933701"/>
            <a:ext cx="4470400" cy="29564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80E6115-4384-41EE-B6B2-940A4649995F}"/>
              </a:ext>
            </a:extLst>
          </p:cNvPr>
          <p:cNvSpPr>
            <a:spLocks noGrp="1"/>
          </p:cNvSpPr>
          <p:nvPr>
            <p:ph sz="half" idx="2"/>
          </p:nvPr>
        </p:nvSpPr>
        <p:spPr>
          <a:xfrm>
            <a:off x="6210301" y="2933701"/>
            <a:ext cx="4470399" cy="29564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FEA81D9C-1714-41EC-AB5C-54E1320D367A}"/>
              </a:ext>
              <a:ext uri="{C183D7F6-B498-43B3-948B-1728B52AA6E4}">
                <adec:decorative xmlns:adec="http://schemas.microsoft.com/office/drawing/2017/decorative" val="1"/>
              </a:ext>
            </a:extLst>
          </p:cNvPr>
          <p:cNvSpPr>
            <a:spLocks noGrp="1"/>
          </p:cNvSpPr>
          <p:nvPr>
            <p:ph type="dt" sz="half" idx="10"/>
          </p:nvPr>
        </p:nvSpPr>
        <p:spPr/>
        <p:txBody>
          <a:bodyPr/>
          <a:lstStyle/>
          <a:p>
            <a:fld id="{A955F345-CD5E-454A-A42B-3900DCEC4A8E}" type="datetimeyyyy">
              <a:rPr lang="en-US" smtClean="0"/>
              <a:t>2026</a:t>
            </a:fld>
            <a:endParaRPr lang="en-US"/>
          </a:p>
        </p:txBody>
      </p:sp>
      <p:sp>
        <p:nvSpPr>
          <p:cNvPr id="9" name="Footer Placeholder 8">
            <a:extLst>
              <a:ext uri="{FF2B5EF4-FFF2-40B4-BE49-F238E27FC236}">
                <a16:creationId xmlns:a16="http://schemas.microsoft.com/office/drawing/2014/main" id="{138C60D4-B5E0-4E33-9DD7-8166677DEA07}"/>
              </a:ext>
              <a:ext uri="{C183D7F6-B498-43B3-948B-1728B52AA6E4}">
                <adec:decorative xmlns:adec="http://schemas.microsoft.com/office/drawing/2017/decorative" val="1"/>
              </a:ext>
            </a:extLst>
          </p:cNvPr>
          <p:cNvSpPr>
            <a:spLocks noGrp="1"/>
          </p:cNvSpPr>
          <p:nvPr>
            <p:ph type="ftr" sz="quarter" idx="11"/>
          </p:nvPr>
        </p:nvSpPr>
        <p:spPr/>
        <p:txBody>
          <a:bodyPr/>
          <a:lstStyle/>
          <a:p>
            <a:r>
              <a:rPr lang="en-US"/>
              <a:t>Slalom. All Rights Reserved. Proprietary and Confidential.</a:t>
            </a:r>
          </a:p>
        </p:txBody>
      </p:sp>
      <p:sp>
        <p:nvSpPr>
          <p:cNvPr id="11" name="Slide Number Placeholder 10">
            <a:extLst>
              <a:ext uri="{FF2B5EF4-FFF2-40B4-BE49-F238E27FC236}">
                <a16:creationId xmlns:a16="http://schemas.microsoft.com/office/drawing/2014/main" id="{F9FE130B-2CDC-422E-A384-1923087EC349}"/>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1928813899"/>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75270-F0A7-41DD-AB7A-83D81B515BC4}"/>
              </a:ext>
            </a:extLst>
          </p:cNvPr>
          <p:cNvSpPr>
            <a:spLocks noGrp="1"/>
          </p:cNvSpPr>
          <p:nvPr>
            <p:ph type="title"/>
          </p:nvPr>
        </p:nvSpPr>
        <p:spPr/>
        <p:txBody>
          <a:bodyPr/>
          <a:lstStyle/>
          <a:p>
            <a:r>
              <a:rPr lang="en-US"/>
              <a:t>Click to edit Master title style</a:t>
            </a:r>
          </a:p>
        </p:txBody>
      </p:sp>
      <p:sp>
        <p:nvSpPr>
          <p:cNvPr id="6" name="Text Placeholder 11">
            <a:extLst>
              <a:ext uri="{FF2B5EF4-FFF2-40B4-BE49-F238E27FC236}">
                <a16:creationId xmlns:a16="http://schemas.microsoft.com/office/drawing/2014/main" id="{C8E43266-992D-58F3-73FE-E38797027945}"/>
              </a:ext>
            </a:extLst>
          </p:cNvPr>
          <p:cNvSpPr>
            <a:spLocks noGrp="1"/>
          </p:cNvSpPr>
          <p:nvPr>
            <p:ph type="body" sz="quarter" idx="13"/>
          </p:nvPr>
        </p:nvSpPr>
        <p:spPr>
          <a:xfrm>
            <a:off x="571500" y="1752601"/>
            <a:ext cx="11049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Date Placeholder 6">
            <a:extLst>
              <a:ext uri="{FF2B5EF4-FFF2-40B4-BE49-F238E27FC236}">
                <a16:creationId xmlns:a16="http://schemas.microsoft.com/office/drawing/2014/main" id="{C9F6B6E0-7C6E-4B17-A633-3073EAE2F852}"/>
              </a:ext>
              <a:ext uri="{C183D7F6-B498-43B3-948B-1728B52AA6E4}">
                <adec:decorative xmlns:adec="http://schemas.microsoft.com/office/drawing/2017/decorative" val="1"/>
              </a:ext>
            </a:extLst>
          </p:cNvPr>
          <p:cNvSpPr>
            <a:spLocks noGrp="1"/>
          </p:cNvSpPr>
          <p:nvPr>
            <p:ph type="dt" sz="half" idx="10"/>
          </p:nvPr>
        </p:nvSpPr>
        <p:spPr/>
        <p:txBody>
          <a:bodyPr/>
          <a:lstStyle/>
          <a:p>
            <a:fld id="{8549838B-8FB6-4A1D-8FF7-A75B50B468EC}" type="datetimeyyyy">
              <a:rPr lang="en-US" smtClean="0"/>
              <a:t>2026</a:t>
            </a:fld>
            <a:endParaRPr lang="en-US"/>
          </a:p>
        </p:txBody>
      </p:sp>
      <p:sp>
        <p:nvSpPr>
          <p:cNvPr id="8" name="Footer Placeholder 7">
            <a:extLst>
              <a:ext uri="{FF2B5EF4-FFF2-40B4-BE49-F238E27FC236}">
                <a16:creationId xmlns:a16="http://schemas.microsoft.com/office/drawing/2014/main" id="{59D9042D-6A38-4BB0-9C68-8B691AEB356C}"/>
              </a:ext>
              <a:ext uri="{C183D7F6-B498-43B3-948B-1728B52AA6E4}">
                <adec:decorative xmlns:adec="http://schemas.microsoft.com/office/drawing/2017/decorative" val="1"/>
              </a:ext>
            </a:extLst>
          </p:cNvPr>
          <p:cNvSpPr>
            <a:spLocks noGrp="1"/>
          </p:cNvSpPr>
          <p:nvPr>
            <p:ph type="ftr" sz="quarter" idx="11"/>
          </p:nvPr>
        </p:nvSpPr>
        <p:spPr/>
        <p:txBody>
          <a:bodyPr/>
          <a:lstStyle/>
          <a:p>
            <a:r>
              <a:rPr lang="en-US"/>
              <a:t>Slalom. All Rights Reserved. Proprietary and Confidential.</a:t>
            </a:r>
          </a:p>
        </p:txBody>
      </p:sp>
      <p:sp>
        <p:nvSpPr>
          <p:cNvPr id="9" name="Slide Number Placeholder 8">
            <a:extLst>
              <a:ext uri="{FF2B5EF4-FFF2-40B4-BE49-F238E27FC236}">
                <a16:creationId xmlns:a16="http://schemas.microsoft.com/office/drawing/2014/main" id="{87C00F53-14B3-42D2-97CB-017D015B001D}"/>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3674676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Only Navy">
    <p:bg>
      <p:bgPr>
        <a:solidFill>
          <a:schemeClr val="accent2"/>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AF437A6-3202-4573-9F9E-294DF702E2DC}"/>
              </a:ext>
            </a:extLst>
          </p:cNvPr>
          <p:cNvSpPr>
            <a:spLocks noGrp="1"/>
          </p:cNvSpPr>
          <p:nvPr>
            <p:ph type="title"/>
          </p:nvPr>
        </p:nvSpPr>
        <p:spPr/>
        <p:txBody>
          <a:bodyPr/>
          <a:lstStyle/>
          <a:p>
            <a:r>
              <a:rPr lang="en-US"/>
              <a:t>Click to edit Master title style</a:t>
            </a:r>
          </a:p>
        </p:txBody>
      </p:sp>
      <p:sp>
        <p:nvSpPr>
          <p:cNvPr id="10" name="Text Placeholder 11">
            <a:extLst>
              <a:ext uri="{FF2B5EF4-FFF2-40B4-BE49-F238E27FC236}">
                <a16:creationId xmlns:a16="http://schemas.microsoft.com/office/drawing/2014/main" id="{41876296-E753-8C3F-8271-24B8BC7D6807}"/>
              </a:ext>
            </a:extLst>
          </p:cNvPr>
          <p:cNvSpPr>
            <a:spLocks noGrp="1"/>
          </p:cNvSpPr>
          <p:nvPr>
            <p:ph type="body" sz="quarter" idx="13"/>
          </p:nvPr>
        </p:nvSpPr>
        <p:spPr>
          <a:xfrm>
            <a:off x="571500" y="1752601"/>
            <a:ext cx="11049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Date Placeholder 6">
            <a:extLst>
              <a:ext uri="{FF2B5EF4-FFF2-40B4-BE49-F238E27FC236}">
                <a16:creationId xmlns:a16="http://schemas.microsoft.com/office/drawing/2014/main" id="{C9F6B6E0-7C6E-4B17-A633-3073EAE2F852}"/>
              </a:ext>
              <a:ext uri="{C183D7F6-B498-43B3-948B-1728B52AA6E4}">
                <adec:decorative xmlns:adec="http://schemas.microsoft.com/office/drawing/2017/decorative" val="1"/>
              </a:ext>
            </a:extLst>
          </p:cNvPr>
          <p:cNvSpPr>
            <a:spLocks noGrp="1"/>
          </p:cNvSpPr>
          <p:nvPr>
            <p:ph type="dt" sz="half" idx="10"/>
          </p:nvPr>
        </p:nvSpPr>
        <p:spPr/>
        <p:txBody>
          <a:bodyPr/>
          <a:lstStyle>
            <a:lvl1pPr>
              <a:defRPr>
                <a:solidFill>
                  <a:schemeClr val="tx1"/>
                </a:solidFill>
              </a:defRPr>
            </a:lvl1pPr>
          </a:lstStyle>
          <a:p>
            <a:fld id="{E193F512-0A29-4898-ADD2-68AB1CCB9D38}" type="datetimeyyyy">
              <a:rPr lang="en-US" smtClean="0"/>
              <a:t>2026</a:t>
            </a:fld>
            <a:endParaRPr lang="en-US"/>
          </a:p>
        </p:txBody>
      </p:sp>
      <p:sp>
        <p:nvSpPr>
          <p:cNvPr id="8" name="Footer Placeholder 7">
            <a:extLst>
              <a:ext uri="{FF2B5EF4-FFF2-40B4-BE49-F238E27FC236}">
                <a16:creationId xmlns:a16="http://schemas.microsoft.com/office/drawing/2014/main" id="{59D9042D-6A38-4BB0-9C68-8B691AEB356C}"/>
              </a:ext>
              <a:ext uri="{C183D7F6-B498-43B3-948B-1728B52AA6E4}">
                <adec:decorative xmlns:adec="http://schemas.microsoft.com/office/drawing/2017/decorative" val="1"/>
              </a:ext>
            </a:extLst>
          </p:cNvPr>
          <p:cNvSpPr>
            <a:spLocks noGrp="1"/>
          </p:cNvSpPr>
          <p:nvPr>
            <p:ph type="ftr" sz="quarter" idx="11"/>
          </p:nvPr>
        </p:nvSpPr>
        <p:spPr/>
        <p:txBody>
          <a:bodyPr/>
          <a:lstStyle>
            <a:lvl1pPr>
              <a:defRPr>
                <a:solidFill>
                  <a:schemeClr val="tx1"/>
                </a:solidFill>
              </a:defRPr>
            </a:lvl1pPr>
          </a:lstStyle>
          <a:p>
            <a:r>
              <a:rPr lang="en-US"/>
              <a:t>Slalom. All Rights Reserved. Proprietary and Confidential.</a:t>
            </a:r>
          </a:p>
        </p:txBody>
      </p:sp>
      <p:sp>
        <p:nvSpPr>
          <p:cNvPr id="9" name="Slide Number Placeholder 8">
            <a:extLst>
              <a:ext uri="{FF2B5EF4-FFF2-40B4-BE49-F238E27FC236}">
                <a16:creationId xmlns:a16="http://schemas.microsoft.com/office/drawing/2014/main" id="{87C00F53-14B3-42D2-97CB-017D015B001D}"/>
              </a:ext>
              <a:ext uri="{C183D7F6-B498-43B3-948B-1728B52AA6E4}">
                <adec:decorative xmlns:adec="http://schemas.microsoft.com/office/drawing/2017/decorative" val="1"/>
              </a:ext>
            </a:extLst>
          </p:cNvPr>
          <p:cNvSpPr>
            <a:spLocks noGrp="1"/>
          </p:cNvSpPr>
          <p:nvPr>
            <p:ph type="sldNum" sz="quarter" idx="12"/>
          </p:nvPr>
        </p:nvSpPr>
        <p:spPr/>
        <p:txBody>
          <a:bodyPr/>
          <a:lstStyle>
            <a:lvl1pPr>
              <a:defRPr>
                <a:solidFill>
                  <a:schemeClr val="tx1"/>
                </a:solidFill>
              </a:defRPr>
            </a:lvl1pPr>
          </a:lstStyle>
          <a:p>
            <a:fld id="{B2643E34-DC33-45ED-8E33-EC0D5991E9A4}" type="slidenum">
              <a:rPr lang="en-US" smtClean="0"/>
              <a:pPr/>
              <a:t>‹#›</a:t>
            </a:fld>
            <a:endParaRPr lang="en-US"/>
          </a:p>
        </p:txBody>
      </p:sp>
      <p:pic>
        <p:nvPicPr>
          <p:cNvPr id="2" name="Picture 9">
            <a:extLst>
              <a:ext uri="{FF2B5EF4-FFF2-40B4-BE49-F238E27FC236}">
                <a16:creationId xmlns:a16="http://schemas.microsoft.com/office/drawing/2014/main" id="{44E6FEBF-F4D5-5A80-8815-323B4D094155}"/>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71500" y="6472119"/>
            <a:ext cx="562567" cy="145851"/>
          </a:xfrm>
          <a:prstGeom prst="rect">
            <a:avLst/>
          </a:prstGeom>
        </p:spPr>
      </p:pic>
      <p:sp>
        <p:nvSpPr>
          <p:cNvPr id="3" name="Footer Placeholder 3">
            <a:extLst>
              <a:ext uri="{FF2B5EF4-FFF2-40B4-BE49-F238E27FC236}">
                <a16:creationId xmlns:a16="http://schemas.microsoft.com/office/drawing/2014/main" id="{805BD35B-1532-6D8C-1C69-50D653A5A9A1}"/>
              </a:ext>
              <a:ext uri="{C183D7F6-B498-43B3-948B-1728B52AA6E4}">
                <adec:decorative xmlns:adec="http://schemas.microsoft.com/office/drawing/2017/decorative" val="1"/>
              </a:ext>
            </a:extLst>
          </p:cNvPr>
          <p:cNvSpPr txBox="1">
            <a:spLocks/>
          </p:cNvSpPr>
          <p:nvPr userDrawn="1"/>
        </p:nvSpPr>
        <p:spPr>
          <a:xfrm>
            <a:off x="1299707" y="6503670"/>
            <a:ext cx="99087" cy="137160"/>
          </a:xfrm>
          <a:prstGeom prst="rect">
            <a:avLst/>
          </a:prstGeom>
        </p:spPr>
        <p:txBody>
          <a:bodyPr vert="horz" lIns="0" tIns="0" rIns="0" bIns="0" rtlCol="0" anchor="b"/>
          <a:lstStyle>
            <a:defPPr>
              <a:defRPr lang="en-US"/>
            </a:defPPr>
            <a:lvl1pPr marL="0" algn="l" defTabSz="914400" rtl="0" eaLnBrk="1" latinLnBrk="0" hangingPunct="1">
              <a:defRPr sz="8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solidFill>
              </a:rPr>
              <a:t>©</a:t>
            </a:r>
          </a:p>
        </p:txBody>
      </p:sp>
    </p:spTree>
    <p:extLst>
      <p:ext uri="{BB962C8B-B14F-4D97-AF65-F5344CB8AC3E}">
        <p14:creationId xmlns:p14="http://schemas.microsoft.com/office/powerpoint/2010/main" val="3851092097"/>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5E89F-C984-5EC9-C88A-F8A37D1B7BF9}"/>
              </a:ext>
            </a:extLst>
          </p:cNvPr>
          <p:cNvSpPr>
            <a:spLocks noGrp="1"/>
          </p:cNvSpPr>
          <p:nvPr>
            <p:ph type="title"/>
          </p:nvPr>
        </p:nvSpPr>
        <p:spPr>
          <a:xfrm>
            <a:off x="571500" y="571500"/>
            <a:ext cx="11049000" cy="457200"/>
          </a:xfrm>
        </p:spPr>
        <p:txBody>
          <a:bodyPr/>
          <a:lstStyle/>
          <a:p>
            <a:r>
              <a:rPr lang="en-US"/>
              <a:t>Click to edit Master title style</a:t>
            </a:r>
          </a:p>
        </p:txBody>
      </p:sp>
      <p:sp>
        <p:nvSpPr>
          <p:cNvPr id="6" name="Text Placeholder 11">
            <a:extLst>
              <a:ext uri="{FF2B5EF4-FFF2-40B4-BE49-F238E27FC236}">
                <a16:creationId xmlns:a16="http://schemas.microsoft.com/office/drawing/2014/main" id="{EABBFFFC-4A62-D7DA-D186-A68A2AF381C9}"/>
              </a:ext>
            </a:extLst>
          </p:cNvPr>
          <p:cNvSpPr>
            <a:spLocks noGrp="1"/>
          </p:cNvSpPr>
          <p:nvPr>
            <p:ph type="body" sz="quarter" idx="13"/>
          </p:nvPr>
        </p:nvSpPr>
        <p:spPr>
          <a:xfrm>
            <a:off x="571500" y="1158420"/>
            <a:ext cx="11049000" cy="40368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3" name="Footer Placeholder 2">
            <a:extLst>
              <a:ext uri="{FF2B5EF4-FFF2-40B4-BE49-F238E27FC236}">
                <a16:creationId xmlns:a16="http://schemas.microsoft.com/office/drawing/2014/main" id="{E233D797-4FB2-4DE2-244F-66B8D169D16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4379A54F-D44C-840B-946D-8F1906CFCA0E}"/>
              </a:ext>
              <a:ext uri="{C183D7F6-B498-43B3-948B-1728B52AA6E4}">
                <adec:decorative xmlns:adec="http://schemas.microsoft.com/office/drawing/2017/decorative" val="1"/>
              </a:ext>
            </a:extLst>
          </p:cNvPr>
          <p:cNvSpPr>
            <a:spLocks noGrp="1"/>
          </p:cNvSpPr>
          <p:nvPr>
            <p:ph type="dt" sz="half" idx="11"/>
          </p:nvPr>
        </p:nvSpPr>
        <p:spPr/>
        <p:txBody>
          <a:bodyPr/>
          <a:lstStyle/>
          <a:p>
            <a:fld id="{94779F9C-2379-4946-84FF-DBB76193FE00}" type="datetimeyyyy">
              <a:rPr lang="en-US" smtClean="0"/>
              <a:t>2026</a:t>
            </a:fld>
            <a:endParaRPr lang="en-US"/>
          </a:p>
        </p:txBody>
      </p:sp>
      <p:sp>
        <p:nvSpPr>
          <p:cNvPr id="5" name="Slide Number Placeholder 4">
            <a:extLst>
              <a:ext uri="{FF2B5EF4-FFF2-40B4-BE49-F238E27FC236}">
                <a16:creationId xmlns:a16="http://schemas.microsoft.com/office/drawing/2014/main" id="{A360216C-BF44-E98D-DA57-6EC6F458EB37}"/>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26490114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Only 2 Navy">
    <p:bg>
      <p:bgPr>
        <a:solidFill>
          <a:schemeClr val="accent2"/>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AF437A6-3202-4573-9F9E-294DF702E2DC}"/>
              </a:ext>
            </a:extLst>
          </p:cNvPr>
          <p:cNvSpPr>
            <a:spLocks noGrp="1"/>
          </p:cNvSpPr>
          <p:nvPr>
            <p:ph type="title"/>
          </p:nvPr>
        </p:nvSpPr>
        <p:spPr>
          <a:xfrm>
            <a:off x="571500" y="571500"/>
            <a:ext cx="11049000" cy="457200"/>
          </a:xfrm>
        </p:spPr>
        <p:txBody>
          <a:bodyPr/>
          <a:lstStyle/>
          <a:p>
            <a:r>
              <a:rPr lang="en-US"/>
              <a:t>Click to edit Master title style</a:t>
            </a:r>
          </a:p>
        </p:txBody>
      </p:sp>
      <p:sp>
        <p:nvSpPr>
          <p:cNvPr id="11" name="Text Placeholder 11">
            <a:extLst>
              <a:ext uri="{FF2B5EF4-FFF2-40B4-BE49-F238E27FC236}">
                <a16:creationId xmlns:a16="http://schemas.microsoft.com/office/drawing/2014/main" id="{B6F22CC2-F0CD-4BD6-0CCC-0649DDDBC07C}"/>
              </a:ext>
            </a:extLst>
          </p:cNvPr>
          <p:cNvSpPr>
            <a:spLocks noGrp="1"/>
          </p:cNvSpPr>
          <p:nvPr>
            <p:ph type="body" sz="quarter" idx="13"/>
          </p:nvPr>
        </p:nvSpPr>
        <p:spPr>
          <a:xfrm>
            <a:off x="571500" y="1158420"/>
            <a:ext cx="11049000" cy="40368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Date Placeholder 6">
            <a:extLst>
              <a:ext uri="{FF2B5EF4-FFF2-40B4-BE49-F238E27FC236}">
                <a16:creationId xmlns:a16="http://schemas.microsoft.com/office/drawing/2014/main" id="{C9F6B6E0-7C6E-4B17-A633-3073EAE2F852}"/>
              </a:ext>
              <a:ext uri="{C183D7F6-B498-43B3-948B-1728B52AA6E4}">
                <adec:decorative xmlns:adec="http://schemas.microsoft.com/office/drawing/2017/decorative" val="1"/>
              </a:ext>
            </a:extLst>
          </p:cNvPr>
          <p:cNvSpPr>
            <a:spLocks noGrp="1"/>
          </p:cNvSpPr>
          <p:nvPr>
            <p:ph type="dt" sz="half" idx="10"/>
          </p:nvPr>
        </p:nvSpPr>
        <p:spPr/>
        <p:txBody>
          <a:bodyPr/>
          <a:lstStyle>
            <a:lvl1pPr>
              <a:defRPr>
                <a:solidFill>
                  <a:schemeClr val="tx1"/>
                </a:solidFill>
              </a:defRPr>
            </a:lvl1pPr>
          </a:lstStyle>
          <a:p>
            <a:fld id="{27079A0E-CCE3-4425-B76E-96DE74F8AAFE}" type="datetimeyyyy">
              <a:rPr lang="en-US" smtClean="0"/>
              <a:t>2026</a:t>
            </a:fld>
            <a:endParaRPr lang="en-US"/>
          </a:p>
        </p:txBody>
      </p:sp>
      <p:sp>
        <p:nvSpPr>
          <p:cNvPr id="8" name="Footer Placeholder 7">
            <a:extLst>
              <a:ext uri="{FF2B5EF4-FFF2-40B4-BE49-F238E27FC236}">
                <a16:creationId xmlns:a16="http://schemas.microsoft.com/office/drawing/2014/main" id="{59D9042D-6A38-4BB0-9C68-8B691AEB356C}"/>
              </a:ext>
              <a:ext uri="{C183D7F6-B498-43B3-948B-1728B52AA6E4}">
                <adec:decorative xmlns:adec="http://schemas.microsoft.com/office/drawing/2017/decorative" val="1"/>
              </a:ext>
            </a:extLst>
          </p:cNvPr>
          <p:cNvSpPr>
            <a:spLocks noGrp="1"/>
          </p:cNvSpPr>
          <p:nvPr>
            <p:ph type="ftr" sz="quarter" idx="11"/>
          </p:nvPr>
        </p:nvSpPr>
        <p:spPr/>
        <p:txBody>
          <a:bodyPr/>
          <a:lstStyle>
            <a:lvl1pPr>
              <a:defRPr>
                <a:solidFill>
                  <a:schemeClr val="tx1"/>
                </a:solidFill>
              </a:defRPr>
            </a:lvl1pPr>
          </a:lstStyle>
          <a:p>
            <a:r>
              <a:rPr lang="en-US"/>
              <a:t>Slalom. All Rights Reserved. Proprietary and Confidential.</a:t>
            </a:r>
          </a:p>
        </p:txBody>
      </p:sp>
      <p:sp>
        <p:nvSpPr>
          <p:cNvPr id="9" name="Slide Number Placeholder 8">
            <a:extLst>
              <a:ext uri="{FF2B5EF4-FFF2-40B4-BE49-F238E27FC236}">
                <a16:creationId xmlns:a16="http://schemas.microsoft.com/office/drawing/2014/main" id="{87C00F53-14B3-42D2-97CB-017D015B001D}"/>
              </a:ext>
              <a:ext uri="{C183D7F6-B498-43B3-948B-1728B52AA6E4}">
                <adec:decorative xmlns:adec="http://schemas.microsoft.com/office/drawing/2017/decorative" val="1"/>
              </a:ext>
            </a:extLst>
          </p:cNvPr>
          <p:cNvSpPr>
            <a:spLocks noGrp="1"/>
          </p:cNvSpPr>
          <p:nvPr>
            <p:ph type="sldNum" sz="quarter" idx="12"/>
          </p:nvPr>
        </p:nvSpPr>
        <p:spPr/>
        <p:txBody>
          <a:bodyPr/>
          <a:lstStyle>
            <a:lvl1pPr>
              <a:defRPr>
                <a:solidFill>
                  <a:schemeClr val="tx1"/>
                </a:solidFill>
              </a:defRPr>
            </a:lvl1pPr>
          </a:lstStyle>
          <a:p>
            <a:fld id="{B2643E34-DC33-45ED-8E33-EC0D5991E9A4}" type="slidenum">
              <a:rPr lang="en-US" smtClean="0"/>
              <a:pPr/>
              <a:t>‹#›</a:t>
            </a:fld>
            <a:endParaRPr lang="en-US"/>
          </a:p>
        </p:txBody>
      </p:sp>
      <p:pic>
        <p:nvPicPr>
          <p:cNvPr id="2" name="Picture 9">
            <a:extLst>
              <a:ext uri="{FF2B5EF4-FFF2-40B4-BE49-F238E27FC236}">
                <a16:creationId xmlns:a16="http://schemas.microsoft.com/office/drawing/2014/main" id="{BB1E46AE-9929-DF1E-3349-716244BD62E8}"/>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71500" y="6472119"/>
            <a:ext cx="562567" cy="145851"/>
          </a:xfrm>
          <a:prstGeom prst="rect">
            <a:avLst/>
          </a:prstGeom>
        </p:spPr>
      </p:pic>
      <p:sp>
        <p:nvSpPr>
          <p:cNvPr id="3" name="Footer Placeholder 3">
            <a:extLst>
              <a:ext uri="{FF2B5EF4-FFF2-40B4-BE49-F238E27FC236}">
                <a16:creationId xmlns:a16="http://schemas.microsoft.com/office/drawing/2014/main" id="{879FECB6-62BE-FB89-8C3B-6CDBAA4FF694}"/>
              </a:ext>
              <a:ext uri="{C183D7F6-B498-43B3-948B-1728B52AA6E4}">
                <adec:decorative xmlns:adec="http://schemas.microsoft.com/office/drawing/2017/decorative" val="1"/>
              </a:ext>
            </a:extLst>
          </p:cNvPr>
          <p:cNvSpPr txBox="1">
            <a:spLocks/>
          </p:cNvSpPr>
          <p:nvPr userDrawn="1"/>
        </p:nvSpPr>
        <p:spPr>
          <a:xfrm>
            <a:off x="1299707" y="6503670"/>
            <a:ext cx="99087" cy="137160"/>
          </a:xfrm>
          <a:prstGeom prst="rect">
            <a:avLst/>
          </a:prstGeom>
        </p:spPr>
        <p:txBody>
          <a:bodyPr vert="horz" lIns="0" tIns="0" rIns="0" bIns="0" rtlCol="0" anchor="b"/>
          <a:lstStyle>
            <a:defPPr>
              <a:defRPr lang="en-US"/>
            </a:defPPr>
            <a:lvl1pPr marL="0" algn="l" defTabSz="914400" rtl="0" eaLnBrk="1" latinLnBrk="0" hangingPunct="1">
              <a:defRPr sz="8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solidFill>
              </a:rPr>
              <a:t>©</a:t>
            </a:r>
          </a:p>
        </p:txBody>
      </p:sp>
    </p:spTree>
    <p:extLst>
      <p:ext uri="{BB962C8B-B14F-4D97-AF65-F5344CB8AC3E}">
        <p14:creationId xmlns:p14="http://schemas.microsoft.com/office/powerpoint/2010/main" val="3641883483"/>
      </p:ext>
    </p:extLst>
  </p:cSld>
  <p:clrMapOvr>
    <a:overrideClrMapping bg1="dk1" tx1="lt1" bg2="dk2" tx2="lt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Picture">
    <p:bg>
      <p:bgRef idx="1001">
        <a:schemeClr val="bg1"/>
      </p:bgRef>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50DE460B-8492-496E-B905-F2014225D6A2}"/>
              </a:ext>
              <a:ext uri="{C183D7F6-B498-43B3-948B-1728B52AA6E4}">
                <adec:decorative xmlns:adec="http://schemas.microsoft.com/office/drawing/2017/decorative" val="0"/>
              </a:ext>
            </a:extLst>
          </p:cNvPr>
          <p:cNvSpPr>
            <a:spLocks noGrp="1"/>
          </p:cNvSpPr>
          <p:nvPr>
            <p:ph type="pic" idx="1"/>
          </p:nvPr>
        </p:nvSpPr>
        <p:spPr>
          <a:xfrm>
            <a:off x="1524" y="0"/>
            <a:ext cx="12190476" cy="6858000"/>
          </a:xfrm>
        </p:spPr>
        <p:txBody>
          <a:bodyPr/>
          <a:lstStyle>
            <a:lvl1pPr marL="0" indent="0" algn="r">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5" name="Title 4">
            <a:extLst>
              <a:ext uri="{FF2B5EF4-FFF2-40B4-BE49-F238E27FC236}">
                <a16:creationId xmlns:a16="http://schemas.microsoft.com/office/drawing/2014/main" id="{AD5942FC-23BA-B387-C59E-F125CE318EC6}"/>
              </a:ext>
            </a:extLst>
          </p:cNvPr>
          <p:cNvSpPr>
            <a:spLocks noGrp="1"/>
          </p:cNvSpPr>
          <p:nvPr>
            <p:ph type="title"/>
          </p:nvPr>
        </p:nvSpPr>
        <p:spPr>
          <a:xfrm>
            <a:off x="571500" y="571500"/>
            <a:ext cx="3530600" cy="2857500"/>
          </a:xfrm>
        </p:spPr>
        <p:txBody>
          <a:bodyPr/>
          <a:lstStyle>
            <a:lvl1pPr>
              <a:defRPr sz="5400"/>
            </a:lvl1pPr>
          </a:lstStyle>
          <a:p>
            <a:r>
              <a:rPr lang="en-US"/>
              <a:t>Click to edit Master title style</a:t>
            </a:r>
          </a:p>
        </p:txBody>
      </p:sp>
      <p:sp>
        <p:nvSpPr>
          <p:cNvPr id="10" name="Text Placeholder 11">
            <a:extLst>
              <a:ext uri="{FF2B5EF4-FFF2-40B4-BE49-F238E27FC236}">
                <a16:creationId xmlns:a16="http://schemas.microsoft.com/office/drawing/2014/main" id="{5DA49D23-12E6-9B2C-2FA3-23A5E9401889}"/>
              </a:ext>
            </a:extLst>
          </p:cNvPr>
          <p:cNvSpPr>
            <a:spLocks noGrp="1"/>
          </p:cNvSpPr>
          <p:nvPr>
            <p:ph type="body" sz="quarter" idx="20"/>
          </p:nvPr>
        </p:nvSpPr>
        <p:spPr>
          <a:xfrm>
            <a:off x="571501" y="4114800"/>
            <a:ext cx="3530600" cy="13716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2" name="Date Placeholder 1">
            <a:extLst>
              <a:ext uri="{FF2B5EF4-FFF2-40B4-BE49-F238E27FC236}">
                <a16:creationId xmlns:a16="http://schemas.microsoft.com/office/drawing/2014/main" id="{DBEB2FE4-B8E6-4397-B43C-A951254865D3}"/>
              </a:ext>
              <a:ext uri="{C183D7F6-B498-43B3-948B-1728B52AA6E4}">
                <adec:decorative xmlns:adec="http://schemas.microsoft.com/office/drawing/2017/decorative" val="1"/>
              </a:ext>
            </a:extLst>
          </p:cNvPr>
          <p:cNvSpPr>
            <a:spLocks noGrp="1"/>
          </p:cNvSpPr>
          <p:nvPr>
            <p:ph type="dt" sz="half" idx="10"/>
          </p:nvPr>
        </p:nvSpPr>
        <p:spPr>
          <a:xfrm>
            <a:off x="1380744" y="6503670"/>
            <a:ext cx="255977" cy="137160"/>
          </a:xfrm>
        </p:spPr>
        <p:txBody>
          <a:bodyPr/>
          <a:lstStyle>
            <a:lvl1pPr>
              <a:defRPr>
                <a:solidFill>
                  <a:schemeClr val="tx2"/>
                </a:solidFill>
              </a:defRPr>
            </a:lvl1pPr>
          </a:lstStyle>
          <a:p>
            <a:fld id="{ACEE45C4-16CC-4860-B21C-588F11E490F7}" type="datetimeyyyy">
              <a:rPr lang="en-US" smtClean="0"/>
              <a:t>2026</a:t>
            </a:fld>
            <a:endParaRPr lang="en-US"/>
          </a:p>
        </p:txBody>
      </p:sp>
      <p:sp>
        <p:nvSpPr>
          <p:cNvPr id="4" name="Footer Placeholder 3">
            <a:extLst>
              <a:ext uri="{FF2B5EF4-FFF2-40B4-BE49-F238E27FC236}">
                <a16:creationId xmlns:a16="http://schemas.microsoft.com/office/drawing/2014/main" id="{93A581C9-28B8-425E-BDF8-FDE4555EF626}"/>
              </a:ext>
              <a:ext uri="{C183D7F6-B498-43B3-948B-1728B52AA6E4}">
                <adec:decorative xmlns:adec="http://schemas.microsoft.com/office/drawing/2017/decorative" val="1"/>
              </a:ext>
            </a:extLst>
          </p:cNvPr>
          <p:cNvSpPr>
            <a:spLocks noGrp="1"/>
          </p:cNvSpPr>
          <p:nvPr>
            <p:ph type="ftr" sz="quarter" idx="11"/>
          </p:nvPr>
        </p:nvSpPr>
        <p:spPr/>
        <p:txBody>
          <a:bodyPr/>
          <a:lstStyle>
            <a:lvl1pPr>
              <a:defRPr>
                <a:solidFill>
                  <a:schemeClr val="tx2"/>
                </a:solidFill>
              </a:defRPr>
            </a:lvl1pPr>
          </a:lstStyle>
          <a:p>
            <a:r>
              <a:rPr lang="en-US"/>
              <a:t>Slalom. All Rights Reserved. Proprietary and Confidential.</a:t>
            </a:r>
          </a:p>
        </p:txBody>
      </p:sp>
      <p:sp>
        <p:nvSpPr>
          <p:cNvPr id="8" name="Slide Number Placeholder 7">
            <a:extLst>
              <a:ext uri="{FF2B5EF4-FFF2-40B4-BE49-F238E27FC236}">
                <a16:creationId xmlns:a16="http://schemas.microsoft.com/office/drawing/2014/main" id="{71C5BAEF-23A3-460A-8B57-7064A775252E}"/>
              </a:ext>
              <a:ext uri="{C183D7F6-B498-43B3-948B-1728B52AA6E4}">
                <adec:decorative xmlns:adec="http://schemas.microsoft.com/office/drawing/2017/decorative" val="1"/>
              </a:ext>
            </a:extLst>
          </p:cNvPr>
          <p:cNvSpPr>
            <a:spLocks noGrp="1"/>
          </p:cNvSpPr>
          <p:nvPr>
            <p:ph type="sldNum" sz="quarter" idx="12"/>
          </p:nvPr>
        </p:nvSpPr>
        <p:spPr/>
        <p:txBody>
          <a:bodyPr/>
          <a:lstStyle>
            <a:lvl1pPr>
              <a:defRPr>
                <a:solidFill>
                  <a:schemeClr val="tx2"/>
                </a:solidFill>
              </a:defRPr>
            </a:lvl1pPr>
          </a:lstStyle>
          <a:p>
            <a:fld id="{B2643E34-DC33-45ED-8E33-EC0D5991E9A4}" type="slidenum">
              <a:rPr lang="en-US" smtClean="0"/>
              <a:pPr/>
              <a:t>‹#›</a:t>
            </a:fld>
            <a:endParaRPr lang="en-US"/>
          </a:p>
        </p:txBody>
      </p:sp>
      <p:sp>
        <p:nvSpPr>
          <p:cNvPr id="11" name="Text Placeholder 28">
            <a:extLst>
              <a:ext uri="{FF2B5EF4-FFF2-40B4-BE49-F238E27FC236}">
                <a16:creationId xmlns:a16="http://schemas.microsoft.com/office/drawing/2014/main" id="{02CC2885-3797-8372-6B64-6C12785E4E35}"/>
              </a:ext>
              <a:ext uri="{C183D7F6-B498-43B3-948B-1728B52AA6E4}">
                <adec:decorative xmlns:adec="http://schemas.microsoft.com/office/drawing/2017/decorative" val="1"/>
              </a:ext>
            </a:extLst>
          </p:cNvPr>
          <p:cNvSpPr>
            <a:spLocks noGrp="1" noChangeAspect="1"/>
          </p:cNvSpPr>
          <p:nvPr>
            <p:ph type="body" sz="quarter" idx="21"/>
          </p:nvPr>
        </p:nvSpPr>
        <p:spPr>
          <a:xfrm>
            <a:off x="569541" y="6473952"/>
            <a:ext cx="564315" cy="146304"/>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accent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sp>
        <p:nvSpPr>
          <p:cNvPr id="13" name="Text Placeholder 12">
            <a:extLst>
              <a:ext uri="{FF2B5EF4-FFF2-40B4-BE49-F238E27FC236}">
                <a16:creationId xmlns:a16="http://schemas.microsoft.com/office/drawing/2014/main" id="{73286862-F721-844E-EC7F-D03976B2436C}"/>
              </a:ext>
            </a:extLst>
          </p:cNvPr>
          <p:cNvSpPr>
            <a:spLocks noGrp="1"/>
          </p:cNvSpPr>
          <p:nvPr>
            <p:ph type="body" sz="quarter" idx="22"/>
          </p:nvPr>
        </p:nvSpPr>
        <p:spPr>
          <a:xfrm>
            <a:off x="1298448" y="6539765"/>
            <a:ext cx="79604" cy="78785"/>
          </a:xfrm>
          <a:custGeom>
            <a:avLst/>
            <a:gdLst>
              <a:gd name="connsiteX0" fmla="*/ 40876 w 79604"/>
              <a:gd name="connsiteY0" fmla="*/ 15295 h 78785"/>
              <a:gd name="connsiteX1" fmla="*/ 50545 w 79604"/>
              <a:gd name="connsiteY1" fmla="*/ 17495 h 78785"/>
              <a:gd name="connsiteX2" fmla="*/ 57810 w 79604"/>
              <a:gd name="connsiteY2" fmla="*/ 23583 h 78785"/>
              <a:gd name="connsiteX3" fmla="*/ 52387 w 79604"/>
              <a:gd name="connsiteY3" fmla="*/ 27778 h 78785"/>
              <a:gd name="connsiteX4" fmla="*/ 47808 w 79604"/>
              <a:gd name="connsiteY4" fmla="*/ 23532 h 78785"/>
              <a:gd name="connsiteX5" fmla="*/ 41081 w 79604"/>
              <a:gd name="connsiteY5" fmla="*/ 21588 h 78785"/>
              <a:gd name="connsiteX6" fmla="*/ 34098 w 79604"/>
              <a:gd name="connsiteY6" fmla="*/ 22995 h 78785"/>
              <a:gd name="connsiteX7" fmla="*/ 28854 w 79604"/>
              <a:gd name="connsiteY7" fmla="*/ 26806 h 78785"/>
              <a:gd name="connsiteX8" fmla="*/ 25554 w 79604"/>
              <a:gd name="connsiteY8" fmla="*/ 32306 h 78785"/>
              <a:gd name="connsiteX9" fmla="*/ 24403 w 79604"/>
              <a:gd name="connsiteY9" fmla="*/ 38880 h 78785"/>
              <a:gd name="connsiteX10" fmla="*/ 25503 w 79604"/>
              <a:gd name="connsiteY10" fmla="*/ 45454 h 78785"/>
              <a:gd name="connsiteX11" fmla="*/ 28751 w 79604"/>
              <a:gd name="connsiteY11" fmla="*/ 51005 h 78785"/>
              <a:gd name="connsiteX12" fmla="*/ 33944 w 79604"/>
              <a:gd name="connsiteY12" fmla="*/ 54842 h 78785"/>
              <a:gd name="connsiteX13" fmla="*/ 40876 w 79604"/>
              <a:gd name="connsiteY13" fmla="*/ 56274 h 78785"/>
              <a:gd name="connsiteX14" fmla="*/ 47450 w 79604"/>
              <a:gd name="connsiteY14" fmla="*/ 54688 h 78785"/>
              <a:gd name="connsiteX15" fmla="*/ 53206 w 79604"/>
              <a:gd name="connsiteY15" fmla="*/ 49470 h 78785"/>
              <a:gd name="connsiteX16" fmla="*/ 58680 w 79604"/>
              <a:gd name="connsiteY16" fmla="*/ 53000 h 78785"/>
              <a:gd name="connsiteX17" fmla="*/ 51671 w 79604"/>
              <a:gd name="connsiteY17" fmla="*/ 59727 h 78785"/>
              <a:gd name="connsiteX18" fmla="*/ 40876 w 79604"/>
              <a:gd name="connsiteY18" fmla="*/ 62567 h 78785"/>
              <a:gd name="connsiteX19" fmla="*/ 31360 w 79604"/>
              <a:gd name="connsiteY19" fmla="*/ 60776 h 78785"/>
              <a:gd name="connsiteX20" fmla="*/ 23866 w 79604"/>
              <a:gd name="connsiteY20" fmla="*/ 55839 h 78785"/>
              <a:gd name="connsiteX21" fmla="*/ 18954 w 79604"/>
              <a:gd name="connsiteY21" fmla="*/ 48344 h 78785"/>
              <a:gd name="connsiteX22" fmla="*/ 17189 w 79604"/>
              <a:gd name="connsiteY22" fmla="*/ 38880 h 78785"/>
              <a:gd name="connsiteX23" fmla="*/ 18954 w 79604"/>
              <a:gd name="connsiteY23" fmla="*/ 29415 h 78785"/>
              <a:gd name="connsiteX24" fmla="*/ 23866 w 79604"/>
              <a:gd name="connsiteY24" fmla="*/ 21997 h 78785"/>
              <a:gd name="connsiteX25" fmla="*/ 31360 w 79604"/>
              <a:gd name="connsiteY25" fmla="*/ 17086 h 78785"/>
              <a:gd name="connsiteX26" fmla="*/ 40876 w 79604"/>
              <a:gd name="connsiteY26" fmla="*/ 15295 h 78785"/>
              <a:gd name="connsiteX27" fmla="*/ 39904 w 79604"/>
              <a:gd name="connsiteY27" fmla="*/ 5883 h 78785"/>
              <a:gd name="connsiteX28" fmla="*/ 26858 w 79604"/>
              <a:gd name="connsiteY28" fmla="*/ 8543 h 78785"/>
              <a:gd name="connsiteX29" fmla="*/ 16166 w 79604"/>
              <a:gd name="connsiteY29" fmla="*/ 15757 h 78785"/>
              <a:gd name="connsiteX30" fmla="*/ 8953 w 79604"/>
              <a:gd name="connsiteY30" fmla="*/ 26449 h 78785"/>
              <a:gd name="connsiteX31" fmla="*/ 6292 w 79604"/>
              <a:gd name="connsiteY31" fmla="*/ 39495 h 78785"/>
              <a:gd name="connsiteX32" fmla="*/ 8953 w 79604"/>
              <a:gd name="connsiteY32" fmla="*/ 52489 h 78785"/>
              <a:gd name="connsiteX33" fmla="*/ 16166 w 79604"/>
              <a:gd name="connsiteY33" fmla="*/ 63131 h 78785"/>
              <a:gd name="connsiteX34" fmla="*/ 26858 w 79604"/>
              <a:gd name="connsiteY34" fmla="*/ 70293 h 78785"/>
              <a:gd name="connsiteX35" fmla="*/ 39904 w 79604"/>
              <a:gd name="connsiteY35" fmla="*/ 72902 h 78785"/>
              <a:gd name="connsiteX36" fmla="*/ 52899 w 79604"/>
              <a:gd name="connsiteY36" fmla="*/ 70293 h 78785"/>
              <a:gd name="connsiteX37" fmla="*/ 63540 w 79604"/>
              <a:gd name="connsiteY37" fmla="*/ 63131 h 78785"/>
              <a:gd name="connsiteX38" fmla="*/ 70728 w 79604"/>
              <a:gd name="connsiteY38" fmla="*/ 52489 h 78785"/>
              <a:gd name="connsiteX39" fmla="*/ 73363 w 79604"/>
              <a:gd name="connsiteY39" fmla="*/ 39495 h 78785"/>
              <a:gd name="connsiteX40" fmla="*/ 70728 w 79604"/>
              <a:gd name="connsiteY40" fmla="*/ 26449 h 78785"/>
              <a:gd name="connsiteX41" fmla="*/ 63540 w 79604"/>
              <a:gd name="connsiteY41" fmla="*/ 15757 h 78785"/>
              <a:gd name="connsiteX42" fmla="*/ 52899 w 79604"/>
              <a:gd name="connsiteY42" fmla="*/ 8543 h 78785"/>
              <a:gd name="connsiteX43" fmla="*/ 39904 w 79604"/>
              <a:gd name="connsiteY43" fmla="*/ 5883 h 78785"/>
              <a:gd name="connsiteX44" fmla="*/ 39904 w 79604"/>
              <a:gd name="connsiteY44" fmla="*/ 0 h 78785"/>
              <a:gd name="connsiteX45" fmla="*/ 55329 w 79604"/>
              <a:gd name="connsiteY45" fmla="*/ 3095 h 78785"/>
              <a:gd name="connsiteX46" fmla="*/ 67965 w 79604"/>
              <a:gd name="connsiteY46" fmla="*/ 11536 h 78785"/>
              <a:gd name="connsiteX47" fmla="*/ 76483 w 79604"/>
              <a:gd name="connsiteY47" fmla="*/ 24045 h 78785"/>
              <a:gd name="connsiteX48" fmla="*/ 79604 w 79604"/>
              <a:gd name="connsiteY48" fmla="*/ 39495 h 78785"/>
              <a:gd name="connsiteX49" fmla="*/ 76483 w 79604"/>
              <a:gd name="connsiteY49" fmla="*/ 54843 h 78785"/>
              <a:gd name="connsiteX50" fmla="*/ 67965 w 79604"/>
              <a:gd name="connsiteY50" fmla="*/ 67351 h 78785"/>
              <a:gd name="connsiteX51" fmla="*/ 55329 w 79604"/>
              <a:gd name="connsiteY51" fmla="*/ 75741 h 78785"/>
              <a:gd name="connsiteX52" fmla="*/ 39904 w 79604"/>
              <a:gd name="connsiteY52" fmla="*/ 78785 h 78785"/>
              <a:gd name="connsiteX53" fmla="*/ 24352 w 79604"/>
              <a:gd name="connsiteY53" fmla="*/ 75741 h 78785"/>
              <a:gd name="connsiteX54" fmla="*/ 11690 w 79604"/>
              <a:gd name="connsiteY54" fmla="*/ 67351 h 78785"/>
              <a:gd name="connsiteX55" fmla="*/ 3146 w 79604"/>
              <a:gd name="connsiteY55" fmla="*/ 54843 h 78785"/>
              <a:gd name="connsiteX56" fmla="*/ 0 w 79604"/>
              <a:gd name="connsiteY56" fmla="*/ 39495 h 78785"/>
              <a:gd name="connsiteX57" fmla="*/ 3146 w 79604"/>
              <a:gd name="connsiteY57" fmla="*/ 24045 h 78785"/>
              <a:gd name="connsiteX58" fmla="*/ 11690 w 79604"/>
              <a:gd name="connsiteY58" fmla="*/ 11536 h 78785"/>
              <a:gd name="connsiteX59" fmla="*/ 24352 w 79604"/>
              <a:gd name="connsiteY59" fmla="*/ 3095 h 78785"/>
              <a:gd name="connsiteX60" fmla="*/ 39904 w 79604"/>
              <a:gd name="connsiteY60" fmla="*/ 0 h 78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79604" h="78785">
                <a:moveTo>
                  <a:pt x="40876" y="15295"/>
                </a:moveTo>
                <a:cubicBezTo>
                  <a:pt x="44219" y="15295"/>
                  <a:pt x="47442" y="16029"/>
                  <a:pt x="50545" y="17495"/>
                </a:cubicBezTo>
                <a:cubicBezTo>
                  <a:pt x="53649" y="18962"/>
                  <a:pt x="56071" y="20991"/>
                  <a:pt x="57810" y="23583"/>
                </a:cubicBezTo>
                <a:lnTo>
                  <a:pt x="52387" y="27778"/>
                </a:lnTo>
                <a:cubicBezTo>
                  <a:pt x="51398" y="26243"/>
                  <a:pt x="49872" y="24828"/>
                  <a:pt x="47808" y="23532"/>
                </a:cubicBezTo>
                <a:cubicBezTo>
                  <a:pt x="45745" y="22236"/>
                  <a:pt x="43502" y="21588"/>
                  <a:pt x="41081" y="21588"/>
                </a:cubicBezTo>
                <a:cubicBezTo>
                  <a:pt x="38489" y="21588"/>
                  <a:pt x="36161" y="22057"/>
                  <a:pt x="34098" y="22995"/>
                </a:cubicBezTo>
                <a:cubicBezTo>
                  <a:pt x="32034" y="23933"/>
                  <a:pt x="30286" y="25203"/>
                  <a:pt x="28854" y="26806"/>
                </a:cubicBezTo>
                <a:cubicBezTo>
                  <a:pt x="27421" y="28409"/>
                  <a:pt x="26321" y="30242"/>
                  <a:pt x="25554" y="32306"/>
                </a:cubicBezTo>
                <a:cubicBezTo>
                  <a:pt x="24786" y="34369"/>
                  <a:pt x="24403" y="36561"/>
                  <a:pt x="24403" y="38880"/>
                </a:cubicBezTo>
                <a:cubicBezTo>
                  <a:pt x="24403" y="41165"/>
                  <a:pt x="24769" y="43356"/>
                  <a:pt x="25503" y="45454"/>
                </a:cubicBezTo>
                <a:cubicBezTo>
                  <a:pt x="26236" y="47551"/>
                  <a:pt x="27319" y="49402"/>
                  <a:pt x="28751" y="51005"/>
                </a:cubicBezTo>
                <a:cubicBezTo>
                  <a:pt x="30184" y="52608"/>
                  <a:pt x="31915" y="53887"/>
                  <a:pt x="33944" y="54842"/>
                </a:cubicBezTo>
                <a:cubicBezTo>
                  <a:pt x="35973" y="55797"/>
                  <a:pt x="38284" y="56274"/>
                  <a:pt x="40876" y="56274"/>
                </a:cubicBezTo>
                <a:cubicBezTo>
                  <a:pt x="43093" y="56274"/>
                  <a:pt x="45284" y="55746"/>
                  <a:pt x="47450" y="54688"/>
                </a:cubicBezTo>
                <a:cubicBezTo>
                  <a:pt x="49616" y="53631"/>
                  <a:pt x="51534" y="51891"/>
                  <a:pt x="53206" y="49470"/>
                </a:cubicBezTo>
                <a:lnTo>
                  <a:pt x="58680" y="53000"/>
                </a:lnTo>
                <a:cubicBezTo>
                  <a:pt x="57009" y="55592"/>
                  <a:pt x="54672" y="57835"/>
                  <a:pt x="51671" y="59727"/>
                </a:cubicBezTo>
                <a:cubicBezTo>
                  <a:pt x="48670" y="61620"/>
                  <a:pt x="45071" y="62567"/>
                  <a:pt x="40876" y="62567"/>
                </a:cubicBezTo>
                <a:cubicBezTo>
                  <a:pt x="37431" y="62567"/>
                  <a:pt x="34260" y="61970"/>
                  <a:pt x="31360" y="60776"/>
                </a:cubicBezTo>
                <a:cubicBezTo>
                  <a:pt x="28461" y="59583"/>
                  <a:pt x="25963" y="57937"/>
                  <a:pt x="23866" y="55839"/>
                </a:cubicBezTo>
                <a:cubicBezTo>
                  <a:pt x="21768" y="53742"/>
                  <a:pt x="20131" y="51243"/>
                  <a:pt x="18954" y="48344"/>
                </a:cubicBezTo>
                <a:cubicBezTo>
                  <a:pt x="17778" y="45445"/>
                  <a:pt x="17189" y="42291"/>
                  <a:pt x="17189" y="38880"/>
                </a:cubicBezTo>
                <a:cubicBezTo>
                  <a:pt x="17189" y="35435"/>
                  <a:pt x="17778" y="32280"/>
                  <a:pt x="18954" y="29415"/>
                </a:cubicBezTo>
                <a:cubicBezTo>
                  <a:pt x="20131" y="26550"/>
                  <a:pt x="21768" y="24078"/>
                  <a:pt x="23866" y="21997"/>
                </a:cubicBezTo>
                <a:cubicBezTo>
                  <a:pt x="25963" y="19917"/>
                  <a:pt x="28461" y="18280"/>
                  <a:pt x="31360" y="17086"/>
                </a:cubicBezTo>
                <a:cubicBezTo>
                  <a:pt x="34260" y="15892"/>
                  <a:pt x="37431" y="15295"/>
                  <a:pt x="40876" y="15295"/>
                </a:cubicBezTo>
                <a:close/>
                <a:moveTo>
                  <a:pt x="39904" y="5883"/>
                </a:moveTo>
                <a:cubicBezTo>
                  <a:pt x="35300" y="5883"/>
                  <a:pt x="30951" y="6770"/>
                  <a:pt x="26858" y="8543"/>
                </a:cubicBezTo>
                <a:cubicBezTo>
                  <a:pt x="22766" y="10317"/>
                  <a:pt x="19202" y="12721"/>
                  <a:pt x="16166" y="15757"/>
                </a:cubicBezTo>
                <a:cubicBezTo>
                  <a:pt x="13131" y="18792"/>
                  <a:pt x="10726" y="22356"/>
                  <a:pt x="8953" y="26449"/>
                </a:cubicBezTo>
                <a:cubicBezTo>
                  <a:pt x="7179" y="30542"/>
                  <a:pt x="6292" y="34890"/>
                  <a:pt x="6292" y="39495"/>
                </a:cubicBezTo>
                <a:cubicBezTo>
                  <a:pt x="6292" y="44099"/>
                  <a:pt x="7179" y="48431"/>
                  <a:pt x="8953" y="52489"/>
                </a:cubicBezTo>
                <a:cubicBezTo>
                  <a:pt x="10726" y="56548"/>
                  <a:pt x="13131" y="60095"/>
                  <a:pt x="16166" y="63131"/>
                </a:cubicBezTo>
                <a:cubicBezTo>
                  <a:pt x="19202" y="66166"/>
                  <a:pt x="22766" y="68554"/>
                  <a:pt x="26858" y="70293"/>
                </a:cubicBezTo>
                <a:cubicBezTo>
                  <a:pt x="30951" y="72032"/>
                  <a:pt x="35300" y="72902"/>
                  <a:pt x="39904" y="72902"/>
                </a:cubicBezTo>
                <a:cubicBezTo>
                  <a:pt x="44509" y="72902"/>
                  <a:pt x="48840" y="72032"/>
                  <a:pt x="52899" y="70293"/>
                </a:cubicBezTo>
                <a:cubicBezTo>
                  <a:pt x="56957" y="68554"/>
                  <a:pt x="60504" y="66166"/>
                  <a:pt x="63540" y="63131"/>
                </a:cubicBezTo>
                <a:cubicBezTo>
                  <a:pt x="66575" y="60095"/>
                  <a:pt x="68971" y="56548"/>
                  <a:pt x="70728" y="52489"/>
                </a:cubicBezTo>
                <a:cubicBezTo>
                  <a:pt x="72484" y="48431"/>
                  <a:pt x="73363" y="44099"/>
                  <a:pt x="73363" y="39495"/>
                </a:cubicBezTo>
                <a:cubicBezTo>
                  <a:pt x="73363" y="34890"/>
                  <a:pt x="72484" y="30542"/>
                  <a:pt x="70728" y="26449"/>
                </a:cubicBezTo>
                <a:cubicBezTo>
                  <a:pt x="68971" y="22356"/>
                  <a:pt x="66575" y="18792"/>
                  <a:pt x="63540" y="15757"/>
                </a:cubicBezTo>
                <a:cubicBezTo>
                  <a:pt x="60504" y="12721"/>
                  <a:pt x="56957" y="10317"/>
                  <a:pt x="52899" y="8543"/>
                </a:cubicBezTo>
                <a:cubicBezTo>
                  <a:pt x="48840" y="6770"/>
                  <a:pt x="44509" y="5883"/>
                  <a:pt x="39904" y="5883"/>
                </a:cubicBezTo>
                <a:close/>
                <a:moveTo>
                  <a:pt x="39904" y="0"/>
                </a:moveTo>
                <a:cubicBezTo>
                  <a:pt x="45361" y="0"/>
                  <a:pt x="50503" y="1031"/>
                  <a:pt x="55329" y="3095"/>
                </a:cubicBezTo>
                <a:cubicBezTo>
                  <a:pt x="60155" y="5158"/>
                  <a:pt x="64367" y="7972"/>
                  <a:pt x="67965" y="11536"/>
                </a:cubicBezTo>
                <a:cubicBezTo>
                  <a:pt x="71563" y="15100"/>
                  <a:pt x="74403" y="19270"/>
                  <a:pt x="76483" y="24045"/>
                </a:cubicBezTo>
                <a:cubicBezTo>
                  <a:pt x="78564" y="28819"/>
                  <a:pt x="79604" y="33970"/>
                  <a:pt x="79604" y="39495"/>
                </a:cubicBezTo>
                <a:cubicBezTo>
                  <a:pt x="79604" y="44952"/>
                  <a:pt x="78564" y="50068"/>
                  <a:pt x="76483" y="54843"/>
                </a:cubicBezTo>
                <a:cubicBezTo>
                  <a:pt x="74403" y="59618"/>
                  <a:pt x="71563" y="63787"/>
                  <a:pt x="67965" y="67351"/>
                </a:cubicBezTo>
                <a:cubicBezTo>
                  <a:pt x="64367" y="70915"/>
                  <a:pt x="60155" y="73712"/>
                  <a:pt x="55329" y="75741"/>
                </a:cubicBezTo>
                <a:cubicBezTo>
                  <a:pt x="50503" y="77771"/>
                  <a:pt x="45361" y="78785"/>
                  <a:pt x="39904" y="78785"/>
                </a:cubicBezTo>
                <a:cubicBezTo>
                  <a:pt x="34379" y="78785"/>
                  <a:pt x="29195" y="77771"/>
                  <a:pt x="24352" y="75741"/>
                </a:cubicBezTo>
                <a:cubicBezTo>
                  <a:pt x="19508" y="73712"/>
                  <a:pt x="15288" y="70915"/>
                  <a:pt x="11690" y="67351"/>
                </a:cubicBezTo>
                <a:cubicBezTo>
                  <a:pt x="8091" y="63787"/>
                  <a:pt x="5243" y="59618"/>
                  <a:pt x="3146" y="54843"/>
                </a:cubicBezTo>
                <a:cubicBezTo>
                  <a:pt x="1048" y="50068"/>
                  <a:pt x="0" y="44952"/>
                  <a:pt x="0" y="39495"/>
                </a:cubicBezTo>
                <a:cubicBezTo>
                  <a:pt x="0" y="33970"/>
                  <a:pt x="1048" y="28819"/>
                  <a:pt x="3146" y="24045"/>
                </a:cubicBezTo>
                <a:cubicBezTo>
                  <a:pt x="5243" y="19270"/>
                  <a:pt x="8091" y="15100"/>
                  <a:pt x="11690" y="11536"/>
                </a:cubicBezTo>
                <a:cubicBezTo>
                  <a:pt x="15288" y="7972"/>
                  <a:pt x="19508" y="5158"/>
                  <a:pt x="24352" y="3095"/>
                </a:cubicBezTo>
                <a:cubicBezTo>
                  <a:pt x="29195" y="1031"/>
                  <a:pt x="34379" y="0"/>
                  <a:pt x="39904" y="0"/>
                </a:cubicBezTo>
                <a:close/>
              </a:path>
            </a:pathLst>
          </a:custGeom>
          <a:solidFill>
            <a:schemeClr val="tx2"/>
          </a:solidFill>
        </p:spPr>
        <p:txBody>
          <a:bodyPr wrap="square">
            <a:noAutofit/>
          </a:bodyPr>
          <a:lstStyle>
            <a:lvl1pPr marL="0" indent="0">
              <a:buNone/>
              <a:defRPr sz="100">
                <a:noFill/>
              </a:defRPr>
            </a:lvl1pPr>
            <a:lvl2pPr marL="227012" indent="0">
              <a:buNone/>
              <a:defRPr sz="400"/>
            </a:lvl2pPr>
            <a:lvl3pPr marL="460375" indent="0">
              <a:buNone/>
              <a:defRPr sz="400"/>
            </a:lvl3pPr>
            <a:lvl4pPr marL="625475" indent="0">
              <a:buNone/>
              <a:defRPr sz="400"/>
            </a:lvl4pPr>
            <a:lvl5pPr marL="798513" indent="0">
              <a:buNone/>
              <a:defRPr sz="400"/>
            </a:lvl5pPr>
          </a:lstStyle>
          <a:p>
            <a:pPr lvl="0"/>
            <a:r>
              <a:rPr lang="en-US"/>
              <a:t>Click to edit Master text styles</a:t>
            </a:r>
          </a:p>
        </p:txBody>
      </p:sp>
    </p:spTree>
    <p:extLst>
      <p:ext uri="{BB962C8B-B14F-4D97-AF65-F5344CB8AC3E}">
        <p14:creationId xmlns:p14="http://schemas.microsoft.com/office/powerpoint/2010/main" val="943978514"/>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CCFB3A36-D926-A156-1D21-30320063F9AE}"/>
              </a:ext>
              <a:ext uri="{C183D7F6-B498-43B3-948B-1728B52AA6E4}">
                <adec:decorative xmlns:adec="http://schemas.microsoft.com/office/drawing/2017/decorative" val="1"/>
              </a:ext>
            </a:extLst>
          </p:cNvPr>
          <p:cNvSpPr>
            <a:spLocks noGrp="1"/>
          </p:cNvSpPr>
          <p:nvPr>
            <p:ph type="body" sz="quarter" idx="17"/>
          </p:nvPr>
        </p:nvSpPr>
        <p:spPr>
          <a:xfrm>
            <a:off x="8539769" y="0"/>
            <a:ext cx="3652233" cy="6858000"/>
          </a:xfrm>
          <a:custGeom>
            <a:avLst/>
            <a:gdLst>
              <a:gd name="connsiteX0" fmla="*/ 382772 w 3652233"/>
              <a:gd name="connsiteY0" fmla="*/ 0 h 6858000"/>
              <a:gd name="connsiteX1" fmla="*/ 1083678 w 3652233"/>
              <a:gd name="connsiteY1" fmla="*/ 0 h 6858000"/>
              <a:gd name="connsiteX2" fmla="*/ 720530 w 3652233"/>
              <a:gd name="connsiteY2" fmla="*/ 546997 h 6858000"/>
              <a:gd name="connsiteX3" fmla="*/ 949431 w 3652233"/>
              <a:gd name="connsiteY3" fmla="*/ 1680232 h 6858000"/>
              <a:gd name="connsiteX4" fmla="*/ 3284499 w 3652233"/>
              <a:gd name="connsiteY4" fmla="*/ 3230534 h 6858000"/>
              <a:gd name="connsiteX5" fmla="*/ 3284521 w 3652233"/>
              <a:gd name="connsiteY5" fmla="*/ 3230453 h 6858000"/>
              <a:gd name="connsiteX6" fmla="*/ 3596862 w 3652233"/>
              <a:gd name="connsiteY6" fmla="*/ 3513460 h 6858000"/>
              <a:gd name="connsiteX7" fmla="*/ 3652233 w 3652233"/>
              <a:gd name="connsiteY7" fmla="*/ 3588795 h 6858000"/>
              <a:gd name="connsiteX8" fmla="*/ 3652233 w 3652233"/>
              <a:gd name="connsiteY8" fmla="*/ 5210346 h 6858000"/>
              <a:gd name="connsiteX9" fmla="*/ 2558343 w 3652233"/>
              <a:gd name="connsiteY9" fmla="*/ 6858000 h 6858000"/>
              <a:gd name="connsiteX10" fmla="*/ 1857466 w 3652233"/>
              <a:gd name="connsiteY10" fmla="*/ 6858000 h 6858000"/>
              <a:gd name="connsiteX11" fmla="*/ 3190442 w 3652233"/>
              <a:gd name="connsiteY11" fmla="*/ 4850269 h 6858000"/>
              <a:gd name="connsiteX12" fmla="*/ 2961540 w 3652233"/>
              <a:gd name="connsiteY12" fmla="*/ 3717033 h 6858000"/>
              <a:gd name="connsiteX13" fmla="*/ 626436 w 3652233"/>
              <a:gd name="connsiteY13" fmla="*/ 2166738 h 6858000"/>
              <a:gd name="connsiteX14" fmla="*/ 234031 w 3652233"/>
              <a:gd name="connsiteY14" fmla="*/ 22403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652233" h="6858000">
                <a:moveTo>
                  <a:pt x="382772" y="0"/>
                </a:moveTo>
                <a:lnTo>
                  <a:pt x="1083678" y="0"/>
                </a:lnTo>
                <a:lnTo>
                  <a:pt x="720530" y="546997"/>
                </a:lnTo>
                <a:cubicBezTo>
                  <a:pt x="470802" y="923144"/>
                  <a:pt x="573284" y="1430505"/>
                  <a:pt x="949431" y="1680232"/>
                </a:cubicBezTo>
                <a:lnTo>
                  <a:pt x="3284499" y="3230534"/>
                </a:lnTo>
                <a:lnTo>
                  <a:pt x="3284521" y="3230453"/>
                </a:lnTo>
                <a:cubicBezTo>
                  <a:pt x="3405423" y="3310727"/>
                  <a:pt x="3509833" y="3406527"/>
                  <a:pt x="3596862" y="3513460"/>
                </a:cubicBezTo>
                <a:lnTo>
                  <a:pt x="3652233" y="3588795"/>
                </a:lnTo>
                <a:lnTo>
                  <a:pt x="3652233" y="5210346"/>
                </a:lnTo>
                <a:lnTo>
                  <a:pt x="2558343" y="6858000"/>
                </a:lnTo>
                <a:lnTo>
                  <a:pt x="1857466" y="6858000"/>
                </a:lnTo>
                <a:lnTo>
                  <a:pt x="3190442" y="4850269"/>
                </a:lnTo>
                <a:cubicBezTo>
                  <a:pt x="3440170" y="4474121"/>
                  <a:pt x="3337688" y="3966760"/>
                  <a:pt x="2961540" y="3717033"/>
                </a:cubicBezTo>
                <a:lnTo>
                  <a:pt x="626436" y="2166738"/>
                </a:lnTo>
                <a:cubicBezTo>
                  <a:pt x="-18376" y="1738610"/>
                  <a:pt x="-194060" y="868843"/>
                  <a:pt x="234031" y="224039"/>
                </a:cubicBezTo>
                <a:close/>
              </a:path>
            </a:pathLst>
          </a:custGeom>
          <a:solidFill>
            <a:srgbClr val="E7EFFF"/>
          </a:solidFill>
        </p:spPr>
        <p:txBody>
          <a:bodyPr wrap="square">
            <a:noAutofit/>
          </a:bodyPr>
          <a:lstStyle>
            <a:lvl1pPr marL="0" indent="0">
              <a:buNone/>
              <a:defRPr sz="500">
                <a:noFill/>
              </a:defRPr>
            </a:lvl1pPr>
          </a:lstStyle>
          <a:p>
            <a:pPr lvl="0"/>
            <a:r>
              <a:rPr lang="en-US"/>
              <a:t>Click to edit Master text styles</a:t>
            </a:r>
          </a:p>
        </p:txBody>
      </p:sp>
      <p:sp>
        <p:nvSpPr>
          <p:cNvPr id="2" name="Title 1">
            <a:extLst>
              <a:ext uri="{FF2B5EF4-FFF2-40B4-BE49-F238E27FC236}">
                <a16:creationId xmlns:a16="http://schemas.microsoft.com/office/drawing/2014/main" id="{C07F44A8-AD82-4AF7-203E-212BBB52AAAD}"/>
              </a:ext>
            </a:extLst>
          </p:cNvPr>
          <p:cNvSpPr>
            <a:spLocks noGrp="1"/>
          </p:cNvSpPr>
          <p:nvPr>
            <p:ph type="title"/>
          </p:nvPr>
        </p:nvSpPr>
        <p:spPr>
          <a:xfrm>
            <a:off x="571500" y="571501"/>
            <a:ext cx="7285037" cy="990600"/>
          </a:xfrm>
        </p:spPr>
        <p:txBody>
          <a:bodyPr/>
          <a:lstStyle/>
          <a:p>
            <a:r>
              <a:rPr lang="en-US"/>
              <a:t>Click to edit Master title style</a:t>
            </a:r>
          </a:p>
        </p:txBody>
      </p:sp>
      <p:sp>
        <p:nvSpPr>
          <p:cNvPr id="6" name="Text Placeholder 11">
            <a:extLst>
              <a:ext uri="{FF2B5EF4-FFF2-40B4-BE49-F238E27FC236}">
                <a16:creationId xmlns:a16="http://schemas.microsoft.com/office/drawing/2014/main" id="{6096F732-E72A-840F-3D79-7051722E0480}"/>
              </a:ext>
            </a:extLst>
          </p:cNvPr>
          <p:cNvSpPr>
            <a:spLocks noGrp="1"/>
          </p:cNvSpPr>
          <p:nvPr>
            <p:ph type="body" sz="quarter" idx="13"/>
          </p:nvPr>
        </p:nvSpPr>
        <p:spPr>
          <a:xfrm>
            <a:off x="571500" y="1752600"/>
            <a:ext cx="7285037"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Text Placeholder 32">
            <a:extLst>
              <a:ext uri="{FF2B5EF4-FFF2-40B4-BE49-F238E27FC236}">
                <a16:creationId xmlns:a16="http://schemas.microsoft.com/office/drawing/2014/main" id="{1FDEFD3A-5D85-2A44-25C8-737F5901F4FF}"/>
              </a:ext>
            </a:extLst>
          </p:cNvPr>
          <p:cNvSpPr>
            <a:spLocks noGrp="1"/>
          </p:cNvSpPr>
          <p:nvPr>
            <p:ph type="body" sz="quarter" idx="16"/>
          </p:nvPr>
        </p:nvSpPr>
        <p:spPr>
          <a:xfrm>
            <a:off x="571499" y="2933700"/>
            <a:ext cx="7285037" cy="3352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B52A9230-F1FC-C523-A53B-9667414B381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C55ECD6A-8E2E-A223-3E39-72993526B860}"/>
              </a:ext>
              <a:ext uri="{C183D7F6-B498-43B3-948B-1728B52AA6E4}">
                <adec:decorative xmlns:adec="http://schemas.microsoft.com/office/drawing/2017/decorative" val="1"/>
              </a:ext>
            </a:extLst>
          </p:cNvPr>
          <p:cNvSpPr>
            <a:spLocks noGrp="1"/>
          </p:cNvSpPr>
          <p:nvPr>
            <p:ph type="dt" sz="half" idx="11"/>
          </p:nvPr>
        </p:nvSpPr>
        <p:spPr/>
        <p:txBody>
          <a:bodyPr/>
          <a:lstStyle/>
          <a:p>
            <a:fld id="{4268CAAE-222C-45DC-BDCB-F913E123D7BC}" type="datetimeyyyy">
              <a:rPr lang="en-US" smtClean="0"/>
              <a:t>2026</a:t>
            </a:fld>
            <a:endParaRPr lang="en-US"/>
          </a:p>
        </p:txBody>
      </p:sp>
      <p:sp>
        <p:nvSpPr>
          <p:cNvPr id="5" name="Slide Number Placeholder 4">
            <a:extLst>
              <a:ext uri="{FF2B5EF4-FFF2-40B4-BE49-F238E27FC236}">
                <a16:creationId xmlns:a16="http://schemas.microsoft.com/office/drawing/2014/main" id="{65356671-D16F-7EC8-7C74-947979083AD6}"/>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32781114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 Column with Icons">
    <p:spTree>
      <p:nvGrpSpPr>
        <p:cNvPr id="1" name=""/>
        <p:cNvGrpSpPr/>
        <p:nvPr/>
      </p:nvGrpSpPr>
      <p:grpSpPr>
        <a:xfrm>
          <a:off x="0" y="0"/>
          <a:ext cx="0" cy="0"/>
          <a:chOff x="0" y="0"/>
          <a:chExt cx="0" cy="0"/>
        </a:xfrm>
      </p:grpSpPr>
      <p:sp>
        <p:nvSpPr>
          <p:cNvPr id="44" name="Text Placeholder 43">
            <a:extLst>
              <a:ext uri="{FF2B5EF4-FFF2-40B4-BE49-F238E27FC236}">
                <a16:creationId xmlns:a16="http://schemas.microsoft.com/office/drawing/2014/main" id="{DE9A50A5-7EAE-1378-5468-24F26723BF26}"/>
              </a:ext>
              <a:ext uri="{C183D7F6-B498-43B3-948B-1728B52AA6E4}">
                <adec:decorative xmlns:adec="http://schemas.microsoft.com/office/drawing/2017/decorative" val="1"/>
              </a:ext>
            </a:extLst>
          </p:cNvPr>
          <p:cNvSpPr>
            <a:spLocks noGrp="1"/>
          </p:cNvSpPr>
          <p:nvPr>
            <p:ph type="body" sz="quarter" idx="17"/>
          </p:nvPr>
        </p:nvSpPr>
        <p:spPr>
          <a:xfrm>
            <a:off x="8539769" y="0"/>
            <a:ext cx="3652233" cy="6858000"/>
          </a:xfrm>
          <a:custGeom>
            <a:avLst/>
            <a:gdLst>
              <a:gd name="connsiteX0" fmla="*/ 382772 w 3652233"/>
              <a:gd name="connsiteY0" fmla="*/ 0 h 6858000"/>
              <a:gd name="connsiteX1" fmla="*/ 1083678 w 3652233"/>
              <a:gd name="connsiteY1" fmla="*/ 0 h 6858000"/>
              <a:gd name="connsiteX2" fmla="*/ 720530 w 3652233"/>
              <a:gd name="connsiteY2" fmla="*/ 546997 h 6858000"/>
              <a:gd name="connsiteX3" fmla="*/ 949431 w 3652233"/>
              <a:gd name="connsiteY3" fmla="*/ 1680232 h 6858000"/>
              <a:gd name="connsiteX4" fmla="*/ 3284499 w 3652233"/>
              <a:gd name="connsiteY4" fmla="*/ 3230534 h 6858000"/>
              <a:gd name="connsiteX5" fmla="*/ 3284521 w 3652233"/>
              <a:gd name="connsiteY5" fmla="*/ 3230453 h 6858000"/>
              <a:gd name="connsiteX6" fmla="*/ 3596862 w 3652233"/>
              <a:gd name="connsiteY6" fmla="*/ 3513460 h 6858000"/>
              <a:gd name="connsiteX7" fmla="*/ 3652233 w 3652233"/>
              <a:gd name="connsiteY7" fmla="*/ 3588795 h 6858000"/>
              <a:gd name="connsiteX8" fmla="*/ 3652233 w 3652233"/>
              <a:gd name="connsiteY8" fmla="*/ 5210346 h 6858000"/>
              <a:gd name="connsiteX9" fmla="*/ 2558343 w 3652233"/>
              <a:gd name="connsiteY9" fmla="*/ 6858000 h 6858000"/>
              <a:gd name="connsiteX10" fmla="*/ 1857466 w 3652233"/>
              <a:gd name="connsiteY10" fmla="*/ 6858000 h 6858000"/>
              <a:gd name="connsiteX11" fmla="*/ 3190442 w 3652233"/>
              <a:gd name="connsiteY11" fmla="*/ 4850269 h 6858000"/>
              <a:gd name="connsiteX12" fmla="*/ 2961540 w 3652233"/>
              <a:gd name="connsiteY12" fmla="*/ 3717033 h 6858000"/>
              <a:gd name="connsiteX13" fmla="*/ 626436 w 3652233"/>
              <a:gd name="connsiteY13" fmla="*/ 2166738 h 6858000"/>
              <a:gd name="connsiteX14" fmla="*/ 234031 w 3652233"/>
              <a:gd name="connsiteY14" fmla="*/ 22403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652233" h="6858000">
                <a:moveTo>
                  <a:pt x="382772" y="0"/>
                </a:moveTo>
                <a:lnTo>
                  <a:pt x="1083678" y="0"/>
                </a:lnTo>
                <a:lnTo>
                  <a:pt x="720530" y="546997"/>
                </a:lnTo>
                <a:cubicBezTo>
                  <a:pt x="470802" y="923144"/>
                  <a:pt x="573284" y="1430505"/>
                  <a:pt x="949431" y="1680232"/>
                </a:cubicBezTo>
                <a:lnTo>
                  <a:pt x="3284499" y="3230534"/>
                </a:lnTo>
                <a:lnTo>
                  <a:pt x="3284521" y="3230453"/>
                </a:lnTo>
                <a:cubicBezTo>
                  <a:pt x="3405423" y="3310727"/>
                  <a:pt x="3509833" y="3406527"/>
                  <a:pt x="3596862" y="3513460"/>
                </a:cubicBezTo>
                <a:lnTo>
                  <a:pt x="3652233" y="3588795"/>
                </a:lnTo>
                <a:lnTo>
                  <a:pt x="3652233" y="5210346"/>
                </a:lnTo>
                <a:lnTo>
                  <a:pt x="2558343" y="6858000"/>
                </a:lnTo>
                <a:lnTo>
                  <a:pt x="1857466" y="6858000"/>
                </a:lnTo>
                <a:lnTo>
                  <a:pt x="3190442" y="4850269"/>
                </a:lnTo>
                <a:cubicBezTo>
                  <a:pt x="3440170" y="4474121"/>
                  <a:pt x="3337688" y="3966760"/>
                  <a:pt x="2961540" y="3717033"/>
                </a:cubicBezTo>
                <a:lnTo>
                  <a:pt x="626436" y="2166738"/>
                </a:lnTo>
                <a:cubicBezTo>
                  <a:pt x="-18376" y="1738610"/>
                  <a:pt x="-194060" y="868843"/>
                  <a:pt x="234031" y="224039"/>
                </a:cubicBezTo>
                <a:close/>
              </a:path>
            </a:pathLst>
          </a:custGeom>
          <a:solidFill>
            <a:srgbClr val="E7EFFF"/>
          </a:solidFill>
        </p:spPr>
        <p:txBody>
          <a:bodyPr wrap="square">
            <a:noAutofit/>
          </a:bodyPr>
          <a:lstStyle>
            <a:lvl1pPr marL="0" indent="0">
              <a:buNone/>
              <a:defRPr sz="500">
                <a:noFill/>
              </a:defRPr>
            </a:lvl1pPr>
          </a:lstStyle>
          <a:p>
            <a:pPr lvl="0"/>
            <a:r>
              <a:rPr lang="en-US"/>
              <a:t>Click to edit Master text styles</a:t>
            </a:r>
          </a:p>
        </p:txBody>
      </p:sp>
      <p:sp>
        <p:nvSpPr>
          <p:cNvPr id="2" name="Title 1">
            <a:extLst>
              <a:ext uri="{FF2B5EF4-FFF2-40B4-BE49-F238E27FC236}">
                <a16:creationId xmlns:a16="http://schemas.microsoft.com/office/drawing/2014/main" id="{C07F44A8-AD82-4AF7-203E-212BBB52AAAD}"/>
              </a:ext>
            </a:extLst>
          </p:cNvPr>
          <p:cNvSpPr>
            <a:spLocks noGrp="1"/>
          </p:cNvSpPr>
          <p:nvPr>
            <p:ph type="title"/>
          </p:nvPr>
        </p:nvSpPr>
        <p:spPr>
          <a:xfrm>
            <a:off x="571500" y="571500"/>
            <a:ext cx="7285037" cy="990600"/>
          </a:xfrm>
        </p:spPr>
        <p:txBody>
          <a:bodyPr/>
          <a:lstStyle/>
          <a:p>
            <a:r>
              <a:rPr lang="en-US"/>
              <a:t>Click to edit Master title style</a:t>
            </a:r>
          </a:p>
        </p:txBody>
      </p:sp>
      <p:sp>
        <p:nvSpPr>
          <p:cNvPr id="6" name="Text Placeholder 11">
            <a:extLst>
              <a:ext uri="{FF2B5EF4-FFF2-40B4-BE49-F238E27FC236}">
                <a16:creationId xmlns:a16="http://schemas.microsoft.com/office/drawing/2014/main" id="{6096F732-E72A-840F-3D79-7051722E0480}"/>
              </a:ext>
            </a:extLst>
          </p:cNvPr>
          <p:cNvSpPr>
            <a:spLocks noGrp="1"/>
          </p:cNvSpPr>
          <p:nvPr>
            <p:ph type="body" sz="quarter" idx="13"/>
          </p:nvPr>
        </p:nvSpPr>
        <p:spPr>
          <a:xfrm>
            <a:off x="571500" y="1752600"/>
            <a:ext cx="7285037"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Text Placeholder 32">
            <a:extLst>
              <a:ext uri="{FF2B5EF4-FFF2-40B4-BE49-F238E27FC236}">
                <a16:creationId xmlns:a16="http://schemas.microsoft.com/office/drawing/2014/main" id="{1FDEFD3A-5D85-2A44-25C8-737F5901F4FF}"/>
              </a:ext>
            </a:extLst>
          </p:cNvPr>
          <p:cNvSpPr>
            <a:spLocks noGrp="1"/>
          </p:cNvSpPr>
          <p:nvPr>
            <p:ph type="body" sz="quarter" idx="16"/>
          </p:nvPr>
        </p:nvSpPr>
        <p:spPr>
          <a:xfrm>
            <a:off x="571499" y="4114800"/>
            <a:ext cx="7285037" cy="217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Picture Placeholder 12">
            <a:extLst>
              <a:ext uri="{FF2B5EF4-FFF2-40B4-BE49-F238E27FC236}">
                <a16:creationId xmlns:a16="http://schemas.microsoft.com/office/drawing/2014/main" id="{9669B77A-99FD-2D60-4C94-FE5D13797052}"/>
              </a:ext>
              <a:ext uri="{C183D7F6-B498-43B3-948B-1728B52AA6E4}">
                <adec:decorative xmlns:adec="http://schemas.microsoft.com/office/drawing/2017/decorative" val="1"/>
              </a:ext>
            </a:extLst>
          </p:cNvPr>
          <p:cNvSpPr>
            <a:spLocks noGrp="1"/>
          </p:cNvSpPr>
          <p:nvPr>
            <p:ph type="pic" sz="quarter" idx="19" hasCustomPrompt="1"/>
          </p:nvPr>
        </p:nvSpPr>
        <p:spPr>
          <a:xfrm>
            <a:off x="571499" y="2947760"/>
            <a:ext cx="914400" cy="914400"/>
          </a:xfrm>
        </p:spPr>
        <p:txBody>
          <a:bodyPr/>
          <a:lstStyle>
            <a:lvl1pPr marL="0" indent="0">
              <a:lnSpc>
                <a:spcPct val="90000"/>
              </a:lnSpc>
              <a:buNone/>
              <a:defRPr sz="1100" b="1">
                <a:solidFill>
                  <a:schemeClr val="accent1"/>
                </a:solidFill>
              </a:defRPr>
            </a:lvl1pPr>
          </a:lstStyle>
          <a:p>
            <a:r>
              <a:rPr lang="en-US"/>
              <a:t>Click placeholder and paste icon</a:t>
            </a:r>
          </a:p>
        </p:txBody>
      </p:sp>
      <p:sp>
        <p:nvSpPr>
          <p:cNvPr id="3" name="Footer Placeholder 2">
            <a:extLst>
              <a:ext uri="{FF2B5EF4-FFF2-40B4-BE49-F238E27FC236}">
                <a16:creationId xmlns:a16="http://schemas.microsoft.com/office/drawing/2014/main" id="{B52A9230-F1FC-C523-A53B-9667414B381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C55ECD6A-8E2E-A223-3E39-72993526B860}"/>
              </a:ext>
              <a:ext uri="{C183D7F6-B498-43B3-948B-1728B52AA6E4}">
                <adec:decorative xmlns:adec="http://schemas.microsoft.com/office/drawing/2017/decorative" val="1"/>
              </a:ext>
            </a:extLst>
          </p:cNvPr>
          <p:cNvSpPr>
            <a:spLocks noGrp="1"/>
          </p:cNvSpPr>
          <p:nvPr>
            <p:ph type="dt" sz="half" idx="11"/>
          </p:nvPr>
        </p:nvSpPr>
        <p:spPr/>
        <p:txBody>
          <a:bodyPr/>
          <a:lstStyle/>
          <a:p>
            <a:fld id="{C9995676-25F6-4543-9E5B-989E05823773}" type="datetimeyyyy">
              <a:rPr lang="en-US" smtClean="0"/>
              <a:t>2026</a:t>
            </a:fld>
            <a:endParaRPr lang="en-US"/>
          </a:p>
        </p:txBody>
      </p:sp>
      <p:sp>
        <p:nvSpPr>
          <p:cNvPr id="5" name="Slide Number Placeholder 4">
            <a:extLst>
              <a:ext uri="{FF2B5EF4-FFF2-40B4-BE49-F238E27FC236}">
                <a16:creationId xmlns:a16="http://schemas.microsoft.com/office/drawing/2014/main" id="{65356671-D16F-7EC8-7C74-947979083AD6}"/>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30530264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 Column">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6495F953-AF61-3220-6737-C1F6862DC298}"/>
              </a:ext>
              <a:ext uri="{C183D7F6-B498-43B3-948B-1728B52AA6E4}">
                <adec:decorative xmlns:adec="http://schemas.microsoft.com/office/drawing/2017/decorative" val="1"/>
              </a:ext>
            </a:extLst>
          </p:cNvPr>
          <p:cNvSpPr>
            <a:spLocks noGrp="1"/>
          </p:cNvSpPr>
          <p:nvPr>
            <p:ph type="body" sz="quarter" idx="18"/>
          </p:nvPr>
        </p:nvSpPr>
        <p:spPr>
          <a:xfrm>
            <a:off x="8089902" y="0"/>
            <a:ext cx="3681791" cy="6858000"/>
          </a:xfrm>
          <a:custGeom>
            <a:avLst/>
            <a:gdLst>
              <a:gd name="connsiteX0" fmla="*/ 2392972 w 3681791"/>
              <a:gd name="connsiteY0" fmla="*/ 0 h 6858000"/>
              <a:gd name="connsiteX1" fmla="*/ 3681791 w 3681791"/>
              <a:gd name="connsiteY1" fmla="*/ 0 h 6858000"/>
              <a:gd name="connsiteX2" fmla="*/ 1816033 w 3681791"/>
              <a:gd name="connsiteY2" fmla="*/ 948232 h 6858000"/>
              <a:gd name="connsiteX3" fmla="*/ 1457629 w 3681791"/>
              <a:gd name="connsiteY3" fmla="*/ 2047397 h 6858000"/>
              <a:gd name="connsiteX4" fmla="*/ 2727476 w 3681791"/>
              <a:gd name="connsiteY4" fmla="*/ 4546089 h 6858000"/>
              <a:gd name="connsiteX5" fmla="*/ 2727535 w 3681791"/>
              <a:gd name="connsiteY5" fmla="*/ 4546030 h 6858000"/>
              <a:gd name="connsiteX6" fmla="*/ 2113124 w 3681791"/>
              <a:gd name="connsiteY6" fmla="*/ 6430324 h 6858000"/>
              <a:gd name="connsiteX7" fmla="*/ 1271600 w 3681791"/>
              <a:gd name="connsiteY7" fmla="*/ 6858000 h 6858000"/>
              <a:gd name="connsiteX8" fmla="*/ 0 w 3681791"/>
              <a:gd name="connsiteY8" fmla="*/ 6858000 h 6858000"/>
              <a:gd name="connsiteX9" fmla="*/ 0 w 3681791"/>
              <a:gd name="connsiteY9" fmla="*/ 6849265 h 6858000"/>
              <a:gd name="connsiteX10" fmla="*/ 1848516 w 3681791"/>
              <a:gd name="connsiteY10" fmla="*/ 5909840 h 6858000"/>
              <a:gd name="connsiteX11" fmla="*/ 2206921 w 3681791"/>
              <a:gd name="connsiteY11" fmla="*/ 4810674 h 6858000"/>
              <a:gd name="connsiteX12" fmla="*/ 937038 w 3681791"/>
              <a:gd name="connsiteY12" fmla="*/ 2311970 h 6858000"/>
              <a:gd name="connsiteX13" fmla="*/ 1551449 w 3681791"/>
              <a:gd name="connsiteY13" fmla="*/ 42767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681791" h="6858000">
                <a:moveTo>
                  <a:pt x="2392972" y="0"/>
                </a:moveTo>
                <a:lnTo>
                  <a:pt x="3681791" y="0"/>
                </a:lnTo>
                <a:lnTo>
                  <a:pt x="1816033" y="948232"/>
                </a:lnTo>
                <a:cubicBezTo>
                  <a:pt x="1413533" y="1152789"/>
                  <a:pt x="1253072" y="1644896"/>
                  <a:pt x="1457629" y="2047397"/>
                </a:cubicBezTo>
                <a:lnTo>
                  <a:pt x="2727476" y="4546089"/>
                </a:lnTo>
                <a:lnTo>
                  <a:pt x="2727535" y="4546030"/>
                </a:lnTo>
                <a:cubicBezTo>
                  <a:pt x="3078183" y="5236046"/>
                  <a:pt x="2803104" y="6079665"/>
                  <a:pt x="2113124" y="6430324"/>
                </a:cubicBezTo>
                <a:lnTo>
                  <a:pt x="1271600" y="6858000"/>
                </a:lnTo>
                <a:lnTo>
                  <a:pt x="0" y="6858000"/>
                </a:lnTo>
                <a:lnTo>
                  <a:pt x="0" y="6849265"/>
                </a:lnTo>
                <a:lnTo>
                  <a:pt x="1848516" y="5909840"/>
                </a:lnTo>
                <a:cubicBezTo>
                  <a:pt x="2251017" y="5705283"/>
                  <a:pt x="2411478" y="5213175"/>
                  <a:pt x="2206921" y="4810674"/>
                </a:cubicBezTo>
                <a:lnTo>
                  <a:pt x="937038" y="2311970"/>
                </a:lnTo>
                <a:cubicBezTo>
                  <a:pt x="586390" y="1621954"/>
                  <a:pt x="861468" y="778335"/>
                  <a:pt x="1551449" y="427676"/>
                </a:cubicBezTo>
                <a:close/>
              </a:path>
            </a:pathLst>
          </a:custGeom>
          <a:solidFill>
            <a:srgbClr val="E7EFFF"/>
          </a:solidFill>
        </p:spPr>
        <p:txBody>
          <a:bodyPr wrap="square">
            <a:noAutofit/>
          </a:bodyPr>
          <a:lstStyle>
            <a:lvl1pPr marL="0" indent="0">
              <a:buNone/>
              <a:defRPr sz="500">
                <a:noFill/>
              </a:defRPr>
            </a:lvl1pPr>
          </a:lstStyle>
          <a:p>
            <a:pPr lvl="0"/>
            <a:r>
              <a:rPr lang="en-US"/>
              <a:t>Click to edit Master text styles</a:t>
            </a:r>
          </a:p>
        </p:txBody>
      </p:sp>
      <p:sp>
        <p:nvSpPr>
          <p:cNvPr id="2" name="Title 1">
            <a:extLst>
              <a:ext uri="{FF2B5EF4-FFF2-40B4-BE49-F238E27FC236}">
                <a16:creationId xmlns:a16="http://schemas.microsoft.com/office/drawing/2014/main" id="{C07F44A8-AD82-4AF7-203E-212BBB52AAAD}"/>
              </a:ext>
            </a:extLst>
          </p:cNvPr>
          <p:cNvSpPr>
            <a:spLocks noGrp="1"/>
          </p:cNvSpPr>
          <p:nvPr>
            <p:ph type="title"/>
          </p:nvPr>
        </p:nvSpPr>
        <p:spPr>
          <a:xfrm>
            <a:off x="571500" y="571501"/>
            <a:ext cx="7285037" cy="990600"/>
          </a:xfrm>
        </p:spPr>
        <p:txBody>
          <a:bodyPr/>
          <a:lstStyle/>
          <a:p>
            <a:r>
              <a:rPr lang="en-US"/>
              <a:t>Click to edit Master title style</a:t>
            </a:r>
          </a:p>
        </p:txBody>
      </p:sp>
      <p:sp>
        <p:nvSpPr>
          <p:cNvPr id="6" name="Text Placeholder 11">
            <a:extLst>
              <a:ext uri="{FF2B5EF4-FFF2-40B4-BE49-F238E27FC236}">
                <a16:creationId xmlns:a16="http://schemas.microsoft.com/office/drawing/2014/main" id="{6096F732-E72A-840F-3D79-7051722E0480}"/>
              </a:ext>
            </a:extLst>
          </p:cNvPr>
          <p:cNvSpPr>
            <a:spLocks noGrp="1"/>
          </p:cNvSpPr>
          <p:nvPr>
            <p:ph type="body" sz="quarter" idx="13"/>
          </p:nvPr>
        </p:nvSpPr>
        <p:spPr>
          <a:xfrm>
            <a:off x="571500" y="1752600"/>
            <a:ext cx="7285037"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Text Placeholder 32">
            <a:extLst>
              <a:ext uri="{FF2B5EF4-FFF2-40B4-BE49-F238E27FC236}">
                <a16:creationId xmlns:a16="http://schemas.microsoft.com/office/drawing/2014/main" id="{1FDEFD3A-5D85-2A44-25C8-737F5901F4FF}"/>
              </a:ext>
            </a:extLst>
          </p:cNvPr>
          <p:cNvSpPr>
            <a:spLocks noGrp="1"/>
          </p:cNvSpPr>
          <p:nvPr>
            <p:ph type="body" sz="quarter" idx="16"/>
          </p:nvPr>
        </p:nvSpPr>
        <p:spPr>
          <a:xfrm>
            <a:off x="571499" y="2933700"/>
            <a:ext cx="3530601" cy="3352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32">
            <a:extLst>
              <a:ext uri="{FF2B5EF4-FFF2-40B4-BE49-F238E27FC236}">
                <a16:creationId xmlns:a16="http://schemas.microsoft.com/office/drawing/2014/main" id="{38B2091C-8A4F-4EAE-4E71-3B0D8175E6A8}"/>
              </a:ext>
            </a:extLst>
          </p:cNvPr>
          <p:cNvSpPr>
            <a:spLocks noGrp="1"/>
          </p:cNvSpPr>
          <p:nvPr>
            <p:ph type="body" sz="quarter" idx="17"/>
          </p:nvPr>
        </p:nvSpPr>
        <p:spPr>
          <a:xfrm>
            <a:off x="4330699" y="2933700"/>
            <a:ext cx="3530601" cy="3352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B52A9230-F1FC-C523-A53B-9667414B381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C55ECD6A-8E2E-A223-3E39-72993526B860}"/>
              </a:ext>
              <a:ext uri="{C183D7F6-B498-43B3-948B-1728B52AA6E4}">
                <adec:decorative xmlns:adec="http://schemas.microsoft.com/office/drawing/2017/decorative" val="1"/>
              </a:ext>
            </a:extLst>
          </p:cNvPr>
          <p:cNvSpPr>
            <a:spLocks noGrp="1"/>
          </p:cNvSpPr>
          <p:nvPr>
            <p:ph type="dt" sz="half" idx="11"/>
          </p:nvPr>
        </p:nvSpPr>
        <p:spPr/>
        <p:txBody>
          <a:bodyPr/>
          <a:lstStyle/>
          <a:p>
            <a:fld id="{0457AE57-F2D8-437C-AC9C-E6ECCE2C3002}" type="datetimeyyyy">
              <a:rPr lang="en-US" smtClean="0"/>
              <a:t>2026</a:t>
            </a:fld>
            <a:endParaRPr lang="en-US"/>
          </a:p>
        </p:txBody>
      </p:sp>
      <p:sp>
        <p:nvSpPr>
          <p:cNvPr id="5" name="Slide Number Placeholder 4">
            <a:extLst>
              <a:ext uri="{FF2B5EF4-FFF2-40B4-BE49-F238E27FC236}">
                <a16:creationId xmlns:a16="http://schemas.microsoft.com/office/drawing/2014/main" id="{65356671-D16F-7EC8-7C74-947979083AD6}"/>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1780650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 Column with Icons">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B0C507CE-6937-A24E-0092-2FAE7F2631F0}"/>
              </a:ext>
              <a:ext uri="{C183D7F6-B498-43B3-948B-1728B52AA6E4}">
                <adec:decorative xmlns:adec="http://schemas.microsoft.com/office/drawing/2017/decorative" val="1"/>
              </a:ext>
            </a:extLst>
          </p:cNvPr>
          <p:cNvSpPr>
            <a:spLocks noGrp="1"/>
          </p:cNvSpPr>
          <p:nvPr>
            <p:ph type="body" sz="quarter" idx="18"/>
          </p:nvPr>
        </p:nvSpPr>
        <p:spPr>
          <a:xfrm>
            <a:off x="8089902" y="0"/>
            <a:ext cx="3681791" cy="6858000"/>
          </a:xfrm>
          <a:custGeom>
            <a:avLst/>
            <a:gdLst>
              <a:gd name="connsiteX0" fmla="*/ 2392972 w 3681791"/>
              <a:gd name="connsiteY0" fmla="*/ 0 h 6858000"/>
              <a:gd name="connsiteX1" fmla="*/ 3681791 w 3681791"/>
              <a:gd name="connsiteY1" fmla="*/ 0 h 6858000"/>
              <a:gd name="connsiteX2" fmla="*/ 1816033 w 3681791"/>
              <a:gd name="connsiteY2" fmla="*/ 948232 h 6858000"/>
              <a:gd name="connsiteX3" fmla="*/ 1457629 w 3681791"/>
              <a:gd name="connsiteY3" fmla="*/ 2047397 h 6858000"/>
              <a:gd name="connsiteX4" fmla="*/ 2727476 w 3681791"/>
              <a:gd name="connsiteY4" fmla="*/ 4546089 h 6858000"/>
              <a:gd name="connsiteX5" fmla="*/ 2727535 w 3681791"/>
              <a:gd name="connsiteY5" fmla="*/ 4546030 h 6858000"/>
              <a:gd name="connsiteX6" fmla="*/ 2113124 w 3681791"/>
              <a:gd name="connsiteY6" fmla="*/ 6430324 h 6858000"/>
              <a:gd name="connsiteX7" fmla="*/ 1271600 w 3681791"/>
              <a:gd name="connsiteY7" fmla="*/ 6858000 h 6858000"/>
              <a:gd name="connsiteX8" fmla="*/ 0 w 3681791"/>
              <a:gd name="connsiteY8" fmla="*/ 6858000 h 6858000"/>
              <a:gd name="connsiteX9" fmla="*/ 0 w 3681791"/>
              <a:gd name="connsiteY9" fmla="*/ 6849265 h 6858000"/>
              <a:gd name="connsiteX10" fmla="*/ 1848516 w 3681791"/>
              <a:gd name="connsiteY10" fmla="*/ 5909840 h 6858000"/>
              <a:gd name="connsiteX11" fmla="*/ 2206921 w 3681791"/>
              <a:gd name="connsiteY11" fmla="*/ 4810674 h 6858000"/>
              <a:gd name="connsiteX12" fmla="*/ 937038 w 3681791"/>
              <a:gd name="connsiteY12" fmla="*/ 2311970 h 6858000"/>
              <a:gd name="connsiteX13" fmla="*/ 1551449 w 3681791"/>
              <a:gd name="connsiteY13" fmla="*/ 42767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681791" h="6858000">
                <a:moveTo>
                  <a:pt x="2392972" y="0"/>
                </a:moveTo>
                <a:lnTo>
                  <a:pt x="3681791" y="0"/>
                </a:lnTo>
                <a:lnTo>
                  <a:pt x="1816033" y="948232"/>
                </a:lnTo>
                <a:cubicBezTo>
                  <a:pt x="1413533" y="1152789"/>
                  <a:pt x="1253072" y="1644896"/>
                  <a:pt x="1457629" y="2047397"/>
                </a:cubicBezTo>
                <a:lnTo>
                  <a:pt x="2727476" y="4546089"/>
                </a:lnTo>
                <a:lnTo>
                  <a:pt x="2727535" y="4546030"/>
                </a:lnTo>
                <a:cubicBezTo>
                  <a:pt x="3078183" y="5236046"/>
                  <a:pt x="2803104" y="6079665"/>
                  <a:pt x="2113124" y="6430324"/>
                </a:cubicBezTo>
                <a:lnTo>
                  <a:pt x="1271600" y="6858000"/>
                </a:lnTo>
                <a:lnTo>
                  <a:pt x="0" y="6858000"/>
                </a:lnTo>
                <a:lnTo>
                  <a:pt x="0" y="6849265"/>
                </a:lnTo>
                <a:lnTo>
                  <a:pt x="1848516" y="5909840"/>
                </a:lnTo>
                <a:cubicBezTo>
                  <a:pt x="2251017" y="5705283"/>
                  <a:pt x="2411478" y="5213175"/>
                  <a:pt x="2206921" y="4810674"/>
                </a:cubicBezTo>
                <a:lnTo>
                  <a:pt x="937038" y="2311970"/>
                </a:lnTo>
                <a:cubicBezTo>
                  <a:pt x="586390" y="1621954"/>
                  <a:pt x="861468" y="778335"/>
                  <a:pt x="1551449" y="427676"/>
                </a:cubicBezTo>
                <a:close/>
              </a:path>
            </a:pathLst>
          </a:custGeom>
          <a:solidFill>
            <a:srgbClr val="E7EFFF"/>
          </a:solidFill>
        </p:spPr>
        <p:txBody>
          <a:bodyPr wrap="square">
            <a:noAutofit/>
          </a:bodyPr>
          <a:lstStyle>
            <a:lvl1pPr marL="0" indent="0">
              <a:buNone/>
              <a:defRPr sz="500">
                <a:noFill/>
              </a:defRPr>
            </a:lvl1pPr>
          </a:lstStyle>
          <a:p>
            <a:pPr lvl="0"/>
            <a:r>
              <a:rPr lang="en-US"/>
              <a:t>Click to edit Master text styles</a:t>
            </a:r>
          </a:p>
        </p:txBody>
      </p:sp>
      <p:sp>
        <p:nvSpPr>
          <p:cNvPr id="2" name="Title 1">
            <a:extLst>
              <a:ext uri="{FF2B5EF4-FFF2-40B4-BE49-F238E27FC236}">
                <a16:creationId xmlns:a16="http://schemas.microsoft.com/office/drawing/2014/main" id="{C07F44A8-AD82-4AF7-203E-212BBB52AAAD}"/>
              </a:ext>
            </a:extLst>
          </p:cNvPr>
          <p:cNvSpPr>
            <a:spLocks noGrp="1"/>
          </p:cNvSpPr>
          <p:nvPr>
            <p:ph type="title"/>
          </p:nvPr>
        </p:nvSpPr>
        <p:spPr>
          <a:xfrm>
            <a:off x="571500" y="571501"/>
            <a:ext cx="7285037" cy="990600"/>
          </a:xfrm>
        </p:spPr>
        <p:txBody>
          <a:bodyPr/>
          <a:lstStyle/>
          <a:p>
            <a:r>
              <a:rPr lang="en-US"/>
              <a:t>Click to edit Master title style</a:t>
            </a:r>
          </a:p>
        </p:txBody>
      </p:sp>
      <p:sp>
        <p:nvSpPr>
          <p:cNvPr id="6" name="Text Placeholder 11">
            <a:extLst>
              <a:ext uri="{FF2B5EF4-FFF2-40B4-BE49-F238E27FC236}">
                <a16:creationId xmlns:a16="http://schemas.microsoft.com/office/drawing/2014/main" id="{6096F732-E72A-840F-3D79-7051722E0480}"/>
              </a:ext>
            </a:extLst>
          </p:cNvPr>
          <p:cNvSpPr>
            <a:spLocks noGrp="1"/>
          </p:cNvSpPr>
          <p:nvPr>
            <p:ph type="body" sz="quarter" idx="13"/>
          </p:nvPr>
        </p:nvSpPr>
        <p:spPr>
          <a:xfrm>
            <a:off x="571500" y="1752600"/>
            <a:ext cx="7285037"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Text Placeholder 32">
            <a:extLst>
              <a:ext uri="{FF2B5EF4-FFF2-40B4-BE49-F238E27FC236}">
                <a16:creationId xmlns:a16="http://schemas.microsoft.com/office/drawing/2014/main" id="{1FDEFD3A-5D85-2A44-25C8-737F5901F4FF}"/>
              </a:ext>
            </a:extLst>
          </p:cNvPr>
          <p:cNvSpPr>
            <a:spLocks noGrp="1"/>
          </p:cNvSpPr>
          <p:nvPr>
            <p:ph type="body" sz="quarter" idx="16"/>
          </p:nvPr>
        </p:nvSpPr>
        <p:spPr>
          <a:xfrm>
            <a:off x="571499" y="4114799"/>
            <a:ext cx="3530601" cy="217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32">
            <a:extLst>
              <a:ext uri="{FF2B5EF4-FFF2-40B4-BE49-F238E27FC236}">
                <a16:creationId xmlns:a16="http://schemas.microsoft.com/office/drawing/2014/main" id="{38B2091C-8A4F-4EAE-4E71-3B0D8175E6A8}"/>
              </a:ext>
            </a:extLst>
          </p:cNvPr>
          <p:cNvSpPr>
            <a:spLocks noGrp="1"/>
          </p:cNvSpPr>
          <p:nvPr>
            <p:ph type="body" sz="quarter" idx="17"/>
          </p:nvPr>
        </p:nvSpPr>
        <p:spPr>
          <a:xfrm>
            <a:off x="4330699" y="4114799"/>
            <a:ext cx="3530601" cy="217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12">
            <a:extLst>
              <a:ext uri="{FF2B5EF4-FFF2-40B4-BE49-F238E27FC236}">
                <a16:creationId xmlns:a16="http://schemas.microsoft.com/office/drawing/2014/main" id="{1E944DCE-BD3F-5994-51CD-692924824449}"/>
              </a:ext>
              <a:ext uri="{C183D7F6-B498-43B3-948B-1728B52AA6E4}">
                <adec:decorative xmlns:adec="http://schemas.microsoft.com/office/drawing/2017/decorative" val="1"/>
              </a:ext>
            </a:extLst>
          </p:cNvPr>
          <p:cNvSpPr>
            <a:spLocks noGrp="1"/>
          </p:cNvSpPr>
          <p:nvPr>
            <p:ph type="pic" sz="quarter" idx="19" hasCustomPrompt="1"/>
          </p:nvPr>
        </p:nvSpPr>
        <p:spPr>
          <a:xfrm>
            <a:off x="571499" y="2947759"/>
            <a:ext cx="914400" cy="914400"/>
          </a:xfrm>
        </p:spPr>
        <p:txBody>
          <a:bodyPr/>
          <a:lstStyle>
            <a:lvl1pPr marL="0" indent="0">
              <a:lnSpc>
                <a:spcPct val="90000"/>
              </a:lnSpc>
              <a:buNone/>
              <a:defRPr sz="1100" b="1">
                <a:solidFill>
                  <a:schemeClr val="accent1"/>
                </a:solidFill>
              </a:defRPr>
            </a:lvl1pPr>
          </a:lstStyle>
          <a:p>
            <a:r>
              <a:rPr lang="en-US"/>
              <a:t>Click placeholder and paste icon</a:t>
            </a:r>
          </a:p>
        </p:txBody>
      </p:sp>
      <p:sp>
        <p:nvSpPr>
          <p:cNvPr id="15" name="Picture Placeholder 12">
            <a:extLst>
              <a:ext uri="{FF2B5EF4-FFF2-40B4-BE49-F238E27FC236}">
                <a16:creationId xmlns:a16="http://schemas.microsoft.com/office/drawing/2014/main" id="{94E4368B-BFE1-F75C-8C3E-DE2A86940FED}"/>
              </a:ext>
              <a:ext uri="{C183D7F6-B498-43B3-948B-1728B52AA6E4}">
                <adec:decorative xmlns:adec="http://schemas.microsoft.com/office/drawing/2017/decorative" val="1"/>
              </a:ext>
            </a:extLst>
          </p:cNvPr>
          <p:cNvSpPr>
            <a:spLocks noGrp="1"/>
          </p:cNvSpPr>
          <p:nvPr>
            <p:ph type="pic" sz="quarter" idx="20" hasCustomPrompt="1"/>
          </p:nvPr>
        </p:nvSpPr>
        <p:spPr>
          <a:xfrm>
            <a:off x="4330699" y="2947759"/>
            <a:ext cx="914400" cy="914400"/>
          </a:xfrm>
        </p:spPr>
        <p:txBody>
          <a:bodyPr/>
          <a:lstStyle>
            <a:lvl1pPr marL="0" indent="0">
              <a:lnSpc>
                <a:spcPct val="90000"/>
              </a:lnSpc>
              <a:buNone/>
              <a:defRPr sz="1100" b="1">
                <a:solidFill>
                  <a:schemeClr val="accent1"/>
                </a:solidFill>
              </a:defRPr>
            </a:lvl1pPr>
          </a:lstStyle>
          <a:p>
            <a:r>
              <a:rPr lang="en-US"/>
              <a:t>Click placeholder and paste icon</a:t>
            </a:r>
          </a:p>
        </p:txBody>
      </p:sp>
      <p:sp>
        <p:nvSpPr>
          <p:cNvPr id="3" name="Footer Placeholder 2">
            <a:extLst>
              <a:ext uri="{FF2B5EF4-FFF2-40B4-BE49-F238E27FC236}">
                <a16:creationId xmlns:a16="http://schemas.microsoft.com/office/drawing/2014/main" id="{B52A9230-F1FC-C523-A53B-9667414B381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C55ECD6A-8E2E-A223-3E39-72993526B860}"/>
              </a:ext>
              <a:ext uri="{C183D7F6-B498-43B3-948B-1728B52AA6E4}">
                <adec:decorative xmlns:adec="http://schemas.microsoft.com/office/drawing/2017/decorative" val="1"/>
              </a:ext>
            </a:extLst>
          </p:cNvPr>
          <p:cNvSpPr>
            <a:spLocks noGrp="1"/>
          </p:cNvSpPr>
          <p:nvPr>
            <p:ph type="dt" sz="half" idx="11"/>
          </p:nvPr>
        </p:nvSpPr>
        <p:spPr/>
        <p:txBody>
          <a:bodyPr/>
          <a:lstStyle/>
          <a:p>
            <a:fld id="{C1F2051F-B99E-43D1-BA66-EAD627E85373}" type="datetimeyyyy">
              <a:rPr lang="en-US" smtClean="0"/>
              <a:t>2026</a:t>
            </a:fld>
            <a:endParaRPr lang="en-US"/>
          </a:p>
        </p:txBody>
      </p:sp>
      <p:sp>
        <p:nvSpPr>
          <p:cNvPr id="5" name="Slide Number Placeholder 4">
            <a:extLst>
              <a:ext uri="{FF2B5EF4-FFF2-40B4-BE49-F238E27FC236}">
                <a16:creationId xmlns:a16="http://schemas.microsoft.com/office/drawing/2014/main" id="{65356671-D16F-7EC8-7C74-947979083AD6}"/>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79346057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 Column 1/4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F44A8-AD82-4AF7-203E-212BBB52AAAD}"/>
              </a:ext>
            </a:extLst>
          </p:cNvPr>
          <p:cNvSpPr>
            <a:spLocks noGrp="1"/>
          </p:cNvSpPr>
          <p:nvPr>
            <p:ph type="title"/>
          </p:nvPr>
        </p:nvSpPr>
        <p:spPr>
          <a:xfrm>
            <a:off x="571500" y="571500"/>
            <a:ext cx="7285037" cy="990600"/>
          </a:xfrm>
        </p:spPr>
        <p:txBody>
          <a:bodyPr/>
          <a:lstStyle/>
          <a:p>
            <a:r>
              <a:rPr lang="en-US"/>
              <a:t>Click to edit Master title style</a:t>
            </a:r>
          </a:p>
        </p:txBody>
      </p:sp>
      <p:sp>
        <p:nvSpPr>
          <p:cNvPr id="6" name="Text Placeholder 11">
            <a:extLst>
              <a:ext uri="{FF2B5EF4-FFF2-40B4-BE49-F238E27FC236}">
                <a16:creationId xmlns:a16="http://schemas.microsoft.com/office/drawing/2014/main" id="{6096F732-E72A-840F-3D79-7051722E0480}"/>
              </a:ext>
            </a:extLst>
          </p:cNvPr>
          <p:cNvSpPr>
            <a:spLocks noGrp="1"/>
          </p:cNvSpPr>
          <p:nvPr>
            <p:ph type="body" sz="quarter" idx="13"/>
          </p:nvPr>
        </p:nvSpPr>
        <p:spPr>
          <a:xfrm>
            <a:off x="571500" y="1752600"/>
            <a:ext cx="7285037"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Text Placeholder 32">
            <a:extLst>
              <a:ext uri="{FF2B5EF4-FFF2-40B4-BE49-F238E27FC236}">
                <a16:creationId xmlns:a16="http://schemas.microsoft.com/office/drawing/2014/main" id="{1FDEFD3A-5D85-2A44-25C8-737F5901F4FF}"/>
              </a:ext>
            </a:extLst>
          </p:cNvPr>
          <p:cNvSpPr>
            <a:spLocks noGrp="1"/>
          </p:cNvSpPr>
          <p:nvPr>
            <p:ph type="body" sz="quarter" idx="16"/>
          </p:nvPr>
        </p:nvSpPr>
        <p:spPr>
          <a:xfrm>
            <a:off x="571499" y="2933700"/>
            <a:ext cx="3530601" cy="3352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32">
            <a:extLst>
              <a:ext uri="{FF2B5EF4-FFF2-40B4-BE49-F238E27FC236}">
                <a16:creationId xmlns:a16="http://schemas.microsoft.com/office/drawing/2014/main" id="{38B2091C-8A4F-4EAE-4E71-3B0D8175E6A8}"/>
              </a:ext>
            </a:extLst>
          </p:cNvPr>
          <p:cNvSpPr>
            <a:spLocks noGrp="1"/>
          </p:cNvSpPr>
          <p:nvPr>
            <p:ph type="body" sz="quarter" idx="17"/>
          </p:nvPr>
        </p:nvSpPr>
        <p:spPr>
          <a:xfrm>
            <a:off x="4330699" y="2933700"/>
            <a:ext cx="3530601" cy="3352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28">
            <a:extLst>
              <a:ext uri="{FF2B5EF4-FFF2-40B4-BE49-F238E27FC236}">
                <a16:creationId xmlns:a16="http://schemas.microsoft.com/office/drawing/2014/main" id="{49CF629A-7AF3-66CD-0D32-3BE10848832C}"/>
              </a:ext>
              <a:ext uri="{C183D7F6-B498-43B3-948B-1728B52AA6E4}">
                <adec:decorative xmlns:adec="http://schemas.microsoft.com/office/drawing/2017/decorative" val="0"/>
              </a:ext>
            </a:extLst>
          </p:cNvPr>
          <p:cNvSpPr>
            <a:spLocks noGrp="1"/>
          </p:cNvSpPr>
          <p:nvPr>
            <p:ph type="pic" sz="quarter" idx="24"/>
          </p:nvPr>
        </p:nvSpPr>
        <p:spPr>
          <a:xfrm>
            <a:off x="9029700" y="0"/>
            <a:ext cx="3162300" cy="6858000"/>
          </a:xfrm>
          <a:custGeom>
            <a:avLst/>
            <a:gdLst>
              <a:gd name="connsiteX0" fmla="*/ 727770 w 3162300"/>
              <a:gd name="connsiteY0" fmla="*/ 0 h 6858000"/>
              <a:gd name="connsiteX1" fmla="*/ 3162300 w 3162300"/>
              <a:gd name="connsiteY1" fmla="*/ 0 h 6858000"/>
              <a:gd name="connsiteX2" fmla="*/ 3162300 w 3162300"/>
              <a:gd name="connsiteY2" fmla="*/ 6858000 h 6858000"/>
              <a:gd name="connsiteX3" fmla="*/ 0 w 3162300"/>
              <a:gd name="connsiteY3" fmla="*/ 6858000 h 6858000"/>
              <a:gd name="connsiteX4" fmla="*/ 0 w 3162300"/>
              <a:gd name="connsiteY4" fmla="*/ 727733 h 6858000"/>
              <a:gd name="connsiteX5" fmla="*/ 3755 w 3162300"/>
              <a:gd name="connsiteY5" fmla="*/ 653362 h 6858000"/>
              <a:gd name="connsiteX6" fmla="*/ 727770 w 3162300"/>
              <a:gd name="connsiteY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62300" h="6858000">
                <a:moveTo>
                  <a:pt x="727770" y="0"/>
                </a:moveTo>
                <a:lnTo>
                  <a:pt x="3162300" y="0"/>
                </a:lnTo>
                <a:lnTo>
                  <a:pt x="3162300" y="6858000"/>
                </a:lnTo>
                <a:lnTo>
                  <a:pt x="0" y="6858000"/>
                </a:lnTo>
                <a:lnTo>
                  <a:pt x="0" y="727733"/>
                </a:lnTo>
                <a:lnTo>
                  <a:pt x="3755" y="653362"/>
                </a:lnTo>
                <a:cubicBezTo>
                  <a:pt x="41025" y="286379"/>
                  <a:pt x="350954" y="0"/>
                  <a:pt x="727770" y="0"/>
                </a:cubicBezTo>
                <a:close/>
              </a:path>
            </a:pathLst>
          </a:custGeom>
        </p:spPr>
        <p:txBody>
          <a:bodyPr wrap="square">
            <a:noAutofit/>
          </a:bodyPr>
          <a:lstStyle>
            <a:lvl1pPr marL="0" indent="0" algn="r">
              <a:buNone/>
              <a:defRPr/>
            </a:lvl1pPr>
          </a:lstStyle>
          <a:p>
            <a:r>
              <a:rPr lang="en-US"/>
              <a:t>Click icon to add picture</a:t>
            </a:r>
          </a:p>
        </p:txBody>
      </p:sp>
      <p:sp>
        <p:nvSpPr>
          <p:cNvPr id="3" name="Footer Placeholder 2">
            <a:extLst>
              <a:ext uri="{FF2B5EF4-FFF2-40B4-BE49-F238E27FC236}">
                <a16:creationId xmlns:a16="http://schemas.microsoft.com/office/drawing/2014/main" id="{B52A9230-F1FC-C523-A53B-9667414B381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C55ECD6A-8E2E-A223-3E39-72993526B860}"/>
              </a:ext>
              <a:ext uri="{C183D7F6-B498-43B3-948B-1728B52AA6E4}">
                <adec:decorative xmlns:adec="http://schemas.microsoft.com/office/drawing/2017/decorative" val="1"/>
              </a:ext>
            </a:extLst>
          </p:cNvPr>
          <p:cNvSpPr>
            <a:spLocks noGrp="1"/>
          </p:cNvSpPr>
          <p:nvPr>
            <p:ph type="dt" sz="half" idx="11"/>
          </p:nvPr>
        </p:nvSpPr>
        <p:spPr/>
        <p:txBody>
          <a:bodyPr/>
          <a:lstStyle/>
          <a:p>
            <a:fld id="{1406CC75-83FE-41F5-AD12-F41B02F537B4}" type="datetimeyyyy">
              <a:rPr lang="en-US" smtClean="0"/>
              <a:t>2026</a:t>
            </a:fld>
            <a:endParaRPr lang="en-US"/>
          </a:p>
        </p:txBody>
      </p:sp>
      <p:sp>
        <p:nvSpPr>
          <p:cNvPr id="5" name="Slide Number Placeholder 4">
            <a:extLst>
              <a:ext uri="{FF2B5EF4-FFF2-40B4-BE49-F238E27FC236}">
                <a16:creationId xmlns:a16="http://schemas.microsoft.com/office/drawing/2014/main" id="{65356671-D16F-7EC8-7C74-947979083AD6}"/>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386707681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umns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AACBF-6D40-5AA4-5BDF-2C861821D128}"/>
              </a:ext>
            </a:extLst>
          </p:cNvPr>
          <p:cNvSpPr>
            <a:spLocks noGrp="1"/>
          </p:cNvSpPr>
          <p:nvPr>
            <p:ph type="title"/>
          </p:nvPr>
        </p:nvSpPr>
        <p:spPr>
          <a:xfrm>
            <a:off x="571500" y="571501"/>
            <a:ext cx="11049000" cy="454550"/>
          </a:xfrm>
        </p:spPr>
        <p:txBody>
          <a:bodyPr/>
          <a:lstStyle/>
          <a:p>
            <a:r>
              <a:rPr lang="en-US"/>
              <a:t>Click to edit Master title style</a:t>
            </a:r>
          </a:p>
        </p:txBody>
      </p:sp>
      <p:sp>
        <p:nvSpPr>
          <p:cNvPr id="13" name="Text Placeholder 11">
            <a:extLst>
              <a:ext uri="{FF2B5EF4-FFF2-40B4-BE49-F238E27FC236}">
                <a16:creationId xmlns:a16="http://schemas.microsoft.com/office/drawing/2014/main" id="{C818C551-152F-2103-3EE7-3B2D997C9840}"/>
              </a:ext>
            </a:extLst>
          </p:cNvPr>
          <p:cNvSpPr>
            <a:spLocks noGrp="1"/>
          </p:cNvSpPr>
          <p:nvPr>
            <p:ph type="body" sz="quarter" idx="13"/>
          </p:nvPr>
        </p:nvSpPr>
        <p:spPr>
          <a:xfrm>
            <a:off x="571500" y="1158420"/>
            <a:ext cx="11049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14" name="Text Placeholder 30">
            <a:extLst>
              <a:ext uri="{FF2B5EF4-FFF2-40B4-BE49-F238E27FC236}">
                <a16:creationId xmlns:a16="http://schemas.microsoft.com/office/drawing/2014/main" id="{B330C6E8-74AC-027F-4137-DDDB3B919DD4}"/>
              </a:ext>
            </a:extLst>
          </p:cNvPr>
          <p:cNvSpPr>
            <a:spLocks noGrp="1"/>
          </p:cNvSpPr>
          <p:nvPr>
            <p:ph type="body" sz="quarter" idx="15"/>
          </p:nvPr>
        </p:nvSpPr>
        <p:spPr>
          <a:xfrm>
            <a:off x="571500" y="2944981"/>
            <a:ext cx="2790012" cy="460545"/>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5" name="Text Placeholder 32">
            <a:extLst>
              <a:ext uri="{FF2B5EF4-FFF2-40B4-BE49-F238E27FC236}">
                <a16:creationId xmlns:a16="http://schemas.microsoft.com/office/drawing/2014/main" id="{D83F64D3-BC10-CDE1-A07C-0E1F9785B35D}"/>
              </a:ext>
            </a:extLst>
          </p:cNvPr>
          <p:cNvSpPr>
            <a:spLocks noGrp="1"/>
          </p:cNvSpPr>
          <p:nvPr>
            <p:ph type="body" sz="quarter" idx="16"/>
          </p:nvPr>
        </p:nvSpPr>
        <p:spPr>
          <a:xfrm>
            <a:off x="571500" y="3537896"/>
            <a:ext cx="2800646" cy="27486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0">
            <a:extLst>
              <a:ext uri="{FF2B5EF4-FFF2-40B4-BE49-F238E27FC236}">
                <a16:creationId xmlns:a16="http://schemas.microsoft.com/office/drawing/2014/main" id="{285225B3-273F-7279-EB8A-741B150620CE}"/>
              </a:ext>
            </a:extLst>
          </p:cNvPr>
          <p:cNvSpPr>
            <a:spLocks noGrp="1"/>
          </p:cNvSpPr>
          <p:nvPr>
            <p:ph type="body" sz="quarter" idx="17"/>
          </p:nvPr>
        </p:nvSpPr>
        <p:spPr>
          <a:xfrm>
            <a:off x="4342368" y="2944981"/>
            <a:ext cx="2790012" cy="460545"/>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7" name="Text Placeholder 32">
            <a:extLst>
              <a:ext uri="{FF2B5EF4-FFF2-40B4-BE49-F238E27FC236}">
                <a16:creationId xmlns:a16="http://schemas.microsoft.com/office/drawing/2014/main" id="{4D4D2E13-2787-F1B2-E5AE-1D85E0E1A10C}"/>
              </a:ext>
            </a:extLst>
          </p:cNvPr>
          <p:cNvSpPr>
            <a:spLocks noGrp="1"/>
          </p:cNvSpPr>
          <p:nvPr>
            <p:ph type="body" sz="quarter" idx="18"/>
          </p:nvPr>
        </p:nvSpPr>
        <p:spPr>
          <a:xfrm>
            <a:off x="4342368" y="3537896"/>
            <a:ext cx="2800646" cy="27486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30">
            <a:extLst>
              <a:ext uri="{FF2B5EF4-FFF2-40B4-BE49-F238E27FC236}">
                <a16:creationId xmlns:a16="http://schemas.microsoft.com/office/drawing/2014/main" id="{4AC21DC7-D60D-0236-284B-EEDFCD026BF8}"/>
              </a:ext>
            </a:extLst>
          </p:cNvPr>
          <p:cNvSpPr>
            <a:spLocks noGrp="1"/>
          </p:cNvSpPr>
          <p:nvPr>
            <p:ph type="body" sz="quarter" idx="19"/>
          </p:nvPr>
        </p:nvSpPr>
        <p:spPr>
          <a:xfrm>
            <a:off x="8089900" y="2944981"/>
            <a:ext cx="2790012" cy="460545"/>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9" name="Text Placeholder 32">
            <a:extLst>
              <a:ext uri="{FF2B5EF4-FFF2-40B4-BE49-F238E27FC236}">
                <a16:creationId xmlns:a16="http://schemas.microsoft.com/office/drawing/2014/main" id="{E58BEA09-D3EA-AF02-14FF-FB6E0CD6889D}"/>
              </a:ext>
            </a:extLst>
          </p:cNvPr>
          <p:cNvSpPr>
            <a:spLocks noGrp="1"/>
          </p:cNvSpPr>
          <p:nvPr>
            <p:ph type="body" sz="quarter" idx="20"/>
          </p:nvPr>
        </p:nvSpPr>
        <p:spPr>
          <a:xfrm>
            <a:off x="8089900" y="3537896"/>
            <a:ext cx="2800646" cy="27486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Picture Placeholder 12">
            <a:extLst>
              <a:ext uri="{FF2B5EF4-FFF2-40B4-BE49-F238E27FC236}">
                <a16:creationId xmlns:a16="http://schemas.microsoft.com/office/drawing/2014/main" id="{38387850-D4C4-CFC2-9884-391073D7ACF7}"/>
              </a:ext>
              <a:ext uri="{C183D7F6-B498-43B3-948B-1728B52AA6E4}">
                <adec:decorative xmlns:adec="http://schemas.microsoft.com/office/drawing/2017/decorative" val="1"/>
              </a:ext>
            </a:extLst>
          </p:cNvPr>
          <p:cNvSpPr>
            <a:spLocks noGrp="1"/>
          </p:cNvSpPr>
          <p:nvPr>
            <p:ph type="pic" sz="quarter" idx="21" hasCustomPrompt="1"/>
          </p:nvPr>
        </p:nvSpPr>
        <p:spPr>
          <a:xfrm>
            <a:off x="571499" y="2053902"/>
            <a:ext cx="914400" cy="914400"/>
          </a:xfrm>
        </p:spPr>
        <p:txBody>
          <a:bodyPr/>
          <a:lstStyle>
            <a:lvl1pPr marL="0" indent="0">
              <a:lnSpc>
                <a:spcPct val="90000"/>
              </a:lnSpc>
              <a:buNone/>
              <a:defRPr sz="1100" b="1">
                <a:solidFill>
                  <a:schemeClr val="accent1"/>
                </a:solidFill>
              </a:defRPr>
            </a:lvl1pPr>
          </a:lstStyle>
          <a:p>
            <a:r>
              <a:rPr lang="en-US"/>
              <a:t>Click placeholder and paste icon</a:t>
            </a:r>
          </a:p>
        </p:txBody>
      </p:sp>
      <p:sp>
        <p:nvSpPr>
          <p:cNvPr id="22" name="Picture Placeholder 12">
            <a:extLst>
              <a:ext uri="{FF2B5EF4-FFF2-40B4-BE49-F238E27FC236}">
                <a16:creationId xmlns:a16="http://schemas.microsoft.com/office/drawing/2014/main" id="{775C6465-934F-ACEA-12FC-D1028AC527BD}"/>
              </a:ext>
              <a:ext uri="{C183D7F6-B498-43B3-948B-1728B52AA6E4}">
                <adec:decorative xmlns:adec="http://schemas.microsoft.com/office/drawing/2017/decorative" val="1"/>
              </a:ext>
            </a:extLst>
          </p:cNvPr>
          <p:cNvSpPr>
            <a:spLocks noGrp="1"/>
          </p:cNvSpPr>
          <p:nvPr>
            <p:ph type="pic" sz="quarter" idx="22" hasCustomPrompt="1"/>
          </p:nvPr>
        </p:nvSpPr>
        <p:spPr>
          <a:xfrm>
            <a:off x="4342368" y="2053902"/>
            <a:ext cx="914400" cy="914400"/>
          </a:xfrm>
        </p:spPr>
        <p:txBody>
          <a:bodyPr/>
          <a:lstStyle>
            <a:lvl1pPr marL="0" indent="0">
              <a:lnSpc>
                <a:spcPct val="90000"/>
              </a:lnSpc>
              <a:buNone/>
              <a:defRPr sz="1100" b="1">
                <a:solidFill>
                  <a:schemeClr val="accent1"/>
                </a:solidFill>
              </a:defRPr>
            </a:lvl1pPr>
          </a:lstStyle>
          <a:p>
            <a:r>
              <a:rPr lang="en-US"/>
              <a:t>Click placeholder and paste icon</a:t>
            </a:r>
          </a:p>
        </p:txBody>
      </p:sp>
      <p:sp>
        <p:nvSpPr>
          <p:cNvPr id="23" name="Picture Placeholder 12">
            <a:extLst>
              <a:ext uri="{FF2B5EF4-FFF2-40B4-BE49-F238E27FC236}">
                <a16:creationId xmlns:a16="http://schemas.microsoft.com/office/drawing/2014/main" id="{0EDE01F0-DBB5-382D-6E34-A289FEEDBB73}"/>
              </a:ext>
              <a:ext uri="{C183D7F6-B498-43B3-948B-1728B52AA6E4}">
                <adec:decorative xmlns:adec="http://schemas.microsoft.com/office/drawing/2017/decorative" val="1"/>
              </a:ext>
            </a:extLst>
          </p:cNvPr>
          <p:cNvSpPr>
            <a:spLocks noGrp="1"/>
          </p:cNvSpPr>
          <p:nvPr>
            <p:ph type="pic" sz="quarter" idx="23" hasCustomPrompt="1"/>
          </p:nvPr>
        </p:nvSpPr>
        <p:spPr>
          <a:xfrm>
            <a:off x="8089900" y="2053902"/>
            <a:ext cx="914400" cy="914400"/>
          </a:xfrm>
        </p:spPr>
        <p:txBody>
          <a:bodyPr/>
          <a:lstStyle>
            <a:lvl1pPr marL="0" indent="0">
              <a:lnSpc>
                <a:spcPct val="90000"/>
              </a:lnSpc>
              <a:buNone/>
              <a:defRPr sz="1100" b="1">
                <a:solidFill>
                  <a:schemeClr val="accent1"/>
                </a:solidFill>
              </a:defRPr>
            </a:lvl1pPr>
          </a:lstStyle>
          <a:p>
            <a:r>
              <a:rPr lang="en-US"/>
              <a:t>Click placeholder and paste icon</a:t>
            </a:r>
          </a:p>
        </p:txBody>
      </p:sp>
      <p:sp>
        <p:nvSpPr>
          <p:cNvPr id="3" name="Footer Placeholder 2">
            <a:extLst>
              <a:ext uri="{FF2B5EF4-FFF2-40B4-BE49-F238E27FC236}">
                <a16:creationId xmlns:a16="http://schemas.microsoft.com/office/drawing/2014/main" id="{40649E68-BC25-D2D1-1D0F-B01C708E1215}"/>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8A3C6947-7372-563F-E959-9B77637A771C}"/>
              </a:ext>
              <a:ext uri="{C183D7F6-B498-43B3-948B-1728B52AA6E4}">
                <adec:decorative xmlns:adec="http://schemas.microsoft.com/office/drawing/2017/decorative" val="1"/>
              </a:ext>
            </a:extLst>
          </p:cNvPr>
          <p:cNvSpPr>
            <a:spLocks noGrp="1"/>
          </p:cNvSpPr>
          <p:nvPr>
            <p:ph type="dt" sz="half" idx="11"/>
          </p:nvPr>
        </p:nvSpPr>
        <p:spPr/>
        <p:txBody>
          <a:bodyPr/>
          <a:lstStyle/>
          <a:p>
            <a:fld id="{88966114-2432-4825-B9DE-9DD8135F3778}" type="datetimeyyyy">
              <a:rPr lang="en-US" smtClean="0"/>
              <a:t>2026</a:t>
            </a:fld>
            <a:endParaRPr lang="en-US"/>
          </a:p>
        </p:txBody>
      </p:sp>
      <p:sp>
        <p:nvSpPr>
          <p:cNvPr id="5" name="Slide Number Placeholder 4">
            <a:extLst>
              <a:ext uri="{FF2B5EF4-FFF2-40B4-BE49-F238E27FC236}">
                <a16:creationId xmlns:a16="http://schemas.microsoft.com/office/drawing/2014/main" id="{329EE3E0-A687-5F1F-65C8-1C61972957C5}"/>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275815044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AACBF-6D40-5AA4-5BDF-2C861821D128}"/>
              </a:ext>
            </a:extLst>
          </p:cNvPr>
          <p:cNvSpPr>
            <a:spLocks noGrp="1"/>
          </p:cNvSpPr>
          <p:nvPr>
            <p:ph type="title"/>
          </p:nvPr>
        </p:nvSpPr>
        <p:spPr>
          <a:xfrm>
            <a:off x="571500" y="571501"/>
            <a:ext cx="11049000" cy="454550"/>
          </a:xfrm>
        </p:spPr>
        <p:txBody>
          <a:bodyPr/>
          <a:lstStyle/>
          <a:p>
            <a:r>
              <a:rPr lang="en-US"/>
              <a:t>Click to edit Master title style</a:t>
            </a:r>
          </a:p>
        </p:txBody>
      </p:sp>
      <p:sp>
        <p:nvSpPr>
          <p:cNvPr id="13" name="Text Placeholder 11">
            <a:extLst>
              <a:ext uri="{FF2B5EF4-FFF2-40B4-BE49-F238E27FC236}">
                <a16:creationId xmlns:a16="http://schemas.microsoft.com/office/drawing/2014/main" id="{C818C551-152F-2103-3EE7-3B2D997C9840}"/>
              </a:ext>
            </a:extLst>
          </p:cNvPr>
          <p:cNvSpPr>
            <a:spLocks noGrp="1"/>
          </p:cNvSpPr>
          <p:nvPr>
            <p:ph type="body" sz="quarter" idx="13"/>
          </p:nvPr>
        </p:nvSpPr>
        <p:spPr>
          <a:xfrm>
            <a:off x="571500" y="1158420"/>
            <a:ext cx="11049000" cy="956604"/>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14" name="Text Placeholder 30">
            <a:extLst>
              <a:ext uri="{FF2B5EF4-FFF2-40B4-BE49-F238E27FC236}">
                <a16:creationId xmlns:a16="http://schemas.microsoft.com/office/drawing/2014/main" id="{B330C6E8-74AC-027F-4137-DDDB3B919DD4}"/>
              </a:ext>
            </a:extLst>
          </p:cNvPr>
          <p:cNvSpPr>
            <a:spLocks noGrp="1"/>
          </p:cNvSpPr>
          <p:nvPr>
            <p:ph type="body" sz="quarter" idx="15"/>
          </p:nvPr>
        </p:nvSpPr>
        <p:spPr>
          <a:xfrm>
            <a:off x="571500" y="2342179"/>
            <a:ext cx="2790012" cy="401022"/>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5" name="Text Placeholder 32">
            <a:extLst>
              <a:ext uri="{FF2B5EF4-FFF2-40B4-BE49-F238E27FC236}">
                <a16:creationId xmlns:a16="http://schemas.microsoft.com/office/drawing/2014/main" id="{D83F64D3-BC10-CDE1-A07C-0E1F9785B35D}"/>
              </a:ext>
            </a:extLst>
          </p:cNvPr>
          <p:cNvSpPr>
            <a:spLocks noGrp="1"/>
          </p:cNvSpPr>
          <p:nvPr>
            <p:ph type="body" sz="quarter" idx="16"/>
          </p:nvPr>
        </p:nvSpPr>
        <p:spPr>
          <a:xfrm>
            <a:off x="571500" y="2935092"/>
            <a:ext cx="2800646" cy="33514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0">
            <a:extLst>
              <a:ext uri="{FF2B5EF4-FFF2-40B4-BE49-F238E27FC236}">
                <a16:creationId xmlns:a16="http://schemas.microsoft.com/office/drawing/2014/main" id="{285225B3-273F-7279-EB8A-741B150620CE}"/>
              </a:ext>
            </a:extLst>
          </p:cNvPr>
          <p:cNvSpPr>
            <a:spLocks noGrp="1"/>
          </p:cNvSpPr>
          <p:nvPr>
            <p:ph type="body" sz="quarter" idx="17"/>
          </p:nvPr>
        </p:nvSpPr>
        <p:spPr>
          <a:xfrm>
            <a:off x="4342368" y="2342179"/>
            <a:ext cx="2790012" cy="401022"/>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7" name="Text Placeholder 32">
            <a:extLst>
              <a:ext uri="{FF2B5EF4-FFF2-40B4-BE49-F238E27FC236}">
                <a16:creationId xmlns:a16="http://schemas.microsoft.com/office/drawing/2014/main" id="{4D4D2E13-2787-F1B2-E5AE-1D85E0E1A10C}"/>
              </a:ext>
            </a:extLst>
          </p:cNvPr>
          <p:cNvSpPr>
            <a:spLocks noGrp="1"/>
          </p:cNvSpPr>
          <p:nvPr>
            <p:ph type="body" sz="quarter" idx="18"/>
          </p:nvPr>
        </p:nvSpPr>
        <p:spPr>
          <a:xfrm>
            <a:off x="4342368" y="2935092"/>
            <a:ext cx="2800646" cy="33514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30">
            <a:extLst>
              <a:ext uri="{FF2B5EF4-FFF2-40B4-BE49-F238E27FC236}">
                <a16:creationId xmlns:a16="http://schemas.microsoft.com/office/drawing/2014/main" id="{4AC21DC7-D60D-0236-284B-EEDFCD026BF8}"/>
              </a:ext>
            </a:extLst>
          </p:cNvPr>
          <p:cNvSpPr>
            <a:spLocks noGrp="1"/>
          </p:cNvSpPr>
          <p:nvPr>
            <p:ph type="body" sz="quarter" idx="19"/>
          </p:nvPr>
        </p:nvSpPr>
        <p:spPr>
          <a:xfrm>
            <a:off x="8089900" y="2342179"/>
            <a:ext cx="2790012" cy="401022"/>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9" name="Text Placeholder 32">
            <a:extLst>
              <a:ext uri="{FF2B5EF4-FFF2-40B4-BE49-F238E27FC236}">
                <a16:creationId xmlns:a16="http://schemas.microsoft.com/office/drawing/2014/main" id="{E58BEA09-D3EA-AF02-14FF-FB6E0CD6889D}"/>
              </a:ext>
            </a:extLst>
          </p:cNvPr>
          <p:cNvSpPr>
            <a:spLocks noGrp="1"/>
          </p:cNvSpPr>
          <p:nvPr>
            <p:ph type="body" sz="quarter" idx="20"/>
          </p:nvPr>
        </p:nvSpPr>
        <p:spPr>
          <a:xfrm>
            <a:off x="8089900" y="2935092"/>
            <a:ext cx="2800646" cy="33514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40649E68-BC25-D2D1-1D0F-B01C708E1215}"/>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8A3C6947-7372-563F-E959-9B77637A771C}"/>
              </a:ext>
              <a:ext uri="{C183D7F6-B498-43B3-948B-1728B52AA6E4}">
                <adec:decorative xmlns:adec="http://schemas.microsoft.com/office/drawing/2017/decorative" val="1"/>
              </a:ext>
            </a:extLst>
          </p:cNvPr>
          <p:cNvSpPr>
            <a:spLocks noGrp="1"/>
          </p:cNvSpPr>
          <p:nvPr>
            <p:ph type="dt" sz="half" idx="11"/>
          </p:nvPr>
        </p:nvSpPr>
        <p:spPr/>
        <p:txBody>
          <a:bodyPr/>
          <a:lstStyle/>
          <a:p>
            <a:fld id="{B62A884F-2D3B-4906-A93D-BA8920D5E7AD}" type="datetimeyyyy">
              <a:rPr lang="en-US" smtClean="0"/>
              <a:t>2026</a:t>
            </a:fld>
            <a:endParaRPr lang="en-US"/>
          </a:p>
        </p:txBody>
      </p:sp>
      <p:sp>
        <p:nvSpPr>
          <p:cNvPr id="5" name="Slide Number Placeholder 4">
            <a:extLst>
              <a:ext uri="{FF2B5EF4-FFF2-40B4-BE49-F238E27FC236}">
                <a16:creationId xmlns:a16="http://schemas.microsoft.com/office/drawing/2014/main" id="{329EE3E0-A687-5F1F-65C8-1C61972957C5}"/>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127856227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 Columns">
    <p:spTree>
      <p:nvGrpSpPr>
        <p:cNvPr id="1" name=""/>
        <p:cNvGrpSpPr/>
        <p:nvPr/>
      </p:nvGrpSpPr>
      <p:grpSpPr>
        <a:xfrm>
          <a:off x="0" y="0"/>
          <a:ext cx="0" cy="0"/>
          <a:chOff x="0" y="0"/>
          <a:chExt cx="0" cy="0"/>
        </a:xfrm>
      </p:grpSpPr>
      <p:sp>
        <p:nvSpPr>
          <p:cNvPr id="23" name="Title 6">
            <a:extLst>
              <a:ext uri="{FF2B5EF4-FFF2-40B4-BE49-F238E27FC236}">
                <a16:creationId xmlns:a16="http://schemas.microsoft.com/office/drawing/2014/main" id="{0091A866-C45E-09D3-028F-31000BAE4888}"/>
              </a:ext>
            </a:extLst>
          </p:cNvPr>
          <p:cNvSpPr>
            <a:spLocks noGrp="1"/>
          </p:cNvSpPr>
          <p:nvPr>
            <p:ph type="title"/>
          </p:nvPr>
        </p:nvSpPr>
        <p:spPr>
          <a:xfrm>
            <a:off x="571500" y="571501"/>
            <a:ext cx="11049000" cy="990600"/>
          </a:xfrm>
        </p:spPr>
        <p:txBody>
          <a:bodyPr/>
          <a:lstStyle/>
          <a:p>
            <a:r>
              <a:rPr lang="en-US"/>
              <a:t>Click to edit Master title style</a:t>
            </a:r>
          </a:p>
        </p:txBody>
      </p:sp>
      <p:sp>
        <p:nvSpPr>
          <p:cNvPr id="22" name="Text Placeholder 11">
            <a:extLst>
              <a:ext uri="{FF2B5EF4-FFF2-40B4-BE49-F238E27FC236}">
                <a16:creationId xmlns:a16="http://schemas.microsoft.com/office/drawing/2014/main" id="{069ABE66-0172-A4A5-8CD5-A84CFD199B7D}"/>
              </a:ext>
            </a:extLst>
          </p:cNvPr>
          <p:cNvSpPr>
            <a:spLocks noGrp="1"/>
          </p:cNvSpPr>
          <p:nvPr>
            <p:ph type="body" sz="quarter" idx="13"/>
          </p:nvPr>
        </p:nvSpPr>
        <p:spPr>
          <a:xfrm>
            <a:off x="571500" y="1752601"/>
            <a:ext cx="11049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14" name="Text Placeholder 30">
            <a:extLst>
              <a:ext uri="{FF2B5EF4-FFF2-40B4-BE49-F238E27FC236}">
                <a16:creationId xmlns:a16="http://schemas.microsoft.com/office/drawing/2014/main" id="{B330C6E8-74AC-027F-4137-DDDB3B919DD4}"/>
              </a:ext>
            </a:extLst>
          </p:cNvPr>
          <p:cNvSpPr>
            <a:spLocks noGrp="1"/>
          </p:cNvSpPr>
          <p:nvPr>
            <p:ph type="body" sz="quarter" idx="15"/>
          </p:nvPr>
        </p:nvSpPr>
        <p:spPr>
          <a:xfrm>
            <a:off x="571500" y="2933701"/>
            <a:ext cx="2220387" cy="495299"/>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5" name="Text Placeholder 32">
            <a:extLst>
              <a:ext uri="{FF2B5EF4-FFF2-40B4-BE49-F238E27FC236}">
                <a16:creationId xmlns:a16="http://schemas.microsoft.com/office/drawing/2014/main" id="{D83F64D3-BC10-CDE1-A07C-0E1F9785B35D}"/>
              </a:ext>
            </a:extLst>
          </p:cNvPr>
          <p:cNvSpPr>
            <a:spLocks noGrp="1"/>
          </p:cNvSpPr>
          <p:nvPr>
            <p:ph type="body" sz="quarter" idx="16"/>
          </p:nvPr>
        </p:nvSpPr>
        <p:spPr>
          <a:xfrm>
            <a:off x="571500" y="3670852"/>
            <a:ext cx="2228850" cy="2615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0">
            <a:extLst>
              <a:ext uri="{FF2B5EF4-FFF2-40B4-BE49-F238E27FC236}">
                <a16:creationId xmlns:a16="http://schemas.microsoft.com/office/drawing/2014/main" id="{285225B3-273F-7279-EB8A-741B150620CE}"/>
              </a:ext>
            </a:extLst>
          </p:cNvPr>
          <p:cNvSpPr>
            <a:spLocks noGrp="1"/>
          </p:cNvSpPr>
          <p:nvPr>
            <p:ph type="body" sz="quarter" idx="17"/>
          </p:nvPr>
        </p:nvSpPr>
        <p:spPr>
          <a:xfrm>
            <a:off x="3420288" y="2933701"/>
            <a:ext cx="2220387" cy="495299"/>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7" name="Text Placeholder 32">
            <a:extLst>
              <a:ext uri="{FF2B5EF4-FFF2-40B4-BE49-F238E27FC236}">
                <a16:creationId xmlns:a16="http://schemas.microsoft.com/office/drawing/2014/main" id="{4D4D2E13-2787-F1B2-E5AE-1D85E0E1A10C}"/>
              </a:ext>
            </a:extLst>
          </p:cNvPr>
          <p:cNvSpPr>
            <a:spLocks noGrp="1"/>
          </p:cNvSpPr>
          <p:nvPr>
            <p:ph type="body" sz="quarter" idx="18"/>
          </p:nvPr>
        </p:nvSpPr>
        <p:spPr>
          <a:xfrm>
            <a:off x="3420288" y="3670852"/>
            <a:ext cx="2228850" cy="2615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30">
            <a:extLst>
              <a:ext uri="{FF2B5EF4-FFF2-40B4-BE49-F238E27FC236}">
                <a16:creationId xmlns:a16="http://schemas.microsoft.com/office/drawing/2014/main" id="{4AC21DC7-D60D-0236-284B-EEDFCD026BF8}"/>
              </a:ext>
            </a:extLst>
          </p:cNvPr>
          <p:cNvSpPr>
            <a:spLocks noGrp="1"/>
          </p:cNvSpPr>
          <p:nvPr>
            <p:ph type="body" sz="quarter" idx="19"/>
          </p:nvPr>
        </p:nvSpPr>
        <p:spPr>
          <a:xfrm>
            <a:off x="6225718" y="2933701"/>
            <a:ext cx="2220387" cy="495299"/>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9" name="Text Placeholder 32">
            <a:extLst>
              <a:ext uri="{FF2B5EF4-FFF2-40B4-BE49-F238E27FC236}">
                <a16:creationId xmlns:a16="http://schemas.microsoft.com/office/drawing/2014/main" id="{E58BEA09-D3EA-AF02-14FF-FB6E0CD6889D}"/>
              </a:ext>
            </a:extLst>
          </p:cNvPr>
          <p:cNvSpPr>
            <a:spLocks noGrp="1"/>
          </p:cNvSpPr>
          <p:nvPr>
            <p:ph type="body" sz="quarter" idx="20"/>
          </p:nvPr>
        </p:nvSpPr>
        <p:spPr>
          <a:xfrm>
            <a:off x="6225718" y="3670852"/>
            <a:ext cx="2228850" cy="2615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0">
            <a:extLst>
              <a:ext uri="{FF2B5EF4-FFF2-40B4-BE49-F238E27FC236}">
                <a16:creationId xmlns:a16="http://schemas.microsoft.com/office/drawing/2014/main" id="{77BA680D-F489-978C-F5CD-6158E522CC5A}"/>
              </a:ext>
            </a:extLst>
          </p:cNvPr>
          <p:cNvSpPr>
            <a:spLocks noGrp="1"/>
          </p:cNvSpPr>
          <p:nvPr>
            <p:ph type="body" sz="quarter" idx="21"/>
          </p:nvPr>
        </p:nvSpPr>
        <p:spPr>
          <a:xfrm>
            <a:off x="9031148" y="2933701"/>
            <a:ext cx="2220387" cy="495299"/>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21" name="Text Placeholder 32">
            <a:extLst>
              <a:ext uri="{FF2B5EF4-FFF2-40B4-BE49-F238E27FC236}">
                <a16:creationId xmlns:a16="http://schemas.microsoft.com/office/drawing/2014/main" id="{08AD6B44-29E7-20A2-4157-96C73CB757D1}"/>
              </a:ext>
            </a:extLst>
          </p:cNvPr>
          <p:cNvSpPr>
            <a:spLocks noGrp="1"/>
          </p:cNvSpPr>
          <p:nvPr>
            <p:ph type="body" sz="quarter" idx="22"/>
          </p:nvPr>
        </p:nvSpPr>
        <p:spPr>
          <a:xfrm>
            <a:off x="9031148" y="3670852"/>
            <a:ext cx="2228850" cy="2615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40649E68-BC25-D2D1-1D0F-B01C708E1215}"/>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8A3C6947-7372-563F-E959-9B77637A771C}"/>
              </a:ext>
              <a:ext uri="{C183D7F6-B498-43B3-948B-1728B52AA6E4}">
                <adec:decorative xmlns:adec="http://schemas.microsoft.com/office/drawing/2017/decorative" val="1"/>
              </a:ext>
            </a:extLst>
          </p:cNvPr>
          <p:cNvSpPr>
            <a:spLocks noGrp="1"/>
          </p:cNvSpPr>
          <p:nvPr>
            <p:ph type="dt" sz="half" idx="11"/>
          </p:nvPr>
        </p:nvSpPr>
        <p:spPr/>
        <p:txBody>
          <a:bodyPr/>
          <a:lstStyle/>
          <a:p>
            <a:fld id="{91619182-094A-423A-8918-33FFBFDD20BE}" type="datetimeyyyy">
              <a:rPr lang="en-US" smtClean="0"/>
              <a:t>2026</a:t>
            </a:fld>
            <a:endParaRPr lang="en-US"/>
          </a:p>
        </p:txBody>
      </p:sp>
      <p:sp>
        <p:nvSpPr>
          <p:cNvPr id="5" name="Slide Number Placeholder 4">
            <a:extLst>
              <a:ext uri="{FF2B5EF4-FFF2-40B4-BE49-F238E27FC236}">
                <a16:creationId xmlns:a16="http://schemas.microsoft.com/office/drawing/2014/main" id="{329EE3E0-A687-5F1F-65C8-1C61972957C5}"/>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19606642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photo_half_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0DD45-DDDF-68D8-A609-7326324CCFFA}"/>
              </a:ext>
            </a:extLst>
          </p:cNvPr>
          <p:cNvSpPr>
            <a:spLocks noGrp="1"/>
          </p:cNvSpPr>
          <p:nvPr>
            <p:ph type="title"/>
          </p:nvPr>
        </p:nvSpPr>
        <p:spPr>
          <a:xfrm>
            <a:off x="571500" y="571500"/>
            <a:ext cx="4698999" cy="1496014"/>
          </a:xfrm>
        </p:spPr>
        <p:txBody>
          <a:bodyPr/>
          <a:lstStyle>
            <a:lvl1pPr>
              <a:defRPr/>
            </a:lvl1pPr>
          </a:lstStyle>
          <a:p>
            <a:r>
              <a:rPr lang="en-US"/>
              <a:t>Click to edit Master title style</a:t>
            </a:r>
          </a:p>
        </p:txBody>
      </p:sp>
      <p:sp>
        <p:nvSpPr>
          <p:cNvPr id="14" name="Text Placeholder 11">
            <a:extLst>
              <a:ext uri="{FF2B5EF4-FFF2-40B4-BE49-F238E27FC236}">
                <a16:creationId xmlns:a16="http://schemas.microsoft.com/office/drawing/2014/main" id="{3922D895-6DAC-3F6B-92F7-49BE4290E8EC}"/>
              </a:ext>
            </a:extLst>
          </p:cNvPr>
          <p:cNvSpPr>
            <a:spLocks noGrp="1"/>
          </p:cNvSpPr>
          <p:nvPr>
            <p:ph type="body" sz="quarter" idx="20"/>
          </p:nvPr>
        </p:nvSpPr>
        <p:spPr>
          <a:xfrm>
            <a:off x="571500" y="2284684"/>
            <a:ext cx="4698999"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Text Placeholder 6">
            <a:extLst>
              <a:ext uri="{FF2B5EF4-FFF2-40B4-BE49-F238E27FC236}">
                <a16:creationId xmlns:a16="http://schemas.microsoft.com/office/drawing/2014/main" id="{43FDA7E4-F9DC-BAAE-7246-750660152250}"/>
              </a:ext>
            </a:extLst>
          </p:cNvPr>
          <p:cNvSpPr>
            <a:spLocks noGrp="1"/>
          </p:cNvSpPr>
          <p:nvPr>
            <p:ph type="body" sz="quarter" idx="21"/>
          </p:nvPr>
        </p:nvSpPr>
        <p:spPr>
          <a:xfrm>
            <a:off x="571500" y="2933700"/>
            <a:ext cx="4698998" cy="3352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9362EC05-C04F-9300-5A42-D37C44DB5F08}"/>
              </a:ext>
              <a:ext uri="{C183D7F6-B498-43B3-948B-1728B52AA6E4}">
                <adec:decorative xmlns:adec="http://schemas.microsoft.com/office/drawing/2017/decorative" val="0"/>
              </a:ext>
            </a:extLst>
          </p:cNvPr>
          <p:cNvSpPr>
            <a:spLocks noGrp="1"/>
          </p:cNvSpPr>
          <p:nvPr>
            <p:ph type="pic" sz="quarter" idx="13"/>
          </p:nvPr>
        </p:nvSpPr>
        <p:spPr>
          <a:xfrm>
            <a:off x="6921500" y="2"/>
            <a:ext cx="5270500" cy="6857998"/>
          </a:xfrm>
          <a:custGeom>
            <a:avLst/>
            <a:gdLst>
              <a:gd name="connsiteX0" fmla="*/ 878414 w 5270500"/>
              <a:gd name="connsiteY0" fmla="*/ 0 h 6857998"/>
              <a:gd name="connsiteX1" fmla="*/ 5270500 w 5270500"/>
              <a:gd name="connsiteY1" fmla="*/ 0 h 6857998"/>
              <a:gd name="connsiteX2" fmla="*/ 5270500 w 5270500"/>
              <a:gd name="connsiteY2" fmla="*/ 6857998 h 6857998"/>
              <a:gd name="connsiteX3" fmla="*/ 0 w 5270500"/>
              <a:gd name="connsiteY3" fmla="*/ 6857998 h 6857998"/>
              <a:gd name="connsiteX4" fmla="*/ 0 w 5270500"/>
              <a:gd name="connsiteY4" fmla="*/ 878432 h 6857998"/>
              <a:gd name="connsiteX5" fmla="*/ 701399 w 5270500"/>
              <a:gd name="connsiteY5" fmla="*/ 17845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70500" h="6857998">
                <a:moveTo>
                  <a:pt x="878414" y="0"/>
                </a:moveTo>
                <a:lnTo>
                  <a:pt x="5270500" y="0"/>
                </a:lnTo>
                <a:lnTo>
                  <a:pt x="5270500" y="6857998"/>
                </a:lnTo>
                <a:lnTo>
                  <a:pt x="0" y="6857998"/>
                </a:lnTo>
                <a:lnTo>
                  <a:pt x="0" y="878432"/>
                </a:lnTo>
                <a:cubicBezTo>
                  <a:pt x="0" y="453929"/>
                  <a:pt x="301111" y="99755"/>
                  <a:pt x="701399" y="17845"/>
                </a:cubicBezTo>
                <a:close/>
              </a:path>
            </a:pathLst>
          </a:custGeom>
        </p:spPr>
        <p:txBody>
          <a:bodyPr wrap="square">
            <a:noAutofit/>
          </a:bodyPr>
          <a:lstStyle>
            <a:lvl1pPr marL="0" indent="0" algn="r">
              <a:buNone/>
              <a:defRPr/>
            </a:lvl1pPr>
          </a:lstStyle>
          <a:p>
            <a:r>
              <a:rPr lang="en-US"/>
              <a:t>Click icon to add picture</a:t>
            </a:r>
          </a:p>
        </p:txBody>
      </p:sp>
      <p:sp>
        <p:nvSpPr>
          <p:cNvPr id="3" name="Footer Placeholder 2">
            <a:extLst>
              <a:ext uri="{FF2B5EF4-FFF2-40B4-BE49-F238E27FC236}">
                <a16:creationId xmlns:a16="http://schemas.microsoft.com/office/drawing/2014/main" id="{D8F1D7FF-6C4B-FD49-59EA-089A8F91632F}"/>
              </a:ext>
              <a:ext uri="{C183D7F6-B498-43B3-948B-1728B52AA6E4}">
                <adec:decorative xmlns:adec="http://schemas.microsoft.com/office/drawing/2017/decorative" val="1"/>
              </a:ext>
            </a:extLst>
          </p:cNvPr>
          <p:cNvSpPr>
            <a:spLocks noGrp="1"/>
          </p:cNvSpPr>
          <p:nvPr>
            <p:ph type="ftr" sz="quarter" idx="10"/>
          </p:nvPr>
        </p:nvSpPr>
        <p:spPr>
          <a:xfrm>
            <a:off x="1645217" y="6503670"/>
            <a:ext cx="3566160" cy="137160"/>
          </a:xfrm>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A5E18E84-93A4-91B2-ADEB-00836AA8B4F8}"/>
              </a:ext>
              <a:ext uri="{C183D7F6-B498-43B3-948B-1728B52AA6E4}">
                <adec:decorative xmlns:adec="http://schemas.microsoft.com/office/drawing/2017/decorative" val="1"/>
              </a:ext>
            </a:extLst>
          </p:cNvPr>
          <p:cNvSpPr>
            <a:spLocks noGrp="1"/>
          </p:cNvSpPr>
          <p:nvPr>
            <p:ph type="dt" sz="half" idx="11"/>
          </p:nvPr>
        </p:nvSpPr>
        <p:spPr/>
        <p:txBody>
          <a:bodyPr/>
          <a:lstStyle/>
          <a:p>
            <a:fld id="{6C970766-A0DE-4D3D-9297-AE4E4A3F0010}" type="datetimeyyyy">
              <a:rPr lang="en-US" smtClean="0"/>
              <a:t>2026</a:t>
            </a:fld>
            <a:endParaRPr lang="en-US"/>
          </a:p>
        </p:txBody>
      </p:sp>
      <p:sp>
        <p:nvSpPr>
          <p:cNvPr id="5" name="Slide Number Placeholder 4">
            <a:extLst>
              <a:ext uri="{FF2B5EF4-FFF2-40B4-BE49-F238E27FC236}">
                <a16:creationId xmlns:a16="http://schemas.microsoft.com/office/drawing/2014/main" id="{CA00ADE8-13EE-6112-4AAF-E621D3198DFD}"/>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169441513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hoto_third_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0DD45-DDDF-68D8-A609-7326324CCFFA}"/>
              </a:ext>
            </a:extLst>
          </p:cNvPr>
          <p:cNvSpPr>
            <a:spLocks noGrp="1"/>
          </p:cNvSpPr>
          <p:nvPr>
            <p:ph type="title"/>
          </p:nvPr>
        </p:nvSpPr>
        <p:spPr>
          <a:xfrm>
            <a:off x="571500" y="571501"/>
            <a:ext cx="6350000" cy="990600"/>
          </a:xfrm>
        </p:spPr>
        <p:txBody>
          <a:bodyPr/>
          <a:lstStyle/>
          <a:p>
            <a:r>
              <a:rPr lang="en-US"/>
              <a:t>Click to edit Master title style</a:t>
            </a:r>
          </a:p>
        </p:txBody>
      </p:sp>
      <p:sp>
        <p:nvSpPr>
          <p:cNvPr id="14" name="Text Placeholder 11">
            <a:extLst>
              <a:ext uri="{FF2B5EF4-FFF2-40B4-BE49-F238E27FC236}">
                <a16:creationId xmlns:a16="http://schemas.microsoft.com/office/drawing/2014/main" id="{C27851C0-8280-23F1-C1F1-61A42B09F85B}"/>
              </a:ext>
            </a:extLst>
          </p:cNvPr>
          <p:cNvSpPr>
            <a:spLocks noGrp="1"/>
          </p:cNvSpPr>
          <p:nvPr>
            <p:ph type="body" sz="quarter" idx="20"/>
          </p:nvPr>
        </p:nvSpPr>
        <p:spPr>
          <a:xfrm>
            <a:off x="571500" y="1752601"/>
            <a:ext cx="6350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12" name="Subtitle 2">
            <a:extLst>
              <a:ext uri="{FF2B5EF4-FFF2-40B4-BE49-F238E27FC236}">
                <a16:creationId xmlns:a16="http://schemas.microsoft.com/office/drawing/2014/main" id="{16225857-C4D6-9156-FF86-1348FDCB6D11}"/>
              </a:ext>
            </a:extLst>
          </p:cNvPr>
          <p:cNvSpPr>
            <a:spLocks noGrp="1"/>
          </p:cNvSpPr>
          <p:nvPr>
            <p:ph type="subTitle" idx="1" hasCustomPrompt="1"/>
          </p:nvPr>
        </p:nvSpPr>
        <p:spPr>
          <a:xfrm>
            <a:off x="571500" y="2918121"/>
            <a:ext cx="6350000" cy="293709"/>
          </a:xfrm>
        </p:spPr>
        <p:txBody>
          <a:bodyPr anchor="b"/>
          <a:lstStyle>
            <a:lvl1pPr marL="0" indent="0" algn="l">
              <a:spcBef>
                <a:spcPts val="0"/>
              </a:spcBef>
              <a:buNone/>
              <a:defRPr sz="1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text styles</a:t>
            </a:r>
          </a:p>
        </p:txBody>
      </p:sp>
      <p:sp>
        <p:nvSpPr>
          <p:cNvPr id="13" name="Text Placeholder 4">
            <a:extLst>
              <a:ext uri="{FF2B5EF4-FFF2-40B4-BE49-F238E27FC236}">
                <a16:creationId xmlns:a16="http://schemas.microsoft.com/office/drawing/2014/main" id="{2D05E4BD-23C9-BDF3-DAD0-982C8714FBDC}"/>
              </a:ext>
            </a:extLst>
          </p:cNvPr>
          <p:cNvSpPr>
            <a:spLocks noGrp="1"/>
          </p:cNvSpPr>
          <p:nvPr>
            <p:ph type="body" sz="quarter" idx="14"/>
          </p:nvPr>
        </p:nvSpPr>
        <p:spPr>
          <a:xfrm>
            <a:off x="571501" y="3429000"/>
            <a:ext cx="6350000" cy="2857500"/>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
        <p:nvSpPr>
          <p:cNvPr id="11" name="Picture Placeholder 10">
            <a:extLst>
              <a:ext uri="{FF2B5EF4-FFF2-40B4-BE49-F238E27FC236}">
                <a16:creationId xmlns:a16="http://schemas.microsoft.com/office/drawing/2014/main" id="{DAF971B9-F6F4-0334-F6C8-7F32C179DD8F}"/>
              </a:ext>
              <a:ext uri="{C183D7F6-B498-43B3-948B-1728B52AA6E4}">
                <adec:decorative xmlns:adec="http://schemas.microsoft.com/office/drawing/2017/decorative" val="0"/>
              </a:ext>
            </a:extLst>
          </p:cNvPr>
          <p:cNvSpPr>
            <a:spLocks noGrp="1"/>
          </p:cNvSpPr>
          <p:nvPr>
            <p:ph type="pic" sz="quarter" idx="13"/>
          </p:nvPr>
        </p:nvSpPr>
        <p:spPr>
          <a:xfrm>
            <a:off x="8089900" y="2"/>
            <a:ext cx="4102099" cy="6857999"/>
          </a:xfrm>
          <a:custGeom>
            <a:avLst/>
            <a:gdLst>
              <a:gd name="connsiteX0" fmla="*/ 683687 w 4102099"/>
              <a:gd name="connsiteY0" fmla="*/ 0 h 6857999"/>
              <a:gd name="connsiteX1" fmla="*/ 4102099 w 4102099"/>
              <a:gd name="connsiteY1" fmla="*/ 0 h 6857999"/>
              <a:gd name="connsiteX2" fmla="*/ 4102099 w 4102099"/>
              <a:gd name="connsiteY2" fmla="*/ 6857999 h 6857999"/>
              <a:gd name="connsiteX3" fmla="*/ 0 w 4102099"/>
              <a:gd name="connsiteY3" fmla="*/ 6857999 h 6857999"/>
              <a:gd name="connsiteX4" fmla="*/ 0 w 4102099"/>
              <a:gd name="connsiteY4" fmla="*/ 683696 h 6857999"/>
              <a:gd name="connsiteX5" fmla="*/ 545908 w 4102099"/>
              <a:gd name="connsiteY5" fmla="*/ 1388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02099" h="6857999">
                <a:moveTo>
                  <a:pt x="683687" y="0"/>
                </a:moveTo>
                <a:lnTo>
                  <a:pt x="4102099" y="0"/>
                </a:lnTo>
                <a:lnTo>
                  <a:pt x="4102099" y="6857999"/>
                </a:lnTo>
                <a:lnTo>
                  <a:pt x="0" y="6857999"/>
                </a:lnTo>
                <a:lnTo>
                  <a:pt x="0" y="683696"/>
                </a:lnTo>
                <a:cubicBezTo>
                  <a:pt x="0" y="353300"/>
                  <a:pt x="234360" y="77642"/>
                  <a:pt x="545908" y="13889"/>
                </a:cubicBezTo>
                <a:close/>
              </a:path>
            </a:pathLst>
          </a:custGeom>
        </p:spPr>
        <p:txBody>
          <a:bodyPr wrap="square">
            <a:noAutofit/>
          </a:bodyPr>
          <a:lstStyle>
            <a:lvl1pPr marL="0" indent="0" algn="r">
              <a:buNone/>
              <a:defRPr/>
            </a:lvl1pPr>
          </a:lstStyle>
          <a:p>
            <a:r>
              <a:rPr lang="en-US"/>
              <a:t>Click icon to add picture</a:t>
            </a:r>
          </a:p>
        </p:txBody>
      </p:sp>
      <p:sp>
        <p:nvSpPr>
          <p:cNvPr id="9" name="Text Placeholder 32">
            <a:extLst>
              <a:ext uri="{FF2B5EF4-FFF2-40B4-BE49-F238E27FC236}">
                <a16:creationId xmlns:a16="http://schemas.microsoft.com/office/drawing/2014/main" id="{6395F50F-03AE-E8C0-39C5-4765FEF8C0E1}"/>
              </a:ext>
              <a:ext uri="{C183D7F6-B498-43B3-948B-1728B52AA6E4}">
                <adec:decorative xmlns:adec="http://schemas.microsoft.com/office/drawing/2017/decorative" val="1"/>
              </a:ext>
            </a:extLst>
          </p:cNvPr>
          <p:cNvSpPr>
            <a:spLocks noGrp="1"/>
          </p:cNvSpPr>
          <p:nvPr>
            <p:ph type="body" sz="quarter" idx="18"/>
          </p:nvPr>
        </p:nvSpPr>
        <p:spPr>
          <a:xfrm>
            <a:off x="8089900" y="4820720"/>
            <a:ext cx="4102100" cy="2037280"/>
          </a:xfrm>
          <a:custGeom>
            <a:avLst/>
            <a:gdLst>
              <a:gd name="connsiteX0" fmla="*/ 3703977 w 4102100"/>
              <a:gd name="connsiteY0" fmla="*/ 0 h 2037280"/>
              <a:gd name="connsiteX1" fmla="*/ 4084763 w 4102100"/>
              <a:gd name="connsiteY1" fmla="*/ 74093 h 2037280"/>
              <a:gd name="connsiteX2" fmla="*/ 4102100 w 4102100"/>
              <a:gd name="connsiteY2" fmla="*/ 82140 h 2037280"/>
              <a:gd name="connsiteX3" fmla="*/ 4102100 w 4102100"/>
              <a:gd name="connsiteY3" fmla="*/ 578782 h 2037280"/>
              <a:gd name="connsiteX4" fmla="*/ 4028776 w 4102100"/>
              <a:gd name="connsiteY4" fmla="*/ 518888 h 2037280"/>
              <a:gd name="connsiteX5" fmla="*/ 3286584 w 4102100"/>
              <a:gd name="connsiteY5" fmla="*/ 594528 h 2037280"/>
              <a:gd name="connsiteX6" fmla="*/ 1855500 w 4102100"/>
              <a:gd name="connsiteY6" fmla="*/ 2025562 h 2037280"/>
              <a:gd name="connsiteX7" fmla="*/ 1855554 w 4102100"/>
              <a:gd name="connsiteY7" fmla="*/ 2025589 h 2037280"/>
              <a:gd name="connsiteX8" fmla="*/ 1842618 w 4102100"/>
              <a:gd name="connsiteY8" fmla="*/ 2037280 h 2037280"/>
              <a:gd name="connsiteX9" fmla="*/ 437407 w 4102100"/>
              <a:gd name="connsiteY9" fmla="*/ 2037280 h 2037280"/>
              <a:gd name="connsiteX10" fmla="*/ 424472 w 4102100"/>
              <a:gd name="connsiteY10" fmla="*/ 2025589 h 2037280"/>
              <a:gd name="connsiteX11" fmla="*/ 0 w 4102100"/>
              <a:gd name="connsiteY11" fmla="*/ 1601123 h 2037280"/>
              <a:gd name="connsiteX12" fmla="*/ 0 w 4102100"/>
              <a:gd name="connsiteY12" fmla="*/ 1004884 h 2037280"/>
              <a:gd name="connsiteX13" fmla="*/ 722548 w 4102100"/>
              <a:gd name="connsiteY13" fmla="*/ 1727436 h 2037280"/>
              <a:gd name="connsiteX14" fmla="*/ 1557342 w 4102100"/>
              <a:gd name="connsiteY14" fmla="*/ 1727436 h 2037280"/>
              <a:gd name="connsiteX15" fmla="*/ 2988426 w 4102100"/>
              <a:gd name="connsiteY15" fmla="*/ 296375 h 2037280"/>
              <a:gd name="connsiteX16" fmla="*/ 3703977 w 4102100"/>
              <a:gd name="connsiteY16" fmla="*/ 0 h 2037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02100" h="2037280">
                <a:moveTo>
                  <a:pt x="3703977" y="0"/>
                </a:moveTo>
                <a:cubicBezTo>
                  <a:pt x="3833464" y="0"/>
                  <a:pt x="3962950" y="24697"/>
                  <a:pt x="4084763" y="74093"/>
                </a:cubicBezTo>
                <a:lnTo>
                  <a:pt x="4102100" y="82140"/>
                </a:lnTo>
                <a:lnTo>
                  <a:pt x="4102100" y="578782"/>
                </a:lnTo>
                <a:lnTo>
                  <a:pt x="4028776" y="518888"/>
                </a:lnTo>
                <a:cubicBezTo>
                  <a:pt x="3799655" y="367610"/>
                  <a:pt x="3488293" y="392823"/>
                  <a:pt x="3286584" y="594528"/>
                </a:cubicBezTo>
                <a:lnTo>
                  <a:pt x="1855500" y="2025562"/>
                </a:lnTo>
                <a:lnTo>
                  <a:pt x="1855554" y="2025589"/>
                </a:lnTo>
                <a:lnTo>
                  <a:pt x="1842618" y="2037280"/>
                </a:lnTo>
                <a:lnTo>
                  <a:pt x="437407" y="2037280"/>
                </a:lnTo>
                <a:lnTo>
                  <a:pt x="424472" y="2025589"/>
                </a:lnTo>
                <a:lnTo>
                  <a:pt x="0" y="1601123"/>
                </a:lnTo>
                <a:lnTo>
                  <a:pt x="0" y="1004884"/>
                </a:lnTo>
                <a:lnTo>
                  <a:pt x="722548" y="1727436"/>
                </a:lnTo>
                <a:cubicBezTo>
                  <a:pt x="953072" y="1957956"/>
                  <a:pt x="1326818" y="1957956"/>
                  <a:pt x="1557342" y="1727436"/>
                </a:cubicBezTo>
                <a:lnTo>
                  <a:pt x="2988426" y="296375"/>
                </a:lnTo>
                <a:cubicBezTo>
                  <a:pt x="3186025" y="98791"/>
                  <a:pt x="3445003" y="0"/>
                  <a:pt x="3703977" y="0"/>
                </a:cubicBezTo>
                <a:close/>
              </a:path>
            </a:pathLst>
          </a:custGeom>
          <a:solidFill>
            <a:schemeClr val="accent1">
              <a:alpha val="50000"/>
            </a:schemeClr>
          </a:solidFill>
        </p:spPr>
        <p:txBody>
          <a:bodyPr wrap="square" anchor="b">
            <a:noAutofit/>
          </a:bodyPr>
          <a:lstStyle>
            <a:lvl1pPr marL="0" indent="0" algn="r">
              <a:buNone/>
              <a:defRPr sz="400">
                <a:noFill/>
              </a:defRPr>
            </a:lvl1pPr>
          </a:lstStyle>
          <a:p>
            <a:pPr lvl="0"/>
            <a:r>
              <a:rPr lang="en-US"/>
              <a:t>Click to edit Master text styles</a:t>
            </a:r>
          </a:p>
        </p:txBody>
      </p:sp>
      <p:sp>
        <p:nvSpPr>
          <p:cNvPr id="3" name="Footer Placeholder 2">
            <a:extLst>
              <a:ext uri="{FF2B5EF4-FFF2-40B4-BE49-F238E27FC236}">
                <a16:creationId xmlns:a16="http://schemas.microsoft.com/office/drawing/2014/main" id="{D8F1D7FF-6C4B-FD49-59EA-089A8F91632F}"/>
              </a:ext>
              <a:ext uri="{C183D7F6-B498-43B3-948B-1728B52AA6E4}">
                <adec:decorative xmlns:adec="http://schemas.microsoft.com/office/drawing/2017/decorative" val="1"/>
              </a:ext>
            </a:extLst>
          </p:cNvPr>
          <p:cNvSpPr>
            <a:spLocks noGrp="1"/>
          </p:cNvSpPr>
          <p:nvPr>
            <p:ph type="ftr" sz="quarter" idx="10"/>
          </p:nvPr>
        </p:nvSpPr>
        <p:spPr>
          <a:xfrm>
            <a:off x="1645217" y="6503670"/>
            <a:ext cx="5303520" cy="137160"/>
          </a:xfrm>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A5E18E84-93A4-91B2-ADEB-00836AA8B4F8}"/>
              </a:ext>
              <a:ext uri="{C183D7F6-B498-43B3-948B-1728B52AA6E4}">
                <adec:decorative xmlns:adec="http://schemas.microsoft.com/office/drawing/2017/decorative" val="1"/>
              </a:ext>
            </a:extLst>
          </p:cNvPr>
          <p:cNvSpPr>
            <a:spLocks noGrp="1"/>
          </p:cNvSpPr>
          <p:nvPr>
            <p:ph type="dt" sz="half" idx="11"/>
          </p:nvPr>
        </p:nvSpPr>
        <p:spPr/>
        <p:txBody>
          <a:bodyPr/>
          <a:lstStyle/>
          <a:p>
            <a:fld id="{B4AB02D3-C7A9-454D-B586-FE573B7831BC}" type="datetimeyyyy">
              <a:rPr lang="en-US" smtClean="0"/>
              <a:t>2026</a:t>
            </a:fld>
            <a:endParaRPr lang="en-US"/>
          </a:p>
        </p:txBody>
      </p:sp>
      <p:sp>
        <p:nvSpPr>
          <p:cNvPr id="5" name="Slide Number Placeholder 4">
            <a:extLst>
              <a:ext uri="{FF2B5EF4-FFF2-40B4-BE49-F238E27FC236}">
                <a16:creationId xmlns:a16="http://schemas.microsoft.com/office/drawing/2014/main" id="{CA00ADE8-13EE-6112-4AAF-E621D3198DFD}"/>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4365964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hoto_third_right 2">
    <p:spTree>
      <p:nvGrpSpPr>
        <p:cNvPr id="1" name=""/>
        <p:cNvGrpSpPr/>
        <p:nvPr/>
      </p:nvGrpSpPr>
      <p:grpSpPr>
        <a:xfrm>
          <a:off x="0" y="0"/>
          <a:ext cx="0" cy="0"/>
          <a:chOff x="0" y="0"/>
          <a:chExt cx="0" cy="0"/>
        </a:xfrm>
      </p:grpSpPr>
      <p:sp>
        <p:nvSpPr>
          <p:cNvPr id="16" name="Text Placeholder 13">
            <a:extLst>
              <a:ext uri="{FF2B5EF4-FFF2-40B4-BE49-F238E27FC236}">
                <a16:creationId xmlns:a16="http://schemas.microsoft.com/office/drawing/2014/main" id="{ECC70FFE-BF3E-02B9-699B-53E272819994}"/>
              </a:ext>
              <a:ext uri="{C183D7F6-B498-43B3-948B-1728B52AA6E4}">
                <adec:decorative xmlns:adec="http://schemas.microsoft.com/office/drawing/2017/decorative" val="1"/>
              </a:ext>
            </a:extLst>
          </p:cNvPr>
          <p:cNvSpPr>
            <a:spLocks noGrp="1"/>
          </p:cNvSpPr>
          <p:nvPr>
            <p:ph type="body" sz="quarter" idx="21"/>
          </p:nvPr>
        </p:nvSpPr>
        <p:spPr>
          <a:xfrm flipV="1">
            <a:off x="7883196" y="1371600"/>
            <a:ext cx="218279" cy="5486400"/>
          </a:xfrm>
          <a:custGeom>
            <a:avLst/>
            <a:gdLst>
              <a:gd name="connsiteX0" fmla="*/ 0 w 215896"/>
              <a:gd name="connsiteY0" fmla="*/ 0 h 5426504"/>
              <a:gd name="connsiteX1" fmla="*/ 215896 w 215896"/>
              <a:gd name="connsiteY1" fmla="*/ 0 h 5426504"/>
              <a:gd name="connsiteX2" fmla="*/ 215896 w 215896"/>
              <a:gd name="connsiteY2" fmla="*/ 5426504 h 5426504"/>
              <a:gd name="connsiteX3" fmla="*/ 190376 w 215896"/>
              <a:gd name="connsiteY3" fmla="*/ 5412652 h 5426504"/>
              <a:gd name="connsiteX4" fmla="*/ 0 w 215896"/>
              <a:gd name="connsiteY4" fmla="*/ 5054597 h 5426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896" h="5426504">
                <a:moveTo>
                  <a:pt x="0" y="0"/>
                </a:moveTo>
                <a:lnTo>
                  <a:pt x="215896" y="0"/>
                </a:lnTo>
                <a:lnTo>
                  <a:pt x="215896" y="5426504"/>
                </a:lnTo>
                <a:lnTo>
                  <a:pt x="190376" y="5412652"/>
                </a:lnTo>
                <a:cubicBezTo>
                  <a:pt x="75517" y="5335055"/>
                  <a:pt x="0" y="5203645"/>
                  <a:pt x="0" y="5054597"/>
                </a:cubicBezTo>
                <a:close/>
              </a:path>
            </a:pathLst>
          </a:custGeom>
          <a:solidFill>
            <a:srgbClr val="EEE9FF"/>
          </a:solidFill>
        </p:spPr>
        <p:txBody>
          <a:bodyPr wrap="square">
            <a:noAutofit/>
          </a:bodyPr>
          <a:lstStyle>
            <a:lvl1pPr marL="0" indent="0">
              <a:buNone/>
              <a:defRPr sz="400">
                <a:noFill/>
              </a:defRPr>
            </a:lvl1pPr>
          </a:lstStyle>
          <a:p>
            <a:pPr lvl="0"/>
            <a:r>
              <a:rPr lang="en-US"/>
              <a:t>Click to edit Master text styles</a:t>
            </a:r>
          </a:p>
        </p:txBody>
      </p:sp>
      <p:sp>
        <p:nvSpPr>
          <p:cNvPr id="2" name="Title 1">
            <a:extLst>
              <a:ext uri="{FF2B5EF4-FFF2-40B4-BE49-F238E27FC236}">
                <a16:creationId xmlns:a16="http://schemas.microsoft.com/office/drawing/2014/main" id="{6730DD45-DDDF-68D8-A609-7326324CCFFA}"/>
              </a:ext>
            </a:extLst>
          </p:cNvPr>
          <p:cNvSpPr>
            <a:spLocks noGrp="1"/>
          </p:cNvSpPr>
          <p:nvPr>
            <p:ph type="title"/>
          </p:nvPr>
        </p:nvSpPr>
        <p:spPr>
          <a:xfrm>
            <a:off x="571500" y="571501"/>
            <a:ext cx="6350000" cy="990600"/>
          </a:xfrm>
        </p:spPr>
        <p:txBody>
          <a:bodyPr/>
          <a:lstStyle/>
          <a:p>
            <a:r>
              <a:rPr lang="en-US"/>
              <a:t>Click to edit Master title style</a:t>
            </a:r>
          </a:p>
        </p:txBody>
      </p:sp>
      <p:sp>
        <p:nvSpPr>
          <p:cNvPr id="17" name="Text Placeholder 11">
            <a:extLst>
              <a:ext uri="{FF2B5EF4-FFF2-40B4-BE49-F238E27FC236}">
                <a16:creationId xmlns:a16="http://schemas.microsoft.com/office/drawing/2014/main" id="{EAE323B5-0A5C-89A7-C0D7-30257C0D5146}"/>
              </a:ext>
            </a:extLst>
          </p:cNvPr>
          <p:cNvSpPr>
            <a:spLocks noGrp="1"/>
          </p:cNvSpPr>
          <p:nvPr>
            <p:ph type="body" sz="quarter" idx="20"/>
          </p:nvPr>
        </p:nvSpPr>
        <p:spPr>
          <a:xfrm>
            <a:off x="571500" y="1752601"/>
            <a:ext cx="6350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14" name="Text Placeholder 4">
            <a:extLst>
              <a:ext uri="{FF2B5EF4-FFF2-40B4-BE49-F238E27FC236}">
                <a16:creationId xmlns:a16="http://schemas.microsoft.com/office/drawing/2014/main" id="{195D5926-FB0E-C7F6-1983-73CB44AB727C}"/>
              </a:ext>
            </a:extLst>
          </p:cNvPr>
          <p:cNvSpPr>
            <a:spLocks noGrp="1"/>
          </p:cNvSpPr>
          <p:nvPr>
            <p:ph type="body" sz="quarter" idx="17"/>
          </p:nvPr>
        </p:nvSpPr>
        <p:spPr>
          <a:xfrm>
            <a:off x="571500" y="2933700"/>
            <a:ext cx="2819401" cy="278129"/>
          </a:xfrm>
        </p:spPr>
        <p:txBody>
          <a:bodyPr anchor="b"/>
          <a:lstStyle>
            <a:lvl1pPr marL="0" indent="0">
              <a:lnSpc>
                <a:spcPct val="90000"/>
              </a:lnSpc>
              <a:buNone/>
              <a:defRPr sz="1400" b="1"/>
            </a:lvl1pPr>
            <a:lvl2pPr>
              <a:defRPr sz="1100"/>
            </a:lvl2pPr>
            <a:lvl3pPr>
              <a:defRPr sz="800"/>
            </a:lvl3pPr>
            <a:lvl4pPr>
              <a:defRPr sz="800"/>
            </a:lvl4pPr>
            <a:lvl5pPr>
              <a:defRPr sz="800"/>
            </a:lvl5pPr>
          </a:lstStyle>
          <a:p>
            <a:pPr lvl="0"/>
            <a:r>
              <a:rPr lang="en-US"/>
              <a:t>Click to edit Master text styles</a:t>
            </a:r>
          </a:p>
        </p:txBody>
      </p:sp>
      <p:sp>
        <p:nvSpPr>
          <p:cNvPr id="9" name="Text Placeholder 4">
            <a:extLst>
              <a:ext uri="{FF2B5EF4-FFF2-40B4-BE49-F238E27FC236}">
                <a16:creationId xmlns:a16="http://schemas.microsoft.com/office/drawing/2014/main" id="{81D78CD3-B954-C0DB-3DDF-CD9A9BB6C47B}"/>
              </a:ext>
            </a:extLst>
          </p:cNvPr>
          <p:cNvSpPr>
            <a:spLocks noGrp="1"/>
          </p:cNvSpPr>
          <p:nvPr>
            <p:ph type="body" sz="quarter" idx="14"/>
          </p:nvPr>
        </p:nvSpPr>
        <p:spPr>
          <a:xfrm>
            <a:off x="571500" y="3429000"/>
            <a:ext cx="2819401" cy="2857500"/>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
        <p:nvSpPr>
          <p:cNvPr id="15" name="Text Placeholder 4">
            <a:extLst>
              <a:ext uri="{FF2B5EF4-FFF2-40B4-BE49-F238E27FC236}">
                <a16:creationId xmlns:a16="http://schemas.microsoft.com/office/drawing/2014/main" id="{1D1623CA-F223-1E5B-6F17-3723B18F9018}"/>
              </a:ext>
            </a:extLst>
          </p:cNvPr>
          <p:cNvSpPr>
            <a:spLocks noGrp="1"/>
          </p:cNvSpPr>
          <p:nvPr>
            <p:ph type="body" sz="quarter" idx="18"/>
          </p:nvPr>
        </p:nvSpPr>
        <p:spPr>
          <a:xfrm>
            <a:off x="4102099" y="2933700"/>
            <a:ext cx="2819401" cy="278129"/>
          </a:xfrm>
        </p:spPr>
        <p:txBody>
          <a:bodyPr anchor="b"/>
          <a:lstStyle>
            <a:lvl1pPr marL="0" indent="0">
              <a:lnSpc>
                <a:spcPct val="90000"/>
              </a:lnSpc>
              <a:buNone/>
              <a:defRPr sz="1400" b="1"/>
            </a:lvl1pPr>
            <a:lvl2pPr>
              <a:defRPr sz="1100"/>
            </a:lvl2pPr>
            <a:lvl3pPr>
              <a:defRPr sz="800"/>
            </a:lvl3pPr>
            <a:lvl4pPr>
              <a:defRPr sz="800"/>
            </a:lvl4pPr>
            <a:lvl5pPr>
              <a:defRPr sz="800"/>
            </a:lvl5pPr>
          </a:lstStyle>
          <a:p>
            <a:pPr lvl="0"/>
            <a:r>
              <a:rPr lang="en-US"/>
              <a:t>Click to edit Master text styles</a:t>
            </a:r>
          </a:p>
        </p:txBody>
      </p:sp>
      <p:sp>
        <p:nvSpPr>
          <p:cNvPr id="10" name="Text Placeholder 4">
            <a:extLst>
              <a:ext uri="{FF2B5EF4-FFF2-40B4-BE49-F238E27FC236}">
                <a16:creationId xmlns:a16="http://schemas.microsoft.com/office/drawing/2014/main" id="{4FD2E3CA-F145-A813-AECE-20ED6EF76227}"/>
              </a:ext>
            </a:extLst>
          </p:cNvPr>
          <p:cNvSpPr>
            <a:spLocks noGrp="1"/>
          </p:cNvSpPr>
          <p:nvPr>
            <p:ph type="body" sz="quarter" idx="15"/>
          </p:nvPr>
        </p:nvSpPr>
        <p:spPr>
          <a:xfrm>
            <a:off x="4102099" y="3429000"/>
            <a:ext cx="2819401" cy="2857500"/>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
        <p:nvSpPr>
          <p:cNvPr id="11" name="Picture Placeholder 10">
            <a:extLst>
              <a:ext uri="{FF2B5EF4-FFF2-40B4-BE49-F238E27FC236}">
                <a16:creationId xmlns:a16="http://schemas.microsoft.com/office/drawing/2014/main" id="{DAF971B9-F6F4-0334-F6C8-7F32C179DD8F}"/>
              </a:ext>
              <a:ext uri="{C183D7F6-B498-43B3-948B-1728B52AA6E4}">
                <adec:decorative xmlns:adec="http://schemas.microsoft.com/office/drawing/2017/decorative" val="0"/>
              </a:ext>
            </a:extLst>
          </p:cNvPr>
          <p:cNvSpPr>
            <a:spLocks noGrp="1"/>
          </p:cNvSpPr>
          <p:nvPr>
            <p:ph type="pic" sz="quarter" idx="13"/>
          </p:nvPr>
        </p:nvSpPr>
        <p:spPr>
          <a:xfrm>
            <a:off x="8089900" y="2"/>
            <a:ext cx="4102099" cy="6857999"/>
          </a:xfrm>
          <a:custGeom>
            <a:avLst/>
            <a:gdLst>
              <a:gd name="connsiteX0" fmla="*/ 683687 w 4102099"/>
              <a:gd name="connsiteY0" fmla="*/ 0 h 6857999"/>
              <a:gd name="connsiteX1" fmla="*/ 4102099 w 4102099"/>
              <a:gd name="connsiteY1" fmla="*/ 0 h 6857999"/>
              <a:gd name="connsiteX2" fmla="*/ 4102099 w 4102099"/>
              <a:gd name="connsiteY2" fmla="*/ 6857999 h 6857999"/>
              <a:gd name="connsiteX3" fmla="*/ 0 w 4102099"/>
              <a:gd name="connsiteY3" fmla="*/ 6857999 h 6857999"/>
              <a:gd name="connsiteX4" fmla="*/ 0 w 4102099"/>
              <a:gd name="connsiteY4" fmla="*/ 683696 h 6857999"/>
              <a:gd name="connsiteX5" fmla="*/ 545908 w 4102099"/>
              <a:gd name="connsiteY5" fmla="*/ 1388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02099" h="6857999">
                <a:moveTo>
                  <a:pt x="683687" y="0"/>
                </a:moveTo>
                <a:lnTo>
                  <a:pt x="4102099" y="0"/>
                </a:lnTo>
                <a:lnTo>
                  <a:pt x="4102099" y="6857999"/>
                </a:lnTo>
                <a:lnTo>
                  <a:pt x="0" y="6857999"/>
                </a:lnTo>
                <a:lnTo>
                  <a:pt x="0" y="683696"/>
                </a:lnTo>
                <a:cubicBezTo>
                  <a:pt x="0" y="353300"/>
                  <a:pt x="234360" y="77642"/>
                  <a:pt x="545908" y="13889"/>
                </a:cubicBezTo>
                <a:close/>
              </a:path>
            </a:pathLst>
          </a:custGeom>
        </p:spPr>
        <p:txBody>
          <a:bodyPr wrap="square">
            <a:noAutofit/>
          </a:bodyPr>
          <a:lstStyle>
            <a:lvl1pPr marL="0" indent="0" algn="r">
              <a:buNone/>
              <a:defRPr/>
            </a:lvl1pPr>
          </a:lstStyle>
          <a:p>
            <a:r>
              <a:rPr lang="en-US"/>
              <a:t>Click icon to add picture</a:t>
            </a:r>
          </a:p>
        </p:txBody>
      </p:sp>
      <p:sp>
        <p:nvSpPr>
          <p:cNvPr id="3" name="Footer Placeholder 2">
            <a:extLst>
              <a:ext uri="{FF2B5EF4-FFF2-40B4-BE49-F238E27FC236}">
                <a16:creationId xmlns:a16="http://schemas.microsoft.com/office/drawing/2014/main" id="{D8F1D7FF-6C4B-FD49-59EA-089A8F91632F}"/>
              </a:ext>
              <a:ext uri="{C183D7F6-B498-43B3-948B-1728B52AA6E4}">
                <adec:decorative xmlns:adec="http://schemas.microsoft.com/office/drawing/2017/decorative" val="1"/>
              </a:ext>
            </a:extLst>
          </p:cNvPr>
          <p:cNvSpPr>
            <a:spLocks noGrp="1"/>
          </p:cNvSpPr>
          <p:nvPr>
            <p:ph type="ftr" sz="quarter" idx="10"/>
          </p:nvPr>
        </p:nvSpPr>
        <p:spPr>
          <a:xfrm>
            <a:off x="1645217" y="6503670"/>
            <a:ext cx="5303520" cy="137160"/>
          </a:xfrm>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A5E18E84-93A4-91B2-ADEB-00836AA8B4F8}"/>
              </a:ext>
              <a:ext uri="{C183D7F6-B498-43B3-948B-1728B52AA6E4}">
                <adec:decorative xmlns:adec="http://schemas.microsoft.com/office/drawing/2017/decorative" val="1"/>
              </a:ext>
            </a:extLst>
          </p:cNvPr>
          <p:cNvSpPr>
            <a:spLocks noGrp="1"/>
          </p:cNvSpPr>
          <p:nvPr>
            <p:ph type="dt" sz="half" idx="11"/>
          </p:nvPr>
        </p:nvSpPr>
        <p:spPr/>
        <p:txBody>
          <a:bodyPr/>
          <a:lstStyle/>
          <a:p>
            <a:fld id="{B81796AC-88DE-4A9D-94D8-870B53E7B69C}" type="datetimeyyyy">
              <a:rPr lang="en-US" smtClean="0"/>
              <a:t>2026</a:t>
            </a:fld>
            <a:endParaRPr lang="en-US"/>
          </a:p>
        </p:txBody>
      </p:sp>
      <p:sp>
        <p:nvSpPr>
          <p:cNvPr id="5" name="Slide Number Placeholder 4">
            <a:extLst>
              <a:ext uri="{FF2B5EF4-FFF2-40B4-BE49-F238E27FC236}">
                <a16:creationId xmlns:a16="http://schemas.microsoft.com/office/drawing/2014/main" id="{CA00ADE8-13EE-6112-4AAF-E621D3198DFD}"/>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12134832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photo_third_left">
    <p:spTree>
      <p:nvGrpSpPr>
        <p:cNvPr id="1" name=""/>
        <p:cNvGrpSpPr/>
        <p:nvPr/>
      </p:nvGrpSpPr>
      <p:grpSpPr>
        <a:xfrm>
          <a:off x="0" y="0"/>
          <a:ext cx="0" cy="0"/>
          <a:chOff x="0" y="0"/>
          <a:chExt cx="0" cy="0"/>
        </a:xfrm>
      </p:grpSpPr>
      <p:sp>
        <p:nvSpPr>
          <p:cNvPr id="19" name="Picture Placeholder 18">
            <a:extLst>
              <a:ext uri="{FF2B5EF4-FFF2-40B4-BE49-F238E27FC236}">
                <a16:creationId xmlns:a16="http://schemas.microsoft.com/office/drawing/2014/main" id="{B42FC830-AF6C-FF1B-026D-AFB5BE5E11B8}"/>
              </a:ext>
              <a:ext uri="{C183D7F6-B498-43B3-948B-1728B52AA6E4}">
                <adec:decorative xmlns:adec="http://schemas.microsoft.com/office/drawing/2017/decorative" val="0"/>
              </a:ext>
            </a:extLst>
          </p:cNvPr>
          <p:cNvSpPr>
            <a:spLocks noGrp="1"/>
          </p:cNvSpPr>
          <p:nvPr>
            <p:ph type="pic" sz="quarter" idx="16"/>
          </p:nvPr>
        </p:nvSpPr>
        <p:spPr>
          <a:xfrm>
            <a:off x="0" y="0"/>
            <a:ext cx="4102100" cy="6858000"/>
          </a:xfrm>
          <a:custGeom>
            <a:avLst/>
            <a:gdLst>
              <a:gd name="connsiteX0" fmla="*/ 0 w 4102100"/>
              <a:gd name="connsiteY0" fmla="*/ 0 h 6858000"/>
              <a:gd name="connsiteX1" fmla="*/ 3418403 w 4102100"/>
              <a:gd name="connsiteY1" fmla="*/ 0 h 6858000"/>
              <a:gd name="connsiteX2" fmla="*/ 4102100 w 4102100"/>
              <a:gd name="connsiteY2" fmla="*/ 683697 h 6858000"/>
              <a:gd name="connsiteX3" fmla="*/ 4102100 w 4102100"/>
              <a:gd name="connsiteY3" fmla="*/ 6858000 h 6858000"/>
              <a:gd name="connsiteX4" fmla="*/ 0 w 41021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02100" h="6858000">
                <a:moveTo>
                  <a:pt x="0" y="0"/>
                </a:moveTo>
                <a:lnTo>
                  <a:pt x="3418403" y="0"/>
                </a:lnTo>
                <a:cubicBezTo>
                  <a:pt x="3795998" y="0"/>
                  <a:pt x="4102100" y="306102"/>
                  <a:pt x="4102100" y="683697"/>
                </a:cubicBezTo>
                <a:lnTo>
                  <a:pt x="4102100" y="6858000"/>
                </a:lnTo>
                <a:lnTo>
                  <a:pt x="0" y="6858000"/>
                </a:lnTo>
                <a:close/>
              </a:path>
            </a:pathLst>
          </a:custGeom>
        </p:spPr>
        <p:txBody>
          <a:bodyPr wrap="square" anchor="ctr">
            <a:noAutofit/>
          </a:bodyPr>
          <a:lstStyle>
            <a:lvl1pPr marL="0" indent="0" algn="ctr">
              <a:buNone/>
              <a:defRPr/>
            </a:lvl1pPr>
          </a:lstStyle>
          <a:p>
            <a:r>
              <a:rPr lang="en-US"/>
              <a:t>Click icon to add picture</a:t>
            </a:r>
          </a:p>
        </p:txBody>
      </p:sp>
      <p:sp>
        <p:nvSpPr>
          <p:cNvPr id="11" name="Text Placeholder 32">
            <a:extLst>
              <a:ext uri="{FF2B5EF4-FFF2-40B4-BE49-F238E27FC236}">
                <a16:creationId xmlns:a16="http://schemas.microsoft.com/office/drawing/2014/main" id="{AB7D0DB1-254B-5D9D-D5C0-6D4E1D686204}"/>
              </a:ext>
              <a:ext uri="{C183D7F6-B498-43B3-948B-1728B52AA6E4}">
                <adec:decorative xmlns:adec="http://schemas.microsoft.com/office/drawing/2017/decorative" val="1"/>
              </a:ext>
            </a:extLst>
          </p:cNvPr>
          <p:cNvSpPr>
            <a:spLocks noGrp="1"/>
          </p:cNvSpPr>
          <p:nvPr>
            <p:ph type="body" sz="quarter" idx="18"/>
          </p:nvPr>
        </p:nvSpPr>
        <p:spPr>
          <a:xfrm flipH="1">
            <a:off x="0" y="4820720"/>
            <a:ext cx="4102100" cy="2037280"/>
          </a:xfrm>
          <a:custGeom>
            <a:avLst/>
            <a:gdLst>
              <a:gd name="connsiteX0" fmla="*/ 3703977 w 4102100"/>
              <a:gd name="connsiteY0" fmla="*/ 0 h 2037280"/>
              <a:gd name="connsiteX1" fmla="*/ 4084763 w 4102100"/>
              <a:gd name="connsiteY1" fmla="*/ 74093 h 2037280"/>
              <a:gd name="connsiteX2" fmla="*/ 4102100 w 4102100"/>
              <a:gd name="connsiteY2" fmla="*/ 82140 h 2037280"/>
              <a:gd name="connsiteX3" fmla="*/ 4102100 w 4102100"/>
              <a:gd name="connsiteY3" fmla="*/ 578782 h 2037280"/>
              <a:gd name="connsiteX4" fmla="*/ 4028776 w 4102100"/>
              <a:gd name="connsiteY4" fmla="*/ 518888 h 2037280"/>
              <a:gd name="connsiteX5" fmla="*/ 3286584 w 4102100"/>
              <a:gd name="connsiteY5" fmla="*/ 594528 h 2037280"/>
              <a:gd name="connsiteX6" fmla="*/ 1855500 w 4102100"/>
              <a:gd name="connsiteY6" fmla="*/ 2025562 h 2037280"/>
              <a:gd name="connsiteX7" fmla="*/ 1855554 w 4102100"/>
              <a:gd name="connsiteY7" fmla="*/ 2025589 h 2037280"/>
              <a:gd name="connsiteX8" fmla="*/ 1842618 w 4102100"/>
              <a:gd name="connsiteY8" fmla="*/ 2037280 h 2037280"/>
              <a:gd name="connsiteX9" fmla="*/ 437407 w 4102100"/>
              <a:gd name="connsiteY9" fmla="*/ 2037280 h 2037280"/>
              <a:gd name="connsiteX10" fmla="*/ 424472 w 4102100"/>
              <a:gd name="connsiteY10" fmla="*/ 2025589 h 2037280"/>
              <a:gd name="connsiteX11" fmla="*/ 0 w 4102100"/>
              <a:gd name="connsiteY11" fmla="*/ 1601123 h 2037280"/>
              <a:gd name="connsiteX12" fmla="*/ 0 w 4102100"/>
              <a:gd name="connsiteY12" fmla="*/ 1004884 h 2037280"/>
              <a:gd name="connsiteX13" fmla="*/ 722548 w 4102100"/>
              <a:gd name="connsiteY13" fmla="*/ 1727436 h 2037280"/>
              <a:gd name="connsiteX14" fmla="*/ 1557342 w 4102100"/>
              <a:gd name="connsiteY14" fmla="*/ 1727436 h 2037280"/>
              <a:gd name="connsiteX15" fmla="*/ 2988426 w 4102100"/>
              <a:gd name="connsiteY15" fmla="*/ 296375 h 2037280"/>
              <a:gd name="connsiteX16" fmla="*/ 3703977 w 4102100"/>
              <a:gd name="connsiteY16" fmla="*/ 0 h 2037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02100" h="2037280">
                <a:moveTo>
                  <a:pt x="3703977" y="0"/>
                </a:moveTo>
                <a:cubicBezTo>
                  <a:pt x="3833464" y="0"/>
                  <a:pt x="3962950" y="24697"/>
                  <a:pt x="4084763" y="74093"/>
                </a:cubicBezTo>
                <a:lnTo>
                  <a:pt x="4102100" y="82140"/>
                </a:lnTo>
                <a:lnTo>
                  <a:pt x="4102100" y="578782"/>
                </a:lnTo>
                <a:lnTo>
                  <a:pt x="4028776" y="518888"/>
                </a:lnTo>
                <a:cubicBezTo>
                  <a:pt x="3799655" y="367610"/>
                  <a:pt x="3488293" y="392823"/>
                  <a:pt x="3286584" y="594528"/>
                </a:cubicBezTo>
                <a:lnTo>
                  <a:pt x="1855500" y="2025562"/>
                </a:lnTo>
                <a:lnTo>
                  <a:pt x="1855554" y="2025589"/>
                </a:lnTo>
                <a:lnTo>
                  <a:pt x="1842618" y="2037280"/>
                </a:lnTo>
                <a:lnTo>
                  <a:pt x="437407" y="2037280"/>
                </a:lnTo>
                <a:lnTo>
                  <a:pt x="424472" y="2025589"/>
                </a:lnTo>
                <a:lnTo>
                  <a:pt x="0" y="1601123"/>
                </a:lnTo>
                <a:lnTo>
                  <a:pt x="0" y="1004884"/>
                </a:lnTo>
                <a:lnTo>
                  <a:pt x="722548" y="1727436"/>
                </a:lnTo>
                <a:cubicBezTo>
                  <a:pt x="953072" y="1957956"/>
                  <a:pt x="1326818" y="1957956"/>
                  <a:pt x="1557342" y="1727436"/>
                </a:cubicBezTo>
                <a:lnTo>
                  <a:pt x="2988426" y="296375"/>
                </a:lnTo>
                <a:cubicBezTo>
                  <a:pt x="3186025" y="98791"/>
                  <a:pt x="3445003" y="0"/>
                  <a:pt x="3703977" y="0"/>
                </a:cubicBezTo>
                <a:close/>
              </a:path>
            </a:pathLst>
          </a:custGeom>
          <a:solidFill>
            <a:schemeClr val="accent1">
              <a:alpha val="50000"/>
            </a:schemeClr>
          </a:solidFill>
        </p:spPr>
        <p:txBody>
          <a:bodyPr wrap="square" anchor="b">
            <a:noAutofit/>
          </a:bodyPr>
          <a:lstStyle>
            <a:lvl1pPr marL="0" indent="0" algn="r">
              <a:buNone/>
              <a:defRPr sz="400">
                <a:noFill/>
              </a:defRPr>
            </a:lvl1pPr>
          </a:lstStyle>
          <a:p>
            <a:pPr lvl="0"/>
            <a:r>
              <a:rPr lang="en-US"/>
              <a:t>Click to edit Master text styles</a:t>
            </a:r>
          </a:p>
        </p:txBody>
      </p:sp>
      <p:sp>
        <p:nvSpPr>
          <p:cNvPr id="2" name="Title 1">
            <a:extLst>
              <a:ext uri="{FF2B5EF4-FFF2-40B4-BE49-F238E27FC236}">
                <a16:creationId xmlns:a16="http://schemas.microsoft.com/office/drawing/2014/main" id="{6730DD45-DDDF-68D8-A609-7326324CCFFA}"/>
              </a:ext>
            </a:extLst>
          </p:cNvPr>
          <p:cNvSpPr>
            <a:spLocks noGrp="1"/>
          </p:cNvSpPr>
          <p:nvPr>
            <p:ph type="title"/>
          </p:nvPr>
        </p:nvSpPr>
        <p:spPr>
          <a:xfrm>
            <a:off x="5270499" y="571501"/>
            <a:ext cx="6350000" cy="990600"/>
          </a:xfrm>
        </p:spPr>
        <p:txBody>
          <a:bodyPr/>
          <a:lstStyle/>
          <a:p>
            <a:r>
              <a:rPr lang="en-US"/>
              <a:t>Click to edit Master title style</a:t>
            </a:r>
          </a:p>
        </p:txBody>
      </p:sp>
      <p:sp>
        <p:nvSpPr>
          <p:cNvPr id="13" name="Text Placeholder 11">
            <a:extLst>
              <a:ext uri="{FF2B5EF4-FFF2-40B4-BE49-F238E27FC236}">
                <a16:creationId xmlns:a16="http://schemas.microsoft.com/office/drawing/2014/main" id="{4CB9A307-4C15-CC3B-D099-CDF4FB8FE8B4}"/>
              </a:ext>
            </a:extLst>
          </p:cNvPr>
          <p:cNvSpPr>
            <a:spLocks noGrp="1"/>
          </p:cNvSpPr>
          <p:nvPr>
            <p:ph type="body" sz="quarter" idx="20"/>
          </p:nvPr>
        </p:nvSpPr>
        <p:spPr>
          <a:xfrm>
            <a:off x="5270499" y="1752601"/>
            <a:ext cx="6350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26" name="Subtitle 2">
            <a:extLst>
              <a:ext uri="{FF2B5EF4-FFF2-40B4-BE49-F238E27FC236}">
                <a16:creationId xmlns:a16="http://schemas.microsoft.com/office/drawing/2014/main" id="{DFE5D373-AD47-DABF-439C-D2AAFBBB14F0}"/>
              </a:ext>
            </a:extLst>
          </p:cNvPr>
          <p:cNvSpPr>
            <a:spLocks noGrp="1"/>
          </p:cNvSpPr>
          <p:nvPr>
            <p:ph type="subTitle" idx="1"/>
          </p:nvPr>
        </p:nvSpPr>
        <p:spPr>
          <a:xfrm>
            <a:off x="5270499" y="2933700"/>
            <a:ext cx="6350000" cy="278130"/>
          </a:xfrm>
        </p:spPr>
        <p:txBody>
          <a:bodyPr anchor="b"/>
          <a:lstStyle>
            <a:lvl1pPr marL="0" indent="0" algn="l">
              <a:spcBef>
                <a:spcPts val="0"/>
              </a:spcBef>
              <a:buNone/>
              <a:defRPr sz="1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5" name="Text Placeholder 4">
            <a:extLst>
              <a:ext uri="{FF2B5EF4-FFF2-40B4-BE49-F238E27FC236}">
                <a16:creationId xmlns:a16="http://schemas.microsoft.com/office/drawing/2014/main" id="{0C4347A8-EF40-BE1A-C026-0D94EDDEA20D}"/>
              </a:ext>
            </a:extLst>
          </p:cNvPr>
          <p:cNvSpPr>
            <a:spLocks noGrp="1"/>
          </p:cNvSpPr>
          <p:nvPr>
            <p:ph type="body" sz="quarter" idx="14"/>
          </p:nvPr>
        </p:nvSpPr>
        <p:spPr>
          <a:xfrm>
            <a:off x="5270499" y="3429000"/>
            <a:ext cx="6350000" cy="2857500"/>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
        <p:nvSpPr>
          <p:cNvPr id="3" name="Footer Placeholder 2">
            <a:extLst>
              <a:ext uri="{FF2B5EF4-FFF2-40B4-BE49-F238E27FC236}">
                <a16:creationId xmlns:a16="http://schemas.microsoft.com/office/drawing/2014/main" id="{D8F1D7FF-6C4B-FD49-59EA-089A8F91632F}"/>
              </a:ext>
              <a:ext uri="{C183D7F6-B498-43B3-948B-1728B52AA6E4}">
                <adec:decorative xmlns:adec="http://schemas.microsoft.com/office/drawing/2017/decorative" val="1"/>
              </a:ext>
            </a:extLst>
          </p:cNvPr>
          <p:cNvSpPr>
            <a:spLocks noGrp="1"/>
          </p:cNvSpPr>
          <p:nvPr>
            <p:ph type="ftr" sz="quarter" idx="10"/>
          </p:nvPr>
        </p:nvSpPr>
        <p:spPr>
          <a:xfrm>
            <a:off x="6345936" y="6503670"/>
            <a:ext cx="4389120" cy="137160"/>
          </a:xfrm>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A5E18E84-93A4-91B2-ADEB-00836AA8B4F8}"/>
              </a:ext>
              <a:ext uri="{C183D7F6-B498-43B3-948B-1728B52AA6E4}">
                <adec:decorative xmlns:adec="http://schemas.microsoft.com/office/drawing/2017/decorative" val="1"/>
              </a:ext>
            </a:extLst>
          </p:cNvPr>
          <p:cNvSpPr>
            <a:spLocks noGrp="1"/>
          </p:cNvSpPr>
          <p:nvPr>
            <p:ph type="dt" sz="half" idx="11"/>
          </p:nvPr>
        </p:nvSpPr>
        <p:spPr>
          <a:xfrm>
            <a:off x="6080760" y="6503670"/>
            <a:ext cx="255977" cy="137160"/>
          </a:xfrm>
        </p:spPr>
        <p:txBody>
          <a:bodyPr/>
          <a:lstStyle/>
          <a:p>
            <a:fld id="{1BB77172-0749-4E0E-9B6A-F413C259FECA}" type="datetimeyyyy">
              <a:rPr lang="en-US" smtClean="0"/>
              <a:t>2026</a:t>
            </a:fld>
            <a:endParaRPr lang="en-US"/>
          </a:p>
        </p:txBody>
      </p:sp>
      <p:sp>
        <p:nvSpPr>
          <p:cNvPr id="5" name="Slide Number Placeholder 4">
            <a:extLst>
              <a:ext uri="{FF2B5EF4-FFF2-40B4-BE49-F238E27FC236}">
                <a16:creationId xmlns:a16="http://schemas.microsoft.com/office/drawing/2014/main" id="{CA00ADE8-13EE-6112-4AAF-E621D3198DFD}"/>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
        <p:nvSpPr>
          <p:cNvPr id="21" name="Footer Placeholder 3">
            <a:extLst>
              <a:ext uri="{FF2B5EF4-FFF2-40B4-BE49-F238E27FC236}">
                <a16:creationId xmlns:a16="http://schemas.microsoft.com/office/drawing/2014/main" id="{22AC1B10-DA7D-7DCE-ED2F-0778C9BB739C}"/>
              </a:ext>
              <a:ext uri="{C183D7F6-B498-43B3-948B-1728B52AA6E4}">
                <adec:decorative xmlns:adec="http://schemas.microsoft.com/office/drawing/2017/decorative" val="1"/>
              </a:ext>
            </a:extLst>
          </p:cNvPr>
          <p:cNvSpPr txBox="1">
            <a:spLocks/>
          </p:cNvSpPr>
          <p:nvPr userDrawn="1"/>
        </p:nvSpPr>
        <p:spPr>
          <a:xfrm>
            <a:off x="5998464" y="6503670"/>
            <a:ext cx="99087" cy="137160"/>
          </a:xfrm>
          <a:prstGeom prst="rect">
            <a:avLst/>
          </a:prstGeom>
        </p:spPr>
        <p:txBody>
          <a:bodyPr vert="horz" lIns="0" tIns="0" rIns="0" bIns="0" rtlCol="0" anchor="b"/>
          <a:lstStyle>
            <a:defPPr>
              <a:defRPr lang="en-US"/>
            </a:defPPr>
            <a:lvl1pPr marL="0" algn="l" defTabSz="914400" rtl="0" eaLnBrk="1" latinLnBrk="0" hangingPunct="1">
              <a:defRPr sz="8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a:t>
            </a:r>
          </a:p>
        </p:txBody>
      </p:sp>
      <p:pic>
        <p:nvPicPr>
          <p:cNvPr id="6" name="Picture 9">
            <a:extLst>
              <a:ext uri="{FF2B5EF4-FFF2-40B4-BE49-F238E27FC236}">
                <a16:creationId xmlns:a16="http://schemas.microsoft.com/office/drawing/2014/main" id="{3F372DAC-5C00-6EBC-F47E-16BDB956F2E9}"/>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266944" y="6472119"/>
            <a:ext cx="562567" cy="145851"/>
          </a:xfrm>
          <a:prstGeom prst="rect">
            <a:avLst/>
          </a:prstGeom>
        </p:spPr>
      </p:pic>
    </p:spTree>
    <p:extLst>
      <p:ext uri="{BB962C8B-B14F-4D97-AF65-F5344CB8AC3E}">
        <p14:creationId xmlns:p14="http://schemas.microsoft.com/office/powerpoint/2010/main" val="3803269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photo_third_left 2">
    <p:spTree>
      <p:nvGrpSpPr>
        <p:cNvPr id="1" name=""/>
        <p:cNvGrpSpPr/>
        <p:nvPr/>
      </p:nvGrpSpPr>
      <p:grpSpPr>
        <a:xfrm>
          <a:off x="0" y="0"/>
          <a:ext cx="0" cy="0"/>
          <a:chOff x="0" y="0"/>
          <a:chExt cx="0" cy="0"/>
        </a:xfrm>
      </p:grpSpPr>
      <p:sp>
        <p:nvSpPr>
          <p:cNvPr id="16" name="Text Placeholder 13">
            <a:extLst>
              <a:ext uri="{FF2B5EF4-FFF2-40B4-BE49-F238E27FC236}">
                <a16:creationId xmlns:a16="http://schemas.microsoft.com/office/drawing/2014/main" id="{95E3C691-3C6F-16D9-CD11-E29E483EF7E6}"/>
              </a:ext>
              <a:ext uri="{C183D7F6-B498-43B3-948B-1728B52AA6E4}">
                <adec:decorative xmlns:adec="http://schemas.microsoft.com/office/drawing/2017/decorative" val="1"/>
              </a:ext>
            </a:extLst>
          </p:cNvPr>
          <p:cNvSpPr>
            <a:spLocks noGrp="1"/>
          </p:cNvSpPr>
          <p:nvPr>
            <p:ph type="body" sz="quarter" idx="21"/>
          </p:nvPr>
        </p:nvSpPr>
        <p:spPr>
          <a:xfrm flipH="1" flipV="1">
            <a:off x="4104352" y="1371600"/>
            <a:ext cx="218279" cy="5486400"/>
          </a:xfrm>
          <a:custGeom>
            <a:avLst/>
            <a:gdLst>
              <a:gd name="connsiteX0" fmla="*/ 0 w 215896"/>
              <a:gd name="connsiteY0" fmla="*/ 0 h 5426504"/>
              <a:gd name="connsiteX1" fmla="*/ 215896 w 215896"/>
              <a:gd name="connsiteY1" fmla="*/ 0 h 5426504"/>
              <a:gd name="connsiteX2" fmla="*/ 215896 w 215896"/>
              <a:gd name="connsiteY2" fmla="*/ 5426504 h 5426504"/>
              <a:gd name="connsiteX3" fmla="*/ 190376 w 215896"/>
              <a:gd name="connsiteY3" fmla="*/ 5412652 h 5426504"/>
              <a:gd name="connsiteX4" fmla="*/ 0 w 215896"/>
              <a:gd name="connsiteY4" fmla="*/ 5054597 h 5426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896" h="5426504">
                <a:moveTo>
                  <a:pt x="0" y="0"/>
                </a:moveTo>
                <a:lnTo>
                  <a:pt x="215896" y="0"/>
                </a:lnTo>
                <a:lnTo>
                  <a:pt x="215896" y="5426504"/>
                </a:lnTo>
                <a:lnTo>
                  <a:pt x="190376" y="5412652"/>
                </a:lnTo>
                <a:cubicBezTo>
                  <a:pt x="75517" y="5335055"/>
                  <a:pt x="0" y="5203645"/>
                  <a:pt x="0" y="5054597"/>
                </a:cubicBezTo>
                <a:close/>
              </a:path>
            </a:pathLst>
          </a:custGeom>
          <a:solidFill>
            <a:srgbClr val="EEE9FF"/>
          </a:solidFill>
        </p:spPr>
        <p:txBody>
          <a:bodyPr wrap="square">
            <a:noAutofit/>
          </a:bodyPr>
          <a:lstStyle>
            <a:lvl1pPr marL="0" indent="0">
              <a:buNone/>
              <a:defRPr sz="400">
                <a:noFill/>
              </a:defRPr>
            </a:lvl1pPr>
          </a:lstStyle>
          <a:p>
            <a:pPr lvl="0"/>
            <a:r>
              <a:rPr lang="en-US"/>
              <a:t>Click to edit Master text styles</a:t>
            </a:r>
          </a:p>
        </p:txBody>
      </p:sp>
      <p:sp>
        <p:nvSpPr>
          <p:cNvPr id="19" name="Picture Placeholder 18">
            <a:extLst>
              <a:ext uri="{FF2B5EF4-FFF2-40B4-BE49-F238E27FC236}">
                <a16:creationId xmlns:a16="http://schemas.microsoft.com/office/drawing/2014/main" id="{B42FC830-AF6C-FF1B-026D-AFB5BE5E11B8}"/>
              </a:ext>
              <a:ext uri="{C183D7F6-B498-43B3-948B-1728B52AA6E4}">
                <adec:decorative xmlns:adec="http://schemas.microsoft.com/office/drawing/2017/decorative" val="0"/>
              </a:ext>
            </a:extLst>
          </p:cNvPr>
          <p:cNvSpPr>
            <a:spLocks noGrp="1"/>
          </p:cNvSpPr>
          <p:nvPr>
            <p:ph type="pic" sz="quarter" idx="16"/>
          </p:nvPr>
        </p:nvSpPr>
        <p:spPr>
          <a:xfrm>
            <a:off x="0" y="0"/>
            <a:ext cx="4102100" cy="6858000"/>
          </a:xfrm>
          <a:custGeom>
            <a:avLst/>
            <a:gdLst>
              <a:gd name="connsiteX0" fmla="*/ 0 w 4102100"/>
              <a:gd name="connsiteY0" fmla="*/ 0 h 6858000"/>
              <a:gd name="connsiteX1" fmla="*/ 3418403 w 4102100"/>
              <a:gd name="connsiteY1" fmla="*/ 0 h 6858000"/>
              <a:gd name="connsiteX2" fmla="*/ 4102100 w 4102100"/>
              <a:gd name="connsiteY2" fmla="*/ 683697 h 6858000"/>
              <a:gd name="connsiteX3" fmla="*/ 4102100 w 4102100"/>
              <a:gd name="connsiteY3" fmla="*/ 6858000 h 6858000"/>
              <a:gd name="connsiteX4" fmla="*/ 0 w 41021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02100" h="6858000">
                <a:moveTo>
                  <a:pt x="0" y="0"/>
                </a:moveTo>
                <a:lnTo>
                  <a:pt x="3418403" y="0"/>
                </a:lnTo>
                <a:cubicBezTo>
                  <a:pt x="3795998" y="0"/>
                  <a:pt x="4102100" y="306102"/>
                  <a:pt x="4102100" y="683697"/>
                </a:cubicBezTo>
                <a:lnTo>
                  <a:pt x="4102100" y="6858000"/>
                </a:lnTo>
                <a:lnTo>
                  <a:pt x="0" y="6858000"/>
                </a:lnTo>
                <a:close/>
              </a:path>
            </a:pathLst>
          </a:custGeom>
        </p:spPr>
        <p:txBody>
          <a:bodyPr wrap="square" anchor="ctr">
            <a:noAutofit/>
          </a:bodyPr>
          <a:lstStyle>
            <a:lvl1pPr marL="0" indent="0" algn="ctr">
              <a:buNone/>
              <a:defRPr/>
            </a:lvl1pPr>
          </a:lstStyle>
          <a:p>
            <a:r>
              <a:rPr lang="en-US"/>
              <a:t>Click icon to add picture</a:t>
            </a:r>
          </a:p>
        </p:txBody>
      </p:sp>
      <p:sp>
        <p:nvSpPr>
          <p:cNvPr id="2" name="Title 1">
            <a:extLst>
              <a:ext uri="{FF2B5EF4-FFF2-40B4-BE49-F238E27FC236}">
                <a16:creationId xmlns:a16="http://schemas.microsoft.com/office/drawing/2014/main" id="{6730DD45-DDDF-68D8-A609-7326324CCFFA}"/>
              </a:ext>
            </a:extLst>
          </p:cNvPr>
          <p:cNvSpPr>
            <a:spLocks noGrp="1"/>
          </p:cNvSpPr>
          <p:nvPr>
            <p:ph type="title"/>
          </p:nvPr>
        </p:nvSpPr>
        <p:spPr>
          <a:xfrm>
            <a:off x="5270499" y="571501"/>
            <a:ext cx="6350000" cy="990600"/>
          </a:xfrm>
        </p:spPr>
        <p:txBody>
          <a:bodyPr/>
          <a:lstStyle/>
          <a:p>
            <a:r>
              <a:rPr lang="en-US"/>
              <a:t>Click to edit Master title style</a:t>
            </a:r>
          </a:p>
        </p:txBody>
      </p:sp>
      <p:sp>
        <p:nvSpPr>
          <p:cNvPr id="18" name="Text Placeholder 11">
            <a:extLst>
              <a:ext uri="{FF2B5EF4-FFF2-40B4-BE49-F238E27FC236}">
                <a16:creationId xmlns:a16="http://schemas.microsoft.com/office/drawing/2014/main" id="{885CA1CD-9BBA-9285-E1BD-B5AB570B458E}"/>
              </a:ext>
            </a:extLst>
          </p:cNvPr>
          <p:cNvSpPr>
            <a:spLocks noGrp="1"/>
          </p:cNvSpPr>
          <p:nvPr>
            <p:ph type="body" sz="quarter" idx="20"/>
          </p:nvPr>
        </p:nvSpPr>
        <p:spPr>
          <a:xfrm>
            <a:off x="5270499" y="1752601"/>
            <a:ext cx="6350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23" name="Text Placeholder 4">
            <a:extLst>
              <a:ext uri="{FF2B5EF4-FFF2-40B4-BE49-F238E27FC236}">
                <a16:creationId xmlns:a16="http://schemas.microsoft.com/office/drawing/2014/main" id="{A9B2EE4D-8894-FFF6-81F9-09770B6A942B}"/>
              </a:ext>
            </a:extLst>
          </p:cNvPr>
          <p:cNvSpPr>
            <a:spLocks noGrp="1"/>
          </p:cNvSpPr>
          <p:nvPr>
            <p:ph type="body" sz="quarter" idx="17"/>
          </p:nvPr>
        </p:nvSpPr>
        <p:spPr>
          <a:xfrm>
            <a:off x="5270499" y="2933700"/>
            <a:ext cx="2819401" cy="278129"/>
          </a:xfrm>
        </p:spPr>
        <p:txBody>
          <a:bodyPr anchor="b"/>
          <a:lstStyle>
            <a:lvl1pPr marL="0" indent="0">
              <a:lnSpc>
                <a:spcPct val="90000"/>
              </a:lnSpc>
              <a:buNone/>
              <a:defRPr sz="1400" b="1"/>
            </a:lvl1pPr>
            <a:lvl2pPr>
              <a:defRPr sz="1100"/>
            </a:lvl2pPr>
            <a:lvl3pPr>
              <a:defRPr sz="800"/>
            </a:lvl3pPr>
            <a:lvl4pPr>
              <a:defRPr sz="800"/>
            </a:lvl4pPr>
            <a:lvl5pPr>
              <a:defRPr sz="800"/>
            </a:lvl5pPr>
          </a:lstStyle>
          <a:p>
            <a:pPr lvl="0"/>
            <a:r>
              <a:rPr lang="en-US"/>
              <a:t>Click to edit Master text styles</a:t>
            </a:r>
          </a:p>
        </p:txBody>
      </p:sp>
      <p:sp>
        <p:nvSpPr>
          <p:cNvPr id="13" name="Text Placeholder 4">
            <a:extLst>
              <a:ext uri="{FF2B5EF4-FFF2-40B4-BE49-F238E27FC236}">
                <a16:creationId xmlns:a16="http://schemas.microsoft.com/office/drawing/2014/main" id="{2D05E4BD-23C9-BDF3-DAD0-982C8714FBDC}"/>
              </a:ext>
            </a:extLst>
          </p:cNvPr>
          <p:cNvSpPr>
            <a:spLocks noGrp="1"/>
          </p:cNvSpPr>
          <p:nvPr>
            <p:ph type="body" sz="quarter" idx="14"/>
          </p:nvPr>
        </p:nvSpPr>
        <p:spPr>
          <a:xfrm>
            <a:off x="5270499" y="3429000"/>
            <a:ext cx="2819401" cy="2857500"/>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
        <p:nvSpPr>
          <p:cNvPr id="24" name="Text Placeholder 4">
            <a:extLst>
              <a:ext uri="{FF2B5EF4-FFF2-40B4-BE49-F238E27FC236}">
                <a16:creationId xmlns:a16="http://schemas.microsoft.com/office/drawing/2014/main" id="{65493958-D063-A5AB-FF6D-6B0870D48633}"/>
              </a:ext>
            </a:extLst>
          </p:cNvPr>
          <p:cNvSpPr>
            <a:spLocks noGrp="1"/>
          </p:cNvSpPr>
          <p:nvPr>
            <p:ph type="body" sz="quarter" idx="18"/>
          </p:nvPr>
        </p:nvSpPr>
        <p:spPr>
          <a:xfrm>
            <a:off x="8801098" y="2933700"/>
            <a:ext cx="2819401" cy="278129"/>
          </a:xfrm>
        </p:spPr>
        <p:txBody>
          <a:bodyPr anchor="b"/>
          <a:lstStyle>
            <a:lvl1pPr marL="0" indent="0">
              <a:lnSpc>
                <a:spcPct val="90000"/>
              </a:lnSpc>
              <a:buNone/>
              <a:defRPr sz="1400" b="1"/>
            </a:lvl1pPr>
            <a:lvl2pPr>
              <a:defRPr sz="1100"/>
            </a:lvl2pPr>
            <a:lvl3pPr>
              <a:defRPr sz="800"/>
            </a:lvl3pPr>
            <a:lvl4pPr>
              <a:defRPr sz="800"/>
            </a:lvl4pPr>
            <a:lvl5pPr>
              <a:defRPr sz="800"/>
            </a:lvl5pPr>
          </a:lstStyle>
          <a:p>
            <a:pPr lvl="0"/>
            <a:r>
              <a:rPr lang="en-US"/>
              <a:t>Click to edit Master text styles</a:t>
            </a:r>
          </a:p>
        </p:txBody>
      </p:sp>
      <p:sp>
        <p:nvSpPr>
          <p:cNvPr id="17" name="Text Placeholder 4">
            <a:extLst>
              <a:ext uri="{FF2B5EF4-FFF2-40B4-BE49-F238E27FC236}">
                <a16:creationId xmlns:a16="http://schemas.microsoft.com/office/drawing/2014/main" id="{3C7D1E9E-C87F-6281-20CA-A6F4971CF76C}"/>
              </a:ext>
            </a:extLst>
          </p:cNvPr>
          <p:cNvSpPr>
            <a:spLocks noGrp="1"/>
          </p:cNvSpPr>
          <p:nvPr>
            <p:ph type="body" sz="quarter" idx="15"/>
          </p:nvPr>
        </p:nvSpPr>
        <p:spPr>
          <a:xfrm>
            <a:off x="8801098" y="3395132"/>
            <a:ext cx="2819401" cy="2857500"/>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
        <p:nvSpPr>
          <p:cNvPr id="3" name="Footer Placeholder 2">
            <a:extLst>
              <a:ext uri="{FF2B5EF4-FFF2-40B4-BE49-F238E27FC236}">
                <a16:creationId xmlns:a16="http://schemas.microsoft.com/office/drawing/2014/main" id="{D8F1D7FF-6C4B-FD49-59EA-089A8F91632F}"/>
              </a:ext>
              <a:ext uri="{C183D7F6-B498-43B3-948B-1728B52AA6E4}">
                <adec:decorative xmlns:adec="http://schemas.microsoft.com/office/drawing/2017/decorative" val="1"/>
              </a:ext>
            </a:extLst>
          </p:cNvPr>
          <p:cNvSpPr>
            <a:spLocks noGrp="1"/>
          </p:cNvSpPr>
          <p:nvPr>
            <p:ph type="ftr" sz="quarter" idx="10"/>
          </p:nvPr>
        </p:nvSpPr>
        <p:spPr>
          <a:xfrm>
            <a:off x="6345936" y="6503670"/>
            <a:ext cx="4389120" cy="137160"/>
          </a:xfrm>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A5E18E84-93A4-91B2-ADEB-00836AA8B4F8}"/>
              </a:ext>
              <a:ext uri="{C183D7F6-B498-43B3-948B-1728B52AA6E4}">
                <adec:decorative xmlns:adec="http://schemas.microsoft.com/office/drawing/2017/decorative" val="1"/>
              </a:ext>
            </a:extLst>
          </p:cNvPr>
          <p:cNvSpPr>
            <a:spLocks noGrp="1"/>
          </p:cNvSpPr>
          <p:nvPr>
            <p:ph type="dt" sz="half" idx="11"/>
          </p:nvPr>
        </p:nvSpPr>
        <p:spPr>
          <a:xfrm>
            <a:off x="6080760" y="6503670"/>
            <a:ext cx="255977" cy="137160"/>
          </a:xfrm>
        </p:spPr>
        <p:txBody>
          <a:bodyPr/>
          <a:lstStyle/>
          <a:p>
            <a:fld id="{9D9A883A-4ED7-43C0-B9DF-CCC4B6277E4B}" type="datetimeyyyy">
              <a:rPr lang="en-US" smtClean="0"/>
              <a:t>2026</a:t>
            </a:fld>
            <a:endParaRPr lang="en-US"/>
          </a:p>
        </p:txBody>
      </p:sp>
      <p:sp>
        <p:nvSpPr>
          <p:cNvPr id="5" name="Slide Number Placeholder 4">
            <a:extLst>
              <a:ext uri="{FF2B5EF4-FFF2-40B4-BE49-F238E27FC236}">
                <a16:creationId xmlns:a16="http://schemas.microsoft.com/office/drawing/2014/main" id="{CA00ADE8-13EE-6112-4AAF-E621D3198DFD}"/>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
        <p:nvSpPr>
          <p:cNvPr id="21" name="Footer Placeholder 3">
            <a:extLst>
              <a:ext uri="{FF2B5EF4-FFF2-40B4-BE49-F238E27FC236}">
                <a16:creationId xmlns:a16="http://schemas.microsoft.com/office/drawing/2014/main" id="{22AC1B10-DA7D-7DCE-ED2F-0778C9BB739C}"/>
              </a:ext>
              <a:ext uri="{C183D7F6-B498-43B3-948B-1728B52AA6E4}">
                <adec:decorative xmlns:adec="http://schemas.microsoft.com/office/drawing/2017/decorative" val="1"/>
              </a:ext>
            </a:extLst>
          </p:cNvPr>
          <p:cNvSpPr txBox="1">
            <a:spLocks/>
          </p:cNvSpPr>
          <p:nvPr userDrawn="1"/>
        </p:nvSpPr>
        <p:spPr>
          <a:xfrm>
            <a:off x="5998464" y="6503670"/>
            <a:ext cx="99087" cy="137160"/>
          </a:xfrm>
          <a:prstGeom prst="rect">
            <a:avLst/>
          </a:prstGeom>
        </p:spPr>
        <p:txBody>
          <a:bodyPr vert="horz" lIns="0" tIns="0" rIns="0" bIns="0" rtlCol="0" anchor="b"/>
          <a:lstStyle>
            <a:defPPr>
              <a:defRPr lang="en-US"/>
            </a:defPPr>
            <a:lvl1pPr marL="0" algn="l" defTabSz="914400" rtl="0" eaLnBrk="1" latinLnBrk="0" hangingPunct="1">
              <a:defRPr sz="8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a:t>
            </a:r>
          </a:p>
        </p:txBody>
      </p:sp>
      <p:pic>
        <p:nvPicPr>
          <p:cNvPr id="6" name="Picture 9">
            <a:extLst>
              <a:ext uri="{FF2B5EF4-FFF2-40B4-BE49-F238E27FC236}">
                <a16:creationId xmlns:a16="http://schemas.microsoft.com/office/drawing/2014/main" id="{D9F79E96-81B1-64A5-5C19-08FD0D4330EA}"/>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266944" y="6472119"/>
            <a:ext cx="562567" cy="145851"/>
          </a:xfrm>
          <a:prstGeom prst="rect">
            <a:avLst/>
          </a:prstGeom>
        </p:spPr>
      </p:pic>
    </p:spTree>
    <p:extLst>
      <p:ext uri="{BB962C8B-B14F-4D97-AF65-F5344CB8AC3E}">
        <p14:creationId xmlns:p14="http://schemas.microsoft.com/office/powerpoint/2010/main" val="236325748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lient Log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9DDC99-F1D8-5639-4F64-74567F887E69}"/>
              </a:ext>
            </a:extLst>
          </p:cNvPr>
          <p:cNvSpPr>
            <a:spLocks noGrp="1"/>
          </p:cNvSpPr>
          <p:nvPr>
            <p:ph type="title"/>
          </p:nvPr>
        </p:nvSpPr>
        <p:spPr>
          <a:xfrm>
            <a:off x="571500" y="571500"/>
            <a:ext cx="3530600" cy="3352800"/>
          </a:xfrm>
        </p:spPr>
        <p:txBody>
          <a:bodyPr/>
          <a:lstStyle/>
          <a:p>
            <a:r>
              <a:rPr lang="en-US"/>
              <a:t>Click to edit Master title style</a:t>
            </a:r>
          </a:p>
        </p:txBody>
      </p:sp>
      <p:sp>
        <p:nvSpPr>
          <p:cNvPr id="8" name="Text Placeholder 7">
            <a:extLst>
              <a:ext uri="{FF2B5EF4-FFF2-40B4-BE49-F238E27FC236}">
                <a16:creationId xmlns:a16="http://schemas.microsoft.com/office/drawing/2014/main" id="{0A764630-7F5E-DBF9-276D-57EE727943FC}"/>
              </a:ext>
            </a:extLst>
          </p:cNvPr>
          <p:cNvSpPr>
            <a:spLocks noGrp="1"/>
          </p:cNvSpPr>
          <p:nvPr>
            <p:ph type="body" sz="quarter" idx="13"/>
          </p:nvPr>
        </p:nvSpPr>
        <p:spPr>
          <a:xfrm>
            <a:off x="571500" y="4114800"/>
            <a:ext cx="3530600" cy="1371600"/>
          </a:xfrm>
        </p:spPr>
        <p:txBody>
          <a:bodyPr/>
          <a:lstStyle>
            <a:lvl1pPr marL="0" indent="0">
              <a:lnSpc>
                <a:spcPct val="90000"/>
              </a:lnSpc>
              <a:buNone/>
              <a:defRPr sz="2200" b="0"/>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25" name="Picture Placeholder 24">
            <a:extLst>
              <a:ext uri="{FF2B5EF4-FFF2-40B4-BE49-F238E27FC236}">
                <a16:creationId xmlns:a16="http://schemas.microsoft.com/office/drawing/2014/main" id="{D5173095-388F-9E87-760D-6E1513F2D5A4}"/>
              </a:ext>
              <a:ext uri="{C183D7F6-B498-43B3-948B-1728B52AA6E4}">
                <adec:decorative xmlns:adec="http://schemas.microsoft.com/office/drawing/2017/decorative" val="0"/>
              </a:ext>
            </a:extLst>
          </p:cNvPr>
          <p:cNvSpPr>
            <a:spLocks noGrp="1"/>
          </p:cNvSpPr>
          <p:nvPr>
            <p:ph type="pic" sz="quarter" idx="14"/>
          </p:nvPr>
        </p:nvSpPr>
        <p:spPr>
          <a:xfrm>
            <a:off x="5276850" y="571500"/>
            <a:ext cx="1644650" cy="548640"/>
          </a:xfrm>
        </p:spPr>
        <p:txBody>
          <a:bodyPr/>
          <a:lstStyle>
            <a:lvl1pPr marL="0" indent="0">
              <a:buNone/>
              <a:defRPr sz="1000"/>
            </a:lvl1pPr>
          </a:lstStyle>
          <a:p>
            <a:r>
              <a:rPr lang="en-US"/>
              <a:t>Click icon to add picture</a:t>
            </a:r>
          </a:p>
        </p:txBody>
      </p:sp>
      <p:sp>
        <p:nvSpPr>
          <p:cNvPr id="26" name="Picture Placeholder 24">
            <a:extLst>
              <a:ext uri="{FF2B5EF4-FFF2-40B4-BE49-F238E27FC236}">
                <a16:creationId xmlns:a16="http://schemas.microsoft.com/office/drawing/2014/main" id="{52EFFE21-F8F5-392E-7641-CB8AE1CB4480}"/>
              </a:ext>
              <a:ext uri="{C183D7F6-B498-43B3-948B-1728B52AA6E4}">
                <adec:decorative xmlns:adec="http://schemas.microsoft.com/office/drawing/2017/decorative" val="0"/>
              </a:ext>
            </a:extLst>
          </p:cNvPr>
          <p:cNvSpPr>
            <a:spLocks noGrp="1"/>
          </p:cNvSpPr>
          <p:nvPr>
            <p:ph type="pic" sz="quarter" idx="15"/>
          </p:nvPr>
        </p:nvSpPr>
        <p:spPr>
          <a:xfrm>
            <a:off x="7623602" y="571500"/>
            <a:ext cx="1644650" cy="548640"/>
          </a:xfrm>
        </p:spPr>
        <p:txBody>
          <a:bodyPr/>
          <a:lstStyle>
            <a:lvl1pPr marL="0" indent="0">
              <a:buNone/>
              <a:defRPr sz="1000"/>
            </a:lvl1pPr>
          </a:lstStyle>
          <a:p>
            <a:r>
              <a:rPr lang="en-US"/>
              <a:t>Click icon to add picture</a:t>
            </a:r>
          </a:p>
        </p:txBody>
      </p:sp>
      <p:sp>
        <p:nvSpPr>
          <p:cNvPr id="27" name="Picture Placeholder 24">
            <a:extLst>
              <a:ext uri="{FF2B5EF4-FFF2-40B4-BE49-F238E27FC236}">
                <a16:creationId xmlns:a16="http://schemas.microsoft.com/office/drawing/2014/main" id="{B07B539B-6B6D-B160-FED9-9960E8760269}"/>
              </a:ext>
              <a:ext uri="{C183D7F6-B498-43B3-948B-1728B52AA6E4}">
                <adec:decorative xmlns:adec="http://schemas.microsoft.com/office/drawing/2017/decorative" val="0"/>
              </a:ext>
            </a:extLst>
          </p:cNvPr>
          <p:cNvSpPr>
            <a:spLocks noGrp="1"/>
          </p:cNvSpPr>
          <p:nvPr>
            <p:ph type="pic" sz="quarter" idx="16"/>
          </p:nvPr>
        </p:nvSpPr>
        <p:spPr>
          <a:xfrm>
            <a:off x="9970355" y="571500"/>
            <a:ext cx="1644650" cy="548640"/>
          </a:xfrm>
        </p:spPr>
        <p:txBody>
          <a:bodyPr/>
          <a:lstStyle>
            <a:lvl1pPr marL="0" indent="0">
              <a:buNone/>
              <a:defRPr sz="1000"/>
            </a:lvl1pPr>
          </a:lstStyle>
          <a:p>
            <a:r>
              <a:rPr lang="en-US"/>
              <a:t>Click icon to add picture</a:t>
            </a:r>
          </a:p>
        </p:txBody>
      </p:sp>
      <p:sp>
        <p:nvSpPr>
          <p:cNvPr id="28" name="Picture Placeholder 24">
            <a:extLst>
              <a:ext uri="{FF2B5EF4-FFF2-40B4-BE49-F238E27FC236}">
                <a16:creationId xmlns:a16="http://schemas.microsoft.com/office/drawing/2014/main" id="{8D69C67D-40FC-9076-CFD4-F5730D1D7D01}"/>
              </a:ext>
              <a:ext uri="{C183D7F6-B498-43B3-948B-1728B52AA6E4}">
                <adec:decorative xmlns:adec="http://schemas.microsoft.com/office/drawing/2017/decorative" val="0"/>
              </a:ext>
            </a:extLst>
          </p:cNvPr>
          <p:cNvSpPr>
            <a:spLocks noGrp="1"/>
          </p:cNvSpPr>
          <p:nvPr>
            <p:ph type="pic" sz="quarter" idx="17"/>
          </p:nvPr>
        </p:nvSpPr>
        <p:spPr>
          <a:xfrm>
            <a:off x="5276850" y="1731657"/>
            <a:ext cx="1644650" cy="548640"/>
          </a:xfrm>
        </p:spPr>
        <p:txBody>
          <a:bodyPr/>
          <a:lstStyle>
            <a:lvl1pPr marL="0" indent="0">
              <a:buNone/>
              <a:defRPr sz="1000"/>
            </a:lvl1pPr>
          </a:lstStyle>
          <a:p>
            <a:r>
              <a:rPr lang="en-US"/>
              <a:t>Click icon to add picture</a:t>
            </a:r>
          </a:p>
        </p:txBody>
      </p:sp>
      <p:sp>
        <p:nvSpPr>
          <p:cNvPr id="29" name="Picture Placeholder 24">
            <a:extLst>
              <a:ext uri="{FF2B5EF4-FFF2-40B4-BE49-F238E27FC236}">
                <a16:creationId xmlns:a16="http://schemas.microsoft.com/office/drawing/2014/main" id="{5790B19A-3C34-B845-1A01-5EEA0290B8C5}"/>
              </a:ext>
              <a:ext uri="{C183D7F6-B498-43B3-948B-1728B52AA6E4}">
                <adec:decorative xmlns:adec="http://schemas.microsoft.com/office/drawing/2017/decorative" val="0"/>
              </a:ext>
            </a:extLst>
          </p:cNvPr>
          <p:cNvSpPr>
            <a:spLocks noGrp="1"/>
          </p:cNvSpPr>
          <p:nvPr>
            <p:ph type="pic" sz="quarter" idx="18"/>
          </p:nvPr>
        </p:nvSpPr>
        <p:spPr>
          <a:xfrm>
            <a:off x="7623602" y="1731657"/>
            <a:ext cx="1644650" cy="548640"/>
          </a:xfrm>
        </p:spPr>
        <p:txBody>
          <a:bodyPr/>
          <a:lstStyle>
            <a:lvl1pPr marL="0" indent="0">
              <a:buNone/>
              <a:defRPr sz="1000"/>
            </a:lvl1pPr>
          </a:lstStyle>
          <a:p>
            <a:r>
              <a:rPr lang="en-US"/>
              <a:t>Click icon to add picture</a:t>
            </a:r>
          </a:p>
        </p:txBody>
      </p:sp>
      <p:sp>
        <p:nvSpPr>
          <p:cNvPr id="30" name="Picture Placeholder 24">
            <a:extLst>
              <a:ext uri="{FF2B5EF4-FFF2-40B4-BE49-F238E27FC236}">
                <a16:creationId xmlns:a16="http://schemas.microsoft.com/office/drawing/2014/main" id="{F434CBE1-526D-B01C-F4A7-A2A17928CF11}"/>
              </a:ext>
              <a:ext uri="{C183D7F6-B498-43B3-948B-1728B52AA6E4}">
                <adec:decorative xmlns:adec="http://schemas.microsoft.com/office/drawing/2017/decorative" val="0"/>
              </a:ext>
            </a:extLst>
          </p:cNvPr>
          <p:cNvSpPr>
            <a:spLocks noGrp="1"/>
          </p:cNvSpPr>
          <p:nvPr>
            <p:ph type="pic" sz="quarter" idx="19"/>
          </p:nvPr>
        </p:nvSpPr>
        <p:spPr>
          <a:xfrm>
            <a:off x="9970355" y="1731657"/>
            <a:ext cx="1644650" cy="548640"/>
          </a:xfrm>
        </p:spPr>
        <p:txBody>
          <a:bodyPr/>
          <a:lstStyle>
            <a:lvl1pPr marL="0" indent="0">
              <a:buNone/>
              <a:defRPr sz="1000"/>
            </a:lvl1pPr>
          </a:lstStyle>
          <a:p>
            <a:r>
              <a:rPr lang="en-US"/>
              <a:t>Click icon to add picture</a:t>
            </a:r>
          </a:p>
        </p:txBody>
      </p:sp>
      <p:sp>
        <p:nvSpPr>
          <p:cNvPr id="31" name="Picture Placeholder 24">
            <a:extLst>
              <a:ext uri="{FF2B5EF4-FFF2-40B4-BE49-F238E27FC236}">
                <a16:creationId xmlns:a16="http://schemas.microsoft.com/office/drawing/2014/main" id="{A707561E-5916-786D-8742-34F322CC63A6}"/>
              </a:ext>
              <a:ext uri="{C183D7F6-B498-43B3-948B-1728B52AA6E4}">
                <adec:decorative xmlns:adec="http://schemas.microsoft.com/office/drawing/2017/decorative" val="0"/>
              </a:ext>
            </a:extLst>
          </p:cNvPr>
          <p:cNvSpPr>
            <a:spLocks noGrp="1"/>
          </p:cNvSpPr>
          <p:nvPr>
            <p:ph type="pic" sz="quarter" idx="20"/>
          </p:nvPr>
        </p:nvSpPr>
        <p:spPr>
          <a:xfrm>
            <a:off x="5276850" y="2891814"/>
            <a:ext cx="1644650" cy="548640"/>
          </a:xfrm>
        </p:spPr>
        <p:txBody>
          <a:bodyPr/>
          <a:lstStyle>
            <a:lvl1pPr marL="0" indent="0">
              <a:buNone/>
              <a:defRPr sz="1000"/>
            </a:lvl1pPr>
          </a:lstStyle>
          <a:p>
            <a:r>
              <a:rPr lang="en-US"/>
              <a:t>Click icon to add picture</a:t>
            </a:r>
          </a:p>
        </p:txBody>
      </p:sp>
      <p:sp>
        <p:nvSpPr>
          <p:cNvPr id="32" name="Picture Placeholder 24">
            <a:extLst>
              <a:ext uri="{FF2B5EF4-FFF2-40B4-BE49-F238E27FC236}">
                <a16:creationId xmlns:a16="http://schemas.microsoft.com/office/drawing/2014/main" id="{DDC5815B-E2FE-F8D4-A3F1-C8E45F43D45C}"/>
              </a:ext>
              <a:ext uri="{C183D7F6-B498-43B3-948B-1728B52AA6E4}">
                <adec:decorative xmlns:adec="http://schemas.microsoft.com/office/drawing/2017/decorative" val="0"/>
              </a:ext>
            </a:extLst>
          </p:cNvPr>
          <p:cNvSpPr>
            <a:spLocks noGrp="1"/>
          </p:cNvSpPr>
          <p:nvPr>
            <p:ph type="pic" sz="quarter" idx="21"/>
          </p:nvPr>
        </p:nvSpPr>
        <p:spPr>
          <a:xfrm>
            <a:off x="7623602" y="2891814"/>
            <a:ext cx="1644650" cy="548640"/>
          </a:xfrm>
        </p:spPr>
        <p:txBody>
          <a:bodyPr/>
          <a:lstStyle>
            <a:lvl1pPr marL="0" indent="0">
              <a:buNone/>
              <a:defRPr sz="1000"/>
            </a:lvl1pPr>
          </a:lstStyle>
          <a:p>
            <a:r>
              <a:rPr lang="en-US"/>
              <a:t>Click icon to add picture</a:t>
            </a:r>
          </a:p>
        </p:txBody>
      </p:sp>
      <p:sp>
        <p:nvSpPr>
          <p:cNvPr id="33" name="Picture Placeholder 24">
            <a:extLst>
              <a:ext uri="{FF2B5EF4-FFF2-40B4-BE49-F238E27FC236}">
                <a16:creationId xmlns:a16="http://schemas.microsoft.com/office/drawing/2014/main" id="{AD12602F-26DC-0185-2333-B1171B64AB04}"/>
              </a:ext>
              <a:ext uri="{C183D7F6-B498-43B3-948B-1728B52AA6E4}">
                <adec:decorative xmlns:adec="http://schemas.microsoft.com/office/drawing/2017/decorative" val="0"/>
              </a:ext>
            </a:extLst>
          </p:cNvPr>
          <p:cNvSpPr>
            <a:spLocks noGrp="1"/>
          </p:cNvSpPr>
          <p:nvPr>
            <p:ph type="pic" sz="quarter" idx="22"/>
          </p:nvPr>
        </p:nvSpPr>
        <p:spPr>
          <a:xfrm>
            <a:off x="9970355" y="2891814"/>
            <a:ext cx="1644650" cy="548640"/>
          </a:xfrm>
        </p:spPr>
        <p:txBody>
          <a:bodyPr/>
          <a:lstStyle>
            <a:lvl1pPr marL="0" indent="0">
              <a:buNone/>
              <a:defRPr sz="1000"/>
            </a:lvl1pPr>
          </a:lstStyle>
          <a:p>
            <a:r>
              <a:rPr lang="en-US"/>
              <a:t>Click icon to add picture</a:t>
            </a:r>
          </a:p>
        </p:txBody>
      </p:sp>
      <p:sp>
        <p:nvSpPr>
          <p:cNvPr id="34" name="Picture Placeholder 24">
            <a:extLst>
              <a:ext uri="{FF2B5EF4-FFF2-40B4-BE49-F238E27FC236}">
                <a16:creationId xmlns:a16="http://schemas.microsoft.com/office/drawing/2014/main" id="{E898C53E-ACB6-1B62-7DCB-A1B05274278D}"/>
              </a:ext>
              <a:ext uri="{C183D7F6-B498-43B3-948B-1728B52AA6E4}">
                <adec:decorative xmlns:adec="http://schemas.microsoft.com/office/drawing/2017/decorative" val="0"/>
              </a:ext>
            </a:extLst>
          </p:cNvPr>
          <p:cNvSpPr>
            <a:spLocks noGrp="1"/>
          </p:cNvSpPr>
          <p:nvPr>
            <p:ph type="pic" sz="quarter" idx="23"/>
          </p:nvPr>
        </p:nvSpPr>
        <p:spPr>
          <a:xfrm>
            <a:off x="5276850" y="4051971"/>
            <a:ext cx="1644650" cy="548640"/>
          </a:xfrm>
        </p:spPr>
        <p:txBody>
          <a:bodyPr/>
          <a:lstStyle>
            <a:lvl1pPr marL="0" indent="0">
              <a:buNone/>
              <a:defRPr sz="1000"/>
            </a:lvl1pPr>
          </a:lstStyle>
          <a:p>
            <a:r>
              <a:rPr lang="en-US"/>
              <a:t>Click icon to add picture</a:t>
            </a:r>
          </a:p>
        </p:txBody>
      </p:sp>
      <p:sp>
        <p:nvSpPr>
          <p:cNvPr id="35" name="Picture Placeholder 24">
            <a:extLst>
              <a:ext uri="{FF2B5EF4-FFF2-40B4-BE49-F238E27FC236}">
                <a16:creationId xmlns:a16="http://schemas.microsoft.com/office/drawing/2014/main" id="{731E74E5-141E-80AB-9B00-1B5E0FEED1BC}"/>
              </a:ext>
              <a:ext uri="{C183D7F6-B498-43B3-948B-1728B52AA6E4}">
                <adec:decorative xmlns:adec="http://schemas.microsoft.com/office/drawing/2017/decorative" val="0"/>
              </a:ext>
            </a:extLst>
          </p:cNvPr>
          <p:cNvSpPr>
            <a:spLocks noGrp="1"/>
          </p:cNvSpPr>
          <p:nvPr>
            <p:ph type="pic" sz="quarter" idx="24"/>
          </p:nvPr>
        </p:nvSpPr>
        <p:spPr>
          <a:xfrm>
            <a:off x="7623602" y="4051971"/>
            <a:ext cx="1644650" cy="548640"/>
          </a:xfrm>
        </p:spPr>
        <p:txBody>
          <a:bodyPr/>
          <a:lstStyle>
            <a:lvl1pPr marL="0" indent="0">
              <a:buNone/>
              <a:defRPr sz="1000"/>
            </a:lvl1pPr>
          </a:lstStyle>
          <a:p>
            <a:r>
              <a:rPr lang="en-US"/>
              <a:t>Click icon to add picture</a:t>
            </a:r>
          </a:p>
        </p:txBody>
      </p:sp>
      <p:sp>
        <p:nvSpPr>
          <p:cNvPr id="36" name="Picture Placeholder 24">
            <a:extLst>
              <a:ext uri="{FF2B5EF4-FFF2-40B4-BE49-F238E27FC236}">
                <a16:creationId xmlns:a16="http://schemas.microsoft.com/office/drawing/2014/main" id="{826937F0-56E3-26CF-5EC8-F8F85E77D05F}"/>
              </a:ext>
              <a:ext uri="{C183D7F6-B498-43B3-948B-1728B52AA6E4}">
                <adec:decorative xmlns:adec="http://schemas.microsoft.com/office/drawing/2017/decorative" val="0"/>
              </a:ext>
            </a:extLst>
          </p:cNvPr>
          <p:cNvSpPr>
            <a:spLocks noGrp="1"/>
          </p:cNvSpPr>
          <p:nvPr>
            <p:ph type="pic" sz="quarter" idx="25"/>
          </p:nvPr>
        </p:nvSpPr>
        <p:spPr>
          <a:xfrm>
            <a:off x="9970355" y="4051971"/>
            <a:ext cx="1644650" cy="548640"/>
          </a:xfrm>
        </p:spPr>
        <p:txBody>
          <a:bodyPr/>
          <a:lstStyle>
            <a:lvl1pPr marL="0" indent="0">
              <a:buNone/>
              <a:defRPr sz="1000"/>
            </a:lvl1pPr>
          </a:lstStyle>
          <a:p>
            <a:r>
              <a:rPr lang="en-US"/>
              <a:t>Click icon to add picture</a:t>
            </a:r>
          </a:p>
        </p:txBody>
      </p:sp>
      <p:sp>
        <p:nvSpPr>
          <p:cNvPr id="37" name="Picture Placeholder 24">
            <a:extLst>
              <a:ext uri="{FF2B5EF4-FFF2-40B4-BE49-F238E27FC236}">
                <a16:creationId xmlns:a16="http://schemas.microsoft.com/office/drawing/2014/main" id="{211A642A-7EAD-CCEF-F33A-96AAD329D781}"/>
              </a:ext>
              <a:ext uri="{C183D7F6-B498-43B3-948B-1728B52AA6E4}">
                <adec:decorative xmlns:adec="http://schemas.microsoft.com/office/drawing/2017/decorative" val="0"/>
              </a:ext>
            </a:extLst>
          </p:cNvPr>
          <p:cNvSpPr>
            <a:spLocks noGrp="1"/>
          </p:cNvSpPr>
          <p:nvPr>
            <p:ph type="pic" sz="quarter" idx="26"/>
          </p:nvPr>
        </p:nvSpPr>
        <p:spPr>
          <a:xfrm>
            <a:off x="5276850" y="5212128"/>
            <a:ext cx="1644650" cy="548640"/>
          </a:xfrm>
        </p:spPr>
        <p:txBody>
          <a:bodyPr/>
          <a:lstStyle>
            <a:lvl1pPr marL="0" indent="0">
              <a:buNone/>
              <a:defRPr sz="1000"/>
            </a:lvl1pPr>
          </a:lstStyle>
          <a:p>
            <a:r>
              <a:rPr lang="en-US"/>
              <a:t>Click icon to add picture</a:t>
            </a:r>
          </a:p>
        </p:txBody>
      </p:sp>
      <p:sp>
        <p:nvSpPr>
          <p:cNvPr id="38" name="Picture Placeholder 24">
            <a:extLst>
              <a:ext uri="{FF2B5EF4-FFF2-40B4-BE49-F238E27FC236}">
                <a16:creationId xmlns:a16="http://schemas.microsoft.com/office/drawing/2014/main" id="{7BE237C6-6445-AFAD-D53B-7AB8EEECD1C3}"/>
              </a:ext>
              <a:ext uri="{C183D7F6-B498-43B3-948B-1728B52AA6E4}">
                <adec:decorative xmlns:adec="http://schemas.microsoft.com/office/drawing/2017/decorative" val="0"/>
              </a:ext>
            </a:extLst>
          </p:cNvPr>
          <p:cNvSpPr>
            <a:spLocks noGrp="1"/>
          </p:cNvSpPr>
          <p:nvPr>
            <p:ph type="pic" sz="quarter" idx="27"/>
          </p:nvPr>
        </p:nvSpPr>
        <p:spPr>
          <a:xfrm>
            <a:off x="7623602" y="5212128"/>
            <a:ext cx="1644650" cy="548640"/>
          </a:xfrm>
        </p:spPr>
        <p:txBody>
          <a:bodyPr/>
          <a:lstStyle>
            <a:lvl1pPr marL="0" indent="0">
              <a:buNone/>
              <a:defRPr sz="1000"/>
            </a:lvl1pPr>
          </a:lstStyle>
          <a:p>
            <a:r>
              <a:rPr lang="en-US"/>
              <a:t>Click icon to add picture</a:t>
            </a:r>
          </a:p>
        </p:txBody>
      </p:sp>
      <p:sp>
        <p:nvSpPr>
          <p:cNvPr id="39" name="Picture Placeholder 24">
            <a:extLst>
              <a:ext uri="{FF2B5EF4-FFF2-40B4-BE49-F238E27FC236}">
                <a16:creationId xmlns:a16="http://schemas.microsoft.com/office/drawing/2014/main" id="{710208B8-A8C4-C336-539B-0CE006BB08E2}"/>
              </a:ext>
              <a:ext uri="{C183D7F6-B498-43B3-948B-1728B52AA6E4}">
                <adec:decorative xmlns:adec="http://schemas.microsoft.com/office/drawing/2017/decorative" val="0"/>
              </a:ext>
            </a:extLst>
          </p:cNvPr>
          <p:cNvSpPr>
            <a:spLocks noGrp="1"/>
          </p:cNvSpPr>
          <p:nvPr>
            <p:ph type="pic" sz="quarter" idx="28"/>
          </p:nvPr>
        </p:nvSpPr>
        <p:spPr>
          <a:xfrm>
            <a:off x="9970355" y="5212128"/>
            <a:ext cx="1644650" cy="548640"/>
          </a:xfrm>
        </p:spPr>
        <p:txBody>
          <a:bodyPr/>
          <a:lstStyle>
            <a:lvl1pPr marL="0" indent="0">
              <a:buNone/>
              <a:defRPr sz="1000"/>
            </a:lvl1pPr>
          </a:lstStyle>
          <a:p>
            <a:r>
              <a:rPr lang="en-US"/>
              <a:t>Click icon to add picture</a:t>
            </a:r>
          </a:p>
        </p:txBody>
      </p:sp>
      <p:sp>
        <p:nvSpPr>
          <p:cNvPr id="3" name="Footer Placeholder 2">
            <a:extLst>
              <a:ext uri="{FF2B5EF4-FFF2-40B4-BE49-F238E27FC236}">
                <a16:creationId xmlns:a16="http://schemas.microsoft.com/office/drawing/2014/main" id="{E592B8AC-3FEF-FB3D-1D35-1B4C85E09DA6}"/>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7933CB4A-84D4-4E7D-54A8-19F4902C3786}"/>
              </a:ext>
              <a:ext uri="{C183D7F6-B498-43B3-948B-1728B52AA6E4}">
                <adec:decorative xmlns:adec="http://schemas.microsoft.com/office/drawing/2017/decorative" val="1"/>
              </a:ext>
            </a:extLst>
          </p:cNvPr>
          <p:cNvSpPr>
            <a:spLocks noGrp="1"/>
          </p:cNvSpPr>
          <p:nvPr>
            <p:ph type="dt" sz="half" idx="11"/>
          </p:nvPr>
        </p:nvSpPr>
        <p:spPr/>
        <p:txBody>
          <a:bodyPr/>
          <a:lstStyle/>
          <a:p>
            <a:fld id="{034FF75C-945A-404E-922B-DD0D4CEAAB34}" type="datetimeyyyy">
              <a:rPr lang="en-US" smtClean="0"/>
              <a:t>2026</a:t>
            </a:fld>
            <a:endParaRPr lang="en-US"/>
          </a:p>
        </p:txBody>
      </p:sp>
      <p:sp>
        <p:nvSpPr>
          <p:cNvPr id="5" name="Slide Number Placeholder 4">
            <a:extLst>
              <a:ext uri="{FF2B5EF4-FFF2-40B4-BE49-F238E27FC236}">
                <a16:creationId xmlns:a16="http://schemas.microsoft.com/office/drawing/2014/main" id="{7817C489-13B1-1C9F-21CB-50298948F791}"/>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382392895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am - 8 person">
    <p:spTree>
      <p:nvGrpSpPr>
        <p:cNvPr id="1" name=""/>
        <p:cNvGrpSpPr/>
        <p:nvPr/>
      </p:nvGrpSpPr>
      <p:grpSpPr>
        <a:xfrm>
          <a:off x="0" y="0"/>
          <a:ext cx="0" cy="0"/>
          <a:chOff x="0" y="0"/>
          <a:chExt cx="0" cy="0"/>
        </a:xfrm>
      </p:grpSpPr>
      <p:sp>
        <p:nvSpPr>
          <p:cNvPr id="19" name="Picture Placeholder 18">
            <a:extLst>
              <a:ext uri="{FF2B5EF4-FFF2-40B4-BE49-F238E27FC236}">
                <a16:creationId xmlns:a16="http://schemas.microsoft.com/office/drawing/2014/main" id="{5CE9FF50-70E0-2CCE-6E77-0022E17F7C1A}"/>
              </a:ext>
              <a:ext uri="{C183D7F6-B498-43B3-948B-1728B52AA6E4}">
                <adec:decorative xmlns:adec="http://schemas.microsoft.com/office/drawing/2017/decorative" val="1"/>
              </a:ext>
            </a:extLst>
          </p:cNvPr>
          <p:cNvSpPr>
            <a:spLocks noGrp="1"/>
          </p:cNvSpPr>
          <p:nvPr>
            <p:ph type="pic" sz="quarter" idx="13"/>
          </p:nvPr>
        </p:nvSpPr>
        <p:spPr>
          <a:xfrm>
            <a:off x="571500" y="1756487"/>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0" name="Picture Placeholder 19">
            <a:extLst>
              <a:ext uri="{FF2B5EF4-FFF2-40B4-BE49-F238E27FC236}">
                <a16:creationId xmlns:a16="http://schemas.microsoft.com/office/drawing/2014/main" id="{C240F27D-5779-1E27-590B-71936CBDB04E}"/>
              </a:ext>
              <a:ext uri="{C183D7F6-B498-43B3-948B-1728B52AA6E4}">
                <adec:decorative xmlns:adec="http://schemas.microsoft.com/office/drawing/2017/decorative" val="1"/>
              </a:ext>
            </a:extLst>
          </p:cNvPr>
          <p:cNvSpPr>
            <a:spLocks noGrp="1"/>
          </p:cNvSpPr>
          <p:nvPr>
            <p:ph type="pic" sz="quarter" idx="14"/>
          </p:nvPr>
        </p:nvSpPr>
        <p:spPr>
          <a:xfrm>
            <a:off x="3390319" y="1756487"/>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1" name="Picture Placeholder 20">
            <a:extLst>
              <a:ext uri="{FF2B5EF4-FFF2-40B4-BE49-F238E27FC236}">
                <a16:creationId xmlns:a16="http://schemas.microsoft.com/office/drawing/2014/main" id="{D3A24291-D251-7565-BFF2-837FF47E8064}"/>
              </a:ext>
              <a:ext uri="{C183D7F6-B498-43B3-948B-1728B52AA6E4}">
                <adec:decorative xmlns:adec="http://schemas.microsoft.com/office/drawing/2017/decorative" val="1"/>
              </a:ext>
            </a:extLst>
          </p:cNvPr>
          <p:cNvSpPr>
            <a:spLocks noGrp="1"/>
          </p:cNvSpPr>
          <p:nvPr>
            <p:ph type="pic" sz="quarter" idx="15"/>
          </p:nvPr>
        </p:nvSpPr>
        <p:spPr>
          <a:xfrm>
            <a:off x="6209138" y="1756487"/>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2" name="Picture Placeholder 21">
            <a:extLst>
              <a:ext uri="{FF2B5EF4-FFF2-40B4-BE49-F238E27FC236}">
                <a16:creationId xmlns:a16="http://schemas.microsoft.com/office/drawing/2014/main" id="{6703D4C6-AB94-F0A0-FC41-48D4BF1B0C7F}"/>
              </a:ext>
              <a:ext uri="{C183D7F6-B498-43B3-948B-1728B52AA6E4}">
                <adec:decorative xmlns:adec="http://schemas.microsoft.com/office/drawing/2017/decorative" val="1"/>
              </a:ext>
            </a:extLst>
          </p:cNvPr>
          <p:cNvSpPr>
            <a:spLocks noGrp="1"/>
          </p:cNvSpPr>
          <p:nvPr>
            <p:ph type="pic" sz="quarter" idx="16"/>
          </p:nvPr>
        </p:nvSpPr>
        <p:spPr>
          <a:xfrm>
            <a:off x="9027957" y="1756487"/>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3" name="Picture Placeholder 22">
            <a:extLst>
              <a:ext uri="{FF2B5EF4-FFF2-40B4-BE49-F238E27FC236}">
                <a16:creationId xmlns:a16="http://schemas.microsoft.com/office/drawing/2014/main" id="{31C2DDE3-086E-E146-B791-BBB36081FB9C}"/>
              </a:ext>
              <a:ext uri="{C183D7F6-B498-43B3-948B-1728B52AA6E4}">
                <adec:decorative xmlns:adec="http://schemas.microsoft.com/office/drawing/2017/decorative" val="1"/>
              </a:ext>
            </a:extLst>
          </p:cNvPr>
          <p:cNvSpPr>
            <a:spLocks noGrp="1"/>
          </p:cNvSpPr>
          <p:nvPr>
            <p:ph type="pic" sz="quarter" idx="17"/>
          </p:nvPr>
        </p:nvSpPr>
        <p:spPr>
          <a:xfrm>
            <a:off x="571500" y="4127389"/>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4" name="Picture Placeholder 23">
            <a:extLst>
              <a:ext uri="{FF2B5EF4-FFF2-40B4-BE49-F238E27FC236}">
                <a16:creationId xmlns:a16="http://schemas.microsoft.com/office/drawing/2014/main" id="{02F7C068-F923-EAA3-C4BB-ADE119399EE0}"/>
              </a:ext>
              <a:ext uri="{C183D7F6-B498-43B3-948B-1728B52AA6E4}">
                <adec:decorative xmlns:adec="http://schemas.microsoft.com/office/drawing/2017/decorative" val="1"/>
              </a:ext>
            </a:extLst>
          </p:cNvPr>
          <p:cNvSpPr>
            <a:spLocks noGrp="1"/>
          </p:cNvSpPr>
          <p:nvPr>
            <p:ph type="pic" sz="quarter" idx="18"/>
          </p:nvPr>
        </p:nvSpPr>
        <p:spPr>
          <a:xfrm>
            <a:off x="3390319" y="4127389"/>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5" name="Picture Placeholder 24">
            <a:extLst>
              <a:ext uri="{FF2B5EF4-FFF2-40B4-BE49-F238E27FC236}">
                <a16:creationId xmlns:a16="http://schemas.microsoft.com/office/drawing/2014/main" id="{E2E9DC41-D3E6-09CD-8FC9-3373998130BF}"/>
              </a:ext>
              <a:ext uri="{C183D7F6-B498-43B3-948B-1728B52AA6E4}">
                <adec:decorative xmlns:adec="http://schemas.microsoft.com/office/drawing/2017/decorative" val="1"/>
              </a:ext>
            </a:extLst>
          </p:cNvPr>
          <p:cNvSpPr>
            <a:spLocks noGrp="1"/>
          </p:cNvSpPr>
          <p:nvPr>
            <p:ph type="pic" sz="quarter" idx="19"/>
          </p:nvPr>
        </p:nvSpPr>
        <p:spPr>
          <a:xfrm>
            <a:off x="6209138" y="4127389"/>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6" name="Picture Placeholder 25">
            <a:extLst>
              <a:ext uri="{FF2B5EF4-FFF2-40B4-BE49-F238E27FC236}">
                <a16:creationId xmlns:a16="http://schemas.microsoft.com/office/drawing/2014/main" id="{03C6B952-490C-B36C-6A23-D2EC13A63FC6}"/>
              </a:ext>
              <a:ext uri="{C183D7F6-B498-43B3-948B-1728B52AA6E4}">
                <adec:decorative xmlns:adec="http://schemas.microsoft.com/office/drawing/2017/decorative" val="1"/>
              </a:ext>
            </a:extLst>
          </p:cNvPr>
          <p:cNvSpPr>
            <a:spLocks noGrp="1"/>
          </p:cNvSpPr>
          <p:nvPr>
            <p:ph type="pic" sz="quarter" idx="20"/>
          </p:nvPr>
        </p:nvSpPr>
        <p:spPr>
          <a:xfrm>
            <a:off x="9027957" y="4127389"/>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30" name="Text Placeholder 29">
            <a:extLst>
              <a:ext uri="{FF2B5EF4-FFF2-40B4-BE49-F238E27FC236}">
                <a16:creationId xmlns:a16="http://schemas.microsoft.com/office/drawing/2014/main" id="{322AA6C2-88FC-582A-DAEC-25C4BF445B60}"/>
              </a:ext>
            </a:extLst>
          </p:cNvPr>
          <p:cNvSpPr>
            <a:spLocks noGrp="1"/>
          </p:cNvSpPr>
          <p:nvPr>
            <p:ph type="body" sz="quarter" idx="21" hasCustomPrompt="1"/>
          </p:nvPr>
        </p:nvSpPr>
        <p:spPr>
          <a:xfrm>
            <a:off x="571500" y="3209501"/>
            <a:ext cx="1651000" cy="388885"/>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32" name="Text Placeholder 29">
            <a:extLst>
              <a:ext uri="{FF2B5EF4-FFF2-40B4-BE49-F238E27FC236}">
                <a16:creationId xmlns:a16="http://schemas.microsoft.com/office/drawing/2014/main" id="{5C9E9D1E-4205-04E9-2768-C883ACF93E15}"/>
              </a:ext>
            </a:extLst>
          </p:cNvPr>
          <p:cNvSpPr>
            <a:spLocks noGrp="1"/>
          </p:cNvSpPr>
          <p:nvPr>
            <p:ph type="body" sz="quarter" idx="22" hasCustomPrompt="1"/>
          </p:nvPr>
        </p:nvSpPr>
        <p:spPr>
          <a:xfrm>
            <a:off x="571500" y="3652530"/>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33" name="Text Placeholder 29">
            <a:extLst>
              <a:ext uri="{FF2B5EF4-FFF2-40B4-BE49-F238E27FC236}">
                <a16:creationId xmlns:a16="http://schemas.microsoft.com/office/drawing/2014/main" id="{09C3EDD5-6423-9D73-E04B-18305794F5AD}"/>
              </a:ext>
            </a:extLst>
          </p:cNvPr>
          <p:cNvSpPr>
            <a:spLocks noGrp="1"/>
          </p:cNvSpPr>
          <p:nvPr>
            <p:ph type="body" sz="quarter" idx="23" hasCustomPrompt="1"/>
          </p:nvPr>
        </p:nvSpPr>
        <p:spPr>
          <a:xfrm>
            <a:off x="3390319" y="3209501"/>
            <a:ext cx="1651000" cy="388885"/>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34" name="Text Placeholder 29">
            <a:extLst>
              <a:ext uri="{FF2B5EF4-FFF2-40B4-BE49-F238E27FC236}">
                <a16:creationId xmlns:a16="http://schemas.microsoft.com/office/drawing/2014/main" id="{849A018A-C5DB-67B7-A0AD-0FD08CCC77BC}"/>
              </a:ext>
            </a:extLst>
          </p:cNvPr>
          <p:cNvSpPr>
            <a:spLocks noGrp="1"/>
          </p:cNvSpPr>
          <p:nvPr>
            <p:ph type="body" sz="quarter" idx="24" hasCustomPrompt="1"/>
          </p:nvPr>
        </p:nvSpPr>
        <p:spPr>
          <a:xfrm>
            <a:off x="3390319" y="3652530"/>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35" name="Text Placeholder 29">
            <a:extLst>
              <a:ext uri="{FF2B5EF4-FFF2-40B4-BE49-F238E27FC236}">
                <a16:creationId xmlns:a16="http://schemas.microsoft.com/office/drawing/2014/main" id="{D2DA37E6-256C-E209-2D5A-7AA1463214D5}"/>
              </a:ext>
            </a:extLst>
          </p:cNvPr>
          <p:cNvSpPr>
            <a:spLocks noGrp="1"/>
          </p:cNvSpPr>
          <p:nvPr>
            <p:ph type="body" sz="quarter" idx="25" hasCustomPrompt="1"/>
          </p:nvPr>
        </p:nvSpPr>
        <p:spPr>
          <a:xfrm>
            <a:off x="6205537" y="3209501"/>
            <a:ext cx="1651000" cy="388885"/>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36" name="Text Placeholder 29">
            <a:extLst>
              <a:ext uri="{FF2B5EF4-FFF2-40B4-BE49-F238E27FC236}">
                <a16:creationId xmlns:a16="http://schemas.microsoft.com/office/drawing/2014/main" id="{B01156E7-E12F-C745-4F58-ACE51E79F219}"/>
              </a:ext>
            </a:extLst>
          </p:cNvPr>
          <p:cNvSpPr>
            <a:spLocks noGrp="1"/>
          </p:cNvSpPr>
          <p:nvPr>
            <p:ph type="body" sz="quarter" idx="26" hasCustomPrompt="1"/>
          </p:nvPr>
        </p:nvSpPr>
        <p:spPr>
          <a:xfrm>
            <a:off x="6205537" y="3652530"/>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37" name="Text Placeholder 29">
            <a:extLst>
              <a:ext uri="{FF2B5EF4-FFF2-40B4-BE49-F238E27FC236}">
                <a16:creationId xmlns:a16="http://schemas.microsoft.com/office/drawing/2014/main" id="{1903F326-5D5C-7561-2ED1-4FCC6C836F5E}"/>
              </a:ext>
            </a:extLst>
          </p:cNvPr>
          <p:cNvSpPr>
            <a:spLocks noGrp="1"/>
          </p:cNvSpPr>
          <p:nvPr>
            <p:ph type="body" sz="quarter" idx="27" hasCustomPrompt="1"/>
          </p:nvPr>
        </p:nvSpPr>
        <p:spPr>
          <a:xfrm>
            <a:off x="9029700" y="3209501"/>
            <a:ext cx="1651000" cy="388885"/>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38" name="Text Placeholder 29">
            <a:extLst>
              <a:ext uri="{FF2B5EF4-FFF2-40B4-BE49-F238E27FC236}">
                <a16:creationId xmlns:a16="http://schemas.microsoft.com/office/drawing/2014/main" id="{77BEE49F-9F5E-B189-1168-EB25FD4B59C9}"/>
              </a:ext>
            </a:extLst>
          </p:cNvPr>
          <p:cNvSpPr>
            <a:spLocks noGrp="1"/>
          </p:cNvSpPr>
          <p:nvPr>
            <p:ph type="body" sz="quarter" idx="28" hasCustomPrompt="1"/>
          </p:nvPr>
        </p:nvSpPr>
        <p:spPr>
          <a:xfrm>
            <a:off x="9029700" y="3652530"/>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39" name="Text Placeholder 29">
            <a:extLst>
              <a:ext uri="{FF2B5EF4-FFF2-40B4-BE49-F238E27FC236}">
                <a16:creationId xmlns:a16="http://schemas.microsoft.com/office/drawing/2014/main" id="{9AFF5847-59CC-9117-F220-ABEB80472A15}"/>
              </a:ext>
            </a:extLst>
          </p:cNvPr>
          <p:cNvSpPr>
            <a:spLocks noGrp="1"/>
          </p:cNvSpPr>
          <p:nvPr>
            <p:ph type="body" sz="quarter" idx="29" hasCustomPrompt="1"/>
          </p:nvPr>
        </p:nvSpPr>
        <p:spPr>
          <a:xfrm>
            <a:off x="571500" y="5580139"/>
            <a:ext cx="1651000" cy="388885"/>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40" name="Text Placeholder 29">
            <a:extLst>
              <a:ext uri="{FF2B5EF4-FFF2-40B4-BE49-F238E27FC236}">
                <a16:creationId xmlns:a16="http://schemas.microsoft.com/office/drawing/2014/main" id="{C9A6D246-836A-8EB5-DCCA-AB185DD887CA}"/>
              </a:ext>
            </a:extLst>
          </p:cNvPr>
          <p:cNvSpPr>
            <a:spLocks noGrp="1"/>
          </p:cNvSpPr>
          <p:nvPr>
            <p:ph type="body" sz="quarter" idx="30" hasCustomPrompt="1"/>
          </p:nvPr>
        </p:nvSpPr>
        <p:spPr>
          <a:xfrm>
            <a:off x="571500" y="6023168"/>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41" name="Text Placeholder 29">
            <a:extLst>
              <a:ext uri="{FF2B5EF4-FFF2-40B4-BE49-F238E27FC236}">
                <a16:creationId xmlns:a16="http://schemas.microsoft.com/office/drawing/2014/main" id="{E4C3CF32-A213-FB27-CF24-B1733FD0163D}"/>
              </a:ext>
            </a:extLst>
          </p:cNvPr>
          <p:cNvSpPr>
            <a:spLocks noGrp="1"/>
          </p:cNvSpPr>
          <p:nvPr>
            <p:ph type="body" sz="quarter" idx="31" hasCustomPrompt="1"/>
          </p:nvPr>
        </p:nvSpPr>
        <p:spPr>
          <a:xfrm>
            <a:off x="3390319" y="5580139"/>
            <a:ext cx="1651000" cy="388885"/>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42" name="Text Placeholder 29">
            <a:extLst>
              <a:ext uri="{FF2B5EF4-FFF2-40B4-BE49-F238E27FC236}">
                <a16:creationId xmlns:a16="http://schemas.microsoft.com/office/drawing/2014/main" id="{2DFBD71D-6C87-1331-C546-8BBA13EE5CD1}"/>
              </a:ext>
            </a:extLst>
          </p:cNvPr>
          <p:cNvSpPr>
            <a:spLocks noGrp="1"/>
          </p:cNvSpPr>
          <p:nvPr>
            <p:ph type="body" sz="quarter" idx="32" hasCustomPrompt="1"/>
          </p:nvPr>
        </p:nvSpPr>
        <p:spPr>
          <a:xfrm>
            <a:off x="3390319" y="6023168"/>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43" name="Text Placeholder 29">
            <a:extLst>
              <a:ext uri="{FF2B5EF4-FFF2-40B4-BE49-F238E27FC236}">
                <a16:creationId xmlns:a16="http://schemas.microsoft.com/office/drawing/2014/main" id="{90CE59B6-C93C-63CE-4ACB-DE48DD6C39DE}"/>
              </a:ext>
            </a:extLst>
          </p:cNvPr>
          <p:cNvSpPr>
            <a:spLocks noGrp="1"/>
          </p:cNvSpPr>
          <p:nvPr>
            <p:ph type="body" sz="quarter" idx="33" hasCustomPrompt="1"/>
          </p:nvPr>
        </p:nvSpPr>
        <p:spPr>
          <a:xfrm>
            <a:off x="6205537" y="5580139"/>
            <a:ext cx="1651000" cy="388885"/>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44" name="Text Placeholder 29">
            <a:extLst>
              <a:ext uri="{FF2B5EF4-FFF2-40B4-BE49-F238E27FC236}">
                <a16:creationId xmlns:a16="http://schemas.microsoft.com/office/drawing/2014/main" id="{5846DF4B-CBE1-62A0-2F49-F0857ACBFADD}"/>
              </a:ext>
            </a:extLst>
          </p:cNvPr>
          <p:cNvSpPr>
            <a:spLocks noGrp="1"/>
          </p:cNvSpPr>
          <p:nvPr>
            <p:ph type="body" sz="quarter" idx="34" hasCustomPrompt="1"/>
          </p:nvPr>
        </p:nvSpPr>
        <p:spPr>
          <a:xfrm>
            <a:off x="6205537" y="6023168"/>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45" name="Text Placeholder 29">
            <a:extLst>
              <a:ext uri="{FF2B5EF4-FFF2-40B4-BE49-F238E27FC236}">
                <a16:creationId xmlns:a16="http://schemas.microsoft.com/office/drawing/2014/main" id="{BCF83C4F-2508-7C3E-9572-07DDACE7BCCB}"/>
              </a:ext>
            </a:extLst>
          </p:cNvPr>
          <p:cNvSpPr>
            <a:spLocks noGrp="1"/>
          </p:cNvSpPr>
          <p:nvPr>
            <p:ph type="body" sz="quarter" idx="35" hasCustomPrompt="1"/>
          </p:nvPr>
        </p:nvSpPr>
        <p:spPr>
          <a:xfrm>
            <a:off x="9029700" y="5580139"/>
            <a:ext cx="1651000" cy="388885"/>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46" name="Text Placeholder 29">
            <a:extLst>
              <a:ext uri="{FF2B5EF4-FFF2-40B4-BE49-F238E27FC236}">
                <a16:creationId xmlns:a16="http://schemas.microsoft.com/office/drawing/2014/main" id="{DABC7021-E87B-0B73-07B1-666928B4B917}"/>
              </a:ext>
            </a:extLst>
          </p:cNvPr>
          <p:cNvSpPr>
            <a:spLocks noGrp="1"/>
          </p:cNvSpPr>
          <p:nvPr>
            <p:ph type="body" sz="quarter" idx="36" hasCustomPrompt="1"/>
          </p:nvPr>
        </p:nvSpPr>
        <p:spPr>
          <a:xfrm>
            <a:off x="9029700" y="6023168"/>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3" name="Footer Placeholder 2">
            <a:extLst>
              <a:ext uri="{FF2B5EF4-FFF2-40B4-BE49-F238E27FC236}">
                <a16:creationId xmlns:a16="http://schemas.microsoft.com/office/drawing/2014/main" id="{6D990987-52BA-F4D4-B640-3E5B5D59B75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1FDEABB8-6EF7-F904-C193-4D6DCE6364EC}"/>
              </a:ext>
              <a:ext uri="{C183D7F6-B498-43B3-948B-1728B52AA6E4}">
                <adec:decorative xmlns:adec="http://schemas.microsoft.com/office/drawing/2017/decorative" val="1"/>
              </a:ext>
            </a:extLst>
          </p:cNvPr>
          <p:cNvSpPr>
            <a:spLocks noGrp="1"/>
          </p:cNvSpPr>
          <p:nvPr>
            <p:ph type="dt" sz="half" idx="11"/>
          </p:nvPr>
        </p:nvSpPr>
        <p:spPr/>
        <p:txBody>
          <a:bodyPr/>
          <a:lstStyle/>
          <a:p>
            <a:fld id="{2B028AD8-4CF2-4196-8A65-CA9402213F34}" type="datetimeyyyy">
              <a:rPr lang="en-US" smtClean="0"/>
              <a:t>2026</a:t>
            </a:fld>
            <a:endParaRPr lang="en-US"/>
          </a:p>
        </p:txBody>
      </p:sp>
      <p:sp>
        <p:nvSpPr>
          <p:cNvPr id="5" name="Slide Number Placeholder 4">
            <a:extLst>
              <a:ext uri="{FF2B5EF4-FFF2-40B4-BE49-F238E27FC236}">
                <a16:creationId xmlns:a16="http://schemas.microsoft.com/office/drawing/2014/main" id="{B3B239D8-3317-3B15-3BAE-2ADF547150D2}"/>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
        <p:nvSpPr>
          <p:cNvPr id="6" name="Title 5">
            <a:extLst>
              <a:ext uri="{FF2B5EF4-FFF2-40B4-BE49-F238E27FC236}">
                <a16:creationId xmlns:a16="http://schemas.microsoft.com/office/drawing/2014/main" id="{E31267F3-E735-3F79-7AC7-C9575738CD9F}"/>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8668119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am - 4 person">
    <p:spTree>
      <p:nvGrpSpPr>
        <p:cNvPr id="1" name=""/>
        <p:cNvGrpSpPr/>
        <p:nvPr/>
      </p:nvGrpSpPr>
      <p:grpSpPr>
        <a:xfrm>
          <a:off x="0" y="0"/>
          <a:ext cx="0" cy="0"/>
          <a:chOff x="0" y="0"/>
          <a:chExt cx="0" cy="0"/>
        </a:xfrm>
      </p:grpSpPr>
      <p:sp>
        <p:nvSpPr>
          <p:cNvPr id="19" name="Picture Placeholder 18">
            <a:extLst>
              <a:ext uri="{FF2B5EF4-FFF2-40B4-BE49-F238E27FC236}">
                <a16:creationId xmlns:a16="http://schemas.microsoft.com/office/drawing/2014/main" id="{5CE9FF50-70E0-2CCE-6E77-0022E17F7C1A}"/>
              </a:ext>
              <a:ext uri="{C183D7F6-B498-43B3-948B-1728B52AA6E4}">
                <adec:decorative xmlns:adec="http://schemas.microsoft.com/office/drawing/2017/decorative" val="1"/>
              </a:ext>
            </a:extLst>
          </p:cNvPr>
          <p:cNvSpPr>
            <a:spLocks noGrp="1"/>
          </p:cNvSpPr>
          <p:nvPr>
            <p:ph type="pic" sz="quarter" idx="13"/>
          </p:nvPr>
        </p:nvSpPr>
        <p:spPr>
          <a:xfrm>
            <a:off x="571500" y="1761931"/>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0" name="Picture Placeholder 19">
            <a:extLst>
              <a:ext uri="{FF2B5EF4-FFF2-40B4-BE49-F238E27FC236}">
                <a16:creationId xmlns:a16="http://schemas.microsoft.com/office/drawing/2014/main" id="{C240F27D-5779-1E27-590B-71936CBDB04E}"/>
              </a:ext>
              <a:ext uri="{C183D7F6-B498-43B3-948B-1728B52AA6E4}">
                <adec:decorative xmlns:adec="http://schemas.microsoft.com/office/drawing/2017/decorative" val="1"/>
              </a:ext>
            </a:extLst>
          </p:cNvPr>
          <p:cNvSpPr>
            <a:spLocks noGrp="1"/>
          </p:cNvSpPr>
          <p:nvPr>
            <p:ph type="pic" sz="quarter" idx="14"/>
          </p:nvPr>
        </p:nvSpPr>
        <p:spPr>
          <a:xfrm>
            <a:off x="3390319" y="1761931"/>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1" name="Picture Placeholder 20">
            <a:extLst>
              <a:ext uri="{FF2B5EF4-FFF2-40B4-BE49-F238E27FC236}">
                <a16:creationId xmlns:a16="http://schemas.microsoft.com/office/drawing/2014/main" id="{D3A24291-D251-7565-BFF2-837FF47E8064}"/>
              </a:ext>
              <a:ext uri="{C183D7F6-B498-43B3-948B-1728B52AA6E4}">
                <adec:decorative xmlns:adec="http://schemas.microsoft.com/office/drawing/2017/decorative" val="1"/>
              </a:ext>
            </a:extLst>
          </p:cNvPr>
          <p:cNvSpPr>
            <a:spLocks noGrp="1"/>
          </p:cNvSpPr>
          <p:nvPr>
            <p:ph type="pic" sz="quarter" idx="15"/>
          </p:nvPr>
        </p:nvSpPr>
        <p:spPr>
          <a:xfrm>
            <a:off x="6209138" y="1761931"/>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2" name="Picture Placeholder 21">
            <a:extLst>
              <a:ext uri="{FF2B5EF4-FFF2-40B4-BE49-F238E27FC236}">
                <a16:creationId xmlns:a16="http://schemas.microsoft.com/office/drawing/2014/main" id="{6703D4C6-AB94-F0A0-FC41-48D4BF1B0C7F}"/>
              </a:ext>
              <a:ext uri="{C183D7F6-B498-43B3-948B-1728B52AA6E4}">
                <adec:decorative xmlns:adec="http://schemas.microsoft.com/office/drawing/2017/decorative" val="1"/>
              </a:ext>
            </a:extLst>
          </p:cNvPr>
          <p:cNvSpPr>
            <a:spLocks noGrp="1"/>
          </p:cNvSpPr>
          <p:nvPr>
            <p:ph type="pic" sz="quarter" idx="16"/>
          </p:nvPr>
        </p:nvSpPr>
        <p:spPr>
          <a:xfrm>
            <a:off x="9027957" y="1761931"/>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30" name="Text Placeholder 29">
            <a:extLst>
              <a:ext uri="{FF2B5EF4-FFF2-40B4-BE49-F238E27FC236}">
                <a16:creationId xmlns:a16="http://schemas.microsoft.com/office/drawing/2014/main" id="{322AA6C2-88FC-582A-DAEC-25C4BF445B60}"/>
              </a:ext>
            </a:extLst>
          </p:cNvPr>
          <p:cNvSpPr>
            <a:spLocks noGrp="1"/>
          </p:cNvSpPr>
          <p:nvPr>
            <p:ph type="body" sz="quarter" idx="21" hasCustomPrompt="1"/>
          </p:nvPr>
        </p:nvSpPr>
        <p:spPr>
          <a:xfrm>
            <a:off x="571500" y="3212527"/>
            <a:ext cx="1651000" cy="385584"/>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32" name="Text Placeholder 29">
            <a:extLst>
              <a:ext uri="{FF2B5EF4-FFF2-40B4-BE49-F238E27FC236}">
                <a16:creationId xmlns:a16="http://schemas.microsoft.com/office/drawing/2014/main" id="{5C9E9D1E-4205-04E9-2768-C883ACF93E15}"/>
              </a:ext>
            </a:extLst>
          </p:cNvPr>
          <p:cNvSpPr>
            <a:spLocks noGrp="1"/>
          </p:cNvSpPr>
          <p:nvPr>
            <p:ph type="body" sz="quarter" idx="22" hasCustomPrompt="1"/>
          </p:nvPr>
        </p:nvSpPr>
        <p:spPr>
          <a:xfrm>
            <a:off x="571500" y="3652254"/>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52" name="Text Placeholder 29">
            <a:extLst>
              <a:ext uri="{FF2B5EF4-FFF2-40B4-BE49-F238E27FC236}">
                <a16:creationId xmlns:a16="http://schemas.microsoft.com/office/drawing/2014/main" id="{BCB86024-F111-557E-0E55-68FDF7795825}"/>
              </a:ext>
            </a:extLst>
          </p:cNvPr>
          <p:cNvSpPr>
            <a:spLocks noGrp="1"/>
          </p:cNvSpPr>
          <p:nvPr>
            <p:ph type="body" sz="quarter" idx="23" hasCustomPrompt="1"/>
          </p:nvPr>
        </p:nvSpPr>
        <p:spPr>
          <a:xfrm>
            <a:off x="571500" y="4114800"/>
            <a:ext cx="1651000" cy="2171700"/>
          </a:xfrm>
        </p:spPr>
        <p:txBody>
          <a:bodyPr anchor="t"/>
          <a:lstStyle>
            <a:lvl1pPr marL="0" indent="0">
              <a:lnSpc>
                <a:spcPct val="110000"/>
              </a:lnSpc>
              <a:buNone/>
              <a:defRPr sz="1200" b="0"/>
            </a:lvl1pPr>
            <a:lvl2pPr>
              <a:defRPr sz="1200"/>
            </a:lvl2pPr>
            <a:lvl3pPr>
              <a:defRPr sz="1200"/>
            </a:lvl3pPr>
            <a:lvl4pPr>
              <a:defRPr sz="1200"/>
            </a:lvl4pPr>
            <a:lvl5pPr>
              <a:defRPr sz="1200"/>
            </a:lvl5pPr>
          </a:lstStyle>
          <a:p>
            <a:pPr lvl="0"/>
            <a:r>
              <a:rPr lang="en-US"/>
              <a:t>Description or bio text</a:t>
            </a:r>
          </a:p>
        </p:txBody>
      </p:sp>
      <p:sp>
        <p:nvSpPr>
          <p:cNvPr id="53" name="Text Placeholder 29">
            <a:extLst>
              <a:ext uri="{FF2B5EF4-FFF2-40B4-BE49-F238E27FC236}">
                <a16:creationId xmlns:a16="http://schemas.microsoft.com/office/drawing/2014/main" id="{B50DEAE6-2C58-BC47-506B-B8868DFDAE67}"/>
              </a:ext>
            </a:extLst>
          </p:cNvPr>
          <p:cNvSpPr>
            <a:spLocks noGrp="1"/>
          </p:cNvSpPr>
          <p:nvPr>
            <p:ph type="body" sz="quarter" idx="24" hasCustomPrompt="1"/>
          </p:nvPr>
        </p:nvSpPr>
        <p:spPr>
          <a:xfrm>
            <a:off x="3390319" y="3212527"/>
            <a:ext cx="1651000" cy="385584"/>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54" name="Text Placeholder 29">
            <a:extLst>
              <a:ext uri="{FF2B5EF4-FFF2-40B4-BE49-F238E27FC236}">
                <a16:creationId xmlns:a16="http://schemas.microsoft.com/office/drawing/2014/main" id="{8F21AF40-C706-A292-8F00-E5F596203588}"/>
              </a:ext>
            </a:extLst>
          </p:cNvPr>
          <p:cNvSpPr>
            <a:spLocks noGrp="1"/>
          </p:cNvSpPr>
          <p:nvPr>
            <p:ph type="body" sz="quarter" idx="25" hasCustomPrompt="1"/>
          </p:nvPr>
        </p:nvSpPr>
        <p:spPr>
          <a:xfrm>
            <a:off x="3390319" y="3652254"/>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55" name="Text Placeholder 29">
            <a:extLst>
              <a:ext uri="{FF2B5EF4-FFF2-40B4-BE49-F238E27FC236}">
                <a16:creationId xmlns:a16="http://schemas.microsoft.com/office/drawing/2014/main" id="{C0AF9FB2-1C42-DCB1-8DF0-7DF2EF9E0C49}"/>
              </a:ext>
            </a:extLst>
          </p:cNvPr>
          <p:cNvSpPr>
            <a:spLocks noGrp="1"/>
          </p:cNvSpPr>
          <p:nvPr>
            <p:ph type="body" sz="quarter" idx="26" hasCustomPrompt="1"/>
          </p:nvPr>
        </p:nvSpPr>
        <p:spPr>
          <a:xfrm>
            <a:off x="3390319" y="4114800"/>
            <a:ext cx="1651000" cy="2171700"/>
          </a:xfrm>
        </p:spPr>
        <p:txBody>
          <a:bodyPr anchor="t"/>
          <a:lstStyle>
            <a:lvl1pPr marL="0" indent="0">
              <a:lnSpc>
                <a:spcPct val="110000"/>
              </a:lnSpc>
              <a:buNone/>
              <a:defRPr sz="1200" b="0"/>
            </a:lvl1pPr>
            <a:lvl2pPr>
              <a:defRPr sz="1200"/>
            </a:lvl2pPr>
            <a:lvl3pPr>
              <a:defRPr sz="1200"/>
            </a:lvl3pPr>
            <a:lvl4pPr>
              <a:defRPr sz="1200"/>
            </a:lvl4pPr>
            <a:lvl5pPr>
              <a:defRPr sz="1200"/>
            </a:lvl5pPr>
          </a:lstStyle>
          <a:p>
            <a:pPr lvl="0"/>
            <a:r>
              <a:rPr lang="en-US"/>
              <a:t>Description or bio text</a:t>
            </a:r>
          </a:p>
        </p:txBody>
      </p:sp>
      <p:sp>
        <p:nvSpPr>
          <p:cNvPr id="56" name="Text Placeholder 29">
            <a:extLst>
              <a:ext uri="{FF2B5EF4-FFF2-40B4-BE49-F238E27FC236}">
                <a16:creationId xmlns:a16="http://schemas.microsoft.com/office/drawing/2014/main" id="{AEDEE7CB-9E7C-F5DB-6191-00C40ABA3DC2}"/>
              </a:ext>
            </a:extLst>
          </p:cNvPr>
          <p:cNvSpPr>
            <a:spLocks noGrp="1"/>
          </p:cNvSpPr>
          <p:nvPr>
            <p:ph type="body" sz="quarter" idx="27" hasCustomPrompt="1"/>
          </p:nvPr>
        </p:nvSpPr>
        <p:spPr>
          <a:xfrm>
            <a:off x="6205537" y="3212527"/>
            <a:ext cx="1651000" cy="385584"/>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57" name="Text Placeholder 29">
            <a:extLst>
              <a:ext uri="{FF2B5EF4-FFF2-40B4-BE49-F238E27FC236}">
                <a16:creationId xmlns:a16="http://schemas.microsoft.com/office/drawing/2014/main" id="{ABC84951-C16D-031B-A452-860FEA5D4FB9}"/>
              </a:ext>
            </a:extLst>
          </p:cNvPr>
          <p:cNvSpPr>
            <a:spLocks noGrp="1"/>
          </p:cNvSpPr>
          <p:nvPr>
            <p:ph type="body" sz="quarter" idx="28" hasCustomPrompt="1"/>
          </p:nvPr>
        </p:nvSpPr>
        <p:spPr>
          <a:xfrm>
            <a:off x="6205537" y="3652254"/>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58" name="Text Placeholder 29">
            <a:extLst>
              <a:ext uri="{FF2B5EF4-FFF2-40B4-BE49-F238E27FC236}">
                <a16:creationId xmlns:a16="http://schemas.microsoft.com/office/drawing/2014/main" id="{5080CFCE-893F-75AB-B974-5963C9E30D60}"/>
              </a:ext>
            </a:extLst>
          </p:cNvPr>
          <p:cNvSpPr>
            <a:spLocks noGrp="1"/>
          </p:cNvSpPr>
          <p:nvPr>
            <p:ph type="body" sz="quarter" idx="29" hasCustomPrompt="1"/>
          </p:nvPr>
        </p:nvSpPr>
        <p:spPr>
          <a:xfrm>
            <a:off x="6205537" y="4114800"/>
            <a:ext cx="1651000" cy="2171700"/>
          </a:xfrm>
        </p:spPr>
        <p:txBody>
          <a:bodyPr anchor="t"/>
          <a:lstStyle>
            <a:lvl1pPr marL="0" indent="0">
              <a:lnSpc>
                <a:spcPct val="110000"/>
              </a:lnSpc>
              <a:buNone/>
              <a:defRPr sz="1200" b="0"/>
            </a:lvl1pPr>
            <a:lvl2pPr>
              <a:defRPr sz="1200"/>
            </a:lvl2pPr>
            <a:lvl3pPr>
              <a:defRPr sz="1200"/>
            </a:lvl3pPr>
            <a:lvl4pPr>
              <a:defRPr sz="1200"/>
            </a:lvl4pPr>
            <a:lvl5pPr>
              <a:defRPr sz="1200"/>
            </a:lvl5pPr>
          </a:lstStyle>
          <a:p>
            <a:pPr lvl="0"/>
            <a:r>
              <a:rPr lang="en-US"/>
              <a:t>Description or bio text</a:t>
            </a:r>
          </a:p>
        </p:txBody>
      </p:sp>
      <p:sp>
        <p:nvSpPr>
          <p:cNvPr id="59" name="Text Placeholder 29">
            <a:extLst>
              <a:ext uri="{FF2B5EF4-FFF2-40B4-BE49-F238E27FC236}">
                <a16:creationId xmlns:a16="http://schemas.microsoft.com/office/drawing/2014/main" id="{753E1418-8E20-FE77-9F69-3D8A7C329799}"/>
              </a:ext>
            </a:extLst>
          </p:cNvPr>
          <p:cNvSpPr>
            <a:spLocks noGrp="1"/>
          </p:cNvSpPr>
          <p:nvPr>
            <p:ph type="body" sz="quarter" idx="30" hasCustomPrompt="1"/>
          </p:nvPr>
        </p:nvSpPr>
        <p:spPr>
          <a:xfrm>
            <a:off x="9027957" y="3212527"/>
            <a:ext cx="1651000" cy="385584"/>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60" name="Text Placeholder 29">
            <a:extLst>
              <a:ext uri="{FF2B5EF4-FFF2-40B4-BE49-F238E27FC236}">
                <a16:creationId xmlns:a16="http://schemas.microsoft.com/office/drawing/2014/main" id="{D590C100-6B2C-FC2E-D160-987DC43723DB}"/>
              </a:ext>
            </a:extLst>
          </p:cNvPr>
          <p:cNvSpPr>
            <a:spLocks noGrp="1"/>
          </p:cNvSpPr>
          <p:nvPr>
            <p:ph type="body" sz="quarter" idx="31" hasCustomPrompt="1"/>
          </p:nvPr>
        </p:nvSpPr>
        <p:spPr>
          <a:xfrm>
            <a:off x="9027957" y="3652254"/>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61" name="Text Placeholder 29">
            <a:extLst>
              <a:ext uri="{FF2B5EF4-FFF2-40B4-BE49-F238E27FC236}">
                <a16:creationId xmlns:a16="http://schemas.microsoft.com/office/drawing/2014/main" id="{4595D31D-B356-2316-C6C1-64C52CAF31BE}"/>
              </a:ext>
            </a:extLst>
          </p:cNvPr>
          <p:cNvSpPr>
            <a:spLocks noGrp="1"/>
          </p:cNvSpPr>
          <p:nvPr>
            <p:ph type="body" sz="quarter" idx="32" hasCustomPrompt="1"/>
          </p:nvPr>
        </p:nvSpPr>
        <p:spPr>
          <a:xfrm>
            <a:off x="9027957" y="4114800"/>
            <a:ext cx="1651000" cy="2171700"/>
          </a:xfrm>
        </p:spPr>
        <p:txBody>
          <a:bodyPr anchor="t"/>
          <a:lstStyle>
            <a:lvl1pPr marL="0" indent="0">
              <a:lnSpc>
                <a:spcPct val="110000"/>
              </a:lnSpc>
              <a:buNone/>
              <a:defRPr sz="1200" b="0"/>
            </a:lvl1pPr>
            <a:lvl2pPr>
              <a:defRPr sz="1200"/>
            </a:lvl2pPr>
            <a:lvl3pPr>
              <a:defRPr sz="1200"/>
            </a:lvl3pPr>
            <a:lvl4pPr>
              <a:defRPr sz="1200"/>
            </a:lvl4pPr>
            <a:lvl5pPr>
              <a:defRPr sz="1200"/>
            </a:lvl5pPr>
          </a:lstStyle>
          <a:p>
            <a:pPr lvl="0"/>
            <a:r>
              <a:rPr lang="en-US"/>
              <a:t>Description or bio text</a:t>
            </a:r>
          </a:p>
        </p:txBody>
      </p:sp>
      <p:sp>
        <p:nvSpPr>
          <p:cNvPr id="3" name="Footer Placeholder 2">
            <a:extLst>
              <a:ext uri="{FF2B5EF4-FFF2-40B4-BE49-F238E27FC236}">
                <a16:creationId xmlns:a16="http://schemas.microsoft.com/office/drawing/2014/main" id="{6D990987-52BA-F4D4-B640-3E5B5D59B75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1FDEABB8-6EF7-F904-C193-4D6DCE6364EC}"/>
              </a:ext>
              <a:ext uri="{C183D7F6-B498-43B3-948B-1728B52AA6E4}">
                <adec:decorative xmlns:adec="http://schemas.microsoft.com/office/drawing/2017/decorative" val="1"/>
              </a:ext>
            </a:extLst>
          </p:cNvPr>
          <p:cNvSpPr>
            <a:spLocks noGrp="1"/>
          </p:cNvSpPr>
          <p:nvPr>
            <p:ph type="dt" sz="half" idx="11"/>
          </p:nvPr>
        </p:nvSpPr>
        <p:spPr/>
        <p:txBody>
          <a:bodyPr/>
          <a:lstStyle/>
          <a:p>
            <a:fld id="{0B443848-4945-4173-A7DE-F060D70BDD13}" type="datetimeyyyy">
              <a:rPr lang="en-US" smtClean="0"/>
              <a:t>2026</a:t>
            </a:fld>
            <a:endParaRPr lang="en-US"/>
          </a:p>
        </p:txBody>
      </p:sp>
      <p:sp>
        <p:nvSpPr>
          <p:cNvPr id="5" name="Slide Number Placeholder 4">
            <a:extLst>
              <a:ext uri="{FF2B5EF4-FFF2-40B4-BE49-F238E27FC236}">
                <a16:creationId xmlns:a16="http://schemas.microsoft.com/office/drawing/2014/main" id="{B3B239D8-3317-3B15-3BAE-2ADF547150D2}"/>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
        <p:nvSpPr>
          <p:cNvPr id="6" name="Title 5">
            <a:extLst>
              <a:ext uri="{FF2B5EF4-FFF2-40B4-BE49-F238E27FC236}">
                <a16:creationId xmlns:a16="http://schemas.microsoft.com/office/drawing/2014/main" id="{80D9BCA4-CA11-332E-A634-2B2C259973E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53152394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am - 4 person w/ shape">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2D363E5E-49E6-EE0A-E24E-20695AC8D63D}"/>
              </a:ext>
              <a:ext uri="{C183D7F6-B498-43B3-948B-1728B52AA6E4}">
                <adec:decorative xmlns:adec="http://schemas.microsoft.com/office/drawing/2017/decorative" val="1"/>
              </a:ext>
            </a:extLst>
          </p:cNvPr>
          <p:cNvSpPr>
            <a:spLocks noGrp="1"/>
          </p:cNvSpPr>
          <p:nvPr>
            <p:ph type="body" sz="quarter" idx="38"/>
          </p:nvPr>
        </p:nvSpPr>
        <p:spPr>
          <a:xfrm>
            <a:off x="7513738" y="0"/>
            <a:ext cx="4338333" cy="6858000"/>
          </a:xfrm>
          <a:custGeom>
            <a:avLst/>
            <a:gdLst>
              <a:gd name="connsiteX0" fmla="*/ 868715 w 4338333"/>
              <a:gd name="connsiteY0" fmla="*/ 0 h 6858000"/>
              <a:gd name="connsiteX1" fmla="*/ 1558917 w 4338333"/>
              <a:gd name="connsiteY1" fmla="*/ 0 h 6858000"/>
              <a:gd name="connsiteX2" fmla="*/ 709870 w 4338333"/>
              <a:gd name="connsiteY2" fmla="*/ 1543003 h 6858000"/>
              <a:gd name="connsiteX3" fmla="*/ 1043440 w 4338333"/>
              <a:gd name="connsiteY3" fmla="*/ 2692852 h 6858000"/>
              <a:gd name="connsiteX4" fmla="*/ 3586424 w 4338333"/>
              <a:gd name="connsiteY4" fmla="*/ 4092206 h 6858000"/>
              <a:gd name="connsiteX5" fmla="*/ 3586439 w 4338333"/>
              <a:gd name="connsiteY5" fmla="*/ 4092121 h 6858000"/>
              <a:gd name="connsiteX6" fmla="*/ 4158277 w 4338333"/>
              <a:gd name="connsiteY6" fmla="*/ 6063302 h 6858000"/>
              <a:gd name="connsiteX7" fmla="*/ 3720979 w 4338333"/>
              <a:gd name="connsiteY7" fmla="*/ 6858000 h 6858000"/>
              <a:gd name="connsiteX8" fmla="*/ 3030809 w 4338333"/>
              <a:gd name="connsiteY8" fmla="*/ 6858000 h 6858000"/>
              <a:gd name="connsiteX9" fmla="*/ 3628486 w 4338333"/>
              <a:gd name="connsiteY9" fmla="*/ 5771869 h 6858000"/>
              <a:gd name="connsiteX10" fmla="*/ 3294915 w 4338333"/>
              <a:gd name="connsiteY10" fmla="*/ 4622019 h 6858000"/>
              <a:gd name="connsiteX11" fmla="*/ 751895 w 4338333"/>
              <a:gd name="connsiteY11" fmla="*/ 3222676 h 6858000"/>
              <a:gd name="connsiteX12" fmla="*/ 180057 w 4338333"/>
              <a:gd name="connsiteY12" fmla="*/ 125149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338333" h="6858000">
                <a:moveTo>
                  <a:pt x="868715" y="0"/>
                </a:moveTo>
                <a:lnTo>
                  <a:pt x="1558917" y="0"/>
                </a:lnTo>
                <a:lnTo>
                  <a:pt x="709870" y="1543003"/>
                </a:lnTo>
                <a:cubicBezTo>
                  <a:pt x="484459" y="1952642"/>
                  <a:pt x="633801" y="2467440"/>
                  <a:pt x="1043440" y="2692852"/>
                </a:cubicBezTo>
                <a:lnTo>
                  <a:pt x="3586424" y="4092206"/>
                </a:lnTo>
                <a:lnTo>
                  <a:pt x="3586439" y="4092121"/>
                </a:lnTo>
                <a:cubicBezTo>
                  <a:pt x="4288668" y="4478565"/>
                  <a:pt x="4544686" y="5361086"/>
                  <a:pt x="4158277" y="6063302"/>
                </a:cubicBezTo>
                <a:lnTo>
                  <a:pt x="3720979" y="6858000"/>
                </a:lnTo>
                <a:lnTo>
                  <a:pt x="3030809" y="6858000"/>
                </a:lnTo>
                <a:lnTo>
                  <a:pt x="3628486" y="5771869"/>
                </a:lnTo>
                <a:cubicBezTo>
                  <a:pt x="3853898" y="5362230"/>
                  <a:pt x="3704555" y="4847430"/>
                  <a:pt x="3294915" y="4622019"/>
                </a:cubicBezTo>
                <a:lnTo>
                  <a:pt x="751895" y="3222676"/>
                </a:lnTo>
                <a:cubicBezTo>
                  <a:pt x="49666" y="2836231"/>
                  <a:pt x="-206351" y="1953712"/>
                  <a:pt x="180057" y="1251495"/>
                </a:cubicBezTo>
                <a:close/>
              </a:path>
            </a:pathLst>
          </a:custGeom>
          <a:solidFill>
            <a:srgbClr val="E7EFFF"/>
          </a:solidFill>
        </p:spPr>
        <p:txBody>
          <a:bodyPr wrap="square">
            <a:noAutofit/>
          </a:bodyPr>
          <a:lstStyle>
            <a:lvl1pPr marL="0" indent="0">
              <a:buNone/>
              <a:defRPr sz="500">
                <a:noFill/>
              </a:defRPr>
            </a:lvl1pPr>
          </a:lstStyle>
          <a:p>
            <a:pPr lvl="0"/>
            <a:r>
              <a:rPr lang="en-US"/>
              <a:t>Click to edit Master text styles</a:t>
            </a:r>
          </a:p>
        </p:txBody>
      </p:sp>
      <p:sp>
        <p:nvSpPr>
          <p:cNvPr id="24" name="Picture Placeholder 23">
            <a:extLst>
              <a:ext uri="{FF2B5EF4-FFF2-40B4-BE49-F238E27FC236}">
                <a16:creationId xmlns:a16="http://schemas.microsoft.com/office/drawing/2014/main" id="{506A0EAF-FE1F-201F-A700-DD3EBC8F4FF1}"/>
              </a:ext>
              <a:ext uri="{C183D7F6-B498-43B3-948B-1728B52AA6E4}">
                <adec:decorative xmlns:adec="http://schemas.microsoft.com/office/drawing/2017/decorative" val="1"/>
              </a:ext>
            </a:extLst>
          </p:cNvPr>
          <p:cNvSpPr>
            <a:spLocks noGrp="1"/>
          </p:cNvSpPr>
          <p:nvPr>
            <p:ph type="pic" sz="quarter" idx="13"/>
          </p:nvPr>
        </p:nvSpPr>
        <p:spPr>
          <a:xfrm>
            <a:off x="571500" y="1762125"/>
            <a:ext cx="2590800" cy="2058805"/>
          </a:xfrm>
          <a:custGeom>
            <a:avLst/>
            <a:gdLst>
              <a:gd name="connsiteX0" fmla="*/ 0 w 2590800"/>
              <a:gd name="connsiteY0" fmla="*/ 0 h 2058805"/>
              <a:gd name="connsiteX1" fmla="*/ 2247659 w 2590800"/>
              <a:gd name="connsiteY1" fmla="*/ 0 h 2058805"/>
              <a:gd name="connsiteX2" fmla="*/ 2590800 w 2590800"/>
              <a:gd name="connsiteY2" fmla="*/ 343141 h 2058805"/>
              <a:gd name="connsiteX3" fmla="*/ 2590800 w 2590800"/>
              <a:gd name="connsiteY3" fmla="*/ 2058805 h 2058805"/>
              <a:gd name="connsiteX4" fmla="*/ 0 w 2590800"/>
              <a:gd name="connsiteY4" fmla="*/ 2058805 h 2058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90800" h="2058805">
                <a:moveTo>
                  <a:pt x="0" y="0"/>
                </a:moveTo>
                <a:lnTo>
                  <a:pt x="2247659" y="0"/>
                </a:lnTo>
                <a:cubicBezTo>
                  <a:pt x="2437171" y="0"/>
                  <a:pt x="2590800" y="153629"/>
                  <a:pt x="2590800" y="343141"/>
                </a:cubicBezTo>
                <a:lnTo>
                  <a:pt x="2590800" y="2058805"/>
                </a:lnTo>
                <a:lnTo>
                  <a:pt x="0" y="2058805"/>
                </a:lnTo>
                <a:close/>
              </a:path>
            </a:pathLst>
          </a:custGeom>
        </p:spPr>
        <p:txBody>
          <a:bodyPr wrap="square">
            <a:noAutofit/>
          </a:bodyPr>
          <a:lstStyle>
            <a:lvl1pPr marL="0" indent="0">
              <a:buNone/>
              <a:defRPr sz="1400"/>
            </a:lvl1pPr>
          </a:lstStyle>
          <a:p>
            <a:r>
              <a:rPr lang="en-US"/>
              <a:t>Click icon to add picture</a:t>
            </a:r>
          </a:p>
        </p:txBody>
      </p:sp>
      <p:sp>
        <p:nvSpPr>
          <p:cNvPr id="25" name="Picture Placeholder 24">
            <a:extLst>
              <a:ext uri="{FF2B5EF4-FFF2-40B4-BE49-F238E27FC236}">
                <a16:creationId xmlns:a16="http://schemas.microsoft.com/office/drawing/2014/main" id="{0506C182-28E4-A150-CAF7-DD168C08E9A6}"/>
              </a:ext>
              <a:ext uri="{C183D7F6-B498-43B3-948B-1728B52AA6E4}">
                <adec:decorative xmlns:adec="http://schemas.microsoft.com/office/drawing/2017/decorative" val="1"/>
              </a:ext>
            </a:extLst>
          </p:cNvPr>
          <p:cNvSpPr>
            <a:spLocks noGrp="1"/>
          </p:cNvSpPr>
          <p:nvPr>
            <p:ph type="pic" sz="quarter" idx="14"/>
          </p:nvPr>
        </p:nvSpPr>
        <p:spPr>
          <a:xfrm>
            <a:off x="6238773" y="1762125"/>
            <a:ext cx="2590800" cy="2058805"/>
          </a:xfrm>
          <a:custGeom>
            <a:avLst/>
            <a:gdLst>
              <a:gd name="connsiteX0" fmla="*/ 0 w 2590800"/>
              <a:gd name="connsiteY0" fmla="*/ 0 h 2058805"/>
              <a:gd name="connsiteX1" fmla="*/ 2247659 w 2590800"/>
              <a:gd name="connsiteY1" fmla="*/ 0 h 2058805"/>
              <a:gd name="connsiteX2" fmla="*/ 2590800 w 2590800"/>
              <a:gd name="connsiteY2" fmla="*/ 343141 h 2058805"/>
              <a:gd name="connsiteX3" fmla="*/ 2590800 w 2590800"/>
              <a:gd name="connsiteY3" fmla="*/ 2058805 h 2058805"/>
              <a:gd name="connsiteX4" fmla="*/ 0 w 2590800"/>
              <a:gd name="connsiteY4" fmla="*/ 2058805 h 2058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90800" h="2058805">
                <a:moveTo>
                  <a:pt x="0" y="0"/>
                </a:moveTo>
                <a:lnTo>
                  <a:pt x="2247659" y="0"/>
                </a:lnTo>
                <a:cubicBezTo>
                  <a:pt x="2437171" y="0"/>
                  <a:pt x="2590800" y="153629"/>
                  <a:pt x="2590800" y="343141"/>
                </a:cubicBezTo>
                <a:lnTo>
                  <a:pt x="2590800" y="2058805"/>
                </a:lnTo>
                <a:lnTo>
                  <a:pt x="0" y="2058805"/>
                </a:lnTo>
                <a:close/>
              </a:path>
            </a:pathLst>
          </a:custGeom>
        </p:spPr>
        <p:txBody>
          <a:bodyPr wrap="square">
            <a:noAutofit/>
          </a:bodyPr>
          <a:lstStyle>
            <a:lvl1pPr marL="0" indent="0">
              <a:buNone/>
              <a:defRPr sz="1400"/>
            </a:lvl1pPr>
          </a:lstStyle>
          <a:p>
            <a:r>
              <a:rPr lang="en-US"/>
              <a:t>Click icon to add picture</a:t>
            </a:r>
          </a:p>
        </p:txBody>
      </p:sp>
      <p:sp>
        <p:nvSpPr>
          <p:cNvPr id="26" name="Picture Placeholder 25">
            <a:extLst>
              <a:ext uri="{FF2B5EF4-FFF2-40B4-BE49-F238E27FC236}">
                <a16:creationId xmlns:a16="http://schemas.microsoft.com/office/drawing/2014/main" id="{1659FD7B-65AE-308F-0507-2F6A5A8E8D51}"/>
              </a:ext>
              <a:ext uri="{C183D7F6-B498-43B3-948B-1728B52AA6E4}">
                <adec:decorative xmlns:adec="http://schemas.microsoft.com/office/drawing/2017/decorative" val="1"/>
              </a:ext>
            </a:extLst>
          </p:cNvPr>
          <p:cNvSpPr>
            <a:spLocks noGrp="1"/>
          </p:cNvSpPr>
          <p:nvPr>
            <p:ph type="pic" sz="quarter" idx="15"/>
          </p:nvPr>
        </p:nvSpPr>
        <p:spPr>
          <a:xfrm>
            <a:off x="571500" y="4218170"/>
            <a:ext cx="2590800" cy="2058805"/>
          </a:xfrm>
          <a:custGeom>
            <a:avLst/>
            <a:gdLst>
              <a:gd name="connsiteX0" fmla="*/ 0 w 2590800"/>
              <a:gd name="connsiteY0" fmla="*/ 0 h 2058805"/>
              <a:gd name="connsiteX1" fmla="*/ 2247659 w 2590800"/>
              <a:gd name="connsiteY1" fmla="*/ 0 h 2058805"/>
              <a:gd name="connsiteX2" fmla="*/ 2590800 w 2590800"/>
              <a:gd name="connsiteY2" fmla="*/ 343141 h 2058805"/>
              <a:gd name="connsiteX3" fmla="*/ 2590800 w 2590800"/>
              <a:gd name="connsiteY3" fmla="*/ 2058805 h 2058805"/>
              <a:gd name="connsiteX4" fmla="*/ 0 w 2590800"/>
              <a:gd name="connsiteY4" fmla="*/ 2058805 h 2058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90800" h="2058805">
                <a:moveTo>
                  <a:pt x="0" y="0"/>
                </a:moveTo>
                <a:lnTo>
                  <a:pt x="2247659" y="0"/>
                </a:lnTo>
                <a:cubicBezTo>
                  <a:pt x="2437171" y="0"/>
                  <a:pt x="2590800" y="153629"/>
                  <a:pt x="2590800" y="343141"/>
                </a:cubicBezTo>
                <a:lnTo>
                  <a:pt x="2590800" y="2058805"/>
                </a:lnTo>
                <a:lnTo>
                  <a:pt x="0" y="2058805"/>
                </a:lnTo>
                <a:close/>
              </a:path>
            </a:pathLst>
          </a:custGeom>
        </p:spPr>
        <p:txBody>
          <a:bodyPr wrap="square">
            <a:noAutofit/>
          </a:bodyPr>
          <a:lstStyle>
            <a:lvl1pPr marL="0" indent="0">
              <a:buNone/>
              <a:defRPr sz="1400"/>
            </a:lvl1pPr>
          </a:lstStyle>
          <a:p>
            <a:r>
              <a:rPr lang="en-US"/>
              <a:t>Click icon to add picture</a:t>
            </a:r>
          </a:p>
        </p:txBody>
      </p:sp>
      <p:sp>
        <p:nvSpPr>
          <p:cNvPr id="27" name="Picture Placeholder 26">
            <a:extLst>
              <a:ext uri="{FF2B5EF4-FFF2-40B4-BE49-F238E27FC236}">
                <a16:creationId xmlns:a16="http://schemas.microsoft.com/office/drawing/2014/main" id="{CE6231C8-8C1E-C76A-72A0-8ABB1B1F2B91}"/>
              </a:ext>
              <a:ext uri="{C183D7F6-B498-43B3-948B-1728B52AA6E4}">
                <adec:decorative xmlns:adec="http://schemas.microsoft.com/office/drawing/2017/decorative" val="1"/>
              </a:ext>
            </a:extLst>
          </p:cNvPr>
          <p:cNvSpPr>
            <a:spLocks noGrp="1"/>
          </p:cNvSpPr>
          <p:nvPr>
            <p:ph type="pic" sz="quarter" idx="16"/>
          </p:nvPr>
        </p:nvSpPr>
        <p:spPr>
          <a:xfrm>
            <a:off x="6238773" y="4218170"/>
            <a:ext cx="2590800" cy="2058805"/>
          </a:xfrm>
          <a:custGeom>
            <a:avLst/>
            <a:gdLst>
              <a:gd name="connsiteX0" fmla="*/ 0 w 2590800"/>
              <a:gd name="connsiteY0" fmla="*/ 0 h 2058805"/>
              <a:gd name="connsiteX1" fmla="*/ 2247659 w 2590800"/>
              <a:gd name="connsiteY1" fmla="*/ 0 h 2058805"/>
              <a:gd name="connsiteX2" fmla="*/ 2590800 w 2590800"/>
              <a:gd name="connsiteY2" fmla="*/ 343141 h 2058805"/>
              <a:gd name="connsiteX3" fmla="*/ 2590800 w 2590800"/>
              <a:gd name="connsiteY3" fmla="*/ 2058805 h 2058805"/>
              <a:gd name="connsiteX4" fmla="*/ 0 w 2590800"/>
              <a:gd name="connsiteY4" fmla="*/ 2058805 h 2058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90800" h="2058805">
                <a:moveTo>
                  <a:pt x="0" y="0"/>
                </a:moveTo>
                <a:lnTo>
                  <a:pt x="2247659" y="0"/>
                </a:lnTo>
                <a:cubicBezTo>
                  <a:pt x="2437171" y="0"/>
                  <a:pt x="2590800" y="153629"/>
                  <a:pt x="2590800" y="343141"/>
                </a:cubicBezTo>
                <a:lnTo>
                  <a:pt x="2590800" y="2058805"/>
                </a:lnTo>
                <a:lnTo>
                  <a:pt x="0" y="2058805"/>
                </a:lnTo>
                <a:close/>
              </a:path>
            </a:pathLst>
          </a:custGeom>
        </p:spPr>
        <p:txBody>
          <a:bodyPr wrap="square">
            <a:noAutofit/>
          </a:bodyPr>
          <a:lstStyle>
            <a:lvl1pPr marL="0" indent="0">
              <a:buNone/>
              <a:defRPr sz="1400"/>
            </a:lvl1pPr>
          </a:lstStyle>
          <a:p>
            <a:r>
              <a:rPr lang="en-US"/>
              <a:t>Click icon to add picture</a:t>
            </a:r>
          </a:p>
        </p:txBody>
      </p:sp>
      <p:sp>
        <p:nvSpPr>
          <p:cNvPr id="2" name="Title 1">
            <a:extLst>
              <a:ext uri="{FF2B5EF4-FFF2-40B4-BE49-F238E27FC236}">
                <a16:creationId xmlns:a16="http://schemas.microsoft.com/office/drawing/2014/main" id="{75D1B7E5-EAD4-76CB-D39C-FCCA6F3E6E5C}"/>
              </a:ext>
            </a:extLst>
          </p:cNvPr>
          <p:cNvSpPr>
            <a:spLocks noGrp="1"/>
          </p:cNvSpPr>
          <p:nvPr>
            <p:ph type="title"/>
          </p:nvPr>
        </p:nvSpPr>
        <p:spPr>
          <a:xfrm>
            <a:off x="571500" y="571501"/>
            <a:ext cx="11049000" cy="811996"/>
          </a:xfrm>
        </p:spPr>
        <p:txBody>
          <a:bodyPr/>
          <a:lstStyle/>
          <a:p>
            <a:r>
              <a:rPr lang="en-US"/>
              <a:t>Click to edit Master title style</a:t>
            </a:r>
          </a:p>
        </p:txBody>
      </p:sp>
      <p:sp>
        <p:nvSpPr>
          <p:cNvPr id="28" name="Text Placeholder 29">
            <a:extLst>
              <a:ext uri="{FF2B5EF4-FFF2-40B4-BE49-F238E27FC236}">
                <a16:creationId xmlns:a16="http://schemas.microsoft.com/office/drawing/2014/main" id="{C7B09D6C-1E31-88D1-F191-C0911F3BF41C}"/>
              </a:ext>
            </a:extLst>
          </p:cNvPr>
          <p:cNvSpPr>
            <a:spLocks noGrp="1"/>
          </p:cNvSpPr>
          <p:nvPr>
            <p:ph type="body" sz="quarter" idx="21" hasCustomPrompt="1"/>
          </p:nvPr>
        </p:nvSpPr>
        <p:spPr>
          <a:xfrm>
            <a:off x="3415284" y="1890529"/>
            <a:ext cx="2363724" cy="504658"/>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29" name="Text Placeholder 29">
            <a:extLst>
              <a:ext uri="{FF2B5EF4-FFF2-40B4-BE49-F238E27FC236}">
                <a16:creationId xmlns:a16="http://schemas.microsoft.com/office/drawing/2014/main" id="{320BFB83-6A55-5691-C4B0-3F7416554927}"/>
              </a:ext>
            </a:extLst>
          </p:cNvPr>
          <p:cNvSpPr>
            <a:spLocks noGrp="1"/>
          </p:cNvSpPr>
          <p:nvPr>
            <p:ph type="body" sz="quarter" idx="22" hasCustomPrompt="1"/>
          </p:nvPr>
        </p:nvSpPr>
        <p:spPr>
          <a:xfrm>
            <a:off x="3415284" y="2449330"/>
            <a:ext cx="2363724"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30" name="Text Placeholder 29">
            <a:extLst>
              <a:ext uri="{FF2B5EF4-FFF2-40B4-BE49-F238E27FC236}">
                <a16:creationId xmlns:a16="http://schemas.microsoft.com/office/drawing/2014/main" id="{50C6830F-D0AB-D117-86FE-AC716B9D3BD4}"/>
              </a:ext>
            </a:extLst>
          </p:cNvPr>
          <p:cNvSpPr>
            <a:spLocks noGrp="1"/>
          </p:cNvSpPr>
          <p:nvPr>
            <p:ph type="body" sz="quarter" idx="23" hasCustomPrompt="1"/>
          </p:nvPr>
        </p:nvSpPr>
        <p:spPr>
          <a:xfrm>
            <a:off x="3415284" y="2818434"/>
            <a:ext cx="2363724" cy="1002495"/>
          </a:xfrm>
        </p:spPr>
        <p:txBody>
          <a:bodyPr anchor="t"/>
          <a:lstStyle>
            <a:lvl1pPr marL="0" indent="0">
              <a:lnSpc>
                <a:spcPct val="110000"/>
              </a:lnSpc>
              <a:buNone/>
              <a:defRPr sz="1200" b="0"/>
            </a:lvl1pPr>
            <a:lvl2pPr>
              <a:defRPr sz="1200"/>
            </a:lvl2pPr>
            <a:lvl3pPr>
              <a:defRPr sz="1200"/>
            </a:lvl3pPr>
            <a:lvl4pPr>
              <a:defRPr sz="1200"/>
            </a:lvl4pPr>
            <a:lvl5pPr>
              <a:defRPr sz="1200"/>
            </a:lvl5pPr>
          </a:lstStyle>
          <a:p>
            <a:pPr lvl="0"/>
            <a:r>
              <a:rPr lang="en-US"/>
              <a:t>Description or bio text</a:t>
            </a:r>
          </a:p>
        </p:txBody>
      </p:sp>
      <p:sp>
        <p:nvSpPr>
          <p:cNvPr id="32" name="Text Placeholder 29">
            <a:extLst>
              <a:ext uri="{FF2B5EF4-FFF2-40B4-BE49-F238E27FC236}">
                <a16:creationId xmlns:a16="http://schemas.microsoft.com/office/drawing/2014/main" id="{3ED25CCF-5A2F-84CE-387F-5F481D6A23C2}"/>
              </a:ext>
            </a:extLst>
          </p:cNvPr>
          <p:cNvSpPr>
            <a:spLocks noGrp="1"/>
          </p:cNvSpPr>
          <p:nvPr>
            <p:ph type="body" sz="quarter" idx="24" hasCustomPrompt="1"/>
          </p:nvPr>
        </p:nvSpPr>
        <p:spPr>
          <a:xfrm>
            <a:off x="9029700" y="1890529"/>
            <a:ext cx="2363724" cy="504658"/>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33" name="Text Placeholder 29">
            <a:extLst>
              <a:ext uri="{FF2B5EF4-FFF2-40B4-BE49-F238E27FC236}">
                <a16:creationId xmlns:a16="http://schemas.microsoft.com/office/drawing/2014/main" id="{AD5F2723-D00A-AF22-CD14-B72733F8272E}"/>
              </a:ext>
            </a:extLst>
          </p:cNvPr>
          <p:cNvSpPr>
            <a:spLocks noGrp="1"/>
          </p:cNvSpPr>
          <p:nvPr>
            <p:ph type="body" sz="quarter" idx="25" hasCustomPrompt="1"/>
          </p:nvPr>
        </p:nvSpPr>
        <p:spPr>
          <a:xfrm>
            <a:off x="9029700" y="2449330"/>
            <a:ext cx="2363724"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34" name="Text Placeholder 29">
            <a:extLst>
              <a:ext uri="{FF2B5EF4-FFF2-40B4-BE49-F238E27FC236}">
                <a16:creationId xmlns:a16="http://schemas.microsoft.com/office/drawing/2014/main" id="{AD8C0D09-5C2D-1DD2-1F5F-5839528725EA}"/>
              </a:ext>
            </a:extLst>
          </p:cNvPr>
          <p:cNvSpPr>
            <a:spLocks noGrp="1"/>
          </p:cNvSpPr>
          <p:nvPr>
            <p:ph type="body" sz="quarter" idx="26" hasCustomPrompt="1"/>
          </p:nvPr>
        </p:nvSpPr>
        <p:spPr>
          <a:xfrm>
            <a:off x="9029700" y="2818434"/>
            <a:ext cx="2363724" cy="1002495"/>
          </a:xfrm>
        </p:spPr>
        <p:txBody>
          <a:bodyPr anchor="t"/>
          <a:lstStyle>
            <a:lvl1pPr marL="0" indent="0">
              <a:lnSpc>
                <a:spcPct val="110000"/>
              </a:lnSpc>
              <a:buNone/>
              <a:defRPr sz="1200" b="0"/>
            </a:lvl1pPr>
            <a:lvl2pPr>
              <a:defRPr sz="1200"/>
            </a:lvl2pPr>
            <a:lvl3pPr>
              <a:defRPr sz="1200"/>
            </a:lvl3pPr>
            <a:lvl4pPr>
              <a:defRPr sz="1200"/>
            </a:lvl4pPr>
            <a:lvl5pPr>
              <a:defRPr sz="1200"/>
            </a:lvl5pPr>
          </a:lstStyle>
          <a:p>
            <a:pPr lvl="0"/>
            <a:r>
              <a:rPr lang="en-US"/>
              <a:t>Description or bio text</a:t>
            </a:r>
          </a:p>
        </p:txBody>
      </p:sp>
      <p:sp>
        <p:nvSpPr>
          <p:cNvPr id="35" name="Text Placeholder 29">
            <a:extLst>
              <a:ext uri="{FF2B5EF4-FFF2-40B4-BE49-F238E27FC236}">
                <a16:creationId xmlns:a16="http://schemas.microsoft.com/office/drawing/2014/main" id="{DEC876F0-1AA1-A3E2-EC2B-11FDFAB8CC7E}"/>
              </a:ext>
            </a:extLst>
          </p:cNvPr>
          <p:cNvSpPr>
            <a:spLocks noGrp="1"/>
          </p:cNvSpPr>
          <p:nvPr>
            <p:ph type="body" sz="quarter" idx="27" hasCustomPrompt="1"/>
          </p:nvPr>
        </p:nvSpPr>
        <p:spPr>
          <a:xfrm>
            <a:off x="3415284" y="4346575"/>
            <a:ext cx="2363724" cy="504658"/>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36" name="Text Placeholder 29">
            <a:extLst>
              <a:ext uri="{FF2B5EF4-FFF2-40B4-BE49-F238E27FC236}">
                <a16:creationId xmlns:a16="http://schemas.microsoft.com/office/drawing/2014/main" id="{E0A73F5B-D18A-30F7-DB3A-CC53569088EB}"/>
              </a:ext>
            </a:extLst>
          </p:cNvPr>
          <p:cNvSpPr>
            <a:spLocks noGrp="1"/>
          </p:cNvSpPr>
          <p:nvPr>
            <p:ph type="body" sz="quarter" idx="28" hasCustomPrompt="1"/>
          </p:nvPr>
        </p:nvSpPr>
        <p:spPr>
          <a:xfrm>
            <a:off x="3415284" y="4905376"/>
            <a:ext cx="2363724"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37" name="Text Placeholder 29">
            <a:extLst>
              <a:ext uri="{FF2B5EF4-FFF2-40B4-BE49-F238E27FC236}">
                <a16:creationId xmlns:a16="http://schemas.microsoft.com/office/drawing/2014/main" id="{2A7B1F0A-1695-F042-987C-9C516EBA6E27}"/>
              </a:ext>
            </a:extLst>
          </p:cNvPr>
          <p:cNvSpPr>
            <a:spLocks noGrp="1"/>
          </p:cNvSpPr>
          <p:nvPr>
            <p:ph type="body" sz="quarter" idx="29" hasCustomPrompt="1"/>
          </p:nvPr>
        </p:nvSpPr>
        <p:spPr>
          <a:xfrm>
            <a:off x="3415284" y="5274480"/>
            <a:ext cx="2363724" cy="1002495"/>
          </a:xfrm>
        </p:spPr>
        <p:txBody>
          <a:bodyPr anchor="t"/>
          <a:lstStyle>
            <a:lvl1pPr marL="0" indent="0">
              <a:lnSpc>
                <a:spcPct val="110000"/>
              </a:lnSpc>
              <a:buNone/>
              <a:defRPr sz="1200" b="0"/>
            </a:lvl1pPr>
            <a:lvl2pPr>
              <a:defRPr sz="1200"/>
            </a:lvl2pPr>
            <a:lvl3pPr>
              <a:defRPr sz="1200"/>
            </a:lvl3pPr>
            <a:lvl4pPr>
              <a:defRPr sz="1200"/>
            </a:lvl4pPr>
            <a:lvl5pPr>
              <a:defRPr sz="1200"/>
            </a:lvl5pPr>
          </a:lstStyle>
          <a:p>
            <a:pPr lvl="0"/>
            <a:r>
              <a:rPr lang="en-US"/>
              <a:t>Description or bio text</a:t>
            </a:r>
          </a:p>
        </p:txBody>
      </p:sp>
      <p:sp>
        <p:nvSpPr>
          <p:cNvPr id="38" name="Text Placeholder 29">
            <a:extLst>
              <a:ext uri="{FF2B5EF4-FFF2-40B4-BE49-F238E27FC236}">
                <a16:creationId xmlns:a16="http://schemas.microsoft.com/office/drawing/2014/main" id="{E1EEB885-29BB-5000-B0B9-7EB826FBE62B}"/>
              </a:ext>
            </a:extLst>
          </p:cNvPr>
          <p:cNvSpPr>
            <a:spLocks noGrp="1"/>
          </p:cNvSpPr>
          <p:nvPr>
            <p:ph type="body" sz="quarter" idx="30" hasCustomPrompt="1"/>
          </p:nvPr>
        </p:nvSpPr>
        <p:spPr>
          <a:xfrm>
            <a:off x="9029700" y="4346575"/>
            <a:ext cx="2363724" cy="504658"/>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39" name="Text Placeholder 29">
            <a:extLst>
              <a:ext uri="{FF2B5EF4-FFF2-40B4-BE49-F238E27FC236}">
                <a16:creationId xmlns:a16="http://schemas.microsoft.com/office/drawing/2014/main" id="{4487B338-D044-4463-E4B7-C740382E1D5D}"/>
              </a:ext>
            </a:extLst>
          </p:cNvPr>
          <p:cNvSpPr>
            <a:spLocks noGrp="1"/>
          </p:cNvSpPr>
          <p:nvPr>
            <p:ph type="body" sz="quarter" idx="31" hasCustomPrompt="1"/>
          </p:nvPr>
        </p:nvSpPr>
        <p:spPr>
          <a:xfrm>
            <a:off x="9029700" y="4905376"/>
            <a:ext cx="2363724"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40" name="Text Placeholder 29">
            <a:extLst>
              <a:ext uri="{FF2B5EF4-FFF2-40B4-BE49-F238E27FC236}">
                <a16:creationId xmlns:a16="http://schemas.microsoft.com/office/drawing/2014/main" id="{26C97FD7-12D4-4A50-F5CF-FA9144C7BC86}"/>
              </a:ext>
            </a:extLst>
          </p:cNvPr>
          <p:cNvSpPr>
            <a:spLocks noGrp="1"/>
          </p:cNvSpPr>
          <p:nvPr>
            <p:ph type="body" sz="quarter" idx="32" hasCustomPrompt="1"/>
          </p:nvPr>
        </p:nvSpPr>
        <p:spPr>
          <a:xfrm>
            <a:off x="9029700" y="5274480"/>
            <a:ext cx="2363724" cy="1002495"/>
          </a:xfrm>
        </p:spPr>
        <p:txBody>
          <a:bodyPr anchor="t"/>
          <a:lstStyle>
            <a:lvl1pPr marL="0" indent="0">
              <a:lnSpc>
                <a:spcPct val="110000"/>
              </a:lnSpc>
              <a:buNone/>
              <a:defRPr sz="1200" b="0"/>
            </a:lvl1pPr>
            <a:lvl2pPr>
              <a:defRPr sz="1200"/>
            </a:lvl2pPr>
            <a:lvl3pPr>
              <a:defRPr sz="1200"/>
            </a:lvl3pPr>
            <a:lvl4pPr>
              <a:defRPr sz="1200"/>
            </a:lvl4pPr>
            <a:lvl5pPr>
              <a:defRPr sz="1200"/>
            </a:lvl5pPr>
          </a:lstStyle>
          <a:p>
            <a:pPr lvl="0"/>
            <a:r>
              <a:rPr lang="en-US"/>
              <a:t>Description or bio text</a:t>
            </a:r>
          </a:p>
        </p:txBody>
      </p:sp>
      <p:sp>
        <p:nvSpPr>
          <p:cNvPr id="3" name="Footer Placeholder 2">
            <a:extLst>
              <a:ext uri="{FF2B5EF4-FFF2-40B4-BE49-F238E27FC236}">
                <a16:creationId xmlns:a16="http://schemas.microsoft.com/office/drawing/2014/main" id="{9F3A52C8-2D44-6D60-6E10-B7020A361338}"/>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9019F079-AF58-93B3-C64F-359B26110959}"/>
              </a:ext>
              <a:ext uri="{C183D7F6-B498-43B3-948B-1728B52AA6E4}">
                <adec:decorative xmlns:adec="http://schemas.microsoft.com/office/drawing/2017/decorative" val="1"/>
              </a:ext>
            </a:extLst>
          </p:cNvPr>
          <p:cNvSpPr>
            <a:spLocks noGrp="1"/>
          </p:cNvSpPr>
          <p:nvPr>
            <p:ph type="dt" sz="half" idx="11"/>
          </p:nvPr>
        </p:nvSpPr>
        <p:spPr/>
        <p:txBody>
          <a:bodyPr/>
          <a:lstStyle/>
          <a:p>
            <a:fld id="{7A7E3F2A-E245-4470-B0FD-BD5E47E1890B}" type="datetimeyyyy">
              <a:rPr lang="en-US" smtClean="0"/>
              <a:t>2026</a:t>
            </a:fld>
            <a:endParaRPr lang="en-US"/>
          </a:p>
        </p:txBody>
      </p:sp>
      <p:sp>
        <p:nvSpPr>
          <p:cNvPr id="5" name="Slide Number Placeholder 4">
            <a:extLst>
              <a:ext uri="{FF2B5EF4-FFF2-40B4-BE49-F238E27FC236}">
                <a16:creationId xmlns:a16="http://schemas.microsoft.com/office/drawing/2014/main" id="{1BAA3A45-16AC-4EB1-489C-37DD301A233B}"/>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420937197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hart right">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537E1F2-21C5-4EF7-034F-863A1FA79B68}"/>
              </a:ext>
            </a:extLst>
          </p:cNvPr>
          <p:cNvSpPr>
            <a:spLocks noGrp="1"/>
          </p:cNvSpPr>
          <p:nvPr>
            <p:ph type="title"/>
          </p:nvPr>
        </p:nvSpPr>
        <p:spPr>
          <a:xfrm>
            <a:off x="571500" y="571501"/>
            <a:ext cx="4470400" cy="1509885"/>
          </a:xfrm>
        </p:spPr>
        <p:txBody>
          <a:bodyPr/>
          <a:lstStyle/>
          <a:p>
            <a:r>
              <a:rPr lang="en-US"/>
              <a:t>Click to edit Master title style</a:t>
            </a:r>
          </a:p>
        </p:txBody>
      </p:sp>
      <p:sp>
        <p:nvSpPr>
          <p:cNvPr id="12" name="Text Placeholder 11">
            <a:extLst>
              <a:ext uri="{FF2B5EF4-FFF2-40B4-BE49-F238E27FC236}">
                <a16:creationId xmlns:a16="http://schemas.microsoft.com/office/drawing/2014/main" id="{000B248F-E60C-EF6F-E67B-18E9C4AE457A}"/>
              </a:ext>
            </a:extLst>
          </p:cNvPr>
          <p:cNvSpPr>
            <a:spLocks noGrp="1"/>
          </p:cNvSpPr>
          <p:nvPr>
            <p:ph type="body" sz="quarter" idx="13"/>
          </p:nvPr>
        </p:nvSpPr>
        <p:spPr>
          <a:xfrm>
            <a:off x="571500" y="2283608"/>
            <a:ext cx="44704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14" name="Text Placeholder 13">
            <a:extLst>
              <a:ext uri="{FF2B5EF4-FFF2-40B4-BE49-F238E27FC236}">
                <a16:creationId xmlns:a16="http://schemas.microsoft.com/office/drawing/2014/main" id="{A0544774-89B6-E928-C7DB-4C62F09014B7}"/>
              </a:ext>
            </a:extLst>
          </p:cNvPr>
          <p:cNvSpPr>
            <a:spLocks noGrp="1"/>
          </p:cNvSpPr>
          <p:nvPr>
            <p:ph type="body" sz="quarter" idx="14"/>
          </p:nvPr>
        </p:nvSpPr>
        <p:spPr>
          <a:xfrm>
            <a:off x="571500" y="2943030"/>
            <a:ext cx="1651000" cy="981268"/>
          </a:xfrm>
        </p:spPr>
        <p:txBody>
          <a:bodyPr/>
          <a:lstStyle>
            <a:lvl1pPr marL="0" indent="0">
              <a:buNone/>
              <a:defRPr sz="12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5" name="Text Placeholder 13">
            <a:extLst>
              <a:ext uri="{FF2B5EF4-FFF2-40B4-BE49-F238E27FC236}">
                <a16:creationId xmlns:a16="http://schemas.microsoft.com/office/drawing/2014/main" id="{13744CA5-DA43-852C-4ED6-6F5BA9AF0DCD}"/>
              </a:ext>
            </a:extLst>
          </p:cNvPr>
          <p:cNvSpPr>
            <a:spLocks noGrp="1"/>
          </p:cNvSpPr>
          <p:nvPr>
            <p:ph type="body" sz="quarter" idx="15"/>
          </p:nvPr>
        </p:nvSpPr>
        <p:spPr>
          <a:xfrm>
            <a:off x="2451100" y="2943030"/>
            <a:ext cx="1651000" cy="981268"/>
          </a:xfrm>
        </p:spPr>
        <p:txBody>
          <a:bodyPr/>
          <a:lstStyle>
            <a:lvl1pPr marL="0" indent="0">
              <a:buNone/>
              <a:defRPr sz="12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6" name="Text Placeholder 13">
            <a:extLst>
              <a:ext uri="{FF2B5EF4-FFF2-40B4-BE49-F238E27FC236}">
                <a16:creationId xmlns:a16="http://schemas.microsoft.com/office/drawing/2014/main" id="{97A67808-DA53-97D4-CD87-DCE5FB9BAE6A}"/>
              </a:ext>
            </a:extLst>
          </p:cNvPr>
          <p:cNvSpPr>
            <a:spLocks noGrp="1"/>
          </p:cNvSpPr>
          <p:nvPr>
            <p:ph type="body" sz="quarter" idx="16"/>
          </p:nvPr>
        </p:nvSpPr>
        <p:spPr>
          <a:xfrm>
            <a:off x="571500" y="4114797"/>
            <a:ext cx="1651000" cy="980623"/>
          </a:xfrm>
        </p:spPr>
        <p:txBody>
          <a:bodyPr/>
          <a:lstStyle>
            <a:lvl1pPr marL="0" indent="0">
              <a:buNone/>
              <a:defRPr sz="12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7" name="Text Placeholder 13">
            <a:extLst>
              <a:ext uri="{FF2B5EF4-FFF2-40B4-BE49-F238E27FC236}">
                <a16:creationId xmlns:a16="http://schemas.microsoft.com/office/drawing/2014/main" id="{A88B629E-A765-6008-E6E4-91BA2D0A49F3}"/>
              </a:ext>
            </a:extLst>
          </p:cNvPr>
          <p:cNvSpPr>
            <a:spLocks noGrp="1"/>
          </p:cNvSpPr>
          <p:nvPr>
            <p:ph type="body" sz="quarter" idx="17"/>
          </p:nvPr>
        </p:nvSpPr>
        <p:spPr>
          <a:xfrm>
            <a:off x="2451100" y="4114797"/>
            <a:ext cx="1651000" cy="980623"/>
          </a:xfrm>
        </p:spPr>
        <p:txBody>
          <a:bodyPr/>
          <a:lstStyle>
            <a:lvl1pPr marL="0" indent="0">
              <a:buNone/>
              <a:defRPr sz="12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9" name="Chart Placeholder 18">
            <a:extLst>
              <a:ext uri="{FF2B5EF4-FFF2-40B4-BE49-F238E27FC236}">
                <a16:creationId xmlns:a16="http://schemas.microsoft.com/office/drawing/2014/main" id="{EA8A3EB3-BF83-A36F-EAA1-6919F7A7F607}"/>
              </a:ext>
              <a:ext uri="{C183D7F6-B498-43B3-948B-1728B52AA6E4}">
                <adec:decorative xmlns:adec="http://schemas.microsoft.com/office/drawing/2017/decorative" val="0"/>
              </a:ext>
            </a:extLst>
          </p:cNvPr>
          <p:cNvSpPr>
            <a:spLocks noGrp="1"/>
          </p:cNvSpPr>
          <p:nvPr>
            <p:ph type="chart" sz="quarter" idx="18"/>
          </p:nvPr>
        </p:nvSpPr>
        <p:spPr>
          <a:xfrm>
            <a:off x="6210300" y="571500"/>
            <a:ext cx="5410200" cy="5715000"/>
          </a:xfrm>
        </p:spPr>
        <p:txBody>
          <a:bodyPr/>
          <a:lstStyle/>
          <a:p>
            <a:r>
              <a:rPr lang="en-US"/>
              <a:t>Click icon to add chart</a:t>
            </a:r>
          </a:p>
        </p:txBody>
      </p:sp>
      <p:sp>
        <p:nvSpPr>
          <p:cNvPr id="3" name="Footer Placeholder 2">
            <a:extLst>
              <a:ext uri="{FF2B5EF4-FFF2-40B4-BE49-F238E27FC236}">
                <a16:creationId xmlns:a16="http://schemas.microsoft.com/office/drawing/2014/main" id="{F7FD58B8-F5C6-AF7B-B5EE-FE1BA15B7154}"/>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5" name="Slide Number Placeholder 4">
            <a:extLst>
              <a:ext uri="{FF2B5EF4-FFF2-40B4-BE49-F238E27FC236}">
                <a16:creationId xmlns:a16="http://schemas.microsoft.com/office/drawing/2014/main" id="{654599C5-0F5E-C5EB-47FB-0DC6EFD39A20}"/>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
        <p:nvSpPr>
          <p:cNvPr id="4" name="Date Placeholder 3">
            <a:extLst>
              <a:ext uri="{FF2B5EF4-FFF2-40B4-BE49-F238E27FC236}">
                <a16:creationId xmlns:a16="http://schemas.microsoft.com/office/drawing/2014/main" id="{7EAAF3D9-2EF5-95BF-D72C-FCC0A2E8412A}"/>
              </a:ext>
              <a:ext uri="{C183D7F6-B498-43B3-948B-1728B52AA6E4}">
                <adec:decorative xmlns:adec="http://schemas.microsoft.com/office/drawing/2017/decorative" val="1"/>
              </a:ext>
            </a:extLst>
          </p:cNvPr>
          <p:cNvSpPr>
            <a:spLocks noGrp="1"/>
          </p:cNvSpPr>
          <p:nvPr>
            <p:ph type="dt" sz="half" idx="11"/>
          </p:nvPr>
        </p:nvSpPr>
        <p:spPr/>
        <p:txBody>
          <a:bodyPr/>
          <a:lstStyle/>
          <a:p>
            <a:fld id="{FC43B174-C524-4093-8BF8-E98777F91AA9}" type="datetimeyyyy">
              <a:rPr lang="en-US" smtClean="0"/>
              <a:t>2026</a:t>
            </a:fld>
            <a:endParaRPr lang="en-US"/>
          </a:p>
        </p:txBody>
      </p:sp>
    </p:spTree>
    <p:extLst>
      <p:ext uri="{BB962C8B-B14F-4D97-AF65-F5344CB8AC3E}">
        <p14:creationId xmlns:p14="http://schemas.microsoft.com/office/powerpoint/2010/main" val="38442077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hart righ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229D9-8EB6-4FB4-8418-1779953A3564}"/>
              </a:ext>
            </a:extLst>
          </p:cNvPr>
          <p:cNvSpPr>
            <a:spLocks noGrp="1"/>
          </p:cNvSpPr>
          <p:nvPr>
            <p:ph type="title"/>
          </p:nvPr>
        </p:nvSpPr>
        <p:spPr>
          <a:xfrm>
            <a:off x="571500" y="571500"/>
            <a:ext cx="4470400" cy="1497329"/>
          </a:xfrm>
        </p:spPr>
        <p:txBody>
          <a:bodyPr/>
          <a:lstStyle/>
          <a:p>
            <a:r>
              <a:rPr lang="en-US"/>
              <a:t>Click to edit Master title style</a:t>
            </a:r>
          </a:p>
        </p:txBody>
      </p:sp>
      <p:sp>
        <p:nvSpPr>
          <p:cNvPr id="12" name="Text Placeholder 11">
            <a:extLst>
              <a:ext uri="{FF2B5EF4-FFF2-40B4-BE49-F238E27FC236}">
                <a16:creationId xmlns:a16="http://schemas.microsoft.com/office/drawing/2014/main" id="{000B248F-E60C-EF6F-E67B-18E9C4AE457A}"/>
              </a:ext>
            </a:extLst>
          </p:cNvPr>
          <p:cNvSpPr>
            <a:spLocks noGrp="1"/>
          </p:cNvSpPr>
          <p:nvPr>
            <p:ph type="body" sz="quarter" idx="13"/>
          </p:nvPr>
        </p:nvSpPr>
        <p:spPr>
          <a:xfrm>
            <a:off x="571500" y="2286000"/>
            <a:ext cx="44704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14" name="Text Placeholder 13">
            <a:extLst>
              <a:ext uri="{FF2B5EF4-FFF2-40B4-BE49-F238E27FC236}">
                <a16:creationId xmlns:a16="http://schemas.microsoft.com/office/drawing/2014/main" id="{A0544774-89B6-E928-C7DB-4C62F09014B7}"/>
              </a:ext>
            </a:extLst>
          </p:cNvPr>
          <p:cNvSpPr>
            <a:spLocks noGrp="1"/>
          </p:cNvSpPr>
          <p:nvPr>
            <p:ph type="body" sz="quarter" idx="14"/>
          </p:nvPr>
        </p:nvSpPr>
        <p:spPr>
          <a:xfrm>
            <a:off x="571500" y="4114800"/>
            <a:ext cx="4470400" cy="2171700"/>
          </a:xfrm>
        </p:spPr>
        <p:txBody>
          <a:bodyPr/>
          <a:lstStyle>
            <a:lvl1pPr marL="0" indent="0">
              <a:buNone/>
              <a:defRPr sz="14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9" name="Chart Placeholder 18">
            <a:extLst>
              <a:ext uri="{FF2B5EF4-FFF2-40B4-BE49-F238E27FC236}">
                <a16:creationId xmlns:a16="http://schemas.microsoft.com/office/drawing/2014/main" id="{EA8A3EB3-BF83-A36F-EAA1-6919F7A7F607}"/>
              </a:ext>
            </a:extLst>
          </p:cNvPr>
          <p:cNvSpPr>
            <a:spLocks noGrp="1"/>
          </p:cNvSpPr>
          <p:nvPr>
            <p:ph type="chart" sz="quarter" idx="18"/>
          </p:nvPr>
        </p:nvSpPr>
        <p:spPr>
          <a:xfrm>
            <a:off x="6210300" y="571500"/>
            <a:ext cx="5410200" cy="5715000"/>
          </a:xfrm>
        </p:spPr>
        <p:txBody>
          <a:bodyPr/>
          <a:lstStyle/>
          <a:p>
            <a:r>
              <a:rPr lang="en-US"/>
              <a:t>Click icon to add chart</a:t>
            </a:r>
          </a:p>
        </p:txBody>
      </p:sp>
      <p:sp>
        <p:nvSpPr>
          <p:cNvPr id="3" name="Footer Placeholder 2">
            <a:extLst>
              <a:ext uri="{FF2B5EF4-FFF2-40B4-BE49-F238E27FC236}">
                <a16:creationId xmlns:a16="http://schemas.microsoft.com/office/drawing/2014/main" id="{F7FD58B8-F5C6-AF7B-B5EE-FE1BA15B7154}"/>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7EAAF3D9-2EF5-95BF-D72C-FCC0A2E8412A}"/>
              </a:ext>
              <a:ext uri="{C183D7F6-B498-43B3-948B-1728B52AA6E4}">
                <adec:decorative xmlns:adec="http://schemas.microsoft.com/office/drawing/2017/decorative" val="1"/>
              </a:ext>
            </a:extLst>
          </p:cNvPr>
          <p:cNvSpPr>
            <a:spLocks noGrp="1"/>
          </p:cNvSpPr>
          <p:nvPr>
            <p:ph type="dt" sz="half" idx="11"/>
          </p:nvPr>
        </p:nvSpPr>
        <p:spPr/>
        <p:txBody>
          <a:bodyPr/>
          <a:lstStyle/>
          <a:p>
            <a:fld id="{F623D960-D293-41E6-A8A3-B3C44C04DBE1}" type="datetimeyyyy">
              <a:rPr lang="en-US" smtClean="0"/>
              <a:t>2026</a:t>
            </a:fld>
            <a:endParaRPr lang="en-US"/>
          </a:p>
        </p:txBody>
      </p:sp>
      <p:sp>
        <p:nvSpPr>
          <p:cNvPr id="5" name="Slide Number Placeholder 4">
            <a:extLst>
              <a:ext uri="{FF2B5EF4-FFF2-40B4-BE49-F238E27FC236}">
                <a16:creationId xmlns:a16="http://schemas.microsoft.com/office/drawing/2014/main" id="{654599C5-0F5E-C5EB-47FB-0DC6EFD39A20}"/>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59510584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hart top">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3B2AB18-C027-F9C0-44AF-60C2A249C0D1}"/>
              </a:ext>
            </a:extLst>
          </p:cNvPr>
          <p:cNvSpPr>
            <a:spLocks noGrp="1"/>
          </p:cNvSpPr>
          <p:nvPr>
            <p:ph type="title"/>
          </p:nvPr>
        </p:nvSpPr>
        <p:spPr/>
        <p:txBody>
          <a:bodyPr/>
          <a:lstStyle/>
          <a:p>
            <a:r>
              <a:rPr lang="en-US"/>
              <a:t>Click to edit Master title style</a:t>
            </a:r>
          </a:p>
        </p:txBody>
      </p:sp>
      <p:sp>
        <p:nvSpPr>
          <p:cNvPr id="16" name="Text Placeholder 13">
            <a:extLst>
              <a:ext uri="{FF2B5EF4-FFF2-40B4-BE49-F238E27FC236}">
                <a16:creationId xmlns:a16="http://schemas.microsoft.com/office/drawing/2014/main" id="{80F5F842-5C3D-54CD-F990-11896C740B6D}"/>
              </a:ext>
            </a:extLst>
          </p:cNvPr>
          <p:cNvSpPr>
            <a:spLocks noGrp="1"/>
          </p:cNvSpPr>
          <p:nvPr>
            <p:ph type="body" sz="quarter" idx="18"/>
          </p:nvPr>
        </p:nvSpPr>
        <p:spPr>
          <a:xfrm>
            <a:off x="571500" y="1752601"/>
            <a:ext cx="11049000" cy="457200"/>
          </a:xfrm>
        </p:spPr>
        <p:txBody>
          <a:bodyPr/>
          <a:lstStyle>
            <a:lvl1pPr marL="0" indent="0">
              <a:buNone/>
              <a:defRPr sz="1200" b="1" cap="all" spc="150" baseline="0">
                <a:solidFill>
                  <a:schemeClr val="accent1"/>
                </a:solidFill>
              </a:defRPr>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8" name="Chart Placeholder 17">
            <a:extLst>
              <a:ext uri="{FF2B5EF4-FFF2-40B4-BE49-F238E27FC236}">
                <a16:creationId xmlns:a16="http://schemas.microsoft.com/office/drawing/2014/main" id="{40F477FE-DE1B-B705-DA9D-CA5D1127C9E2}"/>
              </a:ext>
            </a:extLst>
          </p:cNvPr>
          <p:cNvSpPr>
            <a:spLocks noGrp="1"/>
          </p:cNvSpPr>
          <p:nvPr>
            <p:ph type="chart" sz="quarter" idx="19"/>
          </p:nvPr>
        </p:nvSpPr>
        <p:spPr>
          <a:xfrm>
            <a:off x="571498" y="2426972"/>
            <a:ext cx="11049000" cy="2679750"/>
          </a:xfrm>
        </p:spPr>
        <p:txBody>
          <a:bodyPr/>
          <a:lstStyle>
            <a:lvl1pPr marL="0" indent="0">
              <a:buNone/>
              <a:defRPr sz="1400"/>
            </a:lvl1pPr>
          </a:lstStyle>
          <a:p>
            <a:r>
              <a:rPr lang="en-US"/>
              <a:t>Click icon to add chart</a:t>
            </a:r>
          </a:p>
        </p:txBody>
      </p:sp>
      <p:sp>
        <p:nvSpPr>
          <p:cNvPr id="12" name="Text Placeholder 13">
            <a:extLst>
              <a:ext uri="{FF2B5EF4-FFF2-40B4-BE49-F238E27FC236}">
                <a16:creationId xmlns:a16="http://schemas.microsoft.com/office/drawing/2014/main" id="{D23B8D11-F0D0-9E49-D780-D95250CB95E7}"/>
              </a:ext>
            </a:extLst>
          </p:cNvPr>
          <p:cNvSpPr>
            <a:spLocks noGrp="1"/>
          </p:cNvSpPr>
          <p:nvPr>
            <p:ph type="body" sz="quarter" idx="14"/>
          </p:nvPr>
        </p:nvSpPr>
        <p:spPr>
          <a:xfrm>
            <a:off x="571500" y="5295900"/>
            <a:ext cx="2590800" cy="990599"/>
          </a:xfrm>
        </p:spPr>
        <p:txBody>
          <a:bodyPr/>
          <a:lstStyle>
            <a:lvl1pPr marL="0" indent="0">
              <a:buNone/>
              <a:defRPr sz="12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3" name="Text Placeholder 13">
            <a:extLst>
              <a:ext uri="{FF2B5EF4-FFF2-40B4-BE49-F238E27FC236}">
                <a16:creationId xmlns:a16="http://schemas.microsoft.com/office/drawing/2014/main" id="{06435C4E-9CF4-8E6B-07C7-B67C32B83496}"/>
              </a:ext>
            </a:extLst>
          </p:cNvPr>
          <p:cNvSpPr>
            <a:spLocks noGrp="1"/>
          </p:cNvSpPr>
          <p:nvPr>
            <p:ph type="body" sz="quarter" idx="15"/>
          </p:nvPr>
        </p:nvSpPr>
        <p:spPr>
          <a:xfrm>
            <a:off x="3390900" y="5295900"/>
            <a:ext cx="2590800" cy="990599"/>
          </a:xfrm>
        </p:spPr>
        <p:txBody>
          <a:bodyPr/>
          <a:lstStyle>
            <a:lvl1pPr marL="0" indent="0">
              <a:buNone/>
              <a:defRPr sz="12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4" name="Text Placeholder 13">
            <a:extLst>
              <a:ext uri="{FF2B5EF4-FFF2-40B4-BE49-F238E27FC236}">
                <a16:creationId xmlns:a16="http://schemas.microsoft.com/office/drawing/2014/main" id="{02A9E9F2-9991-1F6B-4DDA-F4871CF8CA34}"/>
              </a:ext>
            </a:extLst>
          </p:cNvPr>
          <p:cNvSpPr>
            <a:spLocks noGrp="1"/>
          </p:cNvSpPr>
          <p:nvPr>
            <p:ph type="body" sz="quarter" idx="16"/>
          </p:nvPr>
        </p:nvSpPr>
        <p:spPr>
          <a:xfrm>
            <a:off x="6210300" y="5295900"/>
            <a:ext cx="2590800" cy="990599"/>
          </a:xfrm>
        </p:spPr>
        <p:txBody>
          <a:bodyPr/>
          <a:lstStyle>
            <a:lvl1pPr marL="0" indent="0">
              <a:buNone/>
              <a:defRPr sz="12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5" name="Text Placeholder 13">
            <a:extLst>
              <a:ext uri="{FF2B5EF4-FFF2-40B4-BE49-F238E27FC236}">
                <a16:creationId xmlns:a16="http://schemas.microsoft.com/office/drawing/2014/main" id="{C606F0E7-6085-6A74-ED76-8108DFFE19E9}"/>
              </a:ext>
            </a:extLst>
          </p:cNvPr>
          <p:cNvSpPr>
            <a:spLocks noGrp="1"/>
          </p:cNvSpPr>
          <p:nvPr>
            <p:ph type="body" sz="quarter" idx="17"/>
          </p:nvPr>
        </p:nvSpPr>
        <p:spPr>
          <a:xfrm>
            <a:off x="9029699" y="5295900"/>
            <a:ext cx="2590800" cy="990599"/>
          </a:xfrm>
        </p:spPr>
        <p:txBody>
          <a:bodyPr/>
          <a:lstStyle>
            <a:lvl1pPr marL="0" indent="0">
              <a:buNone/>
              <a:defRPr sz="12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3" name="Footer Placeholder 2">
            <a:extLst>
              <a:ext uri="{FF2B5EF4-FFF2-40B4-BE49-F238E27FC236}">
                <a16:creationId xmlns:a16="http://schemas.microsoft.com/office/drawing/2014/main" id="{14BDE212-F330-FC7D-6D5B-C8DC1F1F1EB1}"/>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653DFA9B-B82D-4565-0656-280DB1B2F5EA}"/>
              </a:ext>
              <a:ext uri="{C183D7F6-B498-43B3-948B-1728B52AA6E4}">
                <adec:decorative xmlns:adec="http://schemas.microsoft.com/office/drawing/2017/decorative" val="1"/>
              </a:ext>
            </a:extLst>
          </p:cNvPr>
          <p:cNvSpPr>
            <a:spLocks noGrp="1"/>
          </p:cNvSpPr>
          <p:nvPr>
            <p:ph type="dt" sz="half" idx="11"/>
          </p:nvPr>
        </p:nvSpPr>
        <p:spPr/>
        <p:txBody>
          <a:bodyPr/>
          <a:lstStyle/>
          <a:p>
            <a:fld id="{751FF448-7BD4-4A3C-887C-8315F8261568}" type="datetimeyyyy">
              <a:rPr lang="en-US" smtClean="0"/>
              <a:t>2026</a:t>
            </a:fld>
            <a:endParaRPr lang="en-US"/>
          </a:p>
        </p:txBody>
      </p:sp>
      <p:sp>
        <p:nvSpPr>
          <p:cNvPr id="5" name="Slide Number Placeholder 4">
            <a:extLst>
              <a:ext uri="{FF2B5EF4-FFF2-40B4-BE49-F238E27FC236}">
                <a16:creationId xmlns:a16="http://schemas.microsoft.com/office/drawing/2014/main" id="{9DEC7FC2-9C6E-D8AB-DD0B-79D0E2499F59}"/>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9833495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5E89F-C984-5EC9-C88A-F8A37D1B7BF9}"/>
              </a:ext>
            </a:extLst>
          </p:cNvPr>
          <p:cNvSpPr>
            <a:spLocks noGrp="1"/>
          </p:cNvSpPr>
          <p:nvPr>
            <p:ph type="title"/>
          </p:nvPr>
        </p:nvSpPr>
        <p:spPr>
          <a:xfrm>
            <a:off x="571500" y="571500"/>
            <a:ext cx="11049000" cy="457200"/>
          </a:xfrm>
        </p:spPr>
        <p:txBody>
          <a:bodyPr/>
          <a:lstStyle/>
          <a:p>
            <a:r>
              <a:rPr lang="en-US"/>
              <a:t>Click to edit Master title style</a:t>
            </a:r>
          </a:p>
        </p:txBody>
      </p:sp>
      <p:sp>
        <p:nvSpPr>
          <p:cNvPr id="6" name="Text Placeholder 11">
            <a:extLst>
              <a:ext uri="{FF2B5EF4-FFF2-40B4-BE49-F238E27FC236}">
                <a16:creationId xmlns:a16="http://schemas.microsoft.com/office/drawing/2014/main" id="{EABBFFFC-4A62-D7DA-D186-A68A2AF381C9}"/>
              </a:ext>
            </a:extLst>
          </p:cNvPr>
          <p:cNvSpPr>
            <a:spLocks noGrp="1"/>
          </p:cNvSpPr>
          <p:nvPr>
            <p:ph type="body" sz="quarter" idx="13"/>
          </p:nvPr>
        </p:nvSpPr>
        <p:spPr>
          <a:xfrm>
            <a:off x="571500" y="1158420"/>
            <a:ext cx="11049000" cy="40368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3" name="Footer Placeholder 2">
            <a:extLst>
              <a:ext uri="{FF2B5EF4-FFF2-40B4-BE49-F238E27FC236}">
                <a16:creationId xmlns:a16="http://schemas.microsoft.com/office/drawing/2014/main" id="{E233D797-4FB2-4DE2-244F-66B8D169D16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4379A54F-D44C-840B-946D-8F1906CFCA0E}"/>
              </a:ext>
              <a:ext uri="{C183D7F6-B498-43B3-948B-1728B52AA6E4}">
                <adec:decorative xmlns:adec="http://schemas.microsoft.com/office/drawing/2017/decorative" val="1"/>
              </a:ext>
            </a:extLst>
          </p:cNvPr>
          <p:cNvSpPr>
            <a:spLocks noGrp="1"/>
          </p:cNvSpPr>
          <p:nvPr>
            <p:ph type="dt" sz="half" idx="11"/>
          </p:nvPr>
        </p:nvSpPr>
        <p:spPr/>
        <p:txBody>
          <a:bodyPr/>
          <a:lstStyle/>
          <a:p>
            <a:fld id="{DACD981F-320C-42DF-ABA7-85C0575B7353}" type="datetimeyyyy">
              <a:rPr lang="en-US" smtClean="0"/>
              <a:t>2026</a:t>
            </a:fld>
            <a:endParaRPr lang="en-US"/>
          </a:p>
        </p:txBody>
      </p:sp>
      <p:sp>
        <p:nvSpPr>
          <p:cNvPr id="5" name="Slide Number Placeholder 4">
            <a:extLst>
              <a:ext uri="{FF2B5EF4-FFF2-40B4-BE49-F238E27FC236}">
                <a16:creationId xmlns:a16="http://schemas.microsoft.com/office/drawing/2014/main" id="{A360216C-BF44-E98D-DA57-6EC6F458EB37}"/>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
        <p:nvSpPr>
          <p:cNvPr id="8" name="Table Placeholder 7">
            <a:extLst>
              <a:ext uri="{FF2B5EF4-FFF2-40B4-BE49-F238E27FC236}">
                <a16:creationId xmlns:a16="http://schemas.microsoft.com/office/drawing/2014/main" id="{DA8972DC-88B1-3220-E576-DCAE491F1082}"/>
              </a:ext>
            </a:extLst>
          </p:cNvPr>
          <p:cNvSpPr>
            <a:spLocks noGrp="1"/>
          </p:cNvSpPr>
          <p:nvPr>
            <p:ph type="tbl" sz="quarter" idx="14"/>
          </p:nvPr>
        </p:nvSpPr>
        <p:spPr>
          <a:xfrm>
            <a:off x="571500" y="1752600"/>
            <a:ext cx="11049000" cy="4533900"/>
          </a:xfrm>
        </p:spPr>
        <p:txBody>
          <a:bodyPr/>
          <a:lstStyle/>
          <a:p>
            <a:r>
              <a:rPr lang="en-US"/>
              <a:t>Click icon to add table</a:t>
            </a:r>
          </a:p>
        </p:txBody>
      </p:sp>
    </p:spTree>
    <p:extLst>
      <p:ext uri="{BB962C8B-B14F-4D97-AF65-F5344CB8AC3E}">
        <p14:creationId xmlns:p14="http://schemas.microsoft.com/office/powerpoint/2010/main" val="215900050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lient Story 1">
    <p:spTree>
      <p:nvGrpSpPr>
        <p:cNvPr id="1" name=""/>
        <p:cNvGrpSpPr/>
        <p:nvPr/>
      </p:nvGrpSpPr>
      <p:grpSpPr>
        <a:xfrm>
          <a:off x="0" y="0"/>
          <a:ext cx="0" cy="0"/>
          <a:chOff x="0" y="0"/>
          <a:chExt cx="0" cy="0"/>
        </a:xfrm>
      </p:grpSpPr>
      <p:sp>
        <p:nvSpPr>
          <p:cNvPr id="30" name="Text Placeholder 29">
            <a:extLst>
              <a:ext uri="{FF2B5EF4-FFF2-40B4-BE49-F238E27FC236}">
                <a16:creationId xmlns:a16="http://schemas.microsoft.com/office/drawing/2014/main" id="{F7E06554-8B2A-F1F4-1E23-A12DC2EABB15}"/>
              </a:ext>
              <a:ext uri="{C183D7F6-B498-43B3-948B-1728B52AA6E4}">
                <adec:decorative xmlns:adec="http://schemas.microsoft.com/office/drawing/2017/decorative" val="1"/>
              </a:ext>
            </a:extLst>
          </p:cNvPr>
          <p:cNvSpPr>
            <a:spLocks noGrp="1"/>
          </p:cNvSpPr>
          <p:nvPr>
            <p:ph type="body" sz="quarter" idx="31"/>
          </p:nvPr>
        </p:nvSpPr>
        <p:spPr>
          <a:xfrm>
            <a:off x="6224657" y="0"/>
            <a:ext cx="5967344" cy="2441050"/>
          </a:xfrm>
          <a:custGeom>
            <a:avLst/>
            <a:gdLst>
              <a:gd name="connsiteX0" fmla="*/ 0 w 5967344"/>
              <a:gd name="connsiteY0" fmla="*/ 0 h 2441050"/>
              <a:gd name="connsiteX1" fmla="*/ 609304 w 5967344"/>
              <a:gd name="connsiteY1" fmla="*/ 0 h 2441050"/>
              <a:gd name="connsiteX2" fmla="*/ 750541 w 5967344"/>
              <a:gd name="connsiteY2" fmla="*/ 473990 h 2441050"/>
              <a:gd name="connsiteX3" fmla="*/ 1767447 w 5967344"/>
              <a:gd name="connsiteY3" fmla="*/ 1024007 h 2441050"/>
              <a:gd name="connsiteX4" fmla="*/ 4453598 w 5967344"/>
              <a:gd name="connsiteY4" fmla="*/ 223654 h 2441050"/>
              <a:gd name="connsiteX5" fmla="*/ 4453551 w 5967344"/>
              <a:gd name="connsiteY5" fmla="*/ 223585 h 2441050"/>
              <a:gd name="connsiteX6" fmla="*/ 5935514 w 5967344"/>
              <a:gd name="connsiteY6" fmla="*/ 675148 h 2441050"/>
              <a:gd name="connsiteX7" fmla="*/ 5967344 w 5967344"/>
              <a:gd name="connsiteY7" fmla="*/ 717859 h 2441050"/>
              <a:gd name="connsiteX8" fmla="*/ 5967344 w 5967344"/>
              <a:gd name="connsiteY8" fmla="*/ 2441050 h 2441050"/>
              <a:gd name="connsiteX9" fmla="*/ 5637280 w 5967344"/>
              <a:gd name="connsiteY9" fmla="*/ 1333287 h 2441050"/>
              <a:gd name="connsiteX10" fmla="*/ 4620373 w 5967344"/>
              <a:gd name="connsiteY10" fmla="*/ 783269 h 2441050"/>
              <a:gd name="connsiteX11" fmla="*/ 1934203 w 5967344"/>
              <a:gd name="connsiteY11" fmla="*/ 1583655 h 2441050"/>
              <a:gd name="connsiteX12" fmla="*/ 190925 w 5967344"/>
              <a:gd name="connsiteY12" fmla="*/ 640763 h 2441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967344" h="2441050">
                <a:moveTo>
                  <a:pt x="0" y="0"/>
                </a:moveTo>
                <a:lnTo>
                  <a:pt x="609304" y="0"/>
                </a:lnTo>
                <a:lnTo>
                  <a:pt x="750541" y="473990"/>
                </a:lnTo>
                <a:cubicBezTo>
                  <a:pt x="879470" y="906687"/>
                  <a:pt x="1334749" y="1152935"/>
                  <a:pt x="1767447" y="1024007"/>
                </a:cubicBezTo>
                <a:lnTo>
                  <a:pt x="4453598" y="223654"/>
                </a:lnTo>
                <a:lnTo>
                  <a:pt x="4453551" y="223585"/>
                </a:lnTo>
                <a:cubicBezTo>
                  <a:pt x="5009885" y="57837"/>
                  <a:pt x="5587992" y="253856"/>
                  <a:pt x="5935514" y="675148"/>
                </a:cubicBezTo>
                <a:lnTo>
                  <a:pt x="5967344" y="717859"/>
                </a:lnTo>
                <a:lnTo>
                  <a:pt x="5967344" y="2441050"/>
                </a:lnTo>
                <a:lnTo>
                  <a:pt x="5637280" y="1333287"/>
                </a:lnTo>
                <a:cubicBezTo>
                  <a:pt x="5508351" y="900588"/>
                  <a:pt x="5053071" y="654340"/>
                  <a:pt x="4620373" y="783269"/>
                </a:cubicBezTo>
                <a:lnTo>
                  <a:pt x="1934203" y="1583655"/>
                </a:lnTo>
                <a:cubicBezTo>
                  <a:pt x="1192424" y="1804652"/>
                  <a:pt x="411939" y="1382510"/>
                  <a:pt x="190925" y="640763"/>
                </a:cubicBezTo>
                <a:close/>
              </a:path>
            </a:pathLst>
          </a:custGeom>
          <a:solidFill>
            <a:srgbClr val="E7EFFF"/>
          </a:solidFill>
        </p:spPr>
        <p:txBody>
          <a:bodyPr wrap="square">
            <a:noAutofit/>
          </a:bodyPr>
          <a:lstStyle>
            <a:lvl1pPr marL="0" indent="0">
              <a:buNone/>
              <a:defRPr sz="500">
                <a:noFill/>
              </a:defRPr>
            </a:lvl1pPr>
          </a:lstStyle>
          <a:p>
            <a:pPr lvl="0"/>
            <a:r>
              <a:rPr lang="en-US"/>
              <a:t>Click to edit Master text styles</a:t>
            </a:r>
          </a:p>
        </p:txBody>
      </p:sp>
      <p:sp>
        <p:nvSpPr>
          <p:cNvPr id="26" name="Picture Placeholder 25">
            <a:extLst>
              <a:ext uri="{FF2B5EF4-FFF2-40B4-BE49-F238E27FC236}">
                <a16:creationId xmlns:a16="http://schemas.microsoft.com/office/drawing/2014/main" id="{EE4616B2-C2FA-4CA9-E6AC-2DAF2058548D}"/>
              </a:ext>
              <a:ext uri="{C183D7F6-B498-43B3-948B-1728B52AA6E4}">
                <adec:decorative xmlns:adec="http://schemas.microsoft.com/office/drawing/2017/decorative" val="0"/>
              </a:ext>
            </a:extLst>
          </p:cNvPr>
          <p:cNvSpPr>
            <a:spLocks noGrp="1"/>
          </p:cNvSpPr>
          <p:nvPr>
            <p:ph type="pic" sz="quarter" idx="13" hasCustomPrompt="1"/>
          </p:nvPr>
        </p:nvSpPr>
        <p:spPr>
          <a:xfrm>
            <a:off x="571499" y="571500"/>
            <a:ext cx="2590801" cy="361950"/>
          </a:xfrm>
        </p:spPr>
        <p:txBody>
          <a:bodyPr/>
          <a:lstStyle>
            <a:lvl1pPr marL="0" indent="0">
              <a:buNone/>
              <a:defRPr sz="1000" b="1"/>
            </a:lvl1pPr>
          </a:lstStyle>
          <a:p>
            <a:r>
              <a:rPr lang="en-US"/>
              <a:t>Click icon to insert client logo</a:t>
            </a:r>
          </a:p>
        </p:txBody>
      </p:sp>
      <p:sp>
        <p:nvSpPr>
          <p:cNvPr id="29" name="Picture Placeholder 28">
            <a:extLst>
              <a:ext uri="{FF2B5EF4-FFF2-40B4-BE49-F238E27FC236}">
                <a16:creationId xmlns:a16="http://schemas.microsoft.com/office/drawing/2014/main" id="{CF535E5E-710C-7CB7-1A56-23F58718852E}"/>
              </a:ext>
              <a:ext uri="{C183D7F6-B498-43B3-948B-1728B52AA6E4}">
                <adec:decorative xmlns:adec="http://schemas.microsoft.com/office/drawing/2017/decorative" val="0"/>
              </a:ext>
            </a:extLst>
          </p:cNvPr>
          <p:cNvSpPr>
            <a:spLocks noGrp="1"/>
          </p:cNvSpPr>
          <p:nvPr>
            <p:ph type="pic" sz="quarter" idx="14"/>
          </p:nvPr>
        </p:nvSpPr>
        <p:spPr>
          <a:xfrm>
            <a:off x="6234818" y="583692"/>
            <a:ext cx="5403684" cy="1489206"/>
          </a:xfrm>
          <a:custGeom>
            <a:avLst/>
            <a:gdLst>
              <a:gd name="connsiteX0" fmla="*/ 0 w 5403684"/>
              <a:gd name="connsiteY0" fmla="*/ 0 h 1572608"/>
              <a:gd name="connsiteX1" fmla="*/ 5141577 w 5403684"/>
              <a:gd name="connsiteY1" fmla="*/ 0 h 1572608"/>
              <a:gd name="connsiteX2" fmla="*/ 5403684 w 5403684"/>
              <a:gd name="connsiteY2" fmla="*/ 262107 h 1572608"/>
              <a:gd name="connsiteX3" fmla="*/ 5403684 w 5403684"/>
              <a:gd name="connsiteY3" fmla="*/ 1572608 h 1572608"/>
              <a:gd name="connsiteX4" fmla="*/ 0 w 5403684"/>
              <a:gd name="connsiteY4" fmla="*/ 1572608 h 1572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03684" h="1572608">
                <a:moveTo>
                  <a:pt x="0" y="0"/>
                </a:moveTo>
                <a:lnTo>
                  <a:pt x="5141577" y="0"/>
                </a:lnTo>
                <a:cubicBezTo>
                  <a:pt x="5286335" y="0"/>
                  <a:pt x="5403684" y="117349"/>
                  <a:pt x="5403684" y="262107"/>
                </a:cubicBezTo>
                <a:lnTo>
                  <a:pt x="5403684" y="1572608"/>
                </a:lnTo>
                <a:lnTo>
                  <a:pt x="0" y="1572608"/>
                </a:lnTo>
                <a:close/>
              </a:path>
            </a:pathLst>
          </a:custGeom>
        </p:spPr>
        <p:txBody>
          <a:bodyPr wrap="square">
            <a:noAutofit/>
          </a:bodyPr>
          <a:lstStyle>
            <a:lvl1pPr marL="0" indent="0">
              <a:buNone/>
              <a:defRPr sz="1400"/>
            </a:lvl1pPr>
          </a:lstStyle>
          <a:p>
            <a:r>
              <a:rPr lang="en-US"/>
              <a:t>Click icon to add picture</a:t>
            </a:r>
          </a:p>
        </p:txBody>
      </p:sp>
      <p:sp>
        <p:nvSpPr>
          <p:cNvPr id="2" name="Title 1">
            <a:extLst>
              <a:ext uri="{FF2B5EF4-FFF2-40B4-BE49-F238E27FC236}">
                <a16:creationId xmlns:a16="http://schemas.microsoft.com/office/drawing/2014/main" id="{17C8946E-1E61-63FF-CE8A-7801BA52B64D}"/>
              </a:ext>
            </a:extLst>
          </p:cNvPr>
          <p:cNvSpPr>
            <a:spLocks noGrp="1"/>
          </p:cNvSpPr>
          <p:nvPr>
            <p:ph type="title"/>
          </p:nvPr>
        </p:nvSpPr>
        <p:spPr>
          <a:xfrm>
            <a:off x="571500" y="1231650"/>
            <a:ext cx="4699000" cy="841248"/>
          </a:xfrm>
        </p:spPr>
        <p:txBody>
          <a:bodyPr/>
          <a:lstStyle/>
          <a:p>
            <a:r>
              <a:rPr lang="en-US"/>
              <a:t>Click to edit Master title style</a:t>
            </a:r>
          </a:p>
        </p:txBody>
      </p:sp>
      <p:sp>
        <p:nvSpPr>
          <p:cNvPr id="31" name="Text Placeholder 30">
            <a:extLst>
              <a:ext uri="{FF2B5EF4-FFF2-40B4-BE49-F238E27FC236}">
                <a16:creationId xmlns:a16="http://schemas.microsoft.com/office/drawing/2014/main" id="{85EE684F-811A-48D0-19CC-E99DA92385FA}"/>
              </a:ext>
            </a:extLst>
          </p:cNvPr>
          <p:cNvSpPr>
            <a:spLocks noGrp="1"/>
          </p:cNvSpPr>
          <p:nvPr>
            <p:ph type="body" sz="quarter" idx="15"/>
          </p:nvPr>
        </p:nvSpPr>
        <p:spPr>
          <a:xfrm>
            <a:off x="571500" y="2933700"/>
            <a:ext cx="4699000" cy="396296"/>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33" name="Text Placeholder 32">
            <a:extLst>
              <a:ext uri="{FF2B5EF4-FFF2-40B4-BE49-F238E27FC236}">
                <a16:creationId xmlns:a16="http://schemas.microsoft.com/office/drawing/2014/main" id="{D8DDE2F4-F352-152F-C83A-6DE995D4188D}"/>
              </a:ext>
            </a:extLst>
          </p:cNvPr>
          <p:cNvSpPr>
            <a:spLocks noGrp="1"/>
          </p:cNvSpPr>
          <p:nvPr>
            <p:ph type="body" sz="quarter" idx="16"/>
          </p:nvPr>
        </p:nvSpPr>
        <p:spPr>
          <a:xfrm>
            <a:off x="571500" y="3618981"/>
            <a:ext cx="4680246" cy="20434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4">
            <a:extLst>
              <a:ext uri="{FF2B5EF4-FFF2-40B4-BE49-F238E27FC236}">
                <a16:creationId xmlns:a16="http://schemas.microsoft.com/office/drawing/2014/main" id="{69DE830F-F48B-DDC3-4AC8-190DF5D262D7}"/>
              </a:ext>
            </a:extLst>
          </p:cNvPr>
          <p:cNvSpPr>
            <a:spLocks noGrp="1"/>
          </p:cNvSpPr>
          <p:nvPr>
            <p:ph type="body" sz="quarter" idx="17"/>
          </p:nvPr>
        </p:nvSpPr>
        <p:spPr>
          <a:xfrm>
            <a:off x="571500" y="5879600"/>
            <a:ext cx="4699000" cy="406900"/>
          </a:xfrm>
        </p:spPr>
        <p:txBody>
          <a:bodyPr/>
          <a:lstStyle>
            <a:lvl1pPr marL="0" indent="0">
              <a:spcBef>
                <a:spcPts val="0"/>
              </a:spcBef>
              <a:buNone/>
              <a:defRPr sz="1000"/>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Click to edit Master text styles</a:t>
            </a:r>
          </a:p>
        </p:txBody>
      </p:sp>
      <p:sp>
        <p:nvSpPr>
          <p:cNvPr id="36" name="Text Placeholder 30">
            <a:extLst>
              <a:ext uri="{FF2B5EF4-FFF2-40B4-BE49-F238E27FC236}">
                <a16:creationId xmlns:a16="http://schemas.microsoft.com/office/drawing/2014/main" id="{67610148-7BEF-2C77-A659-FE99E5E60F45}"/>
              </a:ext>
            </a:extLst>
          </p:cNvPr>
          <p:cNvSpPr>
            <a:spLocks noGrp="1"/>
          </p:cNvSpPr>
          <p:nvPr>
            <p:ph type="body" sz="quarter" idx="18"/>
          </p:nvPr>
        </p:nvSpPr>
        <p:spPr>
          <a:xfrm>
            <a:off x="6210434" y="2933700"/>
            <a:ext cx="5403684" cy="396296"/>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47" name="Text Placeholder 30">
            <a:extLst>
              <a:ext uri="{FF2B5EF4-FFF2-40B4-BE49-F238E27FC236}">
                <a16:creationId xmlns:a16="http://schemas.microsoft.com/office/drawing/2014/main" id="{4D7C565C-FB69-81FC-3387-FDBCEF8CF0DE}"/>
              </a:ext>
            </a:extLst>
          </p:cNvPr>
          <p:cNvSpPr>
            <a:spLocks noGrp="1"/>
          </p:cNvSpPr>
          <p:nvPr>
            <p:ph type="body" sz="quarter" idx="27" hasCustomPrompt="1"/>
          </p:nvPr>
        </p:nvSpPr>
        <p:spPr>
          <a:xfrm>
            <a:off x="6210434" y="3570500"/>
            <a:ext cx="1556124" cy="506337"/>
          </a:xfrm>
        </p:spPr>
        <p:txBody>
          <a:bodyPr anchor="b"/>
          <a:lstStyle>
            <a:lvl1pPr marL="0" indent="0">
              <a:lnSpc>
                <a:spcPct val="90000"/>
              </a:lnSpc>
              <a:buNone/>
              <a:defRPr sz="3200" b="1">
                <a:solidFill>
                  <a:schemeClr val="accent1"/>
                </a:solidFill>
              </a:defRPr>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a:t>
            </a:r>
          </a:p>
        </p:txBody>
      </p:sp>
      <p:sp>
        <p:nvSpPr>
          <p:cNvPr id="44" name="Text Placeholder 43">
            <a:extLst>
              <a:ext uri="{FF2B5EF4-FFF2-40B4-BE49-F238E27FC236}">
                <a16:creationId xmlns:a16="http://schemas.microsoft.com/office/drawing/2014/main" id="{A00253E8-F1B3-656B-7561-20CCCBA2FD17}"/>
              </a:ext>
            </a:extLst>
          </p:cNvPr>
          <p:cNvSpPr>
            <a:spLocks noGrp="1"/>
          </p:cNvSpPr>
          <p:nvPr>
            <p:ph type="body" sz="quarter" idx="24"/>
          </p:nvPr>
        </p:nvSpPr>
        <p:spPr>
          <a:xfrm>
            <a:off x="6198108" y="4052045"/>
            <a:ext cx="1568450" cy="409438"/>
          </a:xfrm>
        </p:spPr>
        <p:txBody>
          <a:bodyPr/>
          <a:lstStyle>
            <a:lvl1pPr marL="0" indent="0">
              <a:buNone/>
              <a:defRPr sz="1200"/>
            </a:lvl1pPr>
            <a:lvl2pPr marL="227012" indent="0">
              <a:buNone/>
              <a:defRPr sz="1100"/>
            </a:lvl2pPr>
            <a:lvl3pPr marL="460375" indent="0">
              <a:buNone/>
              <a:defRPr sz="800"/>
            </a:lvl3pPr>
            <a:lvl4pPr marL="625475" indent="0">
              <a:buNone/>
              <a:defRPr sz="800"/>
            </a:lvl4pPr>
            <a:lvl5pPr marL="798513" indent="0">
              <a:buNone/>
              <a:defRPr sz="800"/>
            </a:lvl5pPr>
          </a:lstStyle>
          <a:p>
            <a:pPr lvl="0"/>
            <a:r>
              <a:rPr lang="en-US"/>
              <a:t>Click to edit Master text styles</a:t>
            </a:r>
          </a:p>
        </p:txBody>
      </p:sp>
      <p:sp>
        <p:nvSpPr>
          <p:cNvPr id="48" name="Text Placeholder 30">
            <a:extLst>
              <a:ext uri="{FF2B5EF4-FFF2-40B4-BE49-F238E27FC236}">
                <a16:creationId xmlns:a16="http://schemas.microsoft.com/office/drawing/2014/main" id="{93C2E08B-E391-01B0-CF7F-5B9B9CD623CC}"/>
              </a:ext>
            </a:extLst>
          </p:cNvPr>
          <p:cNvSpPr>
            <a:spLocks noGrp="1"/>
          </p:cNvSpPr>
          <p:nvPr>
            <p:ph type="body" sz="quarter" idx="28" hasCustomPrompt="1"/>
          </p:nvPr>
        </p:nvSpPr>
        <p:spPr>
          <a:xfrm>
            <a:off x="8097350" y="3570500"/>
            <a:ext cx="1556124" cy="506337"/>
          </a:xfrm>
        </p:spPr>
        <p:txBody>
          <a:bodyPr anchor="b"/>
          <a:lstStyle>
            <a:lvl1pPr marL="0" indent="0">
              <a:lnSpc>
                <a:spcPct val="90000"/>
              </a:lnSpc>
              <a:buNone/>
              <a:defRPr sz="3200" b="1">
                <a:solidFill>
                  <a:schemeClr val="accent1"/>
                </a:solidFill>
              </a:defRPr>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a:t>
            </a:r>
          </a:p>
        </p:txBody>
      </p:sp>
      <p:sp>
        <p:nvSpPr>
          <p:cNvPr id="45" name="Text Placeholder 43">
            <a:extLst>
              <a:ext uri="{FF2B5EF4-FFF2-40B4-BE49-F238E27FC236}">
                <a16:creationId xmlns:a16="http://schemas.microsoft.com/office/drawing/2014/main" id="{C4A198CB-E184-6266-9D43-9BFE575CFEDF}"/>
              </a:ext>
            </a:extLst>
          </p:cNvPr>
          <p:cNvSpPr>
            <a:spLocks noGrp="1"/>
          </p:cNvSpPr>
          <p:nvPr>
            <p:ph type="body" sz="quarter" idx="25"/>
          </p:nvPr>
        </p:nvSpPr>
        <p:spPr>
          <a:xfrm>
            <a:off x="8097350" y="4052045"/>
            <a:ext cx="1568450" cy="409438"/>
          </a:xfrm>
        </p:spPr>
        <p:txBody>
          <a:bodyPr/>
          <a:lstStyle>
            <a:lvl1pPr marL="0" indent="0">
              <a:buNone/>
              <a:defRPr sz="1200"/>
            </a:lvl1pPr>
            <a:lvl2pPr marL="227012" indent="0">
              <a:buNone/>
              <a:defRPr sz="1100"/>
            </a:lvl2pPr>
            <a:lvl3pPr marL="460375" indent="0">
              <a:buNone/>
              <a:defRPr sz="800"/>
            </a:lvl3pPr>
            <a:lvl4pPr marL="625475" indent="0">
              <a:buNone/>
              <a:defRPr sz="800"/>
            </a:lvl4pPr>
            <a:lvl5pPr marL="798513" indent="0">
              <a:buNone/>
              <a:defRPr sz="800"/>
            </a:lvl5pPr>
          </a:lstStyle>
          <a:p>
            <a:pPr lvl="0"/>
            <a:r>
              <a:rPr lang="en-US"/>
              <a:t>Click to edit Master text styles</a:t>
            </a:r>
          </a:p>
        </p:txBody>
      </p:sp>
      <p:sp>
        <p:nvSpPr>
          <p:cNvPr id="49" name="Text Placeholder 30">
            <a:extLst>
              <a:ext uri="{FF2B5EF4-FFF2-40B4-BE49-F238E27FC236}">
                <a16:creationId xmlns:a16="http://schemas.microsoft.com/office/drawing/2014/main" id="{E8698B52-FB70-A72E-D78D-CA176B9E9274}"/>
              </a:ext>
            </a:extLst>
          </p:cNvPr>
          <p:cNvSpPr>
            <a:spLocks noGrp="1"/>
          </p:cNvSpPr>
          <p:nvPr>
            <p:ph type="body" sz="quarter" idx="29" hasCustomPrompt="1"/>
          </p:nvPr>
        </p:nvSpPr>
        <p:spPr>
          <a:xfrm>
            <a:off x="9996592" y="3570500"/>
            <a:ext cx="1556124" cy="506337"/>
          </a:xfrm>
        </p:spPr>
        <p:txBody>
          <a:bodyPr anchor="b"/>
          <a:lstStyle>
            <a:lvl1pPr marL="0" indent="0">
              <a:lnSpc>
                <a:spcPct val="90000"/>
              </a:lnSpc>
              <a:buNone/>
              <a:defRPr sz="3200" b="1">
                <a:solidFill>
                  <a:schemeClr val="accent1"/>
                </a:solidFill>
              </a:defRPr>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a:t>
            </a:r>
          </a:p>
        </p:txBody>
      </p:sp>
      <p:sp>
        <p:nvSpPr>
          <p:cNvPr id="46" name="Text Placeholder 43">
            <a:extLst>
              <a:ext uri="{FF2B5EF4-FFF2-40B4-BE49-F238E27FC236}">
                <a16:creationId xmlns:a16="http://schemas.microsoft.com/office/drawing/2014/main" id="{4915718C-0352-5306-2873-FA4B3CEC050D}"/>
              </a:ext>
            </a:extLst>
          </p:cNvPr>
          <p:cNvSpPr>
            <a:spLocks noGrp="1"/>
          </p:cNvSpPr>
          <p:nvPr>
            <p:ph type="body" sz="quarter" idx="26"/>
          </p:nvPr>
        </p:nvSpPr>
        <p:spPr>
          <a:xfrm>
            <a:off x="9996592" y="4052045"/>
            <a:ext cx="1568450" cy="409438"/>
          </a:xfrm>
        </p:spPr>
        <p:txBody>
          <a:bodyPr/>
          <a:lstStyle>
            <a:lvl1pPr marL="0" indent="0">
              <a:buNone/>
              <a:defRPr sz="1200"/>
            </a:lvl1pPr>
            <a:lvl2pPr marL="227012" indent="0">
              <a:buNone/>
              <a:defRPr sz="1100"/>
            </a:lvl2pPr>
            <a:lvl3pPr marL="460375" indent="0">
              <a:buNone/>
              <a:defRPr sz="800"/>
            </a:lvl3pPr>
            <a:lvl4pPr marL="625475" indent="0">
              <a:buNone/>
              <a:defRPr sz="800"/>
            </a:lvl4pPr>
            <a:lvl5pPr marL="798513" indent="0">
              <a:buNone/>
              <a:defRPr sz="800"/>
            </a:lvl5pPr>
          </a:lstStyle>
          <a:p>
            <a:pPr lvl="0"/>
            <a:r>
              <a:rPr lang="en-US"/>
              <a:t>Click to edit Master text styles</a:t>
            </a:r>
          </a:p>
        </p:txBody>
      </p:sp>
      <p:sp>
        <p:nvSpPr>
          <p:cNvPr id="37" name="Text Placeholder 30">
            <a:extLst>
              <a:ext uri="{FF2B5EF4-FFF2-40B4-BE49-F238E27FC236}">
                <a16:creationId xmlns:a16="http://schemas.microsoft.com/office/drawing/2014/main" id="{4A7A2D0C-59FF-6E64-7E59-CB2DD2E4E9EF}"/>
              </a:ext>
            </a:extLst>
          </p:cNvPr>
          <p:cNvSpPr>
            <a:spLocks noGrp="1"/>
          </p:cNvSpPr>
          <p:nvPr>
            <p:ph type="body" sz="quarter" idx="19"/>
          </p:nvPr>
        </p:nvSpPr>
        <p:spPr>
          <a:xfrm>
            <a:off x="6210434" y="4813737"/>
            <a:ext cx="3530600" cy="291317"/>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40" name="Text Placeholder 39">
            <a:extLst>
              <a:ext uri="{FF2B5EF4-FFF2-40B4-BE49-F238E27FC236}">
                <a16:creationId xmlns:a16="http://schemas.microsoft.com/office/drawing/2014/main" id="{0B704EC8-58FF-EF26-C73A-793CB6E991F7}"/>
              </a:ext>
            </a:extLst>
          </p:cNvPr>
          <p:cNvSpPr>
            <a:spLocks noGrp="1"/>
          </p:cNvSpPr>
          <p:nvPr>
            <p:ph type="body" sz="quarter" idx="21"/>
          </p:nvPr>
        </p:nvSpPr>
        <p:spPr>
          <a:xfrm>
            <a:off x="6234113" y="5436843"/>
            <a:ext cx="1622425" cy="849657"/>
          </a:xfrm>
        </p:spPr>
        <p:txBody>
          <a:bodyPr/>
          <a:lstStyle>
            <a:lvl1pPr>
              <a:defRPr sz="1200"/>
            </a:lvl1pPr>
          </a:lstStyle>
          <a:p>
            <a:pPr lvl="0"/>
            <a:r>
              <a:rPr lang="en-US"/>
              <a:t>Click to edit Master text styles</a:t>
            </a:r>
          </a:p>
          <a:p>
            <a:pPr lvl="1"/>
            <a:r>
              <a:rPr lang="en-US"/>
              <a:t>Second level</a:t>
            </a:r>
          </a:p>
          <a:p>
            <a:pPr lvl="2"/>
            <a:r>
              <a:rPr lang="en-US"/>
              <a:t>Third level</a:t>
            </a:r>
          </a:p>
          <a:p>
            <a:pPr lvl="3"/>
            <a:r>
              <a:rPr lang="en-US"/>
              <a:t>Fourth level</a:t>
            </a:r>
          </a:p>
        </p:txBody>
      </p:sp>
      <p:sp>
        <p:nvSpPr>
          <p:cNvPr id="41" name="Text Placeholder 39">
            <a:extLst>
              <a:ext uri="{FF2B5EF4-FFF2-40B4-BE49-F238E27FC236}">
                <a16:creationId xmlns:a16="http://schemas.microsoft.com/office/drawing/2014/main" id="{D8261159-5E0A-9E29-FB01-E298D1EB21F3}"/>
              </a:ext>
            </a:extLst>
          </p:cNvPr>
          <p:cNvSpPr>
            <a:spLocks noGrp="1"/>
          </p:cNvSpPr>
          <p:nvPr>
            <p:ph type="body" sz="quarter" idx="22"/>
          </p:nvPr>
        </p:nvSpPr>
        <p:spPr>
          <a:xfrm>
            <a:off x="8113573" y="5436843"/>
            <a:ext cx="1622425" cy="849657"/>
          </a:xfrm>
        </p:spPr>
        <p:txBody>
          <a:bodyPr/>
          <a:lstStyle>
            <a:lvl1pPr>
              <a:defRPr sz="1200"/>
            </a:lvl1pPr>
          </a:lstStyle>
          <a:p>
            <a:pPr lvl="0"/>
            <a:r>
              <a:rPr lang="en-US"/>
              <a:t>Click to edit Master text styles</a:t>
            </a:r>
          </a:p>
          <a:p>
            <a:pPr lvl="1"/>
            <a:r>
              <a:rPr lang="en-US"/>
              <a:t>Second level</a:t>
            </a:r>
          </a:p>
          <a:p>
            <a:pPr lvl="2"/>
            <a:r>
              <a:rPr lang="en-US"/>
              <a:t>Third level</a:t>
            </a:r>
          </a:p>
          <a:p>
            <a:pPr lvl="3"/>
            <a:r>
              <a:rPr lang="en-US"/>
              <a:t>Fourth level</a:t>
            </a:r>
          </a:p>
        </p:txBody>
      </p:sp>
      <p:sp>
        <p:nvSpPr>
          <p:cNvPr id="38" name="Text Placeholder 30">
            <a:extLst>
              <a:ext uri="{FF2B5EF4-FFF2-40B4-BE49-F238E27FC236}">
                <a16:creationId xmlns:a16="http://schemas.microsoft.com/office/drawing/2014/main" id="{92698414-2769-0F62-8C6D-677E45CC565E}"/>
              </a:ext>
            </a:extLst>
          </p:cNvPr>
          <p:cNvSpPr>
            <a:spLocks noGrp="1"/>
          </p:cNvSpPr>
          <p:nvPr>
            <p:ph type="body" sz="quarter" idx="20"/>
          </p:nvPr>
        </p:nvSpPr>
        <p:spPr>
          <a:xfrm>
            <a:off x="9996592" y="4813737"/>
            <a:ext cx="1632246" cy="291317"/>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42" name="Text Placeholder 39">
            <a:extLst>
              <a:ext uri="{FF2B5EF4-FFF2-40B4-BE49-F238E27FC236}">
                <a16:creationId xmlns:a16="http://schemas.microsoft.com/office/drawing/2014/main" id="{0DB1A218-C29A-46F6-7AF4-00BDBD1315B6}"/>
              </a:ext>
            </a:extLst>
          </p:cNvPr>
          <p:cNvSpPr>
            <a:spLocks noGrp="1"/>
          </p:cNvSpPr>
          <p:nvPr>
            <p:ph type="body" sz="quarter" idx="23"/>
          </p:nvPr>
        </p:nvSpPr>
        <p:spPr>
          <a:xfrm>
            <a:off x="9996592" y="5436843"/>
            <a:ext cx="1622425" cy="849657"/>
          </a:xfrm>
        </p:spPr>
        <p:txBody>
          <a:bodyPr/>
          <a:lstStyle>
            <a:lvl1pPr>
              <a:defRPr sz="1200"/>
            </a:lvl1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2">
            <a:extLst>
              <a:ext uri="{FF2B5EF4-FFF2-40B4-BE49-F238E27FC236}">
                <a16:creationId xmlns:a16="http://schemas.microsoft.com/office/drawing/2014/main" id="{AE8E4323-CFF6-B391-006E-9EF76EE21BDA}"/>
              </a:ext>
              <a:ext uri="{C183D7F6-B498-43B3-948B-1728B52AA6E4}">
                <adec:decorative xmlns:adec="http://schemas.microsoft.com/office/drawing/2017/decorative" val="1"/>
              </a:ext>
            </a:extLst>
          </p:cNvPr>
          <p:cNvSpPr>
            <a:spLocks noGrp="1"/>
          </p:cNvSpPr>
          <p:nvPr>
            <p:ph type="ftr" sz="quarter" idx="10"/>
          </p:nvPr>
        </p:nvSpPr>
        <p:spPr>
          <a:xfrm>
            <a:off x="1645217" y="6503670"/>
            <a:ext cx="3566160" cy="137160"/>
          </a:xfrm>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B6B0CE59-FD96-EE8E-27DA-A04146B442BF}"/>
              </a:ext>
              <a:ext uri="{C183D7F6-B498-43B3-948B-1728B52AA6E4}">
                <adec:decorative xmlns:adec="http://schemas.microsoft.com/office/drawing/2017/decorative" val="1"/>
              </a:ext>
            </a:extLst>
          </p:cNvPr>
          <p:cNvSpPr>
            <a:spLocks noGrp="1"/>
          </p:cNvSpPr>
          <p:nvPr>
            <p:ph type="dt" sz="half" idx="11"/>
          </p:nvPr>
        </p:nvSpPr>
        <p:spPr/>
        <p:txBody>
          <a:bodyPr/>
          <a:lstStyle/>
          <a:p>
            <a:fld id="{EDCB7403-3BEC-41FB-8685-4356821C5A54}" type="datetimeyyyy">
              <a:rPr lang="en-US" smtClean="0"/>
              <a:t>2026</a:t>
            </a:fld>
            <a:endParaRPr lang="en-US"/>
          </a:p>
        </p:txBody>
      </p:sp>
      <p:sp>
        <p:nvSpPr>
          <p:cNvPr id="5" name="Slide Number Placeholder 4">
            <a:extLst>
              <a:ext uri="{FF2B5EF4-FFF2-40B4-BE49-F238E27FC236}">
                <a16:creationId xmlns:a16="http://schemas.microsoft.com/office/drawing/2014/main" id="{39ED4119-12F7-B9E8-8CF0-BABCFDC20026}"/>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214472549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lient Story 2">
    <p:spTree>
      <p:nvGrpSpPr>
        <p:cNvPr id="1" name=""/>
        <p:cNvGrpSpPr/>
        <p:nvPr/>
      </p:nvGrpSpPr>
      <p:grpSpPr>
        <a:xfrm>
          <a:off x="0" y="0"/>
          <a:ext cx="0" cy="0"/>
          <a:chOff x="0" y="0"/>
          <a:chExt cx="0" cy="0"/>
        </a:xfrm>
      </p:grpSpPr>
      <p:sp>
        <p:nvSpPr>
          <p:cNvPr id="24" name="Picture Placeholder 25">
            <a:extLst>
              <a:ext uri="{FF2B5EF4-FFF2-40B4-BE49-F238E27FC236}">
                <a16:creationId xmlns:a16="http://schemas.microsoft.com/office/drawing/2014/main" id="{F59290A7-70C3-BCB6-9242-671EA21CA209}"/>
              </a:ext>
              <a:ext uri="{C183D7F6-B498-43B3-948B-1728B52AA6E4}">
                <adec:decorative xmlns:adec="http://schemas.microsoft.com/office/drawing/2017/decorative" val="1"/>
              </a:ext>
            </a:extLst>
          </p:cNvPr>
          <p:cNvSpPr>
            <a:spLocks noGrp="1"/>
          </p:cNvSpPr>
          <p:nvPr>
            <p:ph type="pic" sz="quarter" idx="13" hasCustomPrompt="1"/>
          </p:nvPr>
        </p:nvSpPr>
        <p:spPr>
          <a:xfrm>
            <a:off x="571499" y="571500"/>
            <a:ext cx="2590801" cy="361950"/>
          </a:xfrm>
        </p:spPr>
        <p:txBody>
          <a:bodyPr/>
          <a:lstStyle>
            <a:lvl1pPr marL="0" indent="0">
              <a:buNone/>
              <a:defRPr sz="1000" b="1"/>
            </a:lvl1pPr>
          </a:lstStyle>
          <a:p>
            <a:r>
              <a:rPr lang="en-US"/>
              <a:t>Click icon to insert client logo</a:t>
            </a:r>
          </a:p>
        </p:txBody>
      </p:sp>
      <p:sp>
        <p:nvSpPr>
          <p:cNvPr id="25" name="Title 1">
            <a:extLst>
              <a:ext uri="{FF2B5EF4-FFF2-40B4-BE49-F238E27FC236}">
                <a16:creationId xmlns:a16="http://schemas.microsoft.com/office/drawing/2014/main" id="{6BFB49F6-16B3-E139-059A-7C11BD17D22E}"/>
              </a:ext>
            </a:extLst>
          </p:cNvPr>
          <p:cNvSpPr>
            <a:spLocks noGrp="1"/>
          </p:cNvSpPr>
          <p:nvPr>
            <p:ph type="title"/>
          </p:nvPr>
        </p:nvSpPr>
        <p:spPr>
          <a:xfrm>
            <a:off x="571499" y="1231650"/>
            <a:ext cx="7285037" cy="837180"/>
          </a:xfrm>
        </p:spPr>
        <p:txBody>
          <a:bodyPr/>
          <a:lstStyle/>
          <a:p>
            <a:r>
              <a:rPr lang="en-US"/>
              <a:t>Click to edit Master title style</a:t>
            </a:r>
          </a:p>
        </p:txBody>
      </p:sp>
      <p:sp>
        <p:nvSpPr>
          <p:cNvPr id="21" name="Text Placeholder 11">
            <a:extLst>
              <a:ext uri="{FF2B5EF4-FFF2-40B4-BE49-F238E27FC236}">
                <a16:creationId xmlns:a16="http://schemas.microsoft.com/office/drawing/2014/main" id="{18AE4E22-5B33-79E7-C09D-EBD831947CE2}"/>
              </a:ext>
            </a:extLst>
          </p:cNvPr>
          <p:cNvSpPr>
            <a:spLocks noGrp="1"/>
          </p:cNvSpPr>
          <p:nvPr>
            <p:ph type="body" sz="quarter" idx="36"/>
          </p:nvPr>
        </p:nvSpPr>
        <p:spPr>
          <a:xfrm>
            <a:off x="571500" y="2286000"/>
            <a:ext cx="72898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26" name="Text Placeholder 44">
            <a:extLst>
              <a:ext uri="{FF2B5EF4-FFF2-40B4-BE49-F238E27FC236}">
                <a16:creationId xmlns:a16="http://schemas.microsoft.com/office/drawing/2014/main" id="{73BC812E-69B3-4089-6A8B-56A5EEB81FA4}"/>
              </a:ext>
            </a:extLst>
          </p:cNvPr>
          <p:cNvSpPr>
            <a:spLocks noGrp="1"/>
          </p:cNvSpPr>
          <p:nvPr>
            <p:ph type="body" sz="quarter" idx="23"/>
          </p:nvPr>
        </p:nvSpPr>
        <p:spPr>
          <a:xfrm>
            <a:off x="571497" y="2933700"/>
            <a:ext cx="2580469" cy="2728729"/>
          </a:xfrm>
        </p:spPr>
        <p:txBody>
          <a:bodyPr/>
          <a:lstStyle>
            <a:lvl1pPr marL="114300" indent="-114300">
              <a:spcBef>
                <a:spcPts val="0"/>
              </a:spcBef>
              <a:defRPr sz="1000"/>
            </a:lvl1pPr>
            <a:lvl2pPr marL="342900" indent="-115888">
              <a:spcBef>
                <a:spcPts val="0"/>
              </a:spcBef>
              <a:defRPr sz="1000"/>
            </a:lvl2pPr>
            <a:lvl3pPr marL="571500" indent="-111125">
              <a:spcBef>
                <a:spcPts val="0"/>
              </a:spcBef>
              <a:defRPr sz="1000"/>
            </a:lvl3pPr>
            <a:lvl4pPr marL="747713" indent="-122238">
              <a:spcBef>
                <a:spcPts val="0"/>
              </a:spcBef>
              <a:defRPr sz="1000"/>
            </a:lvl4pPr>
            <a:lvl5pPr marL="914400" indent="-115888">
              <a:spcBef>
                <a:spcPts val="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34">
            <a:extLst>
              <a:ext uri="{FF2B5EF4-FFF2-40B4-BE49-F238E27FC236}">
                <a16:creationId xmlns:a16="http://schemas.microsoft.com/office/drawing/2014/main" id="{94E6D2A2-8162-13F6-769C-E5F56A7809D2}"/>
              </a:ext>
            </a:extLst>
          </p:cNvPr>
          <p:cNvSpPr>
            <a:spLocks noGrp="1"/>
          </p:cNvSpPr>
          <p:nvPr>
            <p:ph type="body" sz="quarter" idx="17"/>
          </p:nvPr>
        </p:nvSpPr>
        <p:spPr>
          <a:xfrm>
            <a:off x="571499" y="5879600"/>
            <a:ext cx="2580467" cy="406900"/>
          </a:xfrm>
        </p:spPr>
        <p:txBody>
          <a:bodyPr/>
          <a:lstStyle>
            <a:lvl1pPr marL="0" indent="0">
              <a:buNone/>
              <a:defRPr sz="1000"/>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Click to edit Master text styles</a:t>
            </a:r>
          </a:p>
        </p:txBody>
      </p:sp>
      <p:sp>
        <p:nvSpPr>
          <p:cNvPr id="37" name="Text Placeholder 34">
            <a:extLst>
              <a:ext uri="{FF2B5EF4-FFF2-40B4-BE49-F238E27FC236}">
                <a16:creationId xmlns:a16="http://schemas.microsoft.com/office/drawing/2014/main" id="{ACDD6796-4F48-7418-E2AA-C8C07F1A1401}"/>
              </a:ext>
            </a:extLst>
          </p:cNvPr>
          <p:cNvSpPr>
            <a:spLocks noGrp="1"/>
          </p:cNvSpPr>
          <p:nvPr>
            <p:ph type="body" sz="quarter" idx="30" hasCustomPrompt="1"/>
          </p:nvPr>
        </p:nvSpPr>
        <p:spPr>
          <a:xfrm>
            <a:off x="3390898" y="4120154"/>
            <a:ext cx="1651002" cy="195539"/>
          </a:xfrm>
        </p:spPr>
        <p:txBody>
          <a:bodyPr anchor="b"/>
          <a:lstStyle>
            <a:lvl1pPr marL="0" indent="0">
              <a:lnSpc>
                <a:spcPct val="100000"/>
              </a:lnSpc>
              <a:buNone/>
              <a:defRPr sz="1000" b="1"/>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Client</a:t>
            </a:r>
          </a:p>
        </p:txBody>
      </p:sp>
      <p:sp>
        <p:nvSpPr>
          <p:cNvPr id="42" name="Text Placeholder 44">
            <a:extLst>
              <a:ext uri="{FF2B5EF4-FFF2-40B4-BE49-F238E27FC236}">
                <a16:creationId xmlns:a16="http://schemas.microsoft.com/office/drawing/2014/main" id="{3C51105F-338A-E1AF-3049-2AFD1F66BBF5}"/>
              </a:ext>
            </a:extLst>
          </p:cNvPr>
          <p:cNvSpPr>
            <a:spLocks noGrp="1"/>
          </p:cNvSpPr>
          <p:nvPr>
            <p:ph type="body" sz="quarter" idx="33"/>
          </p:nvPr>
        </p:nvSpPr>
        <p:spPr>
          <a:xfrm>
            <a:off x="3390900" y="4475720"/>
            <a:ext cx="1651000" cy="1810780"/>
          </a:xfrm>
        </p:spPr>
        <p:txBody>
          <a:bodyPr/>
          <a:lstStyle>
            <a:lvl1pPr marL="114300" indent="-114300">
              <a:spcBef>
                <a:spcPts val="0"/>
              </a:spcBef>
              <a:defRPr sz="1000"/>
            </a:lvl1pPr>
            <a:lvl2pPr marL="342900" indent="-115888">
              <a:spcBef>
                <a:spcPts val="0"/>
              </a:spcBef>
              <a:defRPr sz="1000"/>
            </a:lvl2pPr>
            <a:lvl3pPr marL="571500" indent="-111125">
              <a:spcBef>
                <a:spcPts val="0"/>
              </a:spcBef>
              <a:defRPr sz="1000"/>
            </a:lvl3pPr>
            <a:lvl4pPr marL="747713" indent="-122238">
              <a:spcBef>
                <a:spcPts val="0"/>
              </a:spcBef>
              <a:defRPr sz="1000"/>
            </a:lvl4pPr>
            <a:lvl5pPr marL="914400" indent="-115888">
              <a:spcBef>
                <a:spcPts val="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0" name="Text Placeholder 34">
            <a:extLst>
              <a:ext uri="{FF2B5EF4-FFF2-40B4-BE49-F238E27FC236}">
                <a16:creationId xmlns:a16="http://schemas.microsoft.com/office/drawing/2014/main" id="{E07C5E31-361F-AAF7-02FF-F08D52AB59C5}"/>
              </a:ext>
            </a:extLst>
          </p:cNvPr>
          <p:cNvSpPr>
            <a:spLocks noGrp="1"/>
          </p:cNvSpPr>
          <p:nvPr>
            <p:ph type="body" sz="quarter" idx="31" hasCustomPrompt="1"/>
          </p:nvPr>
        </p:nvSpPr>
        <p:spPr>
          <a:xfrm>
            <a:off x="5280833" y="4120154"/>
            <a:ext cx="1640665" cy="195539"/>
          </a:xfrm>
        </p:spPr>
        <p:txBody>
          <a:bodyPr anchor="b"/>
          <a:lstStyle>
            <a:lvl1pPr marL="0" indent="0">
              <a:lnSpc>
                <a:spcPct val="100000"/>
              </a:lnSpc>
              <a:buNone/>
              <a:defRPr sz="1000" b="1"/>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Solutions</a:t>
            </a:r>
          </a:p>
        </p:txBody>
      </p:sp>
      <p:sp>
        <p:nvSpPr>
          <p:cNvPr id="43" name="Text Placeholder 44">
            <a:extLst>
              <a:ext uri="{FF2B5EF4-FFF2-40B4-BE49-F238E27FC236}">
                <a16:creationId xmlns:a16="http://schemas.microsoft.com/office/drawing/2014/main" id="{1D47B2D7-00E0-B307-8968-8B1BBB9A731A}"/>
              </a:ext>
            </a:extLst>
          </p:cNvPr>
          <p:cNvSpPr>
            <a:spLocks noGrp="1"/>
          </p:cNvSpPr>
          <p:nvPr>
            <p:ph type="body" sz="quarter" idx="34"/>
          </p:nvPr>
        </p:nvSpPr>
        <p:spPr>
          <a:xfrm>
            <a:off x="5280833" y="4475720"/>
            <a:ext cx="1640665" cy="1810780"/>
          </a:xfrm>
        </p:spPr>
        <p:txBody>
          <a:bodyPr/>
          <a:lstStyle>
            <a:lvl1pPr marL="114300" indent="-114300">
              <a:spcBef>
                <a:spcPts val="0"/>
              </a:spcBef>
              <a:defRPr sz="1000"/>
            </a:lvl1pPr>
            <a:lvl2pPr marL="342900" indent="-115888">
              <a:spcBef>
                <a:spcPts val="0"/>
              </a:spcBef>
              <a:defRPr sz="1000"/>
            </a:lvl2pPr>
            <a:lvl3pPr marL="571500" indent="-111125">
              <a:spcBef>
                <a:spcPts val="0"/>
              </a:spcBef>
              <a:defRPr sz="1000"/>
            </a:lvl3pPr>
            <a:lvl4pPr marL="747713" indent="-122238">
              <a:spcBef>
                <a:spcPts val="0"/>
              </a:spcBef>
              <a:defRPr sz="1000"/>
            </a:lvl4pPr>
            <a:lvl5pPr marL="914400" indent="-115888">
              <a:spcBef>
                <a:spcPts val="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34">
            <a:extLst>
              <a:ext uri="{FF2B5EF4-FFF2-40B4-BE49-F238E27FC236}">
                <a16:creationId xmlns:a16="http://schemas.microsoft.com/office/drawing/2014/main" id="{6F11AF7D-BDD0-BFDF-381B-A735A532C03F}"/>
              </a:ext>
            </a:extLst>
          </p:cNvPr>
          <p:cNvSpPr>
            <a:spLocks noGrp="1"/>
          </p:cNvSpPr>
          <p:nvPr>
            <p:ph type="body" sz="quarter" idx="32" hasCustomPrompt="1"/>
          </p:nvPr>
        </p:nvSpPr>
        <p:spPr>
          <a:xfrm>
            <a:off x="7160431" y="4120154"/>
            <a:ext cx="929469" cy="195539"/>
          </a:xfrm>
        </p:spPr>
        <p:txBody>
          <a:bodyPr anchor="b"/>
          <a:lstStyle>
            <a:lvl1pPr marL="0" indent="0">
              <a:lnSpc>
                <a:spcPct val="100000"/>
              </a:lnSpc>
              <a:buNone/>
              <a:defRPr sz="1000" b="1"/>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Platforms</a:t>
            </a:r>
          </a:p>
        </p:txBody>
      </p:sp>
      <p:sp>
        <p:nvSpPr>
          <p:cNvPr id="44" name="Text Placeholder 44">
            <a:extLst>
              <a:ext uri="{FF2B5EF4-FFF2-40B4-BE49-F238E27FC236}">
                <a16:creationId xmlns:a16="http://schemas.microsoft.com/office/drawing/2014/main" id="{2ECA239D-3E9B-FCA2-9CB4-5381EB0158C4}"/>
              </a:ext>
            </a:extLst>
          </p:cNvPr>
          <p:cNvSpPr>
            <a:spLocks noGrp="1"/>
          </p:cNvSpPr>
          <p:nvPr>
            <p:ph type="body" sz="quarter" idx="35"/>
          </p:nvPr>
        </p:nvSpPr>
        <p:spPr>
          <a:xfrm>
            <a:off x="7160431" y="4475720"/>
            <a:ext cx="929469" cy="1810780"/>
          </a:xfrm>
        </p:spPr>
        <p:txBody>
          <a:bodyPr/>
          <a:lstStyle>
            <a:lvl1pPr marL="114300" indent="-114300">
              <a:spcBef>
                <a:spcPts val="0"/>
              </a:spcBef>
              <a:defRPr sz="1000"/>
            </a:lvl1pPr>
            <a:lvl2pPr marL="342900" indent="-115888">
              <a:spcBef>
                <a:spcPts val="0"/>
              </a:spcBef>
              <a:defRPr sz="1000"/>
            </a:lvl2pPr>
            <a:lvl3pPr marL="571500" indent="-111125">
              <a:spcBef>
                <a:spcPts val="0"/>
              </a:spcBef>
              <a:defRPr sz="1000"/>
            </a:lvl3pPr>
            <a:lvl4pPr marL="747713" indent="-122238">
              <a:spcBef>
                <a:spcPts val="0"/>
              </a:spcBef>
              <a:defRPr sz="1000"/>
            </a:lvl4pPr>
            <a:lvl5pPr marL="914400" indent="-115888">
              <a:spcBef>
                <a:spcPts val="0"/>
              </a:spcBef>
              <a:defRPr sz="1000"/>
            </a:lvl5pPr>
          </a:lstStyle>
          <a:p>
            <a:pPr lvl="0"/>
            <a:r>
              <a:rPr lang="en-US"/>
              <a:t>Click to edit Master text styles</a:t>
            </a:r>
          </a:p>
          <a:p>
            <a:pPr lvl="1"/>
            <a:r>
              <a:rPr lang="en-US"/>
              <a:t>Second level</a:t>
            </a:r>
          </a:p>
          <a:p>
            <a:pPr lvl="2"/>
            <a:r>
              <a:rPr lang="en-US"/>
              <a:t>Third level</a:t>
            </a:r>
          </a:p>
        </p:txBody>
      </p:sp>
      <p:sp>
        <p:nvSpPr>
          <p:cNvPr id="29" name="Picture Placeholder 28">
            <a:extLst>
              <a:ext uri="{FF2B5EF4-FFF2-40B4-BE49-F238E27FC236}">
                <a16:creationId xmlns:a16="http://schemas.microsoft.com/office/drawing/2014/main" id="{B9BF247E-8504-5753-EE74-89AEB4906F9D}"/>
              </a:ext>
              <a:ext uri="{C183D7F6-B498-43B3-948B-1728B52AA6E4}">
                <adec:decorative xmlns:adec="http://schemas.microsoft.com/office/drawing/2017/decorative" val="0"/>
              </a:ext>
            </a:extLst>
          </p:cNvPr>
          <p:cNvSpPr>
            <a:spLocks noGrp="1"/>
          </p:cNvSpPr>
          <p:nvPr>
            <p:ph type="pic" sz="quarter" idx="24"/>
          </p:nvPr>
        </p:nvSpPr>
        <p:spPr>
          <a:xfrm>
            <a:off x="9029700" y="0"/>
            <a:ext cx="3162300" cy="6858000"/>
          </a:xfrm>
          <a:custGeom>
            <a:avLst/>
            <a:gdLst>
              <a:gd name="connsiteX0" fmla="*/ 727770 w 3162300"/>
              <a:gd name="connsiteY0" fmla="*/ 0 h 6858000"/>
              <a:gd name="connsiteX1" fmla="*/ 3162300 w 3162300"/>
              <a:gd name="connsiteY1" fmla="*/ 0 h 6858000"/>
              <a:gd name="connsiteX2" fmla="*/ 3162300 w 3162300"/>
              <a:gd name="connsiteY2" fmla="*/ 6858000 h 6858000"/>
              <a:gd name="connsiteX3" fmla="*/ 0 w 3162300"/>
              <a:gd name="connsiteY3" fmla="*/ 6858000 h 6858000"/>
              <a:gd name="connsiteX4" fmla="*/ 0 w 3162300"/>
              <a:gd name="connsiteY4" fmla="*/ 727733 h 6858000"/>
              <a:gd name="connsiteX5" fmla="*/ 3755 w 3162300"/>
              <a:gd name="connsiteY5" fmla="*/ 653362 h 6858000"/>
              <a:gd name="connsiteX6" fmla="*/ 727770 w 3162300"/>
              <a:gd name="connsiteY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62300" h="6858000">
                <a:moveTo>
                  <a:pt x="727770" y="0"/>
                </a:moveTo>
                <a:lnTo>
                  <a:pt x="3162300" y="0"/>
                </a:lnTo>
                <a:lnTo>
                  <a:pt x="3162300" y="6858000"/>
                </a:lnTo>
                <a:lnTo>
                  <a:pt x="0" y="6858000"/>
                </a:lnTo>
                <a:lnTo>
                  <a:pt x="0" y="727733"/>
                </a:lnTo>
                <a:lnTo>
                  <a:pt x="3755" y="653362"/>
                </a:lnTo>
                <a:cubicBezTo>
                  <a:pt x="41025" y="286379"/>
                  <a:pt x="350954" y="0"/>
                  <a:pt x="727770" y="0"/>
                </a:cubicBezTo>
                <a:close/>
              </a:path>
            </a:pathLst>
          </a:custGeom>
        </p:spPr>
        <p:txBody>
          <a:bodyPr wrap="square">
            <a:noAutofit/>
          </a:bodyPr>
          <a:lstStyle>
            <a:lvl1pPr marL="0" indent="0" algn="r">
              <a:buNone/>
              <a:defRPr/>
            </a:lvl1pPr>
          </a:lstStyle>
          <a:p>
            <a:r>
              <a:rPr lang="en-US"/>
              <a:t>Click icon to add picture</a:t>
            </a:r>
          </a:p>
        </p:txBody>
      </p:sp>
      <p:sp>
        <p:nvSpPr>
          <p:cNvPr id="3" name="Footer Placeholder 2">
            <a:extLst>
              <a:ext uri="{FF2B5EF4-FFF2-40B4-BE49-F238E27FC236}">
                <a16:creationId xmlns:a16="http://schemas.microsoft.com/office/drawing/2014/main" id="{30036C98-D224-33A5-CA57-A6B814AF24EC}"/>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7D98ABE0-084B-6499-BF82-44BC2D53157A}"/>
              </a:ext>
              <a:ext uri="{C183D7F6-B498-43B3-948B-1728B52AA6E4}">
                <adec:decorative xmlns:adec="http://schemas.microsoft.com/office/drawing/2017/decorative" val="1"/>
              </a:ext>
            </a:extLst>
          </p:cNvPr>
          <p:cNvSpPr>
            <a:spLocks noGrp="1"/>
          </p:cNvSpPr>
          <p:nvPr>
            <p:ph type="dt" sz="half" idx="11"/>
          </p:nvPr>
        </p:nvSpPr>
        <p:spPr/>
        <p:txBody>
          <a:bodyPr/>
          <a:lstStyle/>
          <a:p>
            <a:fld id="{00B13694-B473-4F5E-AED6-34957C909A7E}" type="datetimeyyyy">
              <a:rPr lang="en-US" smtClean="0"/>
              <a:t>2026</a:t>
            </a:fld>
            <a:endParaRPr lang="en-US"/>
          </a:p>
        </p:txBody>
      </p:sp>
      <p:sp>
        <p:nvSpPr>
          <p:cNvPr id="5" name="Slide Number Placeholder 4">
            <a:extLst>
              <a:ext uri="{FF2B5EF4-FFF2-40B4-BE49-F238E27FC236}">
                <a16:creationId xmlns:a16="http://schemas.microsoft.com/office/drawing/2014/main" id="{A6DCA947-6913-4ED0-3265-B85B85E39F55}"/>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190841333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lient Story 3">
    <p:spTree>
      <p:nvGrpSpPr>
        <p:cNvPr id="1" name=""/>
        <p:cNvGrpSpPr/>
        <p:nvPr/>
      </p:nvGrpSpPr>
      <p:grpSpPr>
        <a:xfrm>
          <a:off x="0" y="0"/>
          <a:ext cx="0" cy="0"/>
          <a:chOff x="0" y="0"/>
          <a:chExt cx="0" cy="0"/>
        </a:xfrm>
      </p:grpSpPr>
      <p:cxnSp>
        <p:nvCxnSpPr>
          <p:cNvPr id="22" name="Straight Connector 21">
            <a:extLst>
              <a:ext uri="{FF2B5EF4-FFF2-40B4-BE49-F238E27FC236}">
                <a16:creationId xmlns:a16="http://schemas.microsoft.com/office/drawing/2014/main" id="{C9CB0EF8-9739-A055-6227-C4FEE56D4D34}"/>
              </a:ext>
              <a:ext uri="{C183D7F6-B498-43B3-948B-1728B52AA6E4}">
                <adec:decorative xmlns:adec="http://schemas.microsoft.com/office/drawing/2017/decorative" val="1"/>
              </a:ext>
            </a:extLst>
          </p:cNvPr>
          <p:cNvCxnSpPr>
            <a:cxnSpLocks/>
          </p:cNvCxnSpPr>
          <p:nvPr userDrawn="1"/>
        </p:nvCxnSpPr>
        <p:spPr>
          <a:xfrm>
            <a:off x="8108325" y="3247404"/>
            <a:ext cx="2819400" cy="0"/>
          </a:xfrm>
          <a:prstGeom prst="line">
            <a:avLst/>
          </a:prstGeom>
          <a:ln w="9525" cap="flat">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A7D55FC2-FC25-1311-881D-EDCDC483EDA3}"/>
              </a:ext>
              <a:ext uri="{C183D7F6-B498-43B3-948B-1728B52AA6E4}">
                <adec:decorative xmlns:adec="http://schemas.microsoft.com/office/drawing/2017/decorative" val="1"/>
              </a:ext>
            </a:extLst>
          </p:cNvPr>
          <p:cNvCxnSpPr>
            <a:cxnSpLocks/>
          </p:cNvCxnSpPr>
          <p:nvPr userDrawn="1"/>
        </p:nvCxnSpPr>
        <p:spPr>
          <a:xfrm>
            <a:off x="4352104" y="3247404"/>
            <a:ext cx="2819400" cy="0"/>
          </a:xfrm>
          <a:prstGeom prst="line">
            <a:avLst/>
          </a:prstGeom>
          <a:ln w="9525" cap="flat">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E696873-FEE2-1010-2D15-2DBB91737768}"/>
              </a:ext>
              <a:ext uri="{C183D7F6-B498-43B3-948B-1728B52AA6E4}">
                <adec:decorative xmlns:adec="http://schemas.microsoft.com/office/drawing/2017/decorative" val="1"/>
              </a:ext>
            </a:extLst>
          </p:cNvPr>
          <p:cNvCxnSpPr>
            <a:cxnSpLocks/>
          </p:cNvCxnSpPr>
          <p:nvPr userDrawn="1"/>
        </p:nvCxnSpPr>
        <p:spPr>
          <a:xfrm>
            <a:off x="566117" y="3247404"/>
            <a:ext cx="2819400" cy="0"/>
          </a:xfrm>
          <a:prstGeom prst="line">
            <a:avLst/>
          </a:prstGeom>
          <a:ln w="9525" cap="flat">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7D2A5FE9-2E1A-216D-06E0-296FEF7A788B}"/>
              </a:ext>
              <a:ext uri="{C183D7F6-B498-43B3-948B-1728B52AA6E4}">
                <adec:decorative xmlns:adec="http://schemas.microsoft.com/office/drawing/2017/decorative" val="1"/>
              </a:ext>
            </a:extLst>
          </p:cNvPr>
          <p:cNvCxnSpPr>
            <a:cxnSpLocks/>
          </p:cNvCxnSpPr>
          <p:nvPr userDrawn="1"/>
        </p:nvCxnSpPr>
        <p:spPr>
          <a:xfrm>
            <a:off x="566114" y="3247404"/>
            <a:ext cx="2819400" cy="0"/>
          </a:xfrm>
          <a:prstGeom prst="line">
            <a:avLst/>
          </a:prstGeom>
          <a:ln w="9525" cap="flat">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29" name="Picture Placeholder 25">
            <a:extLst>
              <a:ext uri="{FF2B5EF4-FFF2-40B4-BE49-F238E27FC236}">
                <a16:creationId xmlns:a16="http://schemas.microsoft.com/office/drawing/2014/main" id="{F5297918-2D87-A118-7987-B9798671E86E}"/>
              </a:ext>
              <a:ext uri="{C183D7F6-B498-43B3-948B-1728B52AA6E4}">
                <adec:decorative xmlns:adec="http://schemas.microsoft.com/office/drawing/2017/decorative" val="0"/>
              </a:ext>
            </a:extLst>
          </p:cNvPr>
          <p:cNvSpPr>
            <a:spLocks noGrp="1"/>
          </p:cNvSpPr>
          <p:nvPr>
            <p:ph type="pic" sz="quarter" idx="13" hasCustomPrompt="1"/>
          </p:nvPr>
        </p:nvSpPr>
        <p:spPr>
          <a:xfrm>
            <a:off x="571499" y="571500"/>
            <a:ext cx="2590801" cy="361950"/>
          </a:xfrm>
        </p:spPr>
        <p:txBody>
          <a:bodyPr/>
          <a:lstStyle>
            <a:lvl1pPr marL="0" indent="0">
              <a:buNone/>
              <a:defRPr sz="1000" b="1"/>
            </a:lvl1pPr>
          </a:lstStyle>
          <a:p>
            <a:r>
              <a:rPr lang="en-US"/>
              <a:t>Click icon to insert client logo</a:t>
            </a:r>
          </a:p>
        </p:txBody>
      </p:sp>
      <p:sp>
        <p:nvSpPr>
          <p:cNvPr id="31" name="Picture Placeholder 28">
            <a:extLst>
              <a:ext uri="{FF2B5EF4-FFF2-40B4-BE49-F238E27FC236}">
                <a16:creationId xmlns:a16="http://schemas.microsoft.com/office/drawing/2014/main" id="{13B4D4E1-343E-CB7D-C5C7-EF29CD8A7C89}"/>
              </a:ext>
              <a:ext uri="{C183D7F6-B498-43B3-948B-1728B52AA6E4}">
                <adec:decorative xmlns:adec="http://schemas.microsoft.com/office/drawing/2017/decorative" val="0"/>
              </a:ext>
            </a:extLst>
          </p:cNvPr>
          <p:cNvSpPr>
            <a:spLocks noGrp="1"/>
          </p:cNvSpPr>
          <p:nvPr>
            <p:ph type="pic" sz="quarter" idx="14"/>
          </p:nvPr>
        </p:nvSpPr>
        <p:spPr>
          <a:xfrm>
            <a:off x="6234818" y="583692"/>
            <a:ext cx="5403684" cy="1489882"/>
          </a:xfrm>
          <a:custGeom>
            <a:avLst/>
            <a:gdLst>
              <a:gd name="connsiteX0" fmla="*/ 0 w 5403684"/>
              <a:gd name="connsiteY0" fmla="*/ 0 h 1572608"/>
              <a:gd name="connsiteX1" fmla="*/ 5141577 w 5403684"/>
              <a:gd name="connsiteY1" fmla="*/ 0 h 1572608"/>
              <a:gd name="connsiteX2" fmla="*/ 5403684 w 5403684"/>
              <a:gd name="connsiteY2" fmla="*/ 262107 h 1572608"/>
              <a:gd name="connsiteX3" fmla="*/ 5403684 w 5403684"/>
              <a:gd name="connsiteY3" fmla="*/ 1572608 h 1572608"/>
              <a:gd name="connsiteX4" fmla="*/ 0 w 5403684"/>
              <a:gd name="connsiteY4" fmla="*/ 1572608 h 1572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03684" h="1572608">
                <a:moveTo>
                  <a:pt x="0" y="0"/>
                </a:moveTo>
                <a:lnTo>
                  <a:pt x="5141577" y="0"/>
                </a:lnTo>
                <a:cubicBezTo>
                  <a:pt x="5286335" y="0"/>
                  <a:pt x="5403684" y="117349"/>
                  <a:pt x="5403684" y="262107"/>
                </a:cubicBezTo>
                <a:lnTo>
                  <a:pt x="5403684" y="1572608"/>
                </a:lnTo>
                <a:lnTo>
                  <a:pt x="0" y="1572608"/>
                </a:lnTo>
                <a:close/>
              </a:path>
            </a:pathLst>
          </a:custGeom>
        </p:spPr>
        <p:txBody>
          <a:bodyPr wrap="square">
            <a:noAutofit/>
          </a:bodyPr>
          <a:lstStyle>
            <a:lvl1pPr marL="0" indent="0">
              <a:buNone/>
              <a:defRPr sz="1400"/>
            </a:lvl1pPr>
          </a:lstStyle>
          <a:p>
            <a:r>
              <a:rPr lang="en-US"/>
              <a:t>Click icon to add picture</a:t>
            </a:r>
          </a:p>
        </p:txBody>
      </p:sp>
      <p:sp>
        <p:nvSpPr>
          <p:cNvPr id="30" name="Title 1">
            <a:extLst>
              <a:ext uri="{FF2B5EF4-FFF2-40B4-BE49-F238E27FC236}">
                <a16:creationId xmlns:a16="http://schemas.microsoft.com/office/drawing/2014/main" id="{F52ABCF0-0F8D-82C1-53AA-ED3504C63710}"/>
              </a:ext>
            </a:extLst>
          </p:cNvPr>
          <p:cNvSpPr>
            <a:spLocks noGrp="1"/>
          </p:cNvSpPr>
          <p:nvPr>
            <p:ph type="title"/>
          </p:nvPr>
        </p:nvSpPr>
        <p:spPr>
          <a:xfrm>
            <a:off x="571499" y="1232328"/>
            <a:ext cx="4699001" cy="841248"/>
          </a:xfrm>
        </p:spPr>
        <p:txBody>
          <a:bodyPr/>
          <a:lstStyle/>
          <a:p>
            <a:r>
              <a:rPr lang="en-US"/>
              <a:t>Click to edit Master title style</a:t>
            </a:r>
          </a:p>
        </p:txBody>
      </p:sp>
      <p:sp>
        <p:nvSpPr>
          <p:cNvPr id="40" name="Text Placeholder 11">
            <a:extLst>
              <a:ext uri="{FF2B5EF4-FFF2-40B4-BE49-F238E27FC236}">
                <a16:creationId xmlns:a16="http://schemas.microsoft.com/office/drawing/2014/main" id="{DD7FD1ED-F16A-B697-16F7-D41D3060C301}"/>
              </a:ext>
            </a:extLst>
          </p:cNvPr>
          <p:cNvSpPr>
            <a:spLocks noGrp="1"/>
          </p:cNvSpPr>
          <p:nvPr>
            <p:ph type="body" sz="quarter" idx="35"/>
          </p:nvPr>
        </p:nvSpPr>
        <p:spPr>
          <a:xfrm>
            <a:off x="571500" y="2286000"/>
            <a:ext cx="4699000" cy="457200"/>
          </a:xfrm>
        </p:spPr>
        <p:txBody>
          <a:bodyPr/>
          <a:lstStyle>
            <a:lvl1pPr marL="0" indent="0">
              <a:lnSpc>
                <a:spcPct val="90000"/>
              </a:lnSpc>
              <a:buNone/>
              <a:defRPr sz="14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32" name="Text Placeholder 34">
            <a:extLst>
              <a:ext uri="{FF2B5EF4-FFF2-40B4-BE49-F238E27FC236}">
                <a16:creationId xmlns:a16="http://schemas.microsoft.com/office/drawing/2014/main" id="{4E47228C-5915-0FE3-0377-2D713CBC7338}"/>
              </a:ext>
            </a:extLst>
          </p:cNvPr>
          <p:cNvSpPr>
            <a:spLocks noGrp="1"/>
          </p:cNvSpPr>
          <p:nvPr>
            <p:ph type="body" sz="quarter" idx="30" hasCustomPrompt="1"/>
          </p:nvPr>
        </p:nvSpPr>
        <p:spPr>
          <a:xfrm>
            <a:off x="571500" y="2955624"/>
            <a:ext cx="2814017" cy="195539"/>
          </a:xfrm>
        </p:spPr>
        <p:txBody>
          <a:bodyPr anchor="b"/>
          <a:lstStyle>
            <a:lvl1pPr marL="0" indent="0">
              <a:lnSpc>
                <a:spcPct val="100000"/>
              </a:lnSpc>
              <a:buNone/>
              <a:defRPr sz="1000" b="1"/>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Why</a:t>
            </a:r>
          </a:p>
        </p:txBody>
      </p:sp>
      <p:sp>
        <p:nvSpPr>
          <p:cNvPr id="35" name="Text Placeholder 44">
            <a:extLst>
              <a:ext uri="{FF2B5EF4-FFF2-40B4-BE49-F238E27FC236}">
                <a16:creationId xmlns:a16="http://schemas.microsoft.com/office/drawing/2014/main" id="{625A3377-53FB-6855-BDCA-183857C094D6}"/>
              </a:ext>
            </a:extLst>
          </p:cNvPr>
          <p:cNvSpPr>
            <a:spLocks noGrp="1"/>
          </p:cNvSpPr>
          <p:nvPr>
            <p:ph type="body" sz="quarter" idx="23"/>
          </p:nvPr>
        </p:nvSpPr>
        <p:spPr>
          <a:xfrm>
            <a:off x="571497" y="3329837"/>
            <a:ext cx="2814017" cy="2332591"/>
          </a:xfrm>
        </p:spPr>
        <p:txBody>
          <a:bodyPr/>
          <a:lstStyle>
            <a:lvl1pPr marL="114300" indent="-114300">
              <a:spcBef>
                <a:spcPts val="0"/>
              </a:spcBef>
              <a:defRPr sz="1000"/>
            </a:lvl1pPr>
            <a:lvl2pPr marL="342900" indent="-115888">
              <a:spcBef>
                <a:spcPts val="0"/>
              </a:spcBef>
              <a:defRPr sz="1000"/>
            </a:lvl2pPr>
            <a:lvl3pPr marL="571500" indent="-111125">
              <a:spcBef>
                <a:spcPts val="0"/>
              </a:spcBef>
              <a:defRPr sz="1000"/>
            </a:lvl3pPr>
            <a:lvl4pPr marL="747713" indent="-122238">
              <a:spcBef>
                <a:spcPts val="0"/>
              </a:spcBef>
              <a:defRPr sz="1000"/>
            </a:lvl4pPr>
            <a:lvl5pPr marL="914400" indent="-115888">
              <a:spcBef>
                <a:spcPts val="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Text Placeholder 34">
            <a:extLst>
              <a:ext uri="{FF2B5EF4-FFF2-40B4-BE49-F238E27FC236}">
                <a16:creationId xmlns:a16="http://schemas.microsoft.com/office/drawing/2014/main" id="{DCFEDDC6-F8EC-0D1A-7A95-4857D03A9E6C}"/>
              </a:ext>
            </a:extLst>
          </p:cNvPr>
          <p:cNvSpPr>
            <a:spLocks noGrp="1"/>
          </p:cNvSpPr>
          <p:nvPr>
            <p:ph type="body" sz="quarter" idx="31" hasCustomPrompt="1"/>
          </p:nvPr>
        </p:nvSpPr>
        <p:spPr>
          <a:xfrm>
            <a:off x="4337317" y="2955624"/>
            <a:ext cx="2814017" cy="195539"/>
          </a:xfrm>
        </p:spPr>
        <p:txBody>
          <a:bodyPr anchor="b"/>
          <a:lstStyle>
            <a:lvl1pPr marL="0" indent="0">
              <a:lnSpc>
                <a:spcPct val="100000"/>
              </a:lnSpc>
              <a:buNone/>
              <a:defRPr sz="1000" b="1"/>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What</a:t>
            </a:r>
          </a:p>
        </p:txBody>
      </p:sp>
      <p:sp>
        <p:nvSpPr>
          <p:cNvPr id="37" name="Text Placeholder 44">
            <a:extLst>
              <a:ext uri="{FF2B5EF4-FFF2-40B4-BE49-F238E27FC236}">
                <a16:creationId xmlns:a16="http://schemas.microsoft.com/office/drawing/2014/main" id="{95D00069-6290-0029-DA84-7D4F4C201387}"/>
              </a:ext>
            </a:extLst>
          </p:cNvPr>
          <p:cNvSpPr>
            <a:spLocks noGrp="1"/>
          </p:cNvSpPr>
          <p:nvPr>
            <p:ph type="body" sz="quarter" idx="33"/>
          </p:nvPr>
        </p:nvSpPr>
        <p:spPr>
          <a:xfrm>
            <a:off x="4337317" y="3329838"/>
            <a:ext cx="2814017" cy="2956662"/>
          </a:xfrm>
        </p:spPr>
        <p:txBody>
          <a:bodyPr/>
          <a:lstStyle>
            <a:lvl1pPr marL="114300" indent="-114300">
              <a:spcBef>
                <a:spcPts val="0"/>
              </a:spcBef>
              <a:defRPr sz="1000"/>
            </a:lvl1pPr>
            <a:lvl2pPr marL="342900" indent="-115888">
              <a:spcBef>
                <a:spcPts val="0"/>
              </a:spcBef>
              <a:defRPr sz="1000"/>
            </a:lvl2pPr>
            <a:lvl3pPr marL="571500" indent="-111125">
              <a:spcBef>
                <a:spcPts val="0"/>
              </a:spcBef>
              <a:defRPr sz="1000"/>
            </a:lvl3pPr>
            <a:lvl4pPr marL="747713" indent="-122238">
              <a:spcBef>
                <a:spcPts val="0"/>
              </a:spcBef>
              <a:defRPr sz="1000"/>
            </a:lvl4pPr>
            <a:lvl5pPr marL="914400" indent="-115888">
              <a:spcBef>
                <a:spcPts val="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4">
            <a:extLst>
              <a:ext uri="{FF2B5EF4-FFF2-40B4-BE49-F238E27FC236}">
                <a16:creationId xmlns:a16="http://schemas.microsoft.com/office/drawing/2014/main" id="{99E42E70-6B26-F41D-4C4C-973CF011A7CD}"/>
              </a:ext>
            </a:extLst>
          </p:cNvPr>
          <p:cNvSpPr>
            <a:spLocks noGrp="1"/>
          </p:cNvSpPr>
          <p:nvPr>
            <p:ph type="body" sz="quarter" idx="32" hasCustomPrompt="1"/>
          </p:nvPr>
        </p:nvSpPr>
        <p:spPr>
          <a:xfrm>
            <a:off x="8098994" y="2955624"/>
            <a:ext cx="2814017" cy="195539"/>
          </a:xfrm>
        </p:spPr>
        <p:txBody>
          <a:bodyPr anchor="b"/>
          <a:lstStyle>
            <a:lvl1pPr marL="0" indent="0">
              <a:lnSpc>
                <a:spcPct val="100000"/>
              </a:lnSpc>
              <a:buNone/>
              <a:defRPr sz="1000" b="1"/>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Wow</a:t>
            </a:r>
          </a:p>
        </p:txBody>
      </p:sp>
      <p:sp>
        <p:nvSpPr>
          <p:cNvPr id="38" name="Text Placeholder 44">
            <a:extLst>
              <a:ext uri="{FF2B5EF4-FFF2-40B4-BE49-F238E27FC236}">
                <a16:creationId xmlns:a16="http://schemas.microsoft.com/office/drawing/2014/main" id="{5F1C306B-6778-A862-057F-A596F5708323}"/>
              </a:ext>
            </a:extLst>
          </p:cNvPr>
          <p:cNvSpPr>
            <a:spLocks noGrp="1"/>
          </p:cNvSpPr>
          <p:nvPr>
            <p:ph type="body" sz="quarter" idx="34"/>
          </p:nvPr>
        </p:nvSpPr>
        <p:spPr>
          <a:xfrm>
            <a:off x="8098994" y="3329838"/>
            <a:ext cx="2814017" cy="2956662"/>
          </a:xfrm>
        </p:spPr>
        <p:txBody>
          <a:bodyPr/>
          <a:lstStyle>
            <a:lvl1pPr marL="114300" indent="-114300">
              <a:spcBef>
                <a:spcPts val="0"/>
              </a:spcBef>
              <a:defRPr sz="1000"/>
            </a:lvl1pPr>
            <a:lvl2pPr marL="342900" indent="-115888">
              <a:spcBef>
                <a:spcPts val="0"/>
              </a:spcBef>
              <a:defRPr sz="1000"/>
            </a:lvl2pPr>
            <a:lvl3pPr marL="571500" indent="-111125">
              <a:spcBef>
                <a:spcPts val="0"/>
              </a:spcBef>
              <a:defRPr sz="1000"/>
            </a:lvl3pPr>
            <a:lvl4pPr marL="747713" indent="-122238">
              <a:spcBef>
                <a:spcPts val="0"/>
              </a:spcBef>
              <a:defRPr sz="1000"/>
            </a:lvl4pPr>
            <a:lvl5pPr marL="914400" indent="-115888">
              <a:spcBef>
                <a:spcPts val="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9" name="Text Placeholder 34">
            <a:extLst>
              <a:ext uri="{FF2B5EF4-FFF2-40B4-BE49-F238E27FC236}">
                <a16:creationId xmlns:a16="http://schemas.microsoft.com/office/drawing/2014/main" id="{C41AABE2-EE86-8EE5-B351-2F0D94AC111B}"/>
              </a:ext>
            </a:extLst>
          </p:cNvPr>
          <p:cNvSpPr>
            <a:spLocks noGrp="1"/>
          </p:cNvSpPr>
          <p:nvPr>
            <p:ph type="body" sz="quarter" idx="17"/>
          </p:nvPr>
        </p:nvSpPr>
        <p:spPr>
          <a:xfrm>
            <a:off x="571500" y="5879600"/>
            <a:ext cx="2231134" cy="406900"/>
          </a:xfrm>
        </p:spPr>
        <p:txBody>
          <a:bodyPr/>
          <a:lstStyle>
            <a:lvl1pPr marL="0" indent="0">
              <a:buNone/>
              <a:defRPr sz="1000"/>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Click to edit Master text styles</a:t>
            </a:r>
          </a:p>
        </p:txBody>
      </p:sp>
      <p:sp>
        <p:nvSpPr>
          <p:cNvPr id="3" name="Footer Placeholder 2">
            <a:extLst>
              <a:ext uri="{FF2B5EF4-FFF2-40B4-BE49-F238E27FC236}">
                <a16:creationId xmlns:a16="http://schemas.microsoft.com/office/drawing/2014/main" id="{0D75BED6-89F2-2FE6-C8BB-DCF2CF86042E}"/>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0B703584-C487-B34F-2B5C-F9A9969CD5E8}"/>
              </a:ext>
              <a:ext uri="{C183D7F6-B498-43B3-948B-1728B52AA6E4}">
                <adec:decorative xmlns:adec="http://schemas.microsoft.com/office/drawing/2017/decorative" val="1"/>
              </a:ext>
            </a:extLst>
          </p:cNvPr>
          <p:cNvSpPr>
            <a:spLocks noGrp="1"/>
          </p:cNvSpPr>
          <p:nvPr>
            <p:ph type="dt" sz="half" idx="11"/>
          </p:nvPr>
        </p:nvSpPr>
        <p:spPr/>
        <p:txBody>
          <a:bodyPr/>
          <a:lstStyle/>
          <a:p>
            <a:fld id="{C99E96F2-1A31-48EF-9DB9-7D559E5AC5CD}" type="datetimeyyyy">
              <a:rPr lang="en-US" smtClean="0"/>
              <a:t>2026</a:t>
            </a:fld>
            <a:endParaRPr lang="en-US"/>
          </a:p>
        </p:txBody>
      </p:sp>
      <p:sp>
        <p:nvSpPr>
          <p:cNvPr id="5" name="Slide Number Placeholder 4">
            <a:extLst>
              <a:ext uri="{FF2B5EF4-FFF2-40B4-BE49-F238E27FC236}">
                <a16:creationId xmlns:a16="http://schemas.microsoft.com/office/drawing/2014/main" id="{9BEFD26E-5268-A28D-B7DC-884BB2EB825F}"/>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244270970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onsultant Profile">
    <p:spTree>
      <p:nvGrpSpPr>
        <p:cNvPr id="1" name=""/>
        <p:cNvGrpSpPr/>
        <p:nvPr/>
      </p:nvGrpSpPr>
      <p:grpSpPr>
        <a:xfrm>
          <a:off x="0" y="0"/>
          <a:ext cx="0" cy="0"/>
          <a:chOff x="0" y="0"/>
          <a:chExt cx="0" cy="0"/>
        </a:xfrm>
      </p:grpSpPr>
      <p:sp>
        <p:nvSpPr>
          <p:cNvPr id="19" name="Picture Placeholder 18">
            <a:extLst>
              <a:ext uri="{FF2B5EF4-FFF2-40B4-BE49-F238E27FC236}">
                <a16:creationId xmlns:a16="http://schemas.microsoft.com/office/drawing/2014/main" id="{E4F88508-6093-78DA-EC40-1090B8A18CE5}"/>
              </a:ext>
              <a:ext uri="{C183D7F6-B498-43B3-948B-1728B52AA6E4}">
                <adec:decorative xmlns:adec="http://schemas.microsoft.com/office/drawing/2017/decorative" val="1"/>
              </a:ext>
            </a:extLst>
          </p:cNvPr>
          <p:cNvSpPr>
            <a:spLocks noGrp="1"/>
          </p:cNvSpPr>
          <p:nvPr>
            <p:ph type="pic" sz="quarter" idx="13"/>
          </p:nvPr>
        </p:nvSpPr>
        <p:spPr>
          <a:xfrm>
            <a:off x="571501" y="571500"/>
            <a:ext cx="1865376" cy="1865376"/>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a:lvl1pPr>
          </a:lstStyle>
          <a:p>
            <a:r>
              <a:rPr lang="en-US"/>
              <a:t>Click icon to add picture</a:t>
            </a:r>
          </a:p>
        </p:txBody>
      </p:sp>
      <p:cxnSp>
        <p:nvCxnSpPr>
          <p:cNvPr id="12" name="Straight Connector 11">
            <a:extLst>
              <a:ext uri="{FF2B5EF4-FFF2-40B4-BE49-F238E27FC236}">
                <a16:creationId xmlns:a16="http://schemas.microsoft.com/office/drawing/2014/main" id="{448F380C-D9F2-AC7E-CC4B-ACF105A8DA0F}"/>
              </a:ext>
              <a:ext uri="{C183D7F6-B498-43B3-948B-1728B52AA6E4}">
                <adec:decorative xmlns:adec="http://schemas.microsoft.com/office/drawing/2017/decorative" val="1"/>
              </a:ext>
            </a:extLst>
          </p:cNvPr>
          <p:cNvCxnSpPr>
            <a:cxnSpLocks/>
          </p:cNvCxnSpPr>
          <p:nvPr userDrawn="1"/>
        </p:nvCxnSpPr>
        <p:spPr>
          <a:xfrm flipH="1">
            <a:off x="9969499" y="1377682"/>
            <a:ext cx="1651000" cy="0"/>
          </a:xfrm>
          <a:prstGeom prst="line">
            <a:avLst/>
          </a:prstGeom>
          <a:ln w="9525" cap="flat">
            <a:solidFill>
              <a:schemeClr val="bg2"/>
            </a:solidFill>
          </a:ln>
          <a:effectLst/>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2A2DB5DF-F1EF-1BD1-2308-31D13FF94952}"/>
              </a:ext>
              <a:ext uri="{C183D7F6-B498-43B3-948B-1728B52AA6E4}">
                <adec:decorative xmlns:adec="http://schemas.microsoft.com/office/drawing/2017/decorative" val="1"/>
              </a:ext>
            </a:extLst>
          </p:cNvPr>
          <p:cNvCxnSpPr>
            <a:cxnSpLocks/>
          </p:cNvCxnSpPr>
          <p:nvPr userDrawn="1"/>
        </p:nvCxnSpPr>
        <p:spPr>
          <a:xfrm flipH="1">
            <a:off x="5272527" y="1374871"/>
            <a:ext cx="3766445" cy="1"/>
          </a:xfrm>
          <a:prstGeom prst="line">
            <a:avLst/>
          </a:prstGeom>
          <a:ln w="9525" cap="flat">
            <a:solidFill>
              <a:schemeClr val="bg2"/>
            </a:solidFill>
          </a:ln>
          <a:effectLst/>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6E54A77A-3D12-63EA-66F3-ED1B3850380D}"/>
              </a:ext>
            </a:extLst>
          </p:cNvPr>
          <p:cNvSpPr>
            <a:spLocks noGrp="1"/>
          </p:cNvSpPr>
          <p:nvPr>
            <p:ph type="title" hasCustomPrompt="1"/>
          </p:nvPr>
        </p:nvSpPr>
        <p:spPr>
          <a:xfrm>
            <a:off x="567943" y="2741195"/>
            <a:ext cx="3740914" cy="990600"/>
          </a:xfrm>
        </p:spPr>
        <p:txBody>
          <a:bodyPr anchor="b"/>
          <a:lstStyle>
            <a:lvl1pPr>
              <a:defRPr/>
            </a:lvl1pPr>
          </a:lstStyle>
          <a:p>
            <a:r>
              <a:rPr lang="en-US" err="1"/>
              <a:t>Firstname</a:t>
            </a:r>
            <a:r>
              <a:rPr lang="en-US"/>
              <a:t> </a:t>
            </a:r>
            <a:r>
              <a:rPr lang="en-US" err="1"/>
              <a:t>Lastname</a:t>
            </a:r>
            <a:endParaRPr lang="en-US"/>
          </a:p>
        </p:txBody>
      </p:sp>
      <p:sp>
        <p:nvSpPr>
          <p:cNvPr id="21" name="Text Placeholder 20">
            <a:extLst>
              <a:ext uri="{FF2B5EF4-FFF2-40B4-BE49-F238E27FC236}">
                <a16:creationId xmlns:a16="http://schemas.microsoft.com/office/drawing/2014/main" id="{1188EF8E-2193-0355-E7DC-3D4D323EB293}"/>
              </a:ext>
            </a:extLst>
          </p:cNvPr>
          <p:cNvSpPr>
            <a:spLocks noGrp="1"/>
          </p:cNvSpPr>
          <p:nvPr>
            <p:ph type="body" sz="quarter" idx="14"/>
          </p:nvPr>
        </p:nvSpPr>
        <p:spPr>
          <a:xfrm>
            <a:off x="571500" y="3924297"/>
            <a:ext cx="3740914" cy="217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25">
            <a:extLst>
              <a:ext uri="{FF2B5EF4-FFF2-40B4-BE49-F238E27FC236}">
                <a16:creationId xmlns:a16="http://schemas.microsoft.com/office/drawing/2014/main" id="{EA1F67B3-9AE4-394F-690C-1A721AF84FDE}"/>
              </a:ext>
            </a:extLst>
          </p:cNvPr>
          <p:cNvSpPr>
            <a:spLocks noGrp="1"/>
          </p:cNvSpPr>
          <p:nvPr>
            <p:ph type="body" sz="quarter" idx="17" hasCustomPrompt="1"/>
          </p:nvPr>
        </p:nvSpPr>
        <p:spPr>
          <a:xfrm>
            <a:off x="5272527" y="571500"/>
            <a:ext cx="3757173" cy="622028"/>
          </a:xfrm>
        </p:spPr>
        <p:txBody>
          <a:bodyPr anchor="b"/>
          <a:lstStyle>
            <a:lvl1pPr marL="0" indent="0">
              <a:buNone/>
              <a:defRPr sz="1200" b="1" cap="all" spc="150" baseline="0">
                <a:solidFill>
                  <a:schemeClr val="accent1"/>
                </a:solidFill>
              </a:defRPr>
            </a:lvl1pPr>
            <a:lvl2pPr marL="227012" indent="0">
              <a:buNone/>
              <a:defRPr/>
            </a:lvl2pPr>
          </a:lstStyle>
          <a:p>
            <a:pPr lvl="0"/>
            <a:r>
              <a:rPr lang="en-US"/>
              <a:t>Relevant experience</a:t>
            </a:r>
          </a:p>
        </p:txBody>
      </p:sp>
      <p:sp>
        <p:nvSpPr>
          <p:cNvPr id="23" name="Text Placeholder 22">
            <a:extLst>
              <a:ext uri="{FF2B5EF4-FFF2-40B4-BE49-F238E27FC236}">
                <a16:creationId xmlns:a16="http://schemas.microsoft.com/office/drawing/2014/main" id="{B406DB24-9BAB-801B-17BA-45ECF4C90F9C}"/>
              </a:ext>
            </a:extLst>
          </p:cNvPr>
          <p:cNvSpPr>
            <a:spLocks noGrp="1"/>
          </p:cNvSpPr>
          <p:nvPr>
            <p:ph type="body" sz="quarter" idx="15"/>
          </p:nvPr>
        </p:nvSpPr>
        <p:spPr>
          <a:xfrm>
            <a:off x="5273675" y="1562100"/>
            <a:ext cx="3765297" cy="4533896"/>
          </a:xfrm>
        </p:spPr>
        <p:txBody>
          <a:bodyPr/>
          <a:lstStyle>
            <a:lvl1pPr marL="120650" indent="-120650">
              <a:defRPr sz="1000"/>
            </a:lvl1pPr>
            <a:lvl2pPr marL="403225" indent="-176213">
              <a:defRPr sz="10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5">
            <a:extLst>
              <a:ext uri="{FF2B5EF4-FFF2-40B4-BE49-F238E27FC236}">
                <a16:creationId xmlns:a16="http://schemas.microsoft.com/office/drawing/2014/main" id="{44272DFB-858B-3160-31AA-257667556531}"/>
              </a:ext>
            </a:extLst>
          </p:cNvPr>
          <p:cNvSpPr>
            <a:spLocks noGrp="1"/>
          </p:cNvSpPr>
          <p:nvPr>
            <p:ph type="body" sz="quarter" idx="18" hasCustomPrompt="1"/>
          </p:nvPr>
        </p:nvSpPr>
        <p:spPr>
          <a:xfrm>
            <a:off x="9984258" y="571500"/>
            <a:ext cx="1620267" cy="622022"/>
          </a:xfrm>
        </p:spPr>
        <p:txBody>
          <a:bodyPr anchor="b"/>
          <a:lstStyle>
            <a:lvl1pPr marL="0" indent="0">
              <a:buNone/>
              <a:defRPr sz="1200" b="1" cap="all" spc="150" baseline="0">
                <a:solidFill>
                  <a:schemeClr val="accent1"/>
                </a:solidFill>
              </a:defRPr>
            </a:lvl1pPr>
            <a:lvl2pPr marL="227012" indent="0">
              <a:buNone/>
              <a:defRPr/>
            </a:lvl2pPr>
          </a:lstStyle>
          <a:p>
            <a:pPr lvl="0"/>
            <a:r>
              <a:rPr lang="en-US"/>
              <a:t>Skills</a:t>
            </a:r>
          </a:p>
        </p:txBody>
      </p:sp>
      <p:sp>
        <p:nvSpPr>
          <p:cNvPr id="24" name="Text Placeholder 22">
            <a:extLst>
              <a:ext uri="{FF2B5EF4-FFF2-40B4-BE49-F238E27FC236}">
                <a16:creationId xmlns:a16="http://schemas.microsoft.com/office/drawing/2014/main" id="{4CD92990-27E5-6EF1-B05C-48005CB63B1F}"/>
              </a:ext>
            </a:extLst>
          </p:cNvPr>
          <p:cNvSpPr>
            <a:spLocks noGrp="1"/>
          </p:cNvSpPr>
          <p:nvPr>
            <p:ph type="body" sz="quarter" idx="16"/>
          </p:nvPr>
        </p:nvSpPr>
        <p:spPr>
          <a:xfrm>
            <a:off x="9984258" y="1562100"/>
            <a:ext cx="1620267" cy="4533896"/>
          </a:xfrm>
        </p:spPr>
        <p:txBody>
          <a:bodyPr/>
          <a:lstStyle>
            <a:lvl1pPr marL="120650" indent="-120650">
              <a:defRPr sz="1000"/>
            </a:lvl1pPr>
            <a:lvl2pPr marL="403225" indent="-176213">
              <a:defRPr sz="10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75C91D87-AF4A-FFD7-017B-CA0304C1C907}"/>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A2902595-FEAC-6B1C-4520-58B29666C7E0}"/>
              </a:ext>
              <a:ext uri="{C183D7F6-B498-43B3-948B-1728B52AA6E4}">
                <adec:decorative xmlns:adec="http://schemas.microsoft.com/office/drawing/2017/decorative" val="1"/>
              </a:ext>
            </a:extLst>
          </p:cNvPr>
          <p:cNvSpPr>
            <a:spLocks noGrp="1"/>
          </p:cNvSpPr>
          <p:nvPr>
            <p:ph type="dt" sz="half" idx="11"/>
          </p:nvPr>
        </p:nvSpPr>
        <p:spPr/>
        <p:txBody>
          <a:bodyPr/>
          <a:lstStyle/>
          <a:p>
            <a:fld id="{2A25A080-1792-4392-BE38-5E620E52C462}" type="datetimeyyyy">
              <a:rPr lang="en-US" smtClean="0"/>
              <a:t>2026</a:t>
            </a:fld>
            <a:endParaRPr lang="en-US"/>
          </a:p>
        </p:txBody>
      </p:sp>
      <p:sp>
        <p:nvSpPr>
          <p:cNvPr id="5" name="Slide Number Placeholder 4">
            <a:extLst>
              <a:ext uri="{FF2B5EF4-FFF2-40B4-BE49-F238E27FC236}">
                <a16:creationId xmlns:a16="http://schemas.microsoft.com/office/drawing/2014/main" id="{FB782E6F-431A-7665-4546-3ED0A1E01C19}"/>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313204310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two image w/ square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23C273D-5BD8-E7E1-85A0-178676E45CC2}"/>
              </a:ext>
              <a:ext uri="{C183D7F6-B498-43B3-948B-1728B52AA6E4}">
                <adec:decorative xmlns:adec="http://schemas.microsoft.com/office/drawing/2017/decorative" val="1"/>
              </a:ext>
            </a:extLst>
          </p:cNvPr>
          <p:cNvSpPr/>
          <p:nvPr userDrawn="1"/>
        </p:nvSpPr>
        <p:spPr>
          <a:xfrm>
            <a:off x="0" y="0"/>
            <a:ext cx="6096000" cy="356235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Text Placeholder 16">
            <a:extLst>
              <a:ext uri="{FF2B5EF4-FFF2-40B4-BE49-F238E27FC236}">
                <a16:creationId xmlns:a16="http://schemas.microsoft.com/office/drawing/2014/main" id="{D098AB90-6E8A-85D3-32C9-317E798AFDFA}"/>
              </a:ext>
            </a:extLst>
          </p:cNvPr>
          <p:cNvSpPr>
            <a:spLocks noGrp="1"/>
          </p:cNvSpPr>
          <p:nvPr>
            <p:ph type="body" sz="quarter" idx="16"/>
          </p:nvPr>
        </p:nvSpPr>
        <p:spPr>
          <a:xfrm>
            <a:off x="1282700" y="557170"/>
            <a:ext cx="3759200" cy="495017"/>
          </a:xfrm>
        </p:spPr>
        <p:txBody>
          <a:bodyPr anchor="b"/>
          <a:lstStyle>
            <a:lvl1pPr marL="0" indent="0">
              <a:lnSpc>
                <a:spcPct val="90000"/>
              </a:lnSpc>
              <a:buNone/>
              <a:defRPr sz="1200" b="1" cap="all" spc="150" baseline="0">
                <a:solidFill>
                  <a:schemeClr val="bg1"/>
                </a:solidFill>
              </a:defRPr>
            </a:lvl1pPr>
          </a:lstStyle>
          <a:p>
            <a:pPr lvl="0"/>
            <a:r>
              <a:rPr lang="en-US"/>
              <a:t>Click to edit Master text styles</a:t>
            </a:r>
          </a:p>
        </p:txBody>
      </p:sp>
      <p:sp>
        <p:nvSpPr>
          <p:cNvPr id="17" name="Text Placeholder 16">
            <a:extLst>
              <a:ext uri="{FF2B5EF4-FFF2-40B4-BE49-F238E27FC236}">
                <a16:creationId xmlns:a16="http://schemas.microsoft.com/office/drawing/2014/main" id="{8AAD0F4C-FFBB-CC2D-83A4-15B41626479B}"/>
              </a:ext>
            </a:extLst>
          </p:cNvPr>
          <p:cNvSpPr>
            <a:spLocks noGrp="1"/>
          </p:cNvSpPr>
          <p:nvPr>
            <p:ph type="body" sz="quarter" idx="15"/>
          </p:nvPr>
        </p:nvSpPr>
        <p:spPr>
          <a:xfrm>
            <a:off x="1282700" y="1235034"/>
            <a:ext cx="3759200" cy="1508166"/>
          </a:xfrm>
        </p:spPr>
        <p:txBody>
          <a:bodyPr/>
          <a:lstStyle>
            <a:lvl1pPr marL="0" indent="0">
              <a:buNone/>
              <a:defRPr sz="2200">
                <a:solidFill>
                  <a:schemeClr val="bg1"/>
                </a:solidFill>
              </a:defRPr>
            </a:lvl1pPr>
          </a:lstStyle>
          <a:p>
            <a:pPr lvl="0"/>
            <a:r>
              <a:rPr lang="en-US"/>
              <a:t>Click to edit Master text styles</a:t>
            </a:r>
          </a:p>
        </p:txBody>
      </p:sp>
      <p:sp>
        <p:nvSpPr>
          <p:cNvPr id="15" name="Picture Placeholder 14">
            <a:extLst>
              <a:ext uri="{FF2B5EF4-FFF2-40B4-BE49-F238E27FC236}">
                <a16:creationId xmlns:a16="http://schemas.microsoft.com/office/drawing/2014/main" id="{297F2D4D-AB7F-7B88-CCF6-E5F697F5CAED}"/>
              </a:ext>
              <a:ext uri="{C183D7F6-B498-43B3-948B-1728B52AA6E4}">
                <adec:decorative xmlns:adec="http://schemas.microsoft.com/office/drawing/2017/decorative" val="0"/>
              </a:ext>
            </a:extLst>
          </p:cNvPr>
          <p:cNvSpPr>
            <a:spLocks noGrp="1"/>
          </p:cNvSpPr>
          <p:nvPr>
            <p:ph type="pic" sz="quarter" idx="14"/>
          </p:nvPr>
        </p:nvSpPr>
        <p:spPr>
          <a:xfrm>
            <a:off x="6096000" y="0"/>
            <a:ext cx="6102395" cy="3429000"/>
          </a:xfrm>
          <a:custGeom>
            <a:avLst/>
            <a:gdLst>
              <a:gd name="connsiteX0" fmla="*/ 0 w 6121605"/>
              <a:gd name="connsiteY0" fmla="*/ 0 h 3429000"/>
              <a:gd name="connsiteX1" fmla="*/ 6121605 w 6121605"/>
              <a:gd name="connsiteY1" fmla="*/ 0 h 3429000"/>
              <a:gd name="connsiteX2" fmla="*/ 6121605 w 6121605"/>
              <a:gd name="connsiteY2" fmla="*/ 2857489 h 3429000"/>
              <a:gd name="connsiteX3" fmla="*/ 5548895 w 6121605"/>
              <a:gd name="connsiteY3" fmla="*/ 3429000 h 3429000"/>
              <a:gd name="connsiteX4" fmla="*/ 0 w 6121605"/>
              <a:gd name="connsiteY4" fmla="*/ 3429000 h 3429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21605" h="3429000">
                <a:moveTo>
                  <a:pt x="0" y="0"/>
                </a:moveTo>
                <a:lnTo>
                  <a:pt x="6121605" y="0"/>
                </a:lnTo>
                <a:lnTo>
                  <a:pt x="6121605" y="2857489"/>
                </a:lnTo>
                <a:cubicBezTo>
                  <a:pt x="6121605" y="3173126"/>
                  <a:pt x="5865194" y="3429000"/>
                  <a:pt x="5548895" y="3429000"/>
                </a:cubicBezTo>
                <a:lnTo>
                  <a:pt x="0" y="3429000"/>
                </a:lnTo>
                <a:close/>
              </a:path>
            </a:pathLst>
          </a:custGeom>
        </p:spPr>
        <p:txBody>
          <a:bodyPr wrap="square">
            <a:noAutofit/>
          </a:bodyPr>
          <a:lstStyle/>
          <a:p>
            <a:r>
              <a:rPr lang="en-US"/>
              <a:t>Click icon to add picture</a:t>
            </a:r>
          </a:p>
        </p:txBody>
      </p:sp>
      <p:sp>
        <p:nvSpPr>
          <p:cNvPr id="12" name="Picture Placeholder 11">
            <a:extLst>
              <a:ext uri="{FF2B5EF4-FFF2-40B4-BE49-F238E27FC236}">
                <a16:creationId xmlns:a16="http://schemas.microsoft.com/office/drawing/2014/main" id="{B5409D05-3C98-D050-0D6F-2A2628CDF15A}"/>
              </a:ext>
              <a:ext uri="{C183D7F6-B498-43B3-948B-1728B52AA6E4}">
                <adec:decorative xmlns:adec="http://schemas.microsoft.com/office/drawing/2017/decorative" val="0"/>
              </a:ext>
            </a:extLst>
          </p:cNvPr>
          <p:cNvSpPr>
            <a:spLocks noGrp="1"/>
          </p:cNvSpPr>
          <p:nvPr>
            <p:ph type="pic" sz="quarter" idx="13"/>
          </p:nvPr>
        </p:nvSpPr>
        <p:spPr>
          <a:xfrm>
            <a:off x="0" y="3429000"/>
            <a:ext cx="6096000" cy="3436938"/>
          </a:xfrm>
        </p:spPr>
        <p:txBody>
          <a:bodyPr/>
          <a:lstStyle/>
          <a:p>
            <a:r>
              <a:rPr lang="en-US"/>
              <a:t>Click icon to add picture</a:t>
            </a:r>
          </a:p>
        </p:txBody>
      </p:sp>
      <p:sp>
        <p:nvSpPr>
          <p:cNvPr id="20" name="Text Placeholder 16">
            <a:extLst>
              <a:ext uri="{FF2B5EF4-FFF2-40B4-BE49-F238E27FC236}">
                <a16:creationId xmlns:a16="http://schemas.microsoft.com/office/drawing/2014/main" id="{4D365ABC-5996-98B8-0B33-725C6CAD5839}"/>
              </a:ext>
            </a:extLst>
          </p:cNvPr>
          <p:cNvSpPr>
            <a:spLocks noGrp="1"/>
          </p:cNvSpPr>
          <p:nvPr>
            <p:ph type="body" sz="quarter" idx="18"/>
          </p:nvPr>
        </p:nvSpPr>
        <p:spPr>
          <a:xfrm>
            <a:off x="7150100" y="4114800"/>
            <a:ext cx="3759200" cy="292165"/>
          </a:xfrm>
        </p:spPr>
        <p:txBody>
          <a:bodyPr anchor="b"/>
          <a:lstStyle>
            <a:lvl1pPr marL="0" indent="0">
              <a:lnSpc>
                <a:spcPct val="90000"/>
              </a:lnSpc>
              <a:buNone/>
              <a:defRPr sz="1200" b="1" cap="all" spc="150" baseline="0">
                <a:solidFill>
                  <a:schemeClr val="accent1"/>
                </a:solidFill>
              </a:defRPr>
            </a:lvl1pPr>
          </a:lstStyle>
          <a:p>
            <a:pPr lvl="0"/>
            <a:r>
              <a:rPr lang="en-US"/>
              <a:t>Click to edit Master text styles</a:t>
            </a:r>
          </a:p>
        </p:txBody>
      </p:sp>
      <p:sp>
        <p:nvSpPr>
          <p:cNvPr id="19" name="Text Placeholder 16">
            <a:extLst>
              <a:ext uri="{FF2B5EF4-FFF2-40B4-BE49-F238E27FC236}">
                <a16:creationId xmlns:a16="http://schemas.microsoft.com/office/drawing/2014/main" id="{51D26A1B-AE8E-5DFA-85FE-D7D5C971C935}"/>
              </a:ext>
            </a:extLst>
          </p:cNvPr>
          <p:cNvSpPr>
            <a:spLocks noGrp="1"/>
          </p:cNvSpPr>
          <p:nvPr>
            <p:ph type="body" sz="quarter" idx="17"/>
          </p:nvPr>
        </p:nvSpPr>
        <p:spPr>
          <a:xfrm>
            <a:off x="7150100" y="4589811"/>
            <a:ext cx="3759200" cy="1696687"/>
          </a:xfrm>
        </p:spPr>
        <p:txBody>
          <a:bodyPr/>
          <a:lstStyle>
            <a:lvl1pPr marL="0" indent="0">
              <a:buNone/>
              <a:defRPr sz="2200"/>
            </a:lvl1pPr>
          </a:lstStyle>
          <a:p>
            <a:pPr lvl="0"/>
            <a:r>
              <a:rPr lang="en-US"/>
              <a:t>Click to edit Master text styles</a:t>
            </a:r>
          </a:p>
        </p:txBody>
      </p:sp>
      <p:sp>
        <p:nvSpPr>
          <p:cNvPr id="3" name="Footer Placeholder 2">
            <a:extLst>
              <a:ext uri="{FF2B5EF4-FFF2-40B4-BE49-F238E27FC236}">
                <a16:creationId xmlns:a16="http://schemas.microsoft.com/office/drawing/2014/main" id="{D109148D-2336-4FD5-7678-BEC7A9C269E4}"/>
              </a:ext>
              <a:ext uri="{C183D7F6-B498-43B3-948B-1728B52AA6E4}">
                <adec:decorative xmlns:adec="http://schemas.microsoft.com/office/drawing/2017/decorative" val="1"/>
              </a:ext>
            </a:extLst>
          </p:cNvPr>
          <p:cNvSpPr>
            <a:spLocks noGrp="1"/>
          </p:cNvSpPr>
          <p:nvPr>
            <p:ph type="ftr" sz="quarter" idx="10"/>
          </p:nvPr>
        </p:nvSpPr>
        <p:spPr>
          <a:xfrm>
            <a:off x="1645217" y="6503670"/>
            <a:ext cx="4023360" cy="137160"/>
          </a:xfrm>
        </p:spPr>
        <p:txBody>
          <a:bodyPr/>
          <a:lstStyle>
            <a:lvl1pPr>
              <a:defRPr>
                <a:solidFill>
                  <a:schemeClr val="tx2"/>
                </a:solidFill>
              </a:defRPr>
            </a:lvl1pPr>
          </a:lstStyle>
          <a:p>
            <a:r>
              <a:rPr lang="en-US"/>
              <a:t>Slalom. All Rights Reserved. Proprietary and Confidential.</a:t>
            </a:r>
          </a:p>
        </p:txBody>
      </p:sp>
      <p:sp>
        <p:nvSpPr>
          <p:cNvPr id="4" name="Date Placeholder 3">
            <a:extLst>
              <a:ext uri="{FF2B5EF4-FFF2-40B4-BE49-F238E27FC236}">
                <a16:creationId xmlns:a16="http://schemas.microsoft.com/office/drawing/2014/main" id="{9AE54A5D-BF91-532F-80BF-59D69DE99078}"/>
              </a:ext>
              <a:ext uri="{C183D7F6-B498-43B3-948B-1728B52AA6E4}">
                <adec:decorative xmlns:adec="http://schemas.microsoft.com/office/drawing/2017/decorative" val="1"/>
              </a:ext>
            </a:extLst>
          </p:cNvPr>
          <p:cNvSpPr>
            <a:spLocks noGrp="1"/>
          </p:cNvSpPr>
          <p:nvPr>
            <p:ph type="dt" sz="half" idx="11"/>
          </p:nvPr>
        </p:nvSpPr>
        <p:spPr/>
        <p:txBody>
          <a:bodyPr/>
          <a:lstStyle>
            <a:lvl1pPr>
              <a:defRPr>
                <a:solidFill>
                  <a:schemeClr val="tx2"/>
                </a:solidFill>
              </a:defRPr>
            </a:lvl1pPr>
          </a:lstStyle>
          <a:p>
            <a:fld id="{AC09F21D-86C0-48B1-8956-21A994161978}" type="datetimeyyyy">
              <a:rPr lang="en-US" smtClean="0"/>
              <a:t>2026</a:t>
            </a:fld>
            <a:endParaRPr lang="en-US"/>
          </a:p>
        </p:txBody>
      </p:sp>
      <p:sp>
        <p:nvSpPr>
          <p:cNvPr id="5" name="Slide Number Placeholder 4">
            <a:extLst>
              <a:ext uri="{FF2B5EF4-FFF2-40B4-BE49-F238E27FC236}">
                <a16:creationId xmlns:a16="http://schemas.microsoft.com/office/drawing/2014/main" id="{9B30DC17-FAF7-CEE9-ACB8-56A8FF40F775}"/>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
        <p:nvSpPr>
          <p:cNvPr id="7" name="Text Placeholder 28">
            <a:extLst>
              <a:ext uri="{FF2B5EF4-FFF2-40B4-BE49-F238E27FC236}">
                <a16:creationId xmlns:a16="http://schemas.microsoft.com/office/drawing/2014/main" id="{7E377AD8-A33C-6129-93D3-533202357423}"/>
              </a:ext>
              <a:ext uri="{C183D7F6-B498-43B3-948B-1728B52AA6E4}">
                <adec:decorative xmlns:adec="http://schemas.microsoft.com/office/drawing/2017/decorative" val="1"/>
              </a:ext>
            </a:extLst>
          </p:cNvPr>
          <p:cNvSpPr>
            <a:spLocks noGrp="1" noChangeAspect="1"/>
          </p:cNvSpPr>
          <p:nvPr>
            <p:ph type="body" sz="quarter" idx="21"/>
          </p:nvPr>
        </p:nvSpPr>
        <p:spPr>
          <a:xfrm>
            <a:off x="576072" y="6473952"/>
            <a:ext cx="562041" cy="146304"/>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accent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sp>
        <p:nvSpPr>
          <p:cNvPr id="28" name="Text Placeholder 27">
            <a:extLst>
              <a:ext uri="{FF2B5EF4-FFF2-40B4-BE49-F238E27FC236}">
                <a16:creationId xmlns:a16="http://schemas.microsoft.com/office/drawing/2014/main" id="{8C82ECBB-508A-C0BD-C854-09FC9EE69CAD}"/>
              </a:ext>
              <a:ext uri="{C183D7F6-B498-43B3-948B-1728B52AA6E4}">
                <adec:decorative xmlns:adec="http://schemas.microsoft.com/office/drawing/2017/decorative" val="1"/>
              </a:ext>
            </a:extLst>
          </p:cNvPr>
          <p:cNvSpPr>
            <a:spLocks noGrp="1"/>
          </p:cNvSpPr>
          <p:nvPr>
            <p:ph type="body" sz="quarter" idx="22"/>
          </p:nvPr>
        </p:nvSpPr>
        <p:spPr>
          <a:xfrm>
            <a:off x="1298448" y="6539765"/>
            <a:ext cx="79604" cy="78785"/>
          </a:xfrm>
          <a:custGeom>
            <a:avLst/>
            <a:gdLst>
              <a:gd name="connsiteX0" fmla="*/ 40876 w 79604"/>
              <a:gd name="connsiteY0" fmla="*/ 15295 h 78785"/>
              <a:gd name="connsiteX1" fmla="*/ 50545 w 79604"/>
              <a:gd name="connsiteY1" fmla="*/ 17495 h 78785"/>
              <a:gd name="connsiteX2" fmla="*/ 57810 w 79604"/>
              <a:gd name="connsiteY2" fmla="*/ 23583 h 78785"/>
              <a:gd name="connsiteX3" fmla="*/ 52387 w 79604"/>
              <a:gd name="connsiteY3" fmla="*/ 27778 h 78785"/>
              <a:gd name="connsiteX4" fmla="*/ 47808 w 79604"/>
              <a:gd name="connsiteY4" fmla="*/ 23532 h 78785"/>
              <a:gd name="connsiteX5" fmla="*/ 41081 w 79604"/>
              <a:gd name="connsiteY5" fmla="*/ 21588 h 78785"/>
              <a:gd name="connsiteX6" fmla="*/ 34098 w 79604"/>
              <a:gd name="connsiteY6" fmla="*/ 22995 h 78785"/>
              <a:gd name="connsiteX7" fmla="*/ 28854 w 79604"/>
              <a:gd name="connsiteY7" fmla="*/ 26806 h 78785"/>
              <a:gd name="connsiteX8" fmla="*/ 25554 w 79604"/>
              <a:gd name="connsiteY8" fmla="*/ 32306 h 78785"/>
              <a:gd name="connsiteX9" fmla="*/ 24403 w 79604"/>
              <a:gd name="connsiteY9" fmla="*/ 38880 h 78785"/>
              <a:gd name="connsiteX10" fmla="*/ 25503 w 79604"/>
              <a:gd name="connsiteY10" fmla="*/ 45454 h 78785"/>
              <a:gd name="connsiteX11" fmla="*/ 28751 w 79604"/>
              <a:gd name="connsiteY11" fmla="*/ 51005 h 78785"/>
              <a:gd name="connsiteX12" fmla="*/ 33944 w 79604"/>
              <a:gd name="connsiteY12" fmla="*/ 54842 h 78785"/>
              <a:gd name="connsiteX13" fmla="*/ 40876 w 79604"/>
              <a:gd name="connsiteY13" fmla="*/ 56274 h 78785"/>
              <a:gd name="connsiteX14" fmla="*/ 47450 w 79604"/>
              <a:gd name="connsiteY14" fmla="*/ 54688 h 78785"/>
              <a:gd name="connsiteX15" fmla="*/ 53206 w 79604"/>
              <a:gd name="connsiteY15" fmla="*/ 49470 h 78785"/>
              <a:gd name="connsiteX16" fmla="*/ 58680 w 79604"/>
              <a:gd name="connsiteY16" fmla="*/ 53000 h 78785"/>
              <a:gd name="connsiteX17" fmla="*/ 51671 w 79604"/>
              <a:gd name="connsiteY17" fmla="*/ 59727 h 78785"/>
              <a:gd name="connsiteX18" fmla="*/ 40876 w 79604"/>
              <a:gd name="connsiteY18" fmla="*/ 62567 h 78785"/>
              <a:gd name="connsiteX19" fmla="*/ 31360 w 79604"/>
              <a:gd name="connsiteY19" fmla="*/ 60776 h 78785"/>
              <a:gd name="connsiteX20" fmla="*/ 23866 w 79604"/>
              <a:gd name="connsiteY20" fmla="*/ 55839 h 78785"/>
              <a:gd name="connsiteX21" fmla="*/ 18954 w 79604"/>
              <a:gd name="connsiteY21" fmla="*/ 48344 h 78785"/>
              <a:gd name="connsiteX22" fmla="*/ 17189 w 79604"/>
              <a:gd name="connsiteY22" fmla="*/ 38880 h 78785"/>
              <a:gd name="connsiteX23" fmla="*/ 18954 w 79604"/>
              <a:gd name="connsiteY23" fmla="*/ 29415 h 78785"/>
              <a:gd name="connsiteX24" fmla="*/ 23866 w 79604"/>
              <a:gd name="connsiteY24" fmla="*/ 21997 h 78785"/>
              <a:gd name="connsiteX25" fmla="*/ 31360 w 79604"/>
              <a:gd name="connsiteY25" fmla="*/ 17086 h 78785"/>
              <a:gd name="connsiteX26" fmla="*/ 40876 w 79604"/>
              <a:gd name="connsiteY26" fmla="*/ 15295 h 78785"/>
              <a:gd name="connsiteX27" fmla="*/ 39904 w 79604"/>
              <a:gd name="connsiteY27" fmla="*/ 5883 h 78785"/>
              <a:gd name="connsiteX28" fmla="*/ 26858 w 79604"/>
              <a:gd name="connsiteY28" fmla="*/ 8543 h 78785"/>
              <a:gd name="connsiteX29" fmla="*/ 16166 w 79604"/>
              <a:gd name="connsiteY29" fmla="*/ 15757 h 78785"/>
              <a:gd name="connsiteX30" fmla="*/ 8953 w 79604"/>
              <a:gd name="connsiteY30" fmla="*/ 26449 h 78785"/>
              <a:gd name="connsiteX31" fmla="*/ 6292 w 79604"/>
              <a:gd name="connsiteY31" fmla="*/ 39495 h 78785"/>
              <a:gd name="connsiteX32" fmla="*/ 8953 w 79604"/>
              <a:gd name="connsiteY32" fmla="*/ 52489 h 78785"/>
              <a:gd name="connsiteX33" fmla="*/ 16166 w 79604"/>
              <a:gd name="connsiteY33" fmla="*/ 63131 h 78785"/>
              <a:gd name="connsiteX34" fmla="*/ 26858 w 79604"/>
              <a:gd name="connsiteY34" fmla="*/ 70293 h 78785"/>
              <a:gd name="connsiteX35" fmla="*/ 39904 w 79604"/>
              <a:gd name="connsiteY35" fmla="*/ 72902 h 78785"/>
              <a:gd name="connsiteX36" fmla="*/ 52899 w 79604"/>
              <a:gd name="connsiteY36" fmla="*/ 70293 h 78785"/>
              <a:gd name="connsiteX37" fmla="*/ 63540 w 79604"/>
              <a:gd name="connsiteY37" fmla="*/ 63131 h 78785"/>
              <a:gd name="connsiteX38" fmla="*/ 70728 w 79604"/>
              <a:gd name="connsiteY38" fmla="*/ 52489 h 78785"/>
              <a:gd name="connsiteX39" fmla="*/ 73363 w 79604"/>
              <a:gd name="connsiteY39" fmla="*/ 39495 h 78785"/>
              <a:gd name="connsiteX40" fmla="*/ 70728 w 79604"/>
              <a:gd name="connsiteY40" fmla="*/ 26449 h 78785"/>
              <a:gd name="connsiteX41" fmla="*/ 63540 w 79604"/>
              <a:gd name="connsiteY41" fmla="*/ 15757 h 78785"/>
              <a:gd name="connsiteX42" fmla="*/ 52899 w 79604"/>
              <a:gd name="connsiteY42" fmla="*/ 8543 h 78785"/>
              <a:gd name="connsiteX43" fmla="*/ 39904 w 79604"/>
              <a:gd name="connsiteY43" fmla="*/ 5883 h 78785"/>
              <a:gd name="connsiteX44" fmla="*/ 39904 w 79604"/>
              <a:gd name="connsiteY44" fmla="*/ 0 h 78785"/>
              <a:gd name="connsiteX45" fmla="*/ 55329 w 79604"/>
              <a:gd name="connsiteY45" fmla="*/ 3095 h 78785"/>
              <a:gd name="connsiteX46" fmla="*/ 67965 w 79604"/>
              <a:gd name="connsiteY46" fmla="*/ 11536 h 78785"/>
              <a:gd name="connsiteX47" fmla="*/ 76483 w 79604"/>
              <a:gd name="connsiteY47" fmla="*/ 24045 h 78785"/>
              <a:gd name="connsiteX48" fmla="*/ 79604 w 79604"/>
              <a:gd name="connsiteY48" fmla="*/ 39495 h 78785"/>
              <a:gd name="connsiteX49" fmla="*/ 76483 w 79604"/>
              <a:gd name="connsiteY49" fmla="*/ 54843 h 78785"/>
              <a:gd name="connsiteX50" fmla="*/ 67965 w 79604"/>
              <a:gd name="connsiteY50" fmla="*/ 67351 h 78785"/>
              <a:gd name="connsiteX51" fmla="*/ 55329 w 79604"/>
              <a:gd name="connsiteY51" fmla="*/ 75741 h 78785"/>
              <a:gd name="connsiteX52" fmla="*/ 39904 w 79604"/>
              <a:gd name="connsiteY52" fmla="*/ 78785 h 78785"/>
              <a:gd name="connsiteX53" fmla="*/ 24352 w 79604"/>
              <a:gd name="connsiteY53" fmla="*/ 75741 h 78785"/>
              <a:gd name="connsiteX54" fmla="*/ 11690 w 79604"/>
              <a:gd name="connsiteY54" fmla="*/ 67351 h 78785"/>
              <a:gd name="connsiteX55" fmla="*/ 3146 w 79604"/>
              <a:gd name="connsiteY55" fmla="*/ 54843 h 78785"/>
              <a:gd name="connsiteX56" fmla="*/ 0 w 79604"/>
              <a:gd name="connsiteY56" fmla="*/ 39495 h 78785"/>
              <a:gd name="connsiteX57" fmla="*/ 3146 w 79604"/>
              <a:gd name="connsiteY57" fmla="*/ 24045 h 78785"/>
              <a:gd name="connsiteX58" fmla="*/ 11690 w 79604"/>
              <a:gd name="connsiteY58" fmla="*/ 11536 h 78785"/>
              <a:gd name="connsiteX59" fmla="*/ 24352 w 79604"/>
              <a:gd name="connsiteY59" fmla="*/ 3095 h 78785"/>
              <a:gd name="connsiteX60" fmla="*/ 39904 w 79604"/>
              <a:gd name="connsiteY60" fmla="*/ 0 h 78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79604" h="78785">
                <a:moveTo>
                  <a:pt x="40876" y="15295"/>
                </a:moveTo>
                <a:cubicBezTo>
                  <a:pt x="44219" y="15295"/>
                  <a:pt x="47442" y="16029"/>
                  <a:pt x="50545" y="17495"/>
                </a:cubicBezTo>
                <a:cubicBezTo>
                  <a:pt x="53649" y="18962"/>
                  <a:pt x="56071" y="20991"/>
                  <a:pt x="57810" y="23583"/>
                </a:cubicBezTo>
                <a:lnTo>
                  <a:pt x="52387" y="27778"/>
                </a:lnTo>
                <a:cubicBezTo>
                  <a:pt x="51398" y="26243"/>
                  <a:pt x="49872" y="24828"/>
                  <a:pt x="47808" y="23532"/>
                </a:cubicBezTo>
                <a:cubicBezTo>
                  <a:pt x="45745" y="22236"/>
                  <a:pt x="43502" y="21588"/>
                  <a:pt x="41081" y="21588"/>
                </a:cubicBezTo>
                <a:cubicBezTo>
                  <a:pt x="38489" y="21588"/>
                  <a:pt x="36161" y="22057"/>
                  <a:pt x="34098" y="22995"/>
                </a:cubicBezTo>
                <a:cubicBezTo>
                  <a:pt x="32034" y="23933"/>
                  <a:pt x="30286" y="25203"/>
                  <a:pt x="28854" y="26806"/>
                </a:cubicBezTo>
                <a:cubicBezTo>
                  <a:pt x="27421" y="28409"/>
                  <a:pt x="26321" y="30242"/>
                  <a:pt x="25554" y="32306"/>
                </a:cubicBezTo>
                <a:cubicBezTo>
                  <a:pt x="24786" y="34369"/>
                  <a:pt x="24403" y="36561"/>
                  <a:pt x="24403" y="38880"/>
                </a:cubicBezTo>
                <a:cubicBezTo>
                  <a:pt x="24403" y="41165"/>
                  <a:pt x="24769" y="43356"/>
                  <a:pt x="25503" y="45454"/>
                </a:cubicBezTo>
                <a:cubicBezTo>
                  <a:pt x="26236" y="47551"/>
                  <a:pt x="27319" y="49402"/>
                  <a:pt x="28751" y="51005"/>
                </a:cubicBezTo>
                <a:cubicBezTo>
                  <a:pt x="30184" y="52608"/>
                  <a:pt x="31915" y="53887"/>
                  <a:pt x="33944" y="54842"/>
                </a:cubicBezTo>
                <a:cubicBezTo>
                  <a:pt x="35973" y="55797"/>
                  <a:pt x="38284" y="56274"/>
                  <a:pt x="40876" y="56274"/>
                </a:cubicBezTo>
                <a:cubicBezTo>
                  <a:pt x="43093" y="56274"/>
                  <a:pt x="45284" y="55746"/>
                  <a:pt x="47450" y="54688"/>
                </a:cubicBezTo>
                <a:cubicBezTo>
                  <a:pt x="49616" y="53631"/>
                  <a:pt x="51534" y="51891"/>
                  <a:pt x="53206" y="49470"/>
                </a:cubicBezTo>
                <a:lnTo>
                  <a:pt x="58680" y="53000"/>
                </a:lnTo>
                <a:cubicBezTo>
                  <a:pt x="57009" y="55592"/>
                  <a:pt x="54672" y="57835"/>
                  <a:pt x="51671" y="59727"/>
                </a:cubicBezTo>
                <a:cubicBezTo>
                  <a:pt x="48670" y="61620"/>
                  <a:pt x="45071" y="62567"/>
                  <a:pt x="40876" y="62567"/>
                </a:cubicBezTo>
                <a:cubicBezTo>
                  <a:pt x="37431" y="62567"/>
                  <a:pt x="34260" y="61970"/>
                  <a:pt x="31360" y="60776"/>
                </a:cubicBezTo>
                <a:cubicBezTo>
                  <a:pt x="28461" y="59583"/>
                  <a:pt x="25963" y="57937"/>
                  <a:pt x="23866" y="55839"/>
                </a:cubicBezTo>
                <a:cubicBezTo>
                  <a:pt x="21768" y="53742"/>
                  <a:pt x="20131" y="51243"/>
                  <a:pt x="18954" y="48344"/>
                </a:cubicBezTo>
                <a:cubicBezTo>
                  <a:pt x="17778" y="45445"/>
                  <a:pt x="17189" y="42291"/>
                  <a:pt x="17189" y="38880"/>
                </a:cubicBezTo>
                <a:cubicBezTo>
                  <a:pt x="17189" y="35435"/>
                  <a:pt x="17778" y="32280"/>
                  <a:pt x="18954" y="29415"/>
                </a:cubicBezTo>
                <a:cubicBezTo>
                  <a:pt x="20131" y="26550"/>
                  <a:pt x="21768" y="24078"/>
                  <a:pt x="23866" y="21997"/>
                </a:cubicBezTo>
                <a:cubicBezTo>
                  <a:pt x="25963" y="19917"/>
                  <a:pt x="28461" y="18280"/>
                  <a:pt x="31360" y="17086"/>
                </a:cubicBezTo>
                <a:cubicBezTo>
                  <a:pt x="34260" y="15892"/>
                  <a:pt x="37431" y="15295"/>
                  <a:pt x="40876" y="15295"/>
                </a:cubicBezTo>
                <a:close/>
                <a:moveTo>
                  <a:pt x="39904" y="5883"/>
                </a:moveTo>
                <a:cubicBezTo>
                  <a:pt x="35300" y="5883"/>
                  <a:pt x="30951" y="6770"/>
                  <a:pt x="26858" y="8543"/>
                </a:cubicBezTo>
                <a:cubicBezTo>
                  <a:pt x="22766" y="10317"/>
                  <a:pt x="19202" y="12721"/>
                  <a:pt x="16166" y="15757"/>
                </a:cubicBezTo>
                <a:cubicBezTo>
                  <a:pt x="13131" y="18792"/>
                  <a:pt x="10726" y="22356"/>
                  <a:pt x="8953" y="26449"/>
                </a:cubicBezTo>
                <a:cubicBezTo>
                  <a:pt x="7179" y="30542"/>
                  <a:pt x="6292" y="34890"/>
                  <a:pt x="6292" y="39495"/>
                </a:cubicBezTo>
                <a:cubicBezTo>
                  <a:pt x="6292" y="44099"/>
                  <a:pt x="7179" y="48431"/>
                  <a:pt x="8953" y="52489"/>
                </a:cubicBezTo>
                <a:cubicBezTo>
                  <a:pt x="10726" y="56548"/>
                  <a:pt x="13131" y="60095"/>
                  <a:pt x="16166" y="63131"/>
                </a:cubicBezTo>
                <a:cubicBezTo>
                  <a:pt x="19202" y="66166"/>
                  <a:pt x="22766" y="68554"/>
                  <a:pt x="26858" y="70293"/>
                </a:cubicBezTo>
                <a:cubicBezTo>
                  <a:pt x="30951" y="72032"/>
                  <a:pt x="35300" y="72902"/>
                  <a:pt x="39904" y="72902"/>
                </a:cubicBezTo>
                <a:cubicBezTo>
                  <a:pt x="44509" y="72902"/>
                  <a:pt x="48840" y="72032"/>
                  <a:pt x="52899" y="70293"/>
                </a:cubicBezTo>
                <a:cubicBezTo>
                  <a:pt x="56957" y="68554"/>
                  <a:pt x="60504" y="66166"/>
                  <a:pt x="63540" y="63131"/>
                </a:cubicBezTo>
                <a:cubicBezTo>
                  <a:pt x="66575" y="60095"/>
                  <a:pt x="68971" y="56548"/>
                  <a:pt x="70728" y="52489"/>
                </a:cubicBezTo>
                <a:cubicBezTo>
                  <a:pt x="72484" y="48431"/>
                  <a:pt x="73363" y="44099"/>
                  <a:pt x="73363" y="39495"/>
                </a:cubicBezTo>
                <a:cubicBezTo>
                  <a:pt x="73363" y="34890"/>
                  <a:pt x="72484" y="30542"/>
                  <a:pt x="70728" y="26449"/>
                </a:cubicBezTo>
                <a:cubicBezTo>
                  <a:pt x="68971" y="22356"/>
                  <a:pt x="66575" y="18792"/>
                  <a:pt x="63540" y="15757"/>
                </a:cubicBezTo>
                <a:cubicBezTo>
                  <a:pt x="60504" y="12721"/>
                  <a:pt x="56957" y="10317"/>
                  <a:pt x="52899" y="8543"/>
                </a:cubicBezTo>
                <a:cubicBezTo>
                  <a:pt x="48840" y="6770"/>
                  <a:pt x="44509" y="5883"/>
                  <a:pt x="39904" y="5883"/>
                </a:cubicBezTo>
                <a:close/>
                <a:moveTo>
                  <a:pt x="39904" y="0"/>
                </a:moveTo>
                <a:cubicBezTo>
                  <a:pt x="45361" y="0"/>
                  <a:pt x="50503" y="1031"/>
                  <a:pt x="55329" y="3095"/>
                </a:cubicBezTo>
                <a:cubicBezTo>
                  <a:pt x="60155" y="5158"/>
                  <a:pt x="64367" y="7972"/>
                  <a:pt x="67965" y="11536"/>
                </a:cubicBezTo>
                <a:cubicBezTo>
                  <a:pt x="71563" y="15100"/>
                  <a:pt x="74403" y="19270"/>
                  <a:pt x="76483" y="24045"/>
                </a:cubicBezTo>
                <a:cubicBezTo>
                  <a:pt x="78564" y="28819"/>
                  <a:pt x="79604" y="33970"/>
                  <a:pt x="79604" y="39495"/>
                </a:cubicBezTo>
                <a:cubicBezTo>
                  <a:pt x="79604" y="44952"/>
                  <a:pt x="78564" y="50068"/>
                  <a:pt x="76483" y="54843"/>
                </a:cubicBezTo>
                <a:cubicBezTo>
                  <a:pt x="74403" y="59618"/>
                  <a:pt x="71563" y="63787"/>
                  <a:pt x="67965" y="67351"/>
                </a:cubicBezTo>
                <a:cubicBezTo>
                  <a:pt x="64367" y="70915"/>
                  <a:pt x="60155" y="73712"/>
                  <a:pt x="55329" y="75741"/>
                </a:cubicBezTo>
                <a:cubicBezTo>
                  <a:pt x="50503" y="77771"/>
                  <a:pt x="45361" y="78785"/>
                  <a:pt x="39904" y="78785"/>
                </a:cubicBezTo>
                <a:cubicBezTo>
                  <a:pt x="34379" y="78785"/>
                  <a:pt x="29195" y="77771"/>
                  <a:pt x="24352" y="75741"/>
                </a:cubicBezTo>
                <a:cubicBezTo>
                  <a:pt x="19508" y="73712"/>
                  <a:pt x="15288" y="70915"/>
                  <a:pt x="11690" y="67351"/>
                </a:cubicBezTo>
                <a:cubicBezTo>
                  <a:pt x="8091" y="63787"/>
                  <a:pt x="5243" y="59618"/>
                  <a:pt x="3146" y="54843"/>
                </a:cubicBezTo>
                <a:cubicBezTo>
                  <a:pt x="1048" y="50068"/>
                  <a:pt x="0" y="44952"/>
                  <a:pt x="0" y="39495"/>
                </a:cubicBezTo>
                <a:cubicBezTo>
                  <a:pt x="0" y="33970"/>
                  <a:pt x="1048" y="28819"/>
                  <a:pt x="3146" y="24045"/>
                </a:cubicBezTo>
                <a:cubicBezTo>
                  <a:pt x="5243" y="19270"/>
                  <a:pt x="8091" y="15100"/>
                  <a:pt x="11690" y="11536"/>
                </a:cubicBezTo>
                <a:cubicBezTo>
                  <a:pt x="15288" y="7972"/>
                  <a:pt x="19508" y="5158"/>
                  <a:pt x="24352" y="3095"/>
                </a:cubicBezTo>
                <a:cubicBezTo>
                  <a:pt x="29195" y="1031"/>
                  <a:pt x="34379" y="0"/>
                  <a:pt x="39904" y="0"/>
                </a:cubicBezTo>
                <a:close/>
              </a:path>
            </a:pathLst>
          </a:custGeom>
          <a:solidFill>
            <a:schemeClr val="tx2"/>
          </a:solidFill>
        </p:spPr>
        <p:txBody>
          <a:bodyPr wrap="square">
            <a:noAutofit/>
          </a:bodyPr>
          <a:lstStyle>
            <a:lvl1pPr marL="0" indent="0">
              <a:buNone/>
              <a:defRPr sz="100">
                <a:noFill/>
              </a:defRPr>
            </a:lvl1pPr>
            <a:lvl2pPr marL="227012" indent="0">
              <a:buNone/>
              <a:defRPr sz="400"/>
            </a:lvl2pPr>
            <a:lvl3pPr marL="460375" indent="0">
              <a:buNone/>
              <a:defRPr sz="400"/>
            </a:lvl3pPr>
            <a:lvl4pPr marL="625475" indent="0">
              <a:buNone/>
              <a:defRPr sz="400"/>
            </a:lvl4pPr>
            <a:lvl5pPr marL="798513" indent="0">
              <a:buNone/>
              <a:defRPr sz="400"/>
            </a:lvl5pPr>
          </a:lstStyle>
          <a:p>
            <a:pPr lvl="0"/>
            <a:r>
              <a:rPr lang="en-US"/>
              <a:t>Click to edit Master text styles</a:t>
            </a:r>
          </a:p>
        </p:txBody>
      </p:sp>
    </p:spTree>
    <p:extLst>
      <p:ext uri="{BB962C8B-B14F-4D97-AF65-F5344CB8AC3E}">
        <p14:creationId xmlns:p14="http://schemas.microsoft.com/office/powerpoint/2010/main" val="1424038697"/>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A8DF4D-2C25-47CD-B972-F229DD600E7A}"/>
              </a:ext>
              <a:ext uri="{C183D7F6-B498-43B3-948B-1728B52AA6E4}">
                <adec:decorative xmlns:adec="http://schemas.microsoft.com/office/drawing/2017/decorative" val="1"/>
              </a:ext>
            </a:extLst>
          </p:cNvPr>
          <p:cNvSpPr>
            <a:spLocks noGrp="1"/>
          </p:cNvSpPr>
          <p:nvPr>
            <p:ph type="dt" sz="half" idx="10"/>
          </p:nvPr>
        </p:nvSpPr>
        <p:spPr/>
        <p:txBody>
          <a:bodyPr/>
          <a:lstStyle/>
          <a:p>
            <a:fld id="{1A5677DA-750D-4E26-A317-2E82EE9A7E3B}" type="datetimeyyyy">
              <a:rPr lang="en-US" smtClean="0"/>
              <a:t>2026</a:t>
            </a:fld>
            <a:endParaRPr lang="en-US"/>
          </a:p>
        </p:txBody>
      </p:sp>
      <p:sp>
        <p:nvSpPr>
          <p:cNvPr id="6" name="Footer Placeholder 5">
            <a:extLst>
              <a:ext uri="{FF2B5EF4-FFF2-40B4-BE49-F238E27FC236}">
                <a16:creationId xmlns:a16="http://schemas.microsoft.com/office/drawing/2014/main" id="{5BFD038B-25CD-4FF4-8116-1F3AAE140F2C}"/>
              </a:ext>
              <a:ext uri="{C183D7F6-B498-43B3-948B-1728B52AA6E4}">
                <adec:decorative xmlns:adec="http://schemas.microsoft.com/office/drawing/2017/decorative" val="1"/>
              </a:ext>
            </a:extLst>
          </p:cNvPr>
          <p:cNvSpPr>
            <a:spLocks noGrp="1"/>
          </p:cNvSpPr>
          <p:nvPr>
            <p:ph type="ftr" sz="quarter" idx="11"/>
          </p:nvPr>
        </p:nvSpPr>
        <p:spPr/>
        <p:txBody>
          <a:bodyPr/>
          <a:lstStyle/>
          <a:p>
            <a:r>
              <a:rPr lang="en-US"/>
              <a:t>Slalom. All Rights Reserved. Proprietary and Confidential.</a:t>
            </a:r>
          </a:p>
        </p:txBody>
      </p:sp>
      <p:sp>
        <p:nvSpPr>
          <p:cNvPr id="7" name="Slide Number Placeholder 6">
            <a:extLst>
              <a:ext uri="{FF2B5EF4-FFF2-40B4-BE49-F238E27FC236}">
                <a16:creationId xmlns:a16="http://schemas.microsoft.com/office/drawing/2014/main" id="{48248339-A58D-4E9B-ACEE-43A5709606F7}"/>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6732859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Blank 2">
    <p:bg>
      <p:bgPr>
        <a:solidFill>
          <a:schemeClr val="accent2"/>
        </a:solidFill>
        <a:effectLst/>
      </p:bgPr>
    </p:bg>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A8DF4D-2C25-47CD-B972-F229DD600E7A}"/>
              </a:ext>
              <a:ext uri="{C183D7F6-B498-43B3-948B-1728B52AA6E4}">
                <adec:decorative xmlns:adec="http://schemas.microsoft.com/office/drawing/2017/decorative" val="1"/>
              </a:ext>
            </a:extLst>
          </p:cNvPr>
          <p:cNvSpPr>
            <a:spLocks noGrp="1"/>
          </p:cNvSpPr>
          <p:nvPr>
            <p:ph type="dt" sz="half" idx="10"/>
          </p:nvPr>
        </p:nvSpPr>
        <p:spPr/>
        <p:txBody>
          <a:bodyPr/>
          <a:lstStyle>
            <a:lvl1pPr>
              <a:defRPr>
                <a:solidFill>
                  <a:schemeClr val="tx1"/>
                </a:solidFill>
              </a:defRPr>
            </a:lvl1pPr>
          </a:lstStyle>
          <a:p>
            <a:fld id="{99004FBB-F6D2-4FB3-A70E-EF890FAC946B}" type="datetimeyyyy">
              <a:rPr lang="en-US" smtClean="0"/>
              <a:t>2026</a:t>
            </a:fld>
            <a:endParaRPr lang="en-US"/>
          </a:p>
        </p:txBody>
      </p:sp>
      <p:sp>
        <p:nvSpPr>
          <p:cNvPr id="6" name="Footer Placeholder 5">
            <a:extLst>
              <a:ext uri="{FF2B5EF4-FFF2-40B4-BE49-F238E27FC236}">
                <a16:creationId xmlns:a16="http://schemas.microsoft.com/office/drawing/2014/main" id="{5BFD038B-25CD-4FF4-8116-1F3AAE140F2C}"/>
              </a:ext>
              <a:ext uri="{C183D7F6-B498-43B3-948B-1728B52AA6E4}">
                <adec:decorative xmlns:adec="http://schemas.microsoft.com/office/drawing/2017/decorative" val="1"/>
              </a:ext>
            </a:extLst>
          </p:cNvPr>
          <p:cNvSpPr>
            <a:spLocks noGrp="1"/>
          </p:cNvSpPr>
          <p:nvPr>
            <p:ph type="ftr" sz="quarter" idx="11"/>
          </p:nvPr>
        </p:nvSpPr>
        <p:spPr/>
        <p:txBody>
          <a:bodyPr/>
          <a:lstStyle>
            <a:lvl1pPr>
              <a:defRPr>
                <a:solidFill>
                  <a:schemeClr val="tx1"/>
                </a:solidFill>
              </a:defRPr>
            </a:lvl1pPr>
          </a:lstStyle>
          <a:p>
            <a:r>
              <a:rPr lang="en-US"/>
              <a:t>Slalom. All Rights Reserved. Proprietary and Confidential.</a:t>
            </a:r>
          </a:p>
        </p:txBody>
      </p:sp>
      <p:sp>
        <p:nvSpPr>
          <p:cNvPr id="7" name="Slide Number Placeholder 6">
            <a:extLst>
              <a:ext uri="{FF2B5EF4-FFF2-40B4-BE49-F238E27FC236}">
                <a16:creationId xmlns:a16="http://schemas.microsoft.com/office/drawing/2014/main" id="{48248339-A58D-4E9B-ACEE-43A5709606F7}"/>
              </a:ext>
              <a:ext uri="{C183D7F6-B498-43B3-948B-1728B52AA6E4}">
                <adec:decorative xmlns:adec="http://schemas.microsoft.com/office/drawing/2017/decorative" val="1"/>
              </a:ext>
            </a:extLst>
          </p:cNvPr>
          <p:cNvSpPr>
            <a:spLocks noGrp="1"/>
          </p:cNvSpPr>
          <p:nvPr>
            <p:ph type="sldNum" sz="quarter" idx="12"/>
          </p:nvPr>
        </p:nvSpPr>
        <p:spPr/>
        <p:txBody>
          <a:bodyPr/>
          <a:lstStyle>
            <a:lvl1pPr>
              <a:defRPr>
                <a:solidFill>
                  <a:schemeClr val="tx1"/>
                </a:solidFill>
              </a:defRPr>
            </a:lvl1pPr>
          </a:lstStyle>
          <a:p>
            <a:fld id="{B2643E34-DC33-45ED-8E33-EC0D5991E9A4}" type="slidenum">
              <a:rPr lang="en-US" smtClean="0"/>
              <a:pPr/>
              <a:t>‹#›</a:t>
            </a:fld>
            <a:endParaRPr lang="en-US"/>
          </a:p>
        </p:txBody>
      </p:sp>
      <p:pic>
        <p:nvPicPr>
          <p:cNvPr id="2" name="Picture 9">
            <a:extLst>
              <a:ext uri="{FF2B5EF4-FFF2-40B4-BE49-F238E27FC236}">
                <a16:creationId xmlns:a16="http://schemas.microsoft.com/office/drawing/2014/main" id="{05664DA5-6A87-E42D-982F-335EC8227279}"/>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71500" y="6472119"/>
            <a:ext cx="562567" cy="145851"/>
          </a:xfrm>
          <a:prstGeom prst="rect">
            <a:avLst/>
          </a:prstGeom>
        </p:spPr>
      </p:pic>
      <p:sp>
        <p:nvSpPr>
          <p:cNvPr id="3" name="Footer Placeholder 3">
            <a:extLst>
              <a:ext uri="{FF2B5EF4-FFF2-40B4-BE49-F238E27FC236}">
                <a16:creationId xmlns:a16="http://schemas.microsoft.com/office/drawing/2014/main" id="{B6102F70-12D2-5411-17DD-873A6F26A253}"/>
              </a:ext>
              <a:ext uri="{C183D7F6-B498-43B3-948B-1728B52AA6E4}">
                <adec:decorative xmlns:adec="http://schemas.microsoft.com/office/drawing/2017/decorative" val="1"/>
              </a:ext>
            </a:extLst>
          </p:cNvPr>
          <p:cNvSpPr txBox="1">
            <a:spLocks/>
          </p:cNvSpPr>
          <p:nvPr userDrawn="1"/>
        </p:nvSpPr>
        <p:spPr>
          <a:xfrm>
            <a:off x="1299707" y="6503670"/>
            <a:ext cx="99087" cy="137160"/>
          </a:xfrm>
          <a:prstGeom prst="rect">
            <a:avLst/>
          </a:prstGeom>
        </p:spPr>
        <p:txBody>
          <a:bodyPr vert="horz" lIns="0" tIns="0" rIns="0" bIns="0" rtlCol="0" anchor="b"/>
          <a:lstStyle>
            <a:defPPr>
              <a:defRPr lang="en-US"/>
            </a:defPPr>
            <a:lvl1pPr marL="0" algn="l" defTabSz="914400" rtl="0" eaLnBrk="1" latinLnBrk="0" hangingPunct="1">
              <a:defRPr sz="8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solidFill>
              </a:rPr>
              <a:t>©</a:t>
            </a:r>
          </a:p>
        </p:txBody>
      </p:sp>
    </p:spTree>
    <p:extLst>
      <p:ext uri="{BB962C8B-B14F-4D97-AF65-F5344CB8AC3E}">
        <p14:creationId xmlns:p14="http://schemas.microsoft.com/office/powerpoint/2010/main" val="1863236539"/>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Cover + Section Dividers]">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1D0389B-2D1F-4848-A9BB-0548CDA2FD89}"/>
              </a:ext>
              <a:ext uri="{C183D7F6-B498-43B3-948B-1728B52AA6E4}">
                <adec:decorative xmlns:adec="http://schemas.microsoft.com/office/drawing/2017/decorative" val="0"/>
              </a:ext>
            </a:extLst>
          </p:cNvPr>
          <p:cNvSpPr/>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80000"/>
              </a:lnSpc>
            </a:pPr>
            <a:r>
              <a:rPr lang="en-US" sz="11500" b="1" cap="all" baseline="0"/>
              <a:t>Additional Cover slides and section divider slides</a:t>
            </a:r>
          </a:p>
        </p:txBody>
      </p:sp>
    </p:spTree>
    <p:extLst>
      <p:ext uri="{BB962C8B-B14F-4D97-AF65-F5344CB8AC3E}">
        <p14:creationId xmlns:p14="http://schemas.microsoft.com/office/powerpoint/2010/main" val="402174553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272A4299-D00F-3114-A9BF-21CB5BF68586}"/>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DF976F77-EEC7-5355-89D2-0EB4E2530869}"/>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EB0E43C2-3D05-E0D0-EDD0-9689729A969F}"/>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77612517-2554-7E7D-8B09-781034E16E32}"/>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EFCEEE22-BC7F-2CBA-4CA7-BD105D048DFA}"/>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A3F96DDF-28E7-25CC-F741-D82D5FDAC78E}"/>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pic>
        <p:nvPicPr>
          <p:cNvPr id="19" name="Picture 9">
            <a:extLst>
              <a:ext uri="{FF2B5EF4-FFF2-40B4-BE49-F238E27FC236}">
                <a16:creationId xmlns:a16="http://schemas.microsoft.com/office/drawing/2014/main" id="{0C24EA43-9656-0BCB-9154-2B793130BE24}"/>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10328031" y="487391"/>
            <a:ext cx="1296588" cy="336153"/>
          </a:xfrm>
          <a:prstGeom prst="rect">
            <a:avLst/>
          </a:prstGeom>
        </p:spPr>
      </p:pic>
      <p:sp>
        <p:nvSpPr>
          <p:cNvPr id="21" name="Text Placeholder 4">
            <a:extLst>
              <a:ext uri="{FF2B5EF4-FFF2-40B4-BE49-F238E27FC236}">
                <a16:creationId xmlns:a16="http://schemas.microsoft.com/office/drawing/2014/main" id="{1F3966E0-AD6A-598F-4966-75FB735E7F71}"/>
              </a:ext>
              <a:ext uri="{C183D7F6-B498-43B3-948B-1728B52AA6E4}">
                <adec:decorative xmlns:adec="http://schemas.microsoft.com/office/drawing/2017/decorative" val="0"/>
              </a:ext>
            </a:extLst>
          </p:cNvPr>
          <p:cNvSpPr>
            <a:spLocks noGrp="1"/>
          </p:cNvSpPr>
          <p:nvPr>
            <p:ph type="body" sz="quarter" idx="14" hasCustomPrompt="1"/>
          </p:nvPr>
        </p:nvSpPr>
        <p:spPr>
          <a:xfrm>
            <a:off x="1511300" y="971809"/>
            <a:ext cx="8229599"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Deck type</a:t>
            </a:r>
          </a:p>
        </p:txBody>
      </p:sp>
      <p:sp>
        <p:nvSpPr>
          <p:cNvPr id="22" name="Text Placeholder 4">
            <a:extLst>
              <a:ext uri="{FF2B5EF4-FFF2-40B4-BE49-F238E27FC236}">
                <a16:creationId xmlns:a16="http://schemas.microsoft.com/office/drawing/2014/main" id="{1550FF99-51BD-82AD-6114-19DC0E899A92}"/>
              </a:ext>
              <a:ext uri="{C183D7F6-B498-43B3-948B-1728B52AA6E4}">
                <adec:decorative xmlns:adec="http://schemas.microsoft.com/office/drawing/2017/decorative" val="0"/>
              </a:ext>
            </a:extLst>
          </p:cNvPr>
          <p:cNvSpPr>
            <a:spLocks noGrp="1"/>
          </p:cNvSpPr>
          <p:nvPr>
            <p:ph type="body" sz="quarter" idx="15" hasCustomPrompt="1"/>
          </p:nvPr>
        </p:nvSpPr>
        <p:spPr>
          <a:xfrm>
            <a:off x="1511300" y="1216686"/>
            <a:ext cx="8229599"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Date</a:t>
            </a:r>
          </a:p>
        </p:txBody>
      </p:sp>
      <p:sp>
        <p:nvSpPr>
          <p:cNvPr id="10" name="Title 1">
            <a:extLst>
              <a:ext uri="{FF2B5EF4-FFF2-40B4-BE49-F238E27FC236}">
                <a16:creationId xmlns:a16="http://schemas.microsoft.com/office/drawing/2014/main" id="{D731500D-571A-3F1C-B27F-E4A3E5BC72A3}"/>
              </a:ext>
            </a:extLst>
          </p:cNvPr>
          <p:cNvSpPr>
            <a:spLocks noGrp="1"/>
          </p:cNvSpPr>
          <p:nvPr>
            <p:ph type="ctrTitle"/>
          </p:nvPr>
        </p:nvSpPr>
        <p:spPr>
          <a:xfrm>
            <a:off x="1511300" y="2285999"/>
            <a:ext cx="8229600" cy="1828802"/>
          </a:xfrm>
        </p:spPr>
        <p:txBody>
          <a:bodyPr anchor="b"/>
          <a:lstStyle>
            <a:lvl1pPr algn="l">
              <a:defRPr sz="6600">
                <a:solidFill>
                  <a:schemeClr val="accent1"/>
                </a:solidFill>
              </a:defRPr>
            </a:lvl1pPr>
          </a:lstStyle>
          <a:p>
            <a:r>
              <a:rPr lang="en-US"/>
              <a:t>Click to edit Master title style</a:t>
            </a:r>
          </a:p>
        </p:txBody>
      </p:sp>
      <p:sp>
        <p:nvSpPr>
          <p:cNvPr id="24" name="Text Placeholder 4">
            <a:extLst>
              <a:ext uri="{FF2B5EF4-FFF2-40B4-BE49-F238E27FC236}">
                <a16:creationId xmlns:a16="http://schemas.microsoft.com/office/drawing/2014/main" id="{6576DBCF-A908-DA38-4357-C00877BCF6ED}"/>
              </a:ext>
            </a:extLst>
          </p:cNvPr>
          <p:cNvSpPr>
            <a:spLocks noGrp="1"/>
          </p:cNvSpPr>
          <p:nvPr>
            <p:ph type="body" sz="quarter" idx="13"/>
          </p:nvPr>
        </p:nvSpPr>
        <p:spPr>
          <a:xfrm>
            <a:off x="1511300" y="4599050"/>
            <a:ext cx="8229599" cy="503049"/>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
        <p:nvSpPr>
          <p:cNvPr id="20" name="Picture Placeholder 5">
            <a:extLst>
              <a:ext uri="{FF2B5EF4-FFF2-40B4-BE49-F238E27FC236}">
                <a16:creationId xmlns:a16="http://schemas.microsoft.com/office/drawing/2014/main" id="{C2B27502-C2DC-9A63-9B23-BA9BE99318F2}"/>
              </a:ext>
              <a:ext uri="{C183D7F6-B498-43B3-948B-1728B52AA6E4}">
                <adec:decorative xmlns:adec="http://schemas.microsoft.com/office/drawing/2017/decorative" val="0"/>
              </a:ext>
            </a:extLst>
          </p:cNvPr>
          <p:cNvSpPr>
            <a:spLocks noGrp="1"/>
          </p:cNvSpPr>
          <p:nvPr>
            <p:ph type="pic" sz="quarter" idx="16" hasCustomPrompt="1"/>
          </p:nvPr>
        </p:nvSpPr>
        <p:spPr>
          <a:xfrm>
            <a:off x="1511300" y="5627683"/>
            <a:ext cx="3027622" cy="661824"/>
          </a:xfrm>
        </p:spPr>
        <p:txBody>
          <a:bodyPr anchor="ctr"/>
          <a:lstStyle>
            <a:lvl1pPr marL="0" indent="0" algn="ctr">
              <a:buNone/>
              <a:defRPr sz="900" b="1" cap="all" baseline="0"/>
            </a:lvl1pPr>
          </a:lstStyle>
          <a:p>
            <a:r>
              <a:rPr lang="en-US"/>
              <a:t>Click icon to insert Client logo</a:t>
            </a:r>
          </a:p>
        </p:txBody>
      </p:sp>
    </p:spTree>
    <p:extLst>
      <p:ext uri="{BB962C8B-B14F-4D97-AF65-F5344CB8AC3E}">
        <p14:creationId xmlns:p14="http://schemas.microsoft.com/office/powerpoint/2010/main" val="393743977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Cover Slide - Partner Logo">
    <p:bg>
      <p:bgPr>
        <a:solidFill>
          <a:schemeClr val="accent1"/>
        </a:solidFill>
        <a:effectLst/>
      </p:bgPr>
    </p:bg>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E508DAC0-BC9F-FB2B-9ECF-781051E35BF9}"/>
              </a:ext>
            </a:extLst>
          </p:cNvPr>
          <p:cNvCxnSpPr/>
          <p:nvPr userDrawn="1"/>
        </p:nvCxnSpPr>
        <p:spPr>
          <a:xfrm>
            <a:off x="8801100" y="395940"/>
            <a:ext cx="0" cy="518179"/>
          </a:xfrm>
          <a:prstGeom prst="line">
            <a:avLst/>
          </a:prstGeom>
          <a:ln w="9525" cap="flat">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21" name="Picture 9">
            <a:extLst>
              <a:ext uri="{FF2B5EF4-FFF2-40B4-BE49-F238E27FC236}">
                <a16:creationId xmlns:a16="http://schemas.microsoft.com/office/drawing/2014/main" id="{C02014B9-F4F4-8E0F-5847-F64008EAC753}"/>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7107522" y="486514"/>
            <a:ext cx="1299971" cy="337030"/>
          </a:xfrm>
          <a:prstGeom prst="rect">
            <a:avLst/>
          </a:prstGeom>
        </p:spPr>
      </p:pic>
      <p:grpSp>
        <p:nvGrpSpPr>
          <p:cNvPr id="24" name="Group 23">
            <a:extLst>
              <a:ext uri="{FF2B5EF4-FFF2-40B4-BE49-F238E27FC236}">
                <a16:creationId xmlns:a16="http://schemas.microsoft.com/office/drawing/2014/main" id="{37B9B1A0-930E-F611-6293-BB9611BC6127}"/>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25" name="Rectangle 24">
              <a:extLst>
                <a:ext uri="{FF2B5EF4-FFF2-40B4-BE49-F238E27FC236}">
                  <a16:creationId xmlns:a16="http://schemas.microsoft.com/office/drawing/2014/main" id="{32B48BEB-0E70-AC50-D6E3-4377692B0ADB}"/>
                </a:ext>
              </a:extLst>
            </p:cNvPr>
            <p:cNvSpPr/>
            <p:nvPr/>
          </p:nvSpPr>
          <p:spPr>
            <a:xfrm>
              <a:off x="0" y="6720840"/>
              <a:ext cx="2442685" cy="1371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6" name="Rectangle 25">
              <a:extLst>
                <a:ext uri="{FF2B5EF4-FFF2-40B4-BE49-F238E27FC236}">
                  <a16:creationId xmlns:a16="http://schemas.microsoft.com/office/drawing/2014/main" id="{11E2F345-BACE-BB10-1BFA-BFDDCD6E15A7}"/>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7" name="Rectangle 26">
              <a:extLst>
                <a:ext uri="{FF2B5EF4-FFF2-40B4-BE49-F238E27FC236}">
                  <a16:creationId xmlns:a16="http://schemas.microsoft.com/office/drawing/2014/main" id="{1A8C897E-2042-6F06-6844-38D47C67D196}"/>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8" name="Rectangle 27">
              <a:extLst>
                <a:ext uri="{FF2B5EF4-FFF2-40B4-BE49-F238E27FC236}">
                  <a16:creationId xmlns:a16="http://schemas.microsoft.com/office/drawing/2014/main" id="{34D4E0F9-F633-6A6E-3158-2D30A479CB08}"/>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9" name="Rectangle 28">
              <a:extLst>
                <a:ext uri="{FF2B5EF4-FFF2-40B4-BE49-F238E27FC236}">
                  <a16:creationId xmlns:a16="http://schemas.microsoft.com/office/drawing/2014/main" id="{C917D8D6-8AD3-F45E-EE54-5C0F159E2C96}"/>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6" name="Picture Placeholder 5">
            <a:extLst>
              <a:ext uri="{FF2B5EF4-FFF2-40B4-BE49-F238E27FC236}">
                <a16:creationId xmlns:a16="http://schemas.microsoft.com/office/drawing/2014/main" id="{46CE2DE3-ABB9-9B32-E52C-5B71441C16BE}"/>
              </a:ext>
              <a:ext uri="{C183D7F6-B498-43B3-948B-1728B52AA6E4}">
                <adec:decorative xmlns:adec="http://schemas.microsoft.com/office/drawing/2017/decorative" val="0"/>
              </a:ext>
            </a:extLst>
          </p:cNvPr>
          <p:cNvSpPr>
            <a:spLocks noGrp="1"/>
          </p:cNvSpPr>
          <p:nvPr userDrawn="1">
            <p:ph type="pic" sz="quarter" idx="16" hasCustomPrompt="1"/>
          </p:nvPr>
        </p:nvSpPr>
        <p:spPr>
          <a:xfrm>
            <a:off x="9243281" y="395938"/>
            <a:ext cx="2370503" cy="518182"/>
          </a:xfrm>
        </p:spPr>
        <p:txBody>
          <a:bodyPr anchor="ctr"/>
          <a:lstStyle>
            <a:lvl1pPr marL="0" indent="0" algn="ctr">
              <a:buNone/>
              <a:defRPr sz="900" b="1" cap="all" baseline="0"/>
            </a:lvl1pPr>
          </a:lstStyle>
          <a:p>
            <a:r>
              <a:rPr lang="en-US"/>
              <a:t>Click icon to insert Partner logo</a:t>
            </a:r>
          </a:p>
        </p:txBody>
      </p:sp>
      <p:sp>
        <p:nvSpPr>
          <p:cNvPr id="37" name="Text Placeholder 4">
            <a:extLst>
              <a:ext uri="{FF2B5EF4-FFF2-40B4-BE49-F238E27FC236}">
                <a16:creationId xmlns:a16="http://schemas.microsoft.com/office/drawing/2014/main" id="{DBC706B5-DD0D-21FC-8DFC-D9B4B0C03970}"/>
              </a:ext>
              <a:ext uri="{C183D7F6-B498-43B3-948B-1728B52AA6E4}">
                <adec:decorative xmlns:adec="http://schemas.microsoft.com/office/drawing/2017/decorative" val="0"/>
              </a:ext>
            </a:extLst>
          </p:cNvPr>
          <p:cNvSpPr>
            <a:spLocks noGrp="1"/>
          </p:cNvSpPr>
          <p:nvPr userDrawn="1">
            <p:ph type="body" sz="quarter" idx="14" hasCustomPrompt="1"/>
          </p:nvPr>
        </p:nvSpPr>
        <p:spPr>
          <a:xfrm>
            <a:off x="1511300" y="1764475"/>
            <a:ext cx="8229599"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Deck type</a:t>
            </a:r>
          </a:p>
        </p:txBody>
      </p:sp>
      <p:sp>
        <p:nvSpPr>
          <p:cNvPr id="38" name="Text Placeholder 4">
            <a:extLst>
              <a:ext uri="{FF2B5EF4-FFF2-40B4-BE49-F238E27FC236}">
                <a16:creationId xmlns:a16="http://schemas.microsoft.com/office/drawing/2014/main" id="{6C94BFD7-BDCD-196E-6E6A-314E0DFD6E80}"/>
              </a:ext>
              <a:ext uri="{C183D7F6-B498-43B3-948B-1728B52AA6E4}">
                <adec:decorative xmlns:adec="http://schemas.microsoft.com/office/drawing/2017/decorative" val="0"/>
              </a:ext>
            </a:extLst>
          </p:cNvPr>
          <p:cNvSpPr>
            <a:spLocks noGrp="1"/>
          </p:cNvSpPr>
          <p:nvPr userDrawn="1">
            <p:ph type="body" sz="quarter" idx="15" hasCustomPrompt="1"/>
          </p:nvPr>
        </p:nvSpPr>
        <p:spPr>
          <a:xfrm>
            <a:off x="1511300" y="2009352"/>
            <a:ext cx="8229599"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Date</a:t>
            </a:r>
          </a:p>
        </p:txBody>
      </p:sp>
      <p:sp>
        <p:nvSpPr>
          <p:cNvPr id="2" name="Title 1">
            <a:extLst>
              <a:ext uri="{FF2B5EF4-FFF2-40B4-BE49-F238E27FC236}">
                <a16:creationId xmlns:a16="http://schemas.microsoft.com/office/drawing/2014/main" id="{3176A2F6-09EE-411D-ABA1-2E989674E940}"/>
              </a:ext>
            </a:extLst>
          </p:cNvPr>
          <p:cNvSpPr>
            <a:spLocks noGrp="1"/>
          </p:cNvSpPr>
          <p:nvPr userDrawn="1">
            <p:ph type="ctrTitle"/>
          </p:nvPr>
        </p:nvSpPr>
        <p:spPr>
          <a:xfrm>
            <a:off x="1511300" y="2743200"/>
            <a:ext cx="8229600" cy="2362199"/>
          </a:xfrm>
        </p:spPr>
        <p:txBody>
          <a:bodyPr anchor="b"/>
          <a:lstStyle>
            <a:lvl1pPr algn="l">
              <a:defRPr sz="6600"/>
            </a:lvl1pPr>
          </a:lstStyle>
          <a:p>
            <a:r>
              <a:rPr lang="en-US"/>
              <a:t>Click to edit Master title style</a:t>
            </a:r>
          </a:p>
        </p:txBody>
      </p:sp>
      <p:sp>
        <p:nvSpPr>
          <p:cNvPr id="3" name="Subtitle 2">
            <a:extLst>
              <a:ext uri="{FF2B5EF4-FFF2-40B4-BE49-F238E27FC236}">
                <a16:creationId xmlns:a16="http://schemas.microsoft.com/office/drawing/2014/main" id="{56F8D719-2B49-447B-9B7B-DC72A26B3909}"/>
              </a:ext>
            </a:extLst>
          </p:cNvPr>
          <p:cNvSpPr>
            <a:spLocks noGrp="1"/>
          </p:cNvSpPr>
          <p:nvPr userDrawn="1">
            <p:ph type="subTitle" idx="1"/>
          </p:nvPr>
        </p:nvSpPr>
        <p:spPr>
          <a:xfrm>
            <a:off x="1511300" y="5317795"/>
            <a:ext cx="3759200" cy="281023"/>
          </a:xfrm>
        </p:spPr>
        <p:txBody>
          <a:bodyPr/>
          <a:lstStyle>
            <a:lvl1pPr marL="0" indent="0" algn="l">
              <a:spcBef>
                <a:spcPts val="0"/>
              </a:spcBef>
              <a:buNone/>
              <a:defRPr sz="1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5" name="Text Placeholder 4">
            <a:extLst>
              <a:ext uri="{FF2B5EF4-FFF2-40B4-BE49-F238E27FC236}">
                <a16:creationId xmlns:a16="http://schemas.microsoft.com/office/drawing/2014/main" id="{5B38B860-6BB0-B1A5-DE3D-941BE9A2840C}"/>
              </a:ext>
            </a:extLst>
          </p:cNvPr>
          <p:cNvSpPr>
            <a:spLocks noGrp="1"/>
          </p:cNvSpPr>
          <p:nvPr userDrawn="1">
            <p:ph type="body" sz="quarter" idx="13"/>
          </p:nvPr>
        </p:nvSpPr>
        <p:spPr>
          <a:xfrm>
            <a:off x="1511301" y="5628725"/>
            <a:ext cx="3759200" cy="657775"/>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Tree>
    <p:extLst>
      <p:ext uri="{BB962C8B-B14F-4D97-AF65-F5344CB8AC3E}">
        <p14:creationId xmlns:p14="http://schemas.microsoft.com/office/powerpoint/2010/main" val="1160391683"/>
      </p:ext>
    </p:extLst>
  </p:cSld>
  <p:clrMapOvr>
    <a:overrideClrMapping bg1="dk1" tx1="lt1" bg2="dk2" tx2="lt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Cover Slide 2 - Partner Logo">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272A4299-D00F-3114-A9BF-21CB5BF68586}"/>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DF976F77-EEC7-5355-89D2-0EB4E2530869}"/>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EB0E43C2-3D05-E0D0-EDD0-9689729A969F}"/>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77612517-2554-7E7D-8B09-781034E16E32}"/>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EFCEEE22-BC7F-2CBA-4CA7-BD105D048DFA}"/>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A3F96DDF-28E7-25CC-F741-D82D5FDAC78E}"/>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 name="Picture Placeholder 5">
            <a:extLst>
              <a:ext uri="{FF2B5EF4-FFF2-40B4-BE49-F238E27FC236}">
                <a16:creationId xmlns:a16="http://schemas.microsoft.com/office/drawing/2014/main" id="{2F818987-3005-3F2C-2E66-DC62D80EAC92}"/>
              </a:ext>
              <a:ext uri="{C183D7F6-B498-43B3-948B-1728B52AA6E4}">
                <adec:decorative xmlns:adec="http://schemas.microsoft.com/office/drawing/2017/decorative" val="0"/>
              </a:ext>
            </a:extLst>
          </p:cNvPr>
          <p:cNvSpPr>
            <a:spLocks noGrp="1"/>
          </p:cNvSpPr>
          <p:nvPr>
            <p:ph type="pic" sz="quarter" idx="16" hasCustomPrompt="1"/>
          </p:nvPr>
        </p:nvSpPr>
        <p:spPr>
          <a:xfrm>
            <a:off x="9243281" y="395938"/>
            <a:ext cx="2370503" cy="518182"/>
          </a:xfrm>
        </p:spPr>
        <p:txBody>
          <a:bodyPr anchor="ctr"/>
          <a:lstStyle>
            <a:lvl1pPr marL="0" indent="0" algn="ctr">
              <a:buNone/>
              <a:defRPr sz="900" b="1" cap="all" baseline="0"/>
            </a:lvl1pPr>
          </a:lstStyle>
          <a:p>
            <a:r>
              <a:rPr lang="en-US"/>
              <a:t>Click icon to insert Partner logo</a:t>
            </a:r>
          </a:p>
        </p:txBody>
      </p:sp>
      <p:sp>
        <p:nvSpPr>
          <p:cNvPr id="21" name="Text Placeholder 4">
            <a:extLst>
              <a:ext uri="{FF2B5EF4-FFF2-40B4-BE49-F238E27FC236}">
                <a16:creationId xmlns:a16="http://schemas.microsoft.com/office/drawing/2014/main" id="{1F3966E0-AD6A-598F-4966-75FB735E7F71}"/>
              </a:ext>
              <a:ext uri="{C183D7F6-B498-43B3-948B-1728B52AA6E4}">
                <adec:decorative xmlns:adec="http://schemas.microsoft.com/office/drawing/2017/decorative" val="0"/>
              </a:ext>
            </a:extLst>
          </p:cNvPr>
          <p:cNvSpPr>
            <a:spLocks noGrp="1"/>
          </p:cNvSpPr>
          <p:nvPr>
            <p:ph type="body" sz="quarter" idx="14" hasCustomPrompt="1"/>
          </p:nvPr>
        </p:nvSpPr>
        <p:spPr>
          <a:xfrm>
            <a:off x="1511300" y="1752600"/>
            <a:ext cx="8229599"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Deck type</a:t>
            </a:r>
          </a:p>
        </p:txBody>
      </p:sp>
      <p:sp>
        <p:nvSpPr>
          <p:cNvPr id="22" name="Text Placeholder 4">
            <a:extLst>
              <a:ext uri="{FF2B5EF4-FFF2-40B4-BE49-F238E27FC236}">
                <a16:creationId xmlns:a16="http://schemas.microsoft.com/office/drawing/2014/main" id="{1550FF99-51BD-82AD-6114-19DC0E899A92}"/>
              </a:ext>
              <a:ext uri="{C183D7F6-B498-43B3-948B-1728B52AA6E4}">
                <adec:decorative xmlns:adec="http://schemas.microsoft.com/office/drawing/2017/decorative" val="0"/>
              </a:ext>
            </a:extLst>
          </p:cNvPr>
          <p:cNvSpPr>
            <a:spLocks noGrp="1"/>
          </p:cNvSpPr>
          <p:nvPr>
            <p:ph type="body" sz="quarter" idx="15" hasCustomPrompt="1"/>
          </p:nvPr>
        </p:nvSpPr>
        <p:spPr>
          <a:xfrm>
            <a:off x="1511300" y="1997477"/>
            <a:ext cx="8229599"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Date</a:t>
            </a:r>
          </a:p>
        </p:txBody>
      </p:sp>
      <p:sp>
        <p:nvSpPr>
          <p:cNvPr id="10" name="Title 1">
            <a:extLst>
              <a:ext uri="{FF2B5EF4-FFF2-40B4-BE49-F238E27FC236}">
                <a16:creationId xmlns:a16="http://schemas.microsoft.com/office/drawing/2014/main" id="{D731500D-571A-3F1C-B27F-E4A3E5BC72A3}"/>
              </a:ext>
            </a:extLst>
          </p:cNvPr>
          <p:cNvSpPr>
            <a:spLocks noGrp="1"/>
          </p:cNvSpPr>
          <p:nvPr>
            <p:ph type="ctrTitle"/>
          </p:nvPr>
        </p:nvSpPr>
        <p:spPr>
          <a:xfrm>
            <a:off x="1511300" y="2741995"/>
            <a:ext cx="8229600" cy="2363405"/>
          </a:xfrm>
        </p:spPr>
        <p:txBody>
          <a:bodyPr anchor="b"/>
          <a:lstStyle>
            <a:lvl1pPr algn="l">
              <a:defRPr sz="6600">
                <a:solidFill>
                  <a:schemeClr val="accent1"/>
                </a:solidFill>
              </a:defRPr>
            </a:lvl1pPr>
          </a:lstStyle>
          <a:p>
            <a:r>
              <a:rPr lang="en-US"/>
              <a:t>Click to edit Master title style</a:t>
            </a:r>
          </a:p>
        </p:txBody>
      </p:sp>
      <p:sp>
        <p:nvSpPr>
          <p:cNvPr id="23" name="Subtitle 2">
            <a:extLst>
              <a:ext uri="{FF2B5EF4-FFF2-40B4-BE49-F238E27FC236}">
                <a16:creationId xmlns:a16="http://schemas.microsoft.com/office/drawing/2014/main" id="{223208DF-94D6-71EF-9D57-7E591ED72FA8}"/>
              </a:ext>
            </a:extLst>
          </p:cNvPr>
          <p:cNvSpPr>
            <a:spLocks noGrp="1"/>
          </p:cNvSpPr>
          <p:nvPr>
            <p:ph type="subTitle" idx="1"/>
          </p:nvPr>
        </p:nvSpPr>
        <p:spPr>
          <a:xfrm>
            <a:off x="1511300" y="5313390"/>
            <a:ext cx="3759200" cy="281023"/>
          </a:xfrm>
        </p:spPr>
        <p:txBody>
          <a:bodyPr/>
          <a:lstStyle>
            <a:lvl1pPr marL="0" indent="0" algn="l">
              <a:spcBef>
                <a:spcPts val="0"/>
              </a:spcBef>
              <a:buNone/>
              <a:defRPr sz="1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4" name="Text Placeholder 4">
            <a:extLst>
              <a:ext uri="{FF2B5EF4-FFF2-40B4-BE49-F238E27FC236}">
                <a16:creationId xmlns:a16="http://schemas.microsoft.com/office/drawing/2014/main" id="{6576DBCF-A908-DA38-4357-C00877BCF6ED}"/>
              </a:ext>
            </a:extLst>
          </p:cNvPr>
          <p:cNvSpPr>
            <a:spLocks noGrp="1"/>
          </p:cNvSpPr>
          <p:nvPr>
            <p:ph type="body" sz="quarter" idx="13"/>
          </p:nvPr>
        </p:nvSpPr>
        <p:spPr>
          <a:xfrm>
            <a:off x="1511301" y="5624320"/>
            <a:ext cx="3759200" cy="503049"/>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cxnSp>
        <p:nvCxnSpPr>
          <p:cNvPr id="2" name="Straight Connector 1">
            <a:extLst>
              <a:ext uri="{FF2B5EF4-FFF2-40B4-BE49-F238E27FC236}">
                <a16:creationId xmlns:a16="http://schemas.microsoft.com/office/drawing/2014/main" id="{2DFD3AA2-1F30-E14C-F3FB-9DA7C50EB84E}"/>
              </a:ext>
              <a:ext uri="{C183D7F6-B498-43B3-948B-1728B52AA6E4}">
                <adec:decorative xmlns:adec="http://schemas.microsoft.com/office/drawing/2017/decorative" val="1"/>
              </a:ext>
            </a:extLst>
          </p:cNvPr>
          <p:cNvCxnSpPr/>
          <p:nvPr userDrawn="1"/>
        </p:nvCxnSpPr>
        <p:spPr>
          <a:xfrm>
            <a:off x="8801100" y="395940"/>
            <a:ext cx="0" cy="518179"/>
          </a:xfrm>
          <a:prstGeom prst="line">
            <a:avLst/>
          </a:prstGeom>
          <a:ln w="9525" cap="flat">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30" name="Picture 9">
            <a:extLst>
              <a:ext uri="{FF2B5EF4-FFF2-40B4-BE49-F238E27FC236}">
                <a16:creationId xmlns:a16="http://schemas.microsoft.com/office/drawing/2014/main" id="{F8022471-4462-CE51-9317-A5E00E36CADC}"/>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7107521" y="486514"/>
            <a:ext cx="1299973" cy="337031"/>
          </a:xfrm>
          <a:prstGeom prst="rect">
            <a:avLst/>
          </a:prstGeom>
        </p:spPr>
      </p:pic>
    </p:spTree>
    <p:extLst>
      <p:ext uri="{BB962C8B-B14F-4D97-AF65-F5344CB8AC3E}">
        <p14:creationId xmlns:p14="http://schemas.microsoft.com/office/powerpoint/2010/main" val="31880632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Section Divider 2">
    <p:bg>
      <p:bgPr>
        <a:solidFill>
          <a:schemeClr val="accent1"/>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272A4299-D00F-3114-A9BF-21CB5BF68586}"/>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DF976F77-EEC7-5355-89D2-0EB4E2530869}"/>
                </a:ext>
              </a:extLst>
            </p:cNvPr>
            <p:cNvSpPr/>
            <p:nvPr/>
          </p:nvSpPr>
          <p:spPr>
            <a:xfrm>
              <a:off x="0" y="6720840"/>
              <a:ext cx="2442685" cy="1371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EB0E43C2-3D05-E0D0-EDD0-9689729A969F}"/>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77612517-2554-7E7D-8B09-781034E16E32}"/>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EFCEEE22-BC7F-2CBA-4CA7-BD105D048DFA}"/>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A3F96DDF-28E7-25CC-F741-D82D5FDAC78E}"/>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pic>
        <p:nvPicPr>
          <p:cNvPr id="19" name="Picture 9">
            <a:extLst>
              <a:ext uri="{FF2B5EF4-FFF2-40B4-BE49-F238E27FC236}">
                <a16:creationId xmlns:a16="http://schemas.microsoft.com/office/drawing/2014/main" id="{0C24EA43-9656-0BCB-9154-2B793130BE24}"/>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10328031" y="487391"/>
            <a:ext cx="1296588" cy="336153"/>
          </a:xfrm>
          <a:prstGeom prst="rect">
            <a:avLst/>
          </a:prstGeom>
        </p:spPr>
      </p:pic>
      <p:sp>
        <p:nvSpPr>
          <p:cNvPr id="10" name="Title 1">
            <a:extLst>
              <a:ext uri="{FF2B5EF4-FFF2-40B4-BE49-F238E27FC236}">
                <a16:creationId xmlns:a16="http://schemas.microsoft.com/office/drawing/2014/main" id="{D731500D-571A-3F1C-B27F-E4A3E5BC72A3}"/>
              </a:ext>
            </a:extLst>
          </p:cNvPr>
          <p:cNvSpPr>
            <a:spLocks noGrp="1"/>
          </p:cNvSpPr>
          <p:nvPr>
            <p:ph type="ctrTitle"/>
          </p:nvPr>
        </p:nvSpPr>
        <p:spPr>
          <a:xfrm>
            <a:off x="1511300" y="1752601"/>
            <a:ext cx="8229600" cy="3352800"/>
          </a:xfrm>
        </p:spPr>
        <p:txBody>
          <a:bodyPr anchor="t"/>
          <a:lstStyle>
            <a:lvl1pPr algn="l">
              <a:defRPr sz="5400">
                <a:solidFill>
                  <a:schemeClr val="tx1"/>
                </a:solidFill>
              </a:defRPr>
            </a:lvl1pPr>
          </a:lstStyle>
          <a:p>
            <a:r>
              <a:rPr lang="en-US"/>
              <a:t>Click to edit Master title style</a:t>
            </a:r>
          </a:p>
        </p:txBody>
      </p:sp>
      <p:sp>
        <p:nvSpPr>
          <p:cNvPr id="20" name="Text Placeholder 4">
            <a:extLst>
              <a:ext uri="{FF2B5EF4-FFF2-40B4-BE49-F238E27FC236}">
                <a16:creationId xmlns:a16="http://schemas.microsoft.com/office/drawing/2014/main" id="{8054F7FC-C80C-E0CC-59AE-79AAAD29A470}"/>
              </a:ext>
            </a:extLst>
          </p:cNvPr>
          <p:cNvSpPr>
            <a:spLocks noGrp="1"/>
          </p:cNvSpPr>
          <p:nvPr>
            <p:ph type="body" sz="quarter" idx="13" hasCustomPrompt="1"/>
          </p:nvPr>
        </p:nvSpPr>
        <p:spPr>
          <a:xfrm>
            <a:off x="1511300" y="5873497"/>
            <a:ext cx="1651000" cy="413004"/>
          </a:xfrm>
        </p:spPr>
        <p:txBody>
          <a:bodyPr/>
          <a:lstStyle>
            <a:lvl1pPr marL="0" indent="0">
              <a:lnSpc>
                <a:spcPct val="100000"/>
              </a:lnSpc>
              <a:buNone/>
              <a:defRPr sz="1400" b="1">
                <a:solidFill>
                  <a:schemeClr val="tx1"/>
                </a:solidFill>
              </a:defRPr>
            </a:lvl1pPr>
            <a:lvl2pPr>
              <a:defRPr sz="1100"/>
            </a:lvl2pPr>
            <a:lvl3pPr>
              <a:defRPr sz="800"/>
            </a:lvl3pPr>
            <a:lvl4pPr>
              <a:defRPr sz="800"/>
            </a:lvl4pPr>
            <a:lvl5pPr>
              <a:defRPr sz="800"/>
            </a:lvl5pPr>
          </a:lstStyle>
          <a:p>
            <a:pPr lvl="0"/>
            <a:r>
              <a:rPr lang="en-US"/>
              <a:t>01. Section indicator</a:t>
            </a:r>
          </a:p>
        </p:txBody>
      </p:sp>
      <p:sp>
        <p:nvSpPr>
          <p:cNvPr id="21" name="Text Placeholder 4">
            <a:extLst>
              <a:ext uri="{FF2B5EF4-FFF2-40B4-BE49-F238E27FC236}">
                <a16:creationId xmlns:a16="http://schemas.microsoft.com/office/drawing/2014/main" id="{DC055F5E-0403-AE46-E374-BD2A8C1AAB09}"/>
              </a:ext>
            </a:extLst>
          </p:cNvPr>
          <p:cNvSpPr>
            <a:spLocks noGrp="1"/>
          </p:cNvSpPr>
          <p:nvPr>
            <p:ph type="body" sz="quarter" idx="15" hasCustomPrompt="1"/>
          </p:nvPr>
        </p:nvSpPr>
        <p:spPr>
          <a:xfrm>
            <a:off x="3390900" y="5873497"/>
            <a:ext cx="1651000" cy="413004"/>
          </a:xfrm>
        </p:spPr>
        <p:txBody>
          <a:bodyPr/>
          <a:lstStyle>
            <a:lvl1pPr marL="0" indent="0">
              <a:lnSpc>
                <a:spcPct val="100000"/>
              </a:lnSpc>
              <a:buNone/>
              <a:defRPr sz="1400" b="1">
                <a:solidFill>
                  <a:schemeClr val="tx1"/>
                </a:solidFill>
              </a:defRPr>
            </a:lvl1pPr>
            <a:lvl2pPr>
              <a:defRPr sz="1100"/>
            </a:lvl2pPr>
            <a:lvl3pPr>
              <a:defRPr sz="800"/>
            </a:lvl3pPr>
            <a:lvl4pPr>
              <a:defRPr sz="800"/>
            </a:lvl4pPr>
            <a:lvl5pPr>
              <a:defRPr sz="800"/>
            </a:lvl5pPr>
          </a:lstStyle>
          <a:p>
            <a:pPr lvl="0"/>
            <a:r>
              <a:rPr lang="en-US"/>
              <a:t>02. Section indicator</a:t>
            </a:r>
          </a:p>
        </p:txBody>
      </p:sp>
      <p:sp>
        <p:nvSpPr>
          <p:cNvPr id="23" name="Text Placeholder 4">
            <a:extLst>
              <a:ext uri="{FF2B5EF4-FFF2-40B4-BE49-F238E27FC236}">
                <a16:creationId xmlns:a16="http://schemas.microsoft.com/office/drawing/2014/main" id="{10FABD76-3F00-0FAF-2469-1F2536153E4A}"/>
              </a:ext>
            </a:extLst>
          </p:cNvPr>
          <p:cNvSpPr>
            <a:spLocks noGrp="1"/>
          </p:cNvSpPr>
          <p:nvPr>
            <p:ph type="body" sz="quarter" idx="16" hasCustomPrompt="1"/>
          </p:nvPr>
        </p:nvSpPr>
        <p:spPr>
          <a:xfrm>
            <a:off x="5270501" y="5873497"/>
            <a:ext cx="1650999" cy="413004"/>
          </a:xfrm>
        </p:spPr>
        <p:txBody>
          <a:bodyPr/>
          <a:lstStyle>
            <a:lvl1pPr marL="0" indent="0">
              <a:lnSpc>
                <a:spcPct val="100000"/>
              </a:lnSpc>
              <a:buNone/>
              <a:defRPr sz="1400" b="1">
                <a:solidFill>
                  <a:schemeClr val="tx1"/>
                </a:solidFill>
              </a:defRPr>
            </a:lvl1pPr>
            <a:lvl2pPr>
              <a:defRPr sz="1100"/>
            </a:lvl2pPr>
            <a:lvl3pPr>
              <a:defRPr sz="800"/>
            </a:lvl3pPr>
            <a:lvl4pPr>
              <a:defRPr sz="800"/>
            </a:lvl4pPr>
            <a:lvl5pPr>
              <a:defRPr sz="800"/>
            </a:lvl5pPr>
          </a:lstStyle>
          <a:p>
            <a:pPr lvl="0"/>
            <a:r>
              <a:rPr lang="en-US"/>
              <a:t>03. Section indicator</a:t>
            </a:r>
          </a:p>
        </p:txBody>
      </p:sp>
      <p:sp>
        <p:nvSpPr>
          <p:cNvPr id="25" name="Text Placeholder 4">
            <a:extLst>
              <a:ext uri="{FF2B5EF4-FFF2-40B4-BE49-F238E27FC236}">
                <a16:creationId xmlns:a16="http://schemas.microsoft.com/office/drawing/2014/main" id="{6EA5E727-161E-4C13-B53C-A18124F61C4E}"/>
              </a:ext>
            </a:extLst>
          </p:cNvPr>
          <p:cNvSpPr>
            <a:spLocks noGrp="1"/>
          </p:cNvSpPr>
          <p:nvPr>
            <p:ph type="body" sz="quarter" idx="17" hasCustomPrompt="1"/>
          </p:nvPr>
        </p:nvSpPr>
        <p:spPr>
          <a:xfrm>
            <a:off x="7150104" y="5873497"/>
            <a:ext cx="1650996" cy="413004"/>
          </a:xfrm>
        </p:spPr>
        <p:txBody>
          <a:bodyPr/>
          <a:lstStyle>
            <a:lvl1pPr marL="0" indent="0">
              <a:lnSpc>
                <a:spcPct val="100000"/>
              </a:lnSpc>
              <a:buNone/>
              <a:defRPr sz="1400" b="1">
                <a:solidFill>
                  <a:schemeClr val="tx1"/>
                </a:solidFill>
              </a:defRPr>
            </a:lvl1pPr>
            <a:lvl2pPr>
              <a:defRPr sz="1100"/>
            </a:lvl2pPr>
            <a:lvl3pPr>
              <a:defRPr sz="800"/>
            </a:lvl3pPr>
            <a:lvl4pPr>
              <a:defRPr sz="800"/>
            </a:lvl4pPr>
            <a:lvl5pPr>
              <a:defRPr sz="800"/>
            </a:lvl5pPr>
          </a:lstStyle>
          <a:p>
            <a:pPr lvl="0"/>
            <a:r>
              <a:rPr lang="en-US"/>
              <a:t>04. Section indicator</a:t>
            </a:r>
          </a:p>
        </p:txBody>
      </p:sp>
      <p:sp>
        <p:nvSpPr>
          <p:cNvPr id="26" name="Text Placeholder 4">
            <a:extLst>
              <a:ext uri="{FF2B5EF4-FFF2-40B4-BE49-F238E27FC236}">
                <a16:creationId xmlns:a16="http://schemas.microsoft.com/office/drawing/2014/main" id="{FCC5001C-8747-ABB4-2ACA-EC2ADE747BFF}"/>
              </a:ext>
            </a:extLst>
          </p:cNvPr>
          <p:cNvSpPr>
            <a:spLocks noGrp="1"/>
          </p:cNvSpPr>
          <p:nvPr>
            <p:ph type="body" sz="quarter" idx="18" hasCustomPrompt="1"/>
          </p:nvPr>
        </p:nvSpPr>
        <p:spPr>
          <a:xfrm>
            <a:off x="9030832" y="5873497"/>
            <a:ext cx="1649868" cy="413004"/>
          </a:xfrm>
        </p:spPr>
        <p:txBody>
          <a:bodyPr/>
          <a:lstStyle>
            <a:lvl1pPr marL="0" indent="0">
              <a:lnSpc>
                <a:spcPct val="100000"/>
              </a:lnSpc>
              <a:buNone/>
              <a:defRPr sz="1400" b="1">
                <a:solidFill>
                  <a:schemeClr val="tx1"/>
                </a:solidFill>
              </a:defRPr>
            </a:lvl1pPr>
            <a:lvl2pPr>
              <a:defRPr sz="1100"/>
            </a:lvl2pPr>
            <a:lvl3pPr>
              <a:defRPr sz="800"/>
            </a:lvl3pPr>
            <a:lvl4pPr>
              <a:defRPr sz="800"/>
            </a:lvl4pPr>
            <a:lvl5pPr>
              <a:defRPr sz="800"/>
            </a:lvl5pPr>
          </a:lstStyle>
          <a:p>
            <a:pPr lvl="0"/>
            <a:r>
              <a:rPr lang="en-US"/>
              <a:t>05. Section indicator</a:t>
            </a:r>
          </a:p>
        </p:txBody>
      </p:sp>
    </p:spTree>
    <p:extLst>
      <p:ext uri="{BB962C8B-B14F-4D97-AF65-F5344CB8AC3E}">
        <p14:creationId xmlns:p14="http://schemas.microsoft.com/office/powerpoint/2010/main" val="102105363"/>
      </p:ext>
    </p:extLst>
  </p:cSld>
  <p:clrMapOvr>
    <a:overrideClrMapping bg1="dk1" tx1="lt1" bg2="dk2" tx2="lt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Section Divider 3">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1FF95A9-5EDA-B440-A493-7CDCA3BDACF6}"/>
              </a:ext>
              <a:ext uri="{C183D7F6-B498-43B3-948B-1728B52AA6E4}">
                <adec:decorative xmlns:adec="http://schemas.microsoft.com/office/drawing/2017/decorative" val="0"/>
              </a:ext>
            </a:extLst>
          </p:cNvPr>
          <p:cNvSpPr>
            <a:spLocks noGrp="1"/>
          </p:cNvSpPr>
          <p:nvPr>
            <p:ph type="pic" sz="quarter" idx="11"/>
          </p:nvPr>
        </p:nvSpPr>
        <p:spPr>
          <a:xfrm>
            <a:off x="137160" y="1"/>
            <a:ext cx="12054840" cy="6858000"/>
          </a:xfrm>
        </p:spPr>
        <p:txBody>
          <a:bodyPr/>
          <a:lstStyle>
            <a:lvl1pPr marL="0" indent="0">
              <a:buNone/>
              <a:defRPr/>
            </a:lvl1pPr>
          </a:lstStyle>
          <a:p>
            <a:r>
              <a:rPr lang="en-US"/>
              <a:t>Click icon to add picture</a:t>
            </a:r>
          </a:p>
        </p:txBody>
      </p:sp>
      <p:sp>
        <p:nvSpPr>
          <p:cNvPr id="29" name="Text Placeholder 28">
            <a:extLst>
              <a:ext uri="{FF2B5EF4-FFF2-40B4-BE49-F238E27FC236}">
                <a16:creationId xmlns:a16="http://schemas.microsoft.com/office/drawing/2014/main" id="{577E90E3-1997-9D82-5E31-3DFA5EDB0F05}"/>
              </a:ext>
              <a:ext uri="{C183D7F6-B498-43B3-948B-1728B52AA6E4}">
                <adec:decorative xmlns:adec="http://schemas.microsoft.com/office/drawing/2017/decorative" val="1"/>
              </a:ext>
            </a:extLst>
          </p:cNvPr>
          <p:cNvSpPr>
            <a:spLocks noGrp="1"/>
          </p:cNvSpPr>
          <p:nvPr>
            <p:ph type="body" sz="quarter" idx="10"/>
          </p:nvPr>
        </p:nvSpPr>
        <p:spPr>
          <a:xfrm>
            <a:off x="10328031" y="486032"/>
            <a:ext cx="1296588"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accent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13" name="Group 12">
            <a:extLst>
              <a:ext uri="{FF2B5EF4-FFF2-40B4-BE49-F238E27FC236}">
                <a16:creationId xmlns:a16="http://schemas.microsoft.com/office/drawing/2014/main" id="{5B46D442-FEE4-5315-D46B-E7D0E1E26897}"/>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FA328DCD-641F-0DB1-4BF7-4CA3DE5CCADE}"/>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8538FCF0-958C-AA62-4179-4628EC0C20EA}"/>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3A66CFB0-A388-4BCA-13F2-15D91640A140}"/>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94BB5DDA-EC53-807C-3F18-F82A5B779BE3}"/>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54AE19E5-44AC-9FDE-1E06-2C169D18D2F1}"/>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 name="Text Placeholder 2">
            <a:extLst>
              <a:ext uri="{FF2B5EF4-FFF2-40B4-BE49-F238E27FC236}">
                <a16:creationId xmlns:a16="http://schemas.microsoft.com/office/drawing/2014/main" id="{69442782-C12F-41FC-B1C9-9F1C9D18331E}"/>
              </a:ext>
            </a:extLst>
          </p:cNvPr>
          <p:cNvSpPr>
            <a:spLocks noGrp="1"/>
          </p:cNvSpPr>
          <p:nvPr>
            <p:ph type="body" idx="1" hasCustomPrompt="1"/>
          </p:nvPr>
        </p:nvSpPr>
        <p:spPr>
          <a:xfrm>
            <a:off x="571500" y="1781516"/>
            <a:ext cx="1651000" cy="961683"/>
          </a:xfrm>
        </p:spPr>
        <p:txBody>
          <a:bodyPr/>
          <a:lstStyle>
            <a:lvl1pPr marL="0" indent="0" algn="r">
              <a:lnSpc>
                <a:spcPct val="80000"/>
              </a:lnSpc>
              <a:spcBef>
                <a:spcPts val="0"/>
              </a:spcBef>
              <a:buNone/>
              <a:defRPr sz="5400" b="1">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a:t>
            </a:r>
          </a:p>
        </p:txBody>
      </p:sp>
      <p:sp>
        <p:nvSpPr>
          <p:cNvPr id="2" name="Title 1">
            <a:extLst>
              <a:ext uri="{FF2B5EF4-FFF2-40B4-BE49-F238E27FC236}">
                <a16:creationId xmlns:a16="http://schemas.microsoft.com/office/drawing/2014/main" id="{903FD352-4A3C-497F-9D08-51185188FA7A}"/>
              </a:ext>
            </a:extLst>
          </p:cNvPr>
          <p:cNvSpPr>
            <a:spLocks noGrp="1"/>
          </p:cNvSpPr>
          <p:nvPr>
            <p:ph type="title"/>
          </p:nvPr>
        </p:nvSpPr>
        <p:spPr>
          <a:xfrm>
            <a:off x="2451100" y="1781517"/>
            <a:ext cx="7289800" cy="3323883"/>
          </a:xfrm>
        </p:spPr>
        <p:txBody>
          <a:bodyPr anchor="t"/>
          <a:lstStyle>
            <a:lvl1pPr>
              <a:lnSpc>
                <a:spcPct val="80000"/>
              </a:lnSpc>
              <a:defRPr sz="5400"/>
            </a:lvl1pPr>
          </a:lstStyle>
          <a:p>
            <a:r>
              <a:rPr lang="en-US"/>
              <a:t>Click to edit Master title style</a:t>
            </a:r>
          </a:p>
        </p:txBody>
      </p:sp>
    </p:spTree>
    <p:extLst>
      <p:ext uri="{BB962C8B-B14F-4D97-AF65-F5344CB8AC3E}">
        <p14:creationId xmlns:p14="http://schemas.microsoft.com/office/powerpoint/2010/main" val="295598554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Section Divider 4">
    <p:bg>
      <p:bgPr>
        <a:solidFill>
          <a:schemeClr val="accent1"/>
        </a:solidFill>
        <a:effectLst/>
      </p:bgPr>
    </p:bg>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28B4D215-4806-93B4-4DFF-1266156D61D5}"/>
              </a:ext>
              <a:ext uri="{C183D7F6-B498-43B3-948B-1728B52AA6E4}">
                <adec:decorative xmlns:adec="http://schemas.microsoft.com/office/drawing/2017/decorative" val="0"/>
              </a:ext>
            </a:extLst>
          </p:cNvPr>
          <p:cNvSpPr>
            <a:spLocks noGrp="1"/>
          </p:cNvSpPr>
          <p:nvPr>
            <p:ph type="pic" sz="quarter" idx="13"/>
          </p:nvPr>
        </p:nvSpPr>
        <p:spPr>
          <a:xfrm>
            <a:off x="137160" y="1"/>
            <a:ext cx="12054840" cy="6858000"/>
          </a:xfrm>
          <a:custGeom>
            <a:avLst/>
            <a:gdLst>
              <a:gd name="connsiteX0" fmla="*/ 0 w 12054840"/>
              <a:gd name="connsiteY0" fmla="*/ 0 h 6858000"/>
              <a:gd name="connsiteX1" fmla="*/ 12054840 w 12054840"/>
              <a:gd name="connsiteY1" fmla="*/ 0 h 6858000"/>
              <a:gd name="connsiteX2" fmla="*/ 12054840 w 12054840"/>
              <a:gd name="connsiteY2" fmla="*/ 6858000 h 6858000"/>
              <a:gd name="connsiteX3" fmla="*/ 4904739 w 12054840"/>
              <a:gd name="connsiteY3" fmla="*/ 6858000 h 6858000"/>
              <a:gd name="connsiteX4" fmla="*/ 4904739 w 12054840"/>
              <a:gd name="connsiteY4" fmla="*/ 3393568 h 6858000"/>
              <a:gd name="connsiteX5" fmla="*/ 4253165 w 12054840"/>
              <a:gd name="connsiteY5" fmla="*/ 2741994 h 6858000"/>
              <a:gd name="connsiteX6" fmla="*/ 0 w 12054840"/>
              <a:gd name="connsiteY6" fmla="*/ 274199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054840" h="6858000">
                <a:moveTo>
                  <a:pt x="0" y="0"/>
                </a:moveTo>
                <a:lnTo>
                  <a:pt x="12054840" y="0"/>
                </a:lnTo>
                <a:lnTo>
                  <a:pt x="12054840" y="6858000"/>
                </a:lnTo>
                <a:lnTo>
                  <a:pt x="4904739" y="6858000"/>
                </a:lnTo>
                <a:lnTo>
                  <a:pt x="4904739" y="3393568"/>
                </a:lnTo>
                <a:cubicBezTo>
                  <a:pt x="4904739" y="3033714"/>
                  <a:pt x="4613019" y="2741994"/>
                  <a:pt x="4253165" y="2741994"/>
                </a:cubicBezTo>
                <a:lnTo>
                  <a:pt x="0" y="2741994"/>
                </a:lnTo>
                <a:close/>
              </a:path>
            </a:pathLst>
          </a:custGeom>
        </p:spPr>
        <p:txBody>
          <a:bodyPr wrap="square">
            <a:noAutofit/>
          </a:bodyPr>
          <a:lstStyle>
            <a:lvl1pPr marL="0" indent="0">
              <a:buNone/>
              <a:defRPr/>
            </a:lvl1pPr>
          </a:lstStyle>
          <a:p>
            <a:r>
              <a:rPr lang="en-US"/>
              <a:t>Click icon to add picture</a:t>
            </a:r>
          </a:p>
        </p:txBody>
      </p:sp>
      <p:sp>
        <p:nvSpPr>
          <p:cNvPr id="32" name="Text Placeholder 31">
            <a:extLst>
              <a:ext uri="{FF2B5EF4-FFF2-40B4-BE49-F238E27FC236}">
                <a16:creationId xmlns:a16="http://schemas.microsoft.com/office/drawing/2014/main" id="{1293365B-26EE-3B4E-F2B1-83D52CFC6686}"/>
              </a:ext>
              <a:ext uri="{C183D7F6-B498-43B3-948B-1728B52AA6E4}">
                <adec:decorative xmlns:adec="http://schemas.microsoft.com/office/drawing/2017/decorative" val="1"/>
              </a:ext>
            </a:extLst>
          </p:cNvPr>
          <p:cNvSpPr>
            <a:spLocks noGrp="1"/>
          </p:cNvSpPr>
          <p:nvPr>
            <p:ph type="body" sz="quarter" idx="10"/>
          </p:nvPr>
        </p:nvSpPr>
        <p:spPr>
          <a:xfrm>
            <a:off x="10328031" y="486032"/>
            <a:ext cx="1296588"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bg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9" name="Group 8">
            <a:extLst>
              <a:ext uri="{FF2B5EF4-FFF2-40B4-BE49-F238E27FC236}">
                <a16:creationId xmlns:a16="http://schemas.microsoft.com/office/drawing/2014/main" id="{06CE415F-3D6F-824E-51E9-FE1F732CF8BE}"/>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0" name="Rectangle 9">
              <a:extLst>
                <a:ext uri="{FF2B5EF4-FFF2-40B4-BE49-F238E27FC236}">
                  <a16:creationId xmlns:a16="http://schemas.microsoft.com/office/drawing/2014/main" id="{1F867A1C-4573-24E2-A635-47EB736F9A65}"/>
                </a:ext>
              </a:extLst>
            </p:cNvPr>
            <p:cNvSpPr/>
            <p:nvPr/>
          </p:nvSpPr>
          <p:spPr>
            <a:xfrm>
              <a:off x="0" y="6720840"/>
              <a:ext cx="2442685" cy="1371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1" name="Rectangle 10">
              <a:extLst>
                <a:ext uri="{FF2B5EF4-FFF2-40B4-BE49-F238E27FC236}">
                  <a16:creationId xmlns:a16="http://schemas.microsoft.com/office/drawing/2014/main" id="{219CB25B-046C-7BE4-92BB-777B0CE1ADE2}"/>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2" name="Rectangle 11">
              <a:extLst>
                <a:ext uri="{FF2B5EF4-FFF2-40B4-BE49-F238E27FC236}">
                  <a16:creationId xmlns:a16="http://schemas.microsoft.com/office/drawing/2014/main" id="{C0B4F13E-E536-EA88-DDA6-4DFB984A29A1}"/>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3" name="Rectangle 12">
              <a:extLst>
                <a:ext uri="{FF2B5EF4-FFF2-40B4-BE49-F238E27FC236}">
                  <a16:creationId xmlns:a16="http://schemas.microsoft.com/office/drawing/2014/main" id="{2A129185-2A37-0B80-7867-8E6D5E36378B}"/>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4" name="Rectangle 13">
              <a:extLst>
                <a:ext uri="{FF2B5EF4-FFF2-40B4-BE49-F238E27FC236}">
                  <a16:creationId xmlns:a16="http://schemas.microsoft.com/office/drawing/2014/main" id="{C651329C-23BC-6C2C-8B66-8D305246585F}"/>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20" name="Text Placeholder 18">
            <a:extLst>
              <a:ext uri="{FF2B5EF4-FFF2-40B4-BE49-F238E27FC236}">
                <a16:creationId xmlns:a16="http://schemas.microsoft.com/office/drawing/2014/main" id="{4E77FE82-F7EA-E6B3-C2C8-2FD2E1C23C45}"/>
              </a:ext>
            </a:extLst>
          </p:cNvPr>
          <p:cNvSpPr>
            <a:spLocks noGrp="1"/>
          </p:cNvSpPr>
          <p:nvPr>
            <p:ph type="body" sz="quarter" idx="15" hasCustomPrompt="1"/>
          </p:nvPr>
        </p:nvSpPr>
        <p:spPr>
          <a:xfrm>
            <a:off x="563418" y="3268436"/>
            <a:ext cx="3767282" cy="655864"/>
          </a:xfrm>
        </p:spPr>
        <p:txBody>
          <a:bodyPr anchor="b"/>
          <a:lstStyle>
            <a:lvl1pPr marL="0" indent="0">
              <a:lnSpc>
                <a:spcPct val="90000"/>
              </a:lnSpc>
              <a:buNone/>
              <a:defRPr sz="4400" b="1">
                <a:solidFill>
                  <a:schemeClr val="accent2"/>
                </a:solidFill>
              </a:defRPr>
            </a:lvl1pPr>
            <a:lvl2pPr marL="227012" indent="0">
              <a:lnSpc>
                <a:spcPct val="90000"/>
              </a:lnSpc>
              <a:buNone/>
              <a:defRPr sz="4400" b="1"/>
            </a:lvl2pPr>
          </a:lstStyle>
          <a:p>
            <a:pPr lvl="0"/>
            <a:r>
              <a:rPr lang="en-US"/>
              <a:t>##</a:t>
            </a:r>
          </a:p>
        </p:txBody>
      </p:sp>
      <p:sp>
        <p:nvSpPr>
          <p:cNvPr id="19" name="Text Placeholder 18">
            <a:extLst>
              <a:ext uri="{FF2B5EF4-FFF2-40B4-BE49-F238E27FC236}">
                <a16:creationId xmlns:a16="http://schemas.microsoft.com/office/drawing/2014/main" id="{A705CD95-1A5D-44DF-B377-E197B7DC9F4B}"/>
              </a:ext>
            </a:extLst>
          </p:cNvPr>
          <p:cNvSpPr>
            <a:spLocks noGrp="1"/>
          </p:cNvSpPr>
          <p:nvPr>
            <p:ph type="body" sz="quarter" idx="14"/>
          </p:nvPr>
        </p:nvSpPr>
        <p:spPr>
          <a:xfrm>
            <a:off x="563418" y="4114800"/>
            <a:ext cx="3767282" cy="2171702"/>
          </a:xfrm>
        </p:spPr>
        <p:txBody>
          <a:bodyPr/>
          <a:lstStyle>
            <a:lvl1pPr marL="0" indent="0">
              <a:lnSpc>
                <a:spcPct val="90000"/>
              </a:lnSpc>
              <a:buNone/>
              <a:defRPr sz="4400" b="1">
                <a:solidFill>
                  <a:schemeClr val="bg1"/>
                </a:solidFill>
              </a:defRPr>
            </a:lvl1pPr>
            <a:lvl2pPr marL="227012" indent="0">
              <a:lnSpc>
                <a:spcPct val="90000"/>
              </a:lnSpc>
              <a:buNone/>
              <a:defRPr sz="4400" b="1">
                <a:solidFill>
                  <a:schemeClr val="bg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41160587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Section Divider 5">
    <p:bg>
      <p:bgPr>
        <a:solidFill>
          <a:schemeClr val="accent3"/>
        </a:solidFill>
        <a:effectLst/>
      </p:bgPr>
    </p:bg>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28B4D215-4806-93B4-4DFF-1266156D61D5}"/>
              </a:ext>
              <a:ext uri="{C183D7F6-B498-43B3-948B-1728B52AA6E4}">
                <adec:decorative xmlns:adec="http://schemas.microsoft.com/office/drawing/2017/decorative" val="0"/>
              </a:ext>
            </a:extLst>
          </p:cNvPr>
          <p:cNvSpPr>
            <a:spLocks noGrp="1"/>
          </p:cNvSpPr>
          <p:nvPr>
            <p:ph type="pic" sz="quarter" idx="13"/>
          </p:nvPr>
        </p:nvSpPr>
        <p:spPr>
          <a:xfrm>
            <a:off x="137160" y="1"/>
            <a:ext cx="12054840" cy="6858000"/>
          </a:xfrm>
          <a:custGeom>
            <a:avLst/>
            <a:gdLst>
              <a:gd name="connsiteX0" fmla="*/ 0 w 12054840"/>
              <a:gd name="connsiteY0" fmla="*/ 0 h 6858000"/>
              <a:gd name="connsiteX1" fmla="*/ 12054840 w 12054840"/>
              <a:gd name="connsiteY1" fmla="*/ 0 h 6858000"/>
              <a:gd name="connsiteX2" fmla="*/ 12054840 w 12054840"/>
              <a:gd name="connsiteY2" fmla="*/ 6858000 h 6858000"/>
              <a:gd name="connsiteX3" fmla="*/ 4904739 w 12054840"/>
              <a:gd name="connsiteY3" fmla="*/ 6858000 h 6858000"/>
              <a:gd name="connsiteX4" fmla="*/ 4904739 w 12054840"/>
              <a:gd name="connsiteY4" fmla="*/ 3393568 h 6858000"/>
              <a:gd name="connsiteX5" fmla="*/ 4253165 w 12054840"/>
              <a:gd name="connsiteY5" fmla="*/ 2741994 h 6858000"/>
              <a:gd name="connsiteX6" fmla="*/ 0 w 12054840"/>
              <a:gd name="connsiteY6" fmla="*/ 274199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054840" h="6858000">
                <a:moveTo>
                  <a:pt x="0" y="0"/>
                </a:moveTo>
                <a:lnTo>
                  <a:pt x="12054840" y="0"/>
                </a:lnTo>
                <a:lnTo>
                  <a:pt x="12054840" y="6858000"/>
                </a:lnTo>
                <a:lnTo>
                  <a:pt x="4904739" y="6858000"/>
                </a:lnTo>
                <a:lnTo>
                  <a:pt x="4904739" y="3393568"/>
                </a:lnTo>
                <a:cubicBezTo>
                  <a:pt x="4904739" y="3033714"/>
                  <a:pt x="4613019" y="2741994"/>
                  <a:pt x="4253165" y="2741994"/>
                </a:cubicBezTo>
                <a:lnTo>
                  <a:pt x="0" y="2741994"/>
                </a:lnTo>
                <a:close/>
              </a:path>
            </a:pathLst>
          </a:custGeom>
        </p:spPr>
        <p:txBody>
          <a:bodyPr wrap="square">
            <a:noAutofit/>
          </a:bodyPr>
          <a:lstStyle>
            <a:lvl1pPr marL="0" indent="0">
              <a:buNone/>
              <a:defRPr/>
            </a:lvl1pPr>
          </a:lstStyle>
          <a:p>
            <a:r>
              <a:rPr lang="en-US"/>
              <a:t>Click icon to add picture</a:t>
            </a:r>
          </a:p>
        </p:txBody>
      </p:sp>
      <p:grpSp>
        <p:nvGrpSpPr>
          <p:cNvPr id="9" name="Group 8">
            <a:extLst>
              <a:ext uri="{FF2B5EF4-FFF2-40B4-BE49-F238E27FC236}">
                <a16:creationId xmlns:a16="http://schemas.microsoft.com/office/drawing/2014/main" id="{06CE415F-3D6F-824E-51E9-FE1F732CF8BE}"/>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0" name="Rectangle 9">
              <a:extLst>
                <a:ext uri="{FF2B5EF4-FFF2-40B4-BE49-F238E27FC236}">
                  <a16:creationId xmlns:a16="http://schemas.microsoft.com/office/drawing/2014/main" id="{1F867A1C-4573-24E2-A635-47EB736F9A65}"/>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1" name="Rectangle 10">
              <a:extLst>
                <a:ext uri="{FF2B5EF4-FFF2-40B4-BE49-F238E27FC236}">
                  <a16:creationId xmlns:a16="http://schemas.microsoft.com/office/drawing/2014/main" id="{219CB25B-046C-7BE4-92BB-777B0CE1ADE2}"/>
                </a:ext>
              </a:extLst>
            </p:cNvPr>
            <p:cNvSpPr/>
            <p:nvPr/>
          </p:nvSpPr>
          <p:spPr>
            <a:xfrm>
              <a:off x="2437329" y="6720840"/>
              <a:ext cx="2442685" cy="137160"/>
            </a:xfrm>
            <a:prstGeom prst="rect">
              <a:avLst/>
            </a:prstGeom>
            <a:solidFill>
              <a:srgbClr val="00BAD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2" name="Rectangle 11">
              <a:extLst>
                <a:ext uri="{FF2B5EF4-FFF2-40B4-BE49-F238E27FC236}">
                  <a16:creationId xmlns:a16="http://schemas.microsoft.com/office/drawing/2014/main" id="{C0B4F13E-E536-EA88-DDA6-4DFB984A29A1}"/>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3" name="Rectangle 12">
              <a:extLst>
                <a:ext uri="{FF2B5EF4-FFF2-40B4-BE49-F238E27FC236}">
                  <a16:creationId xmlns:a16="http://schemas.microsoft.com/office/drawing/2014/main" id="{2A129185-2A37-0B80-7867-8E6D5E36378B}"/>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4" name="Rectangle 13">
              <a:extLst>
                <a:ext uri="{FF2B5EF4-FFF2-40B4-BE49-F238E27FC236}">
                  <a16:creationId xmlns:a16="http://schemas.microsoft.com/office/drawing/2014/main" id="{C651329C-23BC-6C2C-8B66-8D305246585F}"/>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2" name="Text Placeholder 31">
            <a:extLst>
              <a:ext uri="{FF2B5EF4-FFF2-40B4-BE49-F238E27FC236}">
                <a16:creationId xmlns:a16="http://schemas.microsoft.com/office/drawing/2014/main" id="{1293365B-26EE-3B4E-F2B1-83D52CFC6686}"/>
              </a:ext>
              <a:ext uri="{C183D7F6-B498-43B3-948B-1728B52AA6E4}">
                <adec:decorative xmlns:adec="http://schemas.microsoft.com/office/drawing/2017/decorative" val="1"/>
              </a:ext>
            </a:extLst>
          </p:cNvPr>
          <p:cNvSpPr>
            <a:spLocks noGrp="1"/>
          </p:cNvSpPr>
          <p:nvPr>
            <p:ph type="body" sz="quarter" idx="10"/>
          </p:nvPr>
        </p:nvSpPr>
        <p:spPr>
          <a:xfrm>
            <a:off x="10328030" y="486032"/>
            <a:ext cx="1296589"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bg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sp>
        <p:nvSpPr>
          <p:cNvPr id="20" name="Text Placeholder 18">
            <a:extLst>
              <a:ext uri="{FF2B5EF4-FFF2-40B4-BE49-F238E27FC236}">
                <a16:creationId xmlns:a16="http://schemas.microsoft.com/office/drawing/2014/main" id="{4E77FE82-F7EA-E6B3-C2C8-2FD2E1C23C45}"/>
              </a:ext>
            </a:extLst>
          </p:cNvPr>
          <p:cNvSpPr>
            <a:spLocks noGrp="1"/>
          </p:cNvSpPr>
          <p:nvPr>
            <p:ph type="body" sz="quarter" idx="15" hasCustomPrompt="1"/>
          </p:nvPr>
        </p:nvSpPr>
        <p:spPr>
          <a:xfrm>
            <a:off x="563418" y="3268436"/>
            <a:ext cx="3767282" cy="655864"/>
          </a:xfrm>
        </p:spPr>
        <p:txBody>
          <a:bodyPr anchor="b"/>
          <a:lstStyle>
            <a:lvl1pPr marL="0" indent="0">
              <a:lnSpc>
                <a:spcPct val="90000"/>
              </a:lnSpc>
              <a:buNone/>
              <a:defRPr sz="4400" b="1">
                <a:solidFill>
                  <a:srgbClr val="00BAD6"/>
                </a:solidFill>
              </a:defRPr>
            </a:lvl1pPr>
            <a:lvl2pPr marL="227012" indent="0">
              <a:lnSpc>
                <a:spcPct val="90000"/>
              </a:lnSpc>
              <a:buNone/>
              <a:defRPr sz="4400" b="1"/>
            </a:lvl2pPr>
          </a:lstStyle>
          <a:p>
            <a:pPr lvl="0"/>
            <a:r>
              <a:rPr lang="en-US"/>
              <a:t>##</a:t>
            </a:r>
          </a:p>
        </p:txBody>
      </p:sp>
      <p:sp>
        <p:nvSpPr>
          <p:cNvPr id="19" name="Text Placeholder 18">
            <a:extLst>
              <a:ext uri="{FF2B5EF4-FFF2-40B4-BE49-F238E27FC236}">
                <a16:creationId xmlns:a16="http://schemas.microsoft.com/office/drawing/2014/main" id="{A705CD95-1A5D-44DF-B377-E197B7DC9F4B}"/>
              </a:ext>
            </a:extLst>
          </p:cNvPr>
          <p:cNvSpPr>
            <a:spLocks noGrp="1"/>
          </p:cNvSpPr>
          <p:nvPr>
            <p:ph type="body" sz="quarter" idx="14"/>
          </p:nvPr>
        </p:nvSpPr>
        <p:spPr>
          <a:xfrm>
            <a:off x="563418" y="4114800"/>
            <a:ext cx="3767282" cy="2171702"/>
          </a:xfrm>
        </p:spPr>
        <p:txBody>
          <a:bodyPr/>
          <a:lstStyle>
            <a:lvl1pPr marL="0" indent="0">
              <a:lnSpc>
                <a:spcPct val="90000"/>
              </a:lnSpc>
              <a:buNone/>
              <a:defRPr sz="4400" b="1">
                <a:solidFill>
                  <a:schemeClr val="tx1"/>
                </a:solidFill>
              </a:defRPr>
            </a:lvl1pPr>
            <a:lvl2pPr marL="227012" indent="0">
              <a:lnSpc>
                <a:spcPct val="90000"/>
              </a:lnSpc>
              <a:buNone/>
              <a:defRPr sz="4400" b="1">
                <a:solidFill>
                  <a:schemeClr val="bg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0336451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Section Divider 6">
    <p:bg>
      <p:bgPr>
        <a:solidFill>
          <a:schemeClr val="accent4"/>
        </a:solidFill>
        <a:effectLst/>
      </p:bgPr>
    </p:bg>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28B4D215-4806-93B4-4DFF-1266156D61D5}"/>
              </a:ext>
              <a:ext uri="{C183D7F6-B498-43B3-948B-1728B52AA6E4}">
                <adec:decorative xmlns:adec="http://schemas.microsoft.com/office/drawing/2017/decorative" val="0"/>
              </a:ext>
            </a:extLst>
          </p:cNvPr>
          <p:cNvSpPr>
            <a:spLocks noGrp="1"/>
          </p:cNvSpPr>
          <p:nvPr>
            <p:ph type="pic" sz="quarter" idx="13"/>
          </p:nvPr>
        </p:nvSpPr>
        <p:spPr>
          <a:xfrm>
            <a:off x="137160" y="1"/>
            <a:ext cx="12054840" cy="6858000"/>
          </a:xfrm>
          <a:custGeom>
            <a:avLst/>
            <a:gdLst>
              <a:gd name="connsiteX0" fmla="*/ 0 w 12054840"/>
              <a:gd name="connsiteY0" fmla="*/ 0 h 6858000"/>
              <a:gd name="connsiteX1" fmla="*/ 12054840 w 12054840"/>
              <a:gd name="connsiteY1" fmla="*/ 0 h 6858000"/>
              <a:gd name="connsiteX2" fmla="*/ 12054840 w 12054840"/>
              <a:gd name="connsiteY2" fmla="*/ 6858000 h 6858000"/>
              <a:gd name="connsiteX3" fmla="*/ 4904739 w 12054840"/>
              <a:gd name="connsiteY3" fmla="*/ 6858000 h 6858000"/>
              <a:gd name="connsiteX4" fmla="*/ 4904739 w 12054840"/>
              <a:gd name="connsiteY4" fmla="*/ 3393568 h 6858000"/>
              <a:gd name="connsiteX5" fmla="*/ 4253165 w 12054840"/>
              <a:gd name="connsiteY5" fmla="*/ 2741994 h 6858000"/>
              <a:gd name="connsiteX6" fmla="*/ 0 w 12054840"/>
              <a:gd name="connsiteY6" fmla="*/ 274199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054840" h="6858000">
                <a:moveTo>
                  <a:pt x="0" y="0"/>
                </a:moveTo>
                <a:lnTo>
                  <a:pt x="12054840" y="0"/>
                </a:lnTo>
                <a:lnTo>
                  <a:pt x="12054840" y="6858000"/>
                </a:lnTo>
                <a:lnTo>
                  <a:pt x="4904739" y="6858000"/>
                </a:lnTo>
                <a:lnTo>
                  <a:pt x="4904739" y="3393568"/>
                </a:lnTo>
                <a:cubicBezTo>
                  <a:pt x="4904739" y="3033714"/>
                  <a:pt x="4613019" y="2741994"/>
                  <a:pt x="4253165" y="2741994"/>
                </a:cubicBezTo>
                <a:lnTo>
                  <a:pt x="0" y="2741994"/>
                </a:lnTo>
                <a:close/>
              </a:path>
            </a:pathLst>
          </a:custGeom>
        </p:spPr>
        <p:txBody>
          <a:bodyPr wrap="square">
            <a:noAutofit/>
          </a:bodyPr>
          <a:lstStyle>
            <a:lvl1pPr marL="0" indent="0">
              <a:buNone/>
              <a:defRPr/>
            </a:lvl1pPr>
          </a:lstStyle>
          <a:p>
            <a:r>
              <a:rPr lang="en-US"/>
              <a:t>Click icon to add picture</a:t>
            </a:r>
          </a:p>
        </p:txBody>
      </p:sp>
      <p:sp>
        <p:nvSpPr>
          <p:cNvPr id="32" name="Text Placeholder 31">
            <a:extLst>
              <a:ext uri="{FF2B5EF4-FFF2-40B4-BE49-F238E27FC236}">
                <a16:creationId xmlns:a16="http://schemas.microsoft.com/office/drawing/2014/main" id="{1293365B-26EE-3B4E-F2B1-83D52CFC6686}"/>
              </a:ext>
              <a:ext uri="{C183D7F6-B498-43B3-948B-1728B52AA6E4}">
                <adec:decorative xmlns:adec="http://schemas.microsoft.com/office/drawing/2017/decorative" val="1"/>
              </a:ext>
            </a:extLst>
          </p:cNvPr>
          <p:cNvSpPr>
            <a:spLocks noGrp="1"/>
          </p:cNvSpPr>
          <p:nvPr>
            <p:ph type="body" sz="quarter" idx="10"/>
          </p:nvPr>
        </p:nvSpPr>
        <p:spPr>
          <a:xfrm>
            <a:off x="10328030" y="486032"/>
            <a:ext cx="1296589"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bg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9" name="Group 8">
            <a:extLst>
              <a:ext uri="{FF2B5EF4-FFF2-40B4-BE49-F238E27FC236}">
                <a16:creationId xmlns:a16="http://schemas.microsoft.com/office/drawing/2014/main" id="{06CE415F-3D6F-824E-51E9-FE1F732CF8BE}"/>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0" name="Rectangle 9">
              <a:extLst>
                <a:ext uri="{FF2B5EF4-FFF2-40B4-BE49-F238E27FC236}">
                  <a16:creationId xmlns:a16="http://schemas.microsoft.com/office/drawing/2014/main" id="{1F867A1C-4573-24E2-A635-47EB736F9A65}"/>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1" name="Rectangle 10">
              <a:extLst>
                <a:ext uri="{FF2B5EF4-FFF2-40B4-BE49-F238E27FC236}">
                  <a16:creationId xmlns:a16="http://schemas.microsoft.com/office/drawing/2014/main" id="{219CB25B-046C-7BE4-92BB-777B0CE1ADE2}"/>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2" name="Rectangle 11">
              <a:extLst>
                <a:ext uri="{FF2B5EF4-FFF2-40B4-BE49-F238E27FC236}">
                  <a16:creationId xmlns:a16="http://schemas.microsoft.com/office/drawing/2014/main" id="{C0B4F13E-E536-EA88-DDA6-4DFB984A29A1}"/>
                </a:ext>
              </a:extLst>
            </p:cNvPr>
            <p:cNvSpPr/>
            <p:nvPr/>
          </p:nvSpPr>
          <p:spPr>
            <a:xfrm>
              <a:off x="4874657" y="6720840"/>
              <a:ext cx="2442685" cy="137160"/>
            </a:xfrm>
            <a:prstGeom prst="rect">
              <a:avLst/>
            </a:prstGeom>
            <a:solidFill>
              <a:srgbClr val="E615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3" name="Rectangle 12">
              <a:extLst>
                <a:ext uri="{FF2B5EF4-FFF2-40B4-BE49-F238E27FC236}">
                  <a16:creationId xmlns:a16="http://schemas.microsoft.com/office/drawing/2014/main" id="{2A129185-2A37-0B80-7867-8E6D5E36378B}"/>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4" name="Rectangle 13">
              <a:extLst>
                <a:ext uri="{FF2B5EF4-FFF2-40B4-BE49-F238E27FC236}">
                  <a16:creationId xmlns:a16="http://schemas.microsoft.com/office/drawing/2014/main" id="{C651329C-23BC-6C2C-8B66-8D305246585F}"/>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20" name="Text Placeholder 18">
            <a:extLst>
              <a:ext uri="{FF2B5EF4-FFF2-40B4-BE49-F238E27FC236}">
                <a16:creationId xmlns:a16="http://schemas.microsoft.com/office/drawing/2014/main" id="{4E77FE82-F7EA-E6B3-C2C8-2FD2E1C23C45}"/>
              </a:ext>
            </a:extLst>
          </p:cNvPr>
          <p:cNvSpPr>
            <a:spLocks noGrp="1"/>
          </p:cNvSpPr>
          <p:nvPr>
            <p:ph type="body" sz="quarter" idx="15" hasCustomPrompt="1"/>
          </p:nvPr>
        </p:nvSpPr>
        <p:spPr>
          <a:xfrm>
            <a:off x="563418" y="3268436"/>
            <a:ext cx="3767282" cy="655864"/>
          </a:xfrm>
        </p:spPr>
        <p:txBody>
          <a:bodyPr anchor="b"/>
          <a:lstStyle>
            <a:lvl1pPr marL="0" indent="0">
              <a:lnSpc>
                <a:spcPct val="90000"/>
              </a:lnSpc>
              <a:buNone/>
              <a:defRPr sz="4400" b="1">
                <a:solidFill>
                  <a:srgbClr val="E6154A"/>
                </a:solidFill>
              </a:defRPr>
            </a:lvl1pPr>
            <a:lvl2pPr marL="227012" indent="0">
              <a:lnSpc>
                <a:spcPct val="90000"/>
              </a:lnSpc>
              <a:buNone/>
              <a:defRPr sz="4400" b="1"/>
            </a:lvl2pPr>
          </a:lstStyle>
          <a:p>
            <a:pPr lvl="0"/>
            <a:r>
              <a:rPr lang="en-US"/>
              <a:t>##</a:t>
            </a:r>
          </a:p>
        </p:txBody>
      </p:sp>
      <p:sp>
        <p:nvSpPr>
          <p:cNvPr id="19" name="Text Placeholder 18">
            <a:extLst>
              <a:ext uri="{FF2B5EF4-FFF2-40B4-BE49-F238E27FC236}">
                <a16:creationId xmlns:a16="http://schemas.microsoft.com/office/drawing/2014/main" id="{A705CD95-1A5D-44DF-B377-E197B7DC9F4B}"/>
              </a:ext>
            </a:extLst>
          </p:cNvPr>
          <p:cNvSpPr>
            <a:spLocks noGrp="1"/>
          </p:cNvSpPr>
          <p:nvPr>
            <p:ph type="body" sz="quarter" idx="14"/>
          </p:nvPr>
        </p:nvSpPr>
        <p:spPr>
          <a:xfrm>
            <a:off x="563418" y="4114800"/>
            <a:ext cx="3767282" cy="2171702"/>
          </a:xfrm>
        </p:spPr>
        <p:txBody>
          <a:bodyPr/>
          <a:lstStyle>
            <a:lvl1pPr marL="0" indent="0">
              <a:lnSpc>
                <a:spcPct val="90000"/>
              </a:lnSpc>
              <a:buNone/>
              <a:defRPr sz="4400" b="1">
                <a:solidFill>
                  <a:schemeClr val="tx1"/>
                </a:solidFill>
              </a:defRPr>
            </a:lvl1pPr>
            <a:lvl2pPr marL="227012" indent="0">
              <a:lnSpc>
                <a:spcPct val="90000"/>
              </a:lnSpc>
              <a:buNone/>
              <a:defRPr sz="4400" b="1">
                <a:solidFill>
                  <a:schemeClr val="tx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38342873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Section Divider 7">
    <p:bg>
      <p:bgPr>
        <a:solidFill>
          <a:schemeClr val="accent5"/>
        </a:solidFill>
        <a:effectLst/>
      </p:bgPr>
    </p:bg>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28B4D215-4806-93B4-4DFF-1266156D61D5}"/>
              </a:ext>
              <a:ext uri="{C183D7F6-B498-43B3-948B-1728B52AA6E4}">
                <adec:decorative xmlns:adec="http://schemas.microsoft.com/office/drawing/2017/decorative" val="0"/>
              </a:ext>
            </a:extLst>
          </p:cNvPr>
          <p:cNvSpPr>
            <a:spLocks noGrp="1"/>
          </p:cNvSpPr>
          <p:nvPr>
            <p:ph type="pic" sz="quarter" idx="13"/>
          </p:nvPr>
        </p:nvSpPr>
        <p:spPr>
          <a:xfrm>
            <a:off x="137160" y="1"/>
            <a:ext cx="12054840" cy="6858000"/>
          </a:xfrm>
          <a:custGeom>
            <a:avLst/>
            <a:gdLst>
              <a:gd name="connsiteX0" fmla="*/ 0 w 12054840"/>
              <a:gd name="connsiteY0" fmla="*/ 0 h 6858000"/>
              <a:gd name="connsiteX1" fmla="*/ 12054840 w 12054840"/>
              <a:gd name="connsiteY1" fmla="*/ 0 h 6858000"/>
              <a:gd name="connsiteX2" fmla="*/ 12054840 w 12054840"/>
              <a:gd name="connsiteY2" fmla="*/ 6858000 h 6858000"/>
              <a:gd name="connsiteX3" fmla="*/ 4904739 w 12054840"/>
              <a:gd name="connsiteY3" fmla="*/ 6858000 h 6858000"/>
              <a:gd name="connsiteX4" fmla="*/ 4904739 w 12054840"/>
              <a:gd name="connsiteY4" fmla="*/ 3393568 h 6858000"/>
              <a:gd name="connsiteX5" fmla="*/ 4253165 w 12054840"/>
              <a:gd name="connsiteY5" fmla="*/ 2741994 h 6858000"/>
              <a:gd name="connsiteX6" fmla="*/ 0 w 12054840"/>
              <a:gd name="connsiteY6" fmla="*/ 274199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054840" h="6858000">
                <a:moveTo>
                  <a:pt x="0" y="0"/>
                </a:moveTo>
                <a:lnTo>
                  <a:pt x="12054840" y="0"/>
                </a:lnTo>
                <a:lnTo>
                  <a:pt x="12054840" y="6858000"/>
                </a:lnTo>
                <a:lnTo>
                  <a:pt x="4904739" y="6858000"/>
                </a:lnTo>
                <a:lnTo>
                  <a:pt x="4904739" y="3393568"/>
                </a:lnTo>
                <a:cubicBezTo>
                  <a:pt x="4904739" y="3033714"/>
                  <a:pt x="4613019" y="2741994"/>
                  <a:pt x="4253165" y="2741994"/>
                </a:cubicBezTo>
                <a:lnTo>
                  <a:pt x="0" y="2741994"/>
                </a:lnTo>
                <a:close/>
              </a:path>
            </a:pathLst>
          </a:custGeom>
        </p:spPr>
        <p:txBody>
          <a:bodyPr wrap="square">
            <a:noAutofit/>
          </a:bodyPr>
          <a:lstStyle>
            <a:lvl1pPr marL="0" indent="0">
              <a:buNone/>
              <a:defRPr/>
            </a:lvl1pPr>
          </a:lstStyle>
          <a:p>
            <a:r>
              <a:rPr lang="en-US"/>
              <a:t>Click icon to add picture</a:t>
            </a:r>
          </a:p>
        </p:txBody>
      </p:sp>
      <p:grpSp>
        <p:nvGrpSpPr>
          <p:cNvPr id="9" name="Group 8">
            <a:extLst>
              <a:ext uri="{FF2B5EF4-FFF2-40B4-BE49-F238E27FC236}">
                <a16:creationId xmlns:a16="http://schemas.microsoft.com/office/drawing/2014/main" id="{06CE415F-3D6F-824E-51E9-FE1F732CF8BE}"/>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0" name="Rectangle 9">
              <a:extLst>
                <a:ext uri="{FF2B5EF4-FFF2-40B4-BE49-F238E27FC236}">
                  <a16:creationId xmlns:a16="http://schemas.microsoft.com/office/drawing/2014/main" id="{1F867A1C-4573-24E2-A635-47EB736F9A65}"/>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1" name="Rectangle 10">
              <a:extLst>
                <a:ext uri="{FF2B5EF4-FFF2-40B4-BE49-F238E27FC236}">
                  <a16:creationId xmlns:a16="http://schemas.microsoft.com/office/drawing/2014/main" id="{219CB25B-046C-7BE4-92BB-777B0CE1ADE2}"/>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2" name="Rectangle 11">
              <a:extLst>
                <a:ext uri="{FF2B5EF4-FFF2-40B4-BE49-F238E27FC236}">
                  <a16:creationId xmlns:a16="http://schemas.microsoft.com/office/drawing/2014/main" id="{C0B4F13E-E536-EA88-DDA6-4DFB984A29A1}"/>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3" name="Rectangle 12">
              <a:extLst>
                <a:ext uri="{FF2B5EF4-FFF2-40B4-BE49-F238E27FC236}">
                  <a16:creationId xmlns:a16="http://schemas.microsoft.com/office/drawing/2014/main" id="{2A129185-2A37-0B80-7867-8E6D5E36378B}"/>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4" name="Rectangle 13">
              <a:extLst>
                <a:ext uri="{FF2B5EF4-FFF2-40B4-BE49-F238E27FC236}">
                  <a16:creationId xmlns:a16="http://schemas.microsoft.com/office/drawing/2014/main" id="{C651329C-23BC-6C2C-8B66-8D305246585F}"/>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2" name="Text Placeholder 31">
            <a:extLst>
              <a:ext uri="{FF2B5EF4-FFF2-40B4-BE49-F238E27FC236}">
                <a16:creationId xmlns:a16="http://schemas.microsoft.com/office/drawing/2014/main" id="{1293365B-26EE-3B4E-F2B1-83D52CFC6686}"/>
              </a:ext>
              <a:ext uri="{C183D7F6-B498-43B3-948B-1728B52AA6E4}">
                <adec:decorative xmlns:adec="http://schemas.microsoft.com/office/drawing/2017/decorative" val="1"/>
              </a:ext>
            </a:extLst>
          </p:cNvPr>
          <p:cNvSpPr>
            <a:spLocks noGrp="1"/>
          </p:cNvSpPr>
          <p:nvPr>
            <p:ph type="body" sz="quarter" idx="10"/>
          </p:nvPr>
        </p:nvSpPr>
        <p:spPr>
          <a:xfrm>
            <a:off x="10328030" y="486032"/>
            <a:ext cx="1296589"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bg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sp>
        <p:nvSpPr>
          <p:cNvPr id="20" name="Text Placeholder 18">
            <a:extLst>
              <a:ext uri="{FF2B5EF4-FFF2-40B4-BE49-F238E27FC236}">
                <a16:creationId xmlns:a16="http://schemas.microsoft.com/office/drawing/2014/main" id="{4E77FE82-F7EA-E6B3-C2C8-2FD2E1C23C45}"/>
              </a:ext>
            </a:extLst>
          </p:cNvPr>
          <p:cNvSpPr>
            <a:spLocks noGrp="1"/>
          </p:cNvSpPr>
          <p:nvPr>
            <p:ph type="body" sz="quarter" idx="15" hasCustomPrompt="1"/>
          </p:nvPr>
        </p:nvSpPr>
        <p:spPr>
          <a:xfrm>
            <a:off x="563418" y="3268436"/>
            <a:ext cx="3767282" cy="655864"/>
          </a:xfrm>
        </p:spPr>
        <p:txBody>
          <a:bodyPr anchor="b"/>
          <a:lstStyle>
            <a:lvl1pPr marL="0" indent="0">
              <a:lnSpc>
                <a:spcPct val="90000"/>
              </a:lnSpc>
              <a:buNone/>
              <a:defRPr sz="4400" b="1">
                <a:solidFill>
                  <a:srgbClr val="9488F0"/>
                </a:solidFill>
              </a:defRPr>
            </a:lvl1pPr>
            <a:lvl2pPr marL="227012" indent="0">
              <a:lnSpc>
                <a:spcPct val="90000"/>
              </a:lnSpc>
              <a:buNone/>
              <a:defRPr sz="4400" b="1"/>
            </a:lvl2pPr>
          </a:lstStyle>
          <a:p>
            <a:pPr lvl="0"/>
            <a:r>
              <a:rPr lang="en-US"/>
              <a:t>##</a:t>
            </a:r>
          </a:p>
        </p:txBody>
      </p:sp>
      <p:sp>
        <p:nvSpPr>
          <p:cNvPr id="19" name="Text Placeholder 18">
            <a:extLst>
              <a:ext uri="{FF2B5EF4-FFF2-40B4-BE49-F238E27FC236}">
                <a16:creationId xmlns:a16="http://schemas.microsoft.com/office/drawing/2014/main" id="{A705CD95-1A5D-44DF-B377-E197B7DC9F4B}"/>
              </a:ext>
            </a:extLst>
          </p:cNvPr>
          <p:cNvSpPr>
            <a:spLocks noGrp="1"/>
          </p:cNvSpPr>
          <p:nvPr>
            <p:ph type="body" sz="quarter" idx="14"/>
          </p:nvPr>
        </p:nvSpPr>
        <p:spPr>
          <a:xfrm>
            <a:off x="563418" y="4114800"/>
            <a:ext cx="3767282" cy="2171702"/>
          </a:xfrm>
        </p:spPr>
        <p:txBody>
          <a:bodyPr/>
          <a:lstStyle>
            <a:lvl1pPr marL="0" indent="0">
              <a:lnSpc>
                <a:spcPct val="90000"/>
              </a:lnSpc>
              <a:buNone/>
              <a:defRPr sz="4400" b="1">
                <a:solidFill>
                  <a:schemeClr val="tx1"/>
                </a:solidFill>
              </a:defRPr>
            </a:lvl1pPr>
            <a:lvl2pPr marL="227012" indent="0">
              <a:lnSpc>
                <a:spcPct val="90000"/>
              </a:lnSpc>
              <a:buNone/>
              <a:defRPr sz="4400" b="1">
                <a:solidFill>
                  <a:schemeClr val="bg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39050135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Section Divider 8">
    <p:bg>
      <p:bgPr>
        <a:solidFill>
          <a:schemeClr val="accent6"/>
        </a:solidFill>
        <a:effectLst/>
      </p:bgPr>
    </p:bg>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28B4D215-4806-93B4-4DFF-1266156D61D5}"/>
              </a:ext>
              <a:ext uri="{C183D7F6-B498-43B3-948B-1728B52AA6E4}">
                <adec:decorative xmlns:adec="http://schemas.microsoft.com/office/drawing/2017/decorative" val="0"/>
              </a:ext>
            </a:extLst>
          </p:cNvPr>
          <p:cNvSpPr>
            <a:spLocks noGrp="1"/>
          </p:cNvSpPr>
          <p:nvPr>
            <p:ph type="pic" sz="quarter" idx="13"/>
          </p:nvPr>
        </p:nvSpPr>
        <p:spPr>
          <a:xfrm>
            <a:off x="137160" y="1"/>
            <a:ext cx="12054840" cy="6858000"/>
          </a:xfrm>
          <a:custGeom>
            <a:avLst/>
            <a:gdLst>
              <a:gd name="connsiteX0" fmla="*/ 0 w 12054840"/>
              <a:gd name="connsiteY0" fmla="*/ 0 h 6858000"/>
              <a:gd name="connsiteX1" fmla="*/ 12054840 w 12054840"/>
              <a:gd name="connsiteY1" fmla="*/ 0 h 6858000"/>
              <a:gd name="connsiteX2" fmla="*/ 12054840 w 12054840"/>
              <a:gd name="connsiteY2" fmla="*/ 6858000 h 6858000"/>
              <a:gd name="connsiteX3" fmla="*/ 4904739 w 12054840"/>
              <a:gd name="connsiteY3" fmla="*/ 6858000 h 6858000"/>
              <a:gd name="connsiteX4" fmla="*/ 4904739 w 12054840"/>
              <a:gd name="connsiteY4" fmla="*/ 3393568 h 6858000"/>
              <a:gd name="connsiteX5" fmla="*/ 4253165 w 12054840"/>
              <a:gd name="connsiteY5" fmla="*/ 2741994 h 6858000"/>
              <a:gd name="connsiteX6" fmla="*/ 0 w 12054840"/>
              <a:gd name="connsiteY6" fmla="*/ 274199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054840" h="6858000">
                <a:moveTo>
                  <a:pt x="0" y="0"/>
                </a:moveTo>
                <a:lnTo>
                  <a:pt x="12054840" y="0"/>
                </a:lnTo>
                <a:lnTo>
                  <a:pt x="12054840" y="6858000"/>
                </a:lnTo>
                <a:lnTo>
                  <a:pt x="4904739" y="6858000"/>
                </a:lnTo>
                <a:lnTo>
                  <a:pt x="4904739" y="3393568"/>
                </a:lnTo>
                <a:cubicBezTo>
                  <a:pt x="4904739" y="3033714"/>
                  <a:pt x="4613019" y="2741994"/>
                  <a:pt x="4253165" y="2741994"/>
                </a:cubicBezTo>
                <a:lnTo>
                  <a:pt x="0" y="2741994"/>
                </a:lnTo>
                <a:close/>
              </a:path>
            </a:pathLst>
          </a:custGeom>
        </p:spPr>
        <p:txBody>
          <a:bodyPr wrap="square">
            <a:noAutofit/>
          </a:bodyPr>
          <a:lstStyle>
            <a:lvl1pPr marL="0" indent="0">
              <a:buNone/>
              <a:defRPr/>
            </a:lvl1pPr>
          </a:lstStyle>
          <a:p>
            <a:r>
              <a:rPr lang="en-US"/>
              <a:t>Click icon to add picture</a:t>
            </a:r>
          </a:p>
        </p:txBody>
      </p:sp>
      <p:sp>
        <p:nvSpPr>
          <p:cNvPr id="32" name="Text Placeholder 31">
            <a:extLst>
              <a:ext uri="{FF2B5EF4-FFF2-40B4-BE49-F238E27FC236}">
                <a16:creationId xmlns:a16="http://schemas.microsoft.com/office/drawing/2014/main" id="{1293365B-26EE-3B4E-F2B1-83D52CFC6686}"/>
              </a:ext>
              <a:ext uri="{C183D7F6-B498-43B3-948B-1728B52AA6E4}">
                <adec:decorative xmlns:adec="http://schemas.microsoft.com/office/drawing/2017/decorative" val="1"/>
              </a:ext>
            </a:extLst>
          </p:cNvPr>
          <p:cNvSpPr>
            <a:spLocks noGrp="1"/>
          </p:cNvSpPr>
          <p:nvPr>
            <p:ph type="body" sz="quarter" idx="10"/>
          </p:nvPr>
        </p:nvSpPr>
        <p:spPr>
          <a:xfrm>
            <a:off x="10328030" y="486032"/>
            <a:ext cx="1296589"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bg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9" name="Group 8">
            <a:extLst>
              <a:ext uri="{FF2B5EF4-FFF2-40B4-BE49-F238E27FC236}">
                <a16:creationId xmlns:a16="http://schemas.microsoft.com/office/drawing/2014/main" id="{06CE415F-3D6F-824E-51E9-FE1F732CF8BE}"/>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0" name="Rectangle 9">
              <a:extLst>
                <a:ext uri="{FF2B5EF4-FFF2-40B4-BE49-F238E27FC236}">
                  <a16:creationId xmlns:a16="http://schemas.microsoft.com/office/drawing/2014/main" id="{1F867A1C-4573-24E2-A635-47EB736F9A65}"/>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1" name="Rectangle 10">
              <a:extLst>
                <a:ext uri="{FF2B5EF4-FFF2-40B4-BE49-F238E27FC236}">
                  <a16:creationId xmlns:a16="http://schemas.microsoft.com/office/drawing/2014/main" id="{219CB25B-046C-7BE4-92BB-777B0CE1ADE2}"/>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2" name="Rectangle 11">
              <a:extLst>
                <a:ext uri="{FF2B5EF4-FFF2-40B4-BE49-F238E27FC236}">
                  <a16:creationId xmlns:a16="http://schemas.microsoft.com/office/drawing/2014/main" id="{C0B4F13E-E536-EA88-DDA6-4DFB984A29A1}"/>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3" name="Rectangle 12">
              <a:extLst>
                <a:ext uri="{FF2B5EF4-FFF2-40B4-BE49-F238E27FC236}">
                  <a16:creationId xmlns:a16="http://schemas.microsoft.com/office/drawing/2014/main" id="{2A129185-2A37-0B80-7867-8E6D5E36378B}"/>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4" name="Rectangle 13">
              <a:extLst>
                <a:ext uri="{FF2B5EF4-FFF2-40B4-BE49-F238E27FC236}">
                  <a16:creationId xmlns:a16="http://schemas.microsoft.com/office/drawing/2014/main" id="{C651329C-23BC-6C2C-8B66-8D305246585F}"/>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20" name="Text Placeholder 18">
            <a:extLst>
              <a:ext uri="{FF2B5EF4-FFF2-40B4-BE49-F238E27FC236}">
                <a16:creationId xmlns:a16="http://schemas.microsoft.com/office/drawing/2014/main" id="{4E77FE82-F7EA-E6B3-C2C8-2FD2E1C23C45}"/>
              </a:ext>
            </a:extLst>
          </p:cNvPr>
          <p:cNvSpPr>
            <a:spLocks noGrp="1"/>
          </p:cNvSpPr>
          <p:nvPr>
            <p:ph type="body" sz="quarter" idx="15" hasCustomPrompt="1"/>
          </p:nvPr>
        </p:nvSpPr>
        <p:spPr>
          <a:xfrm>
            <a:off x="563418" y="3268436"/>
            <a:ext cx="3767282" cy="655864"/>
          </a:xfrm>
        </p:spPr>
        <p:txBody>
          <a:bodyPr anchor="b"/>
          <a:lstStyle>
            <a:lvl1pPr marL="0" indent="0">
              <a:lnSpc>
                <a:spcPct val="90000"/>
              </a:lnSpc>
              <a:buNone/>
              <a:defRPr sz="4400" b="1">
                <a:solidFill>
                  <a:srgbClr val="B3CC3E"/>
                </a:solidFill>
              </a:defRPr>
            </a:lvl1pPr>
            <a:lvl2pPr marL="227012" indent="0">
              <a:lnSpc>
                <a:spcPct val="90000"/>
              </a:lnSpc>
              <a:buNone/>
              <a:defRPr sz="4400" b="1"/>
            </a:lvl2pPr>
          </a:lstStyle>
          <a:p>
            <a:pPr lvl="0"/>
            <a:r>
              <a:rPr lang="en-US"/>
              <a:t>##</a:t>
            </a:r>
          </a:p>
        </p:txBody>
      </p:sp>
      <p:sp>
        <p:nvSpPr>
          <p:cNvPr id="19" name="Text Placeholder 18">
            <a:extLst>
              <a:ext uri="{FF2B5EF4-FFF2-40B4-BE49-F238E27FC236}">
                <a16:creationId xmlns:a16="http://schemas.microsoft.com/office/drawing/2014/main" id="{A705CD95-1A5D-44DF-B377-E197B7DC9F4B}"/>
              </a:ext>
            </a:extLst>
          </p:cNvPr>
          <p:cNvSpPr>
            <a:spLocks noGrp="1"/>
          </p:cNvSpPr>
          <p:nvPr>
            <p:ph type="body" sz="quarter" idx="14"/>
          </p:nvPr>
        </p:nvSpPr>
        <p:spPr>
          <a:xfrm>
            <a:off x="563418" y="4114800"/>
            <a:ext cx="3767282" cy="2171702"/>
          </a:xfrm>
        </p:spPr>
        <p:txBody>
          <a:bodyPr/>
          <a:lstStyle>
            <a:lvl1pPr marL="0" indent="0">
              <a:lnSpc>
                <a:spcPct val="90000"/>
              </a:lnSpc>
              <a:buNone/>
              <a:defRPr sz="4400" b="1">
                <a:solidFill>
                  <a:schemeClr val="tx1"/>
                </a:solidFill>
              </a:defRPr>
            </a:lvl1pPr>
            <a:lvl2pPr marL="227012" indent="0">
              <a:lnSpc>
                <a:spcPct val="90000"/>
              </a:lnSpc>
              <a:buNone/>
              <a:defRPr sz="4400" b="1">
                <a:solidFill>
                  <a:schemeClr val="bg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69806586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Section Divider 9">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9" name="Text Placeholder 28">
            <a:extLst>
              <a:ext uri="{FF2B5EF4-FFF2-40B4-BE49-F238E27FC236}">
                <a16:creationId xmlns:a16="http://schemas.microsoft.com/office/drawing/2014/main" id="{577E90E3-1997-9D82-5E31-3DFA5EDB0F05}"/>
              </a:ext>
              <a:ext uri="{C183D7F6-B498-43B3-948B-1728B52AA6E4}">
                <adec:decorative xmlns:adec="http://schemas.microsoft.com/office/drawing/2017/decorative" val="1"/>
              </a:ext>
            </a:extLst>
          </p:cNvPr>
          <p:cNvSpPr>
            <a:spLocks noGrp="1"/>
          </p:cNvSpPr>
          <p:nvPr>
            <p:ph type="body" sz="quarter" idx="10"/>
          </p:nvPr>
        </p:nvSpPr>
        <p:spPr>
          <a:xfrm>
            <a:off x="10328031" y="486032"/>
            <a:ext cx="1296588"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bg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13" name="Group 12">
            <a:extLst>
              <a:ext uri="{FF2B5EF4-FFF2-40B4-BE49-F238E27FC236}">
                <a16:creationId xmlns:a16="http://schemas.microsoft.com/office/drawing/2014/main" id="{5B46D442-FEE4-5315-D46B-E7D0E1E26897}"/>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FA328DCD-641F-0DB1-4BF7-4CA3DE5CCADE}"/>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8538FCF0-958C-AA62-4179-4628EC0C20EA}"/>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3A66CFB0-A388-4BCA-13F2-15D91640A140}"/>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94BB5DDA-EC53-807C-3F18-F82A5B779BE3}"/>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54AE19E5-44AC-9FDE-1E06-2C169D18D2F1}"/>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 name="Text Placeholder 2">
            <a:extLst>
              <a:ext uri="{FF2B5EF4-FFF2-40B4-BE49-F238E27FC236}">
                <a16:creationId xmlns:a16="http://schemas.microsoft.com/office/drawing/2014/main" id="{69442782-C12F-41FC-B1C9-9F1C9D18331E}"/>
              </a:ext>
            </a:extLst>
          </p:cNvPr>
          <p:cNvSpPr>
            <a:spLocks noGrp="1"/>
          </p:cNvSpPr>
          <p:nvPr>
            <p:ph type="body" idx="1" hasCustomPrompt="1"/>
          </p:nvPr>
        </p:nvSpPr>
        <p:spPr>
          <a:xfrm>
            <a:off x="571500" y="1781516"/>
            <a:ext cx="1651000" cy="961683"/>
          </a:xfrm>
        </p:spPr>
        <p:txBody>
          <a:bodyPr/>
          <a:lstStyle>
            <a:lvl1pPr marL="0" indent="0" algn="r">
              <a:lnSpc>
                <a:spcPct val="80000"/>
              </a:lnSpc>
              <a:spcBef>
                <a:spcPts val="0"/>
              </a:spcBef>
              <a:buNone/>
              <a:defRPr sz="5400" b="1">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a:t>
            </a:r>
          </a:p>
        </p:txBody>
      </p:sp>
      <p:sp>
        <p:nvSpPr>
          <p:cNvPr id="2" name="Title 1">
            <a:extLst>
              <a:ext uri="{FF2B5EF4-FFF2-40B4-BE49-F238E27FC236}">
                <a16:creationId xmlns:a16="http://schemas.microsoft.com/office/drawing/2014/main" id="{903FD352-4A3C-497F-9D08-51185188FA7A}"/>
              </a:ext>
            </a:extLst>
          </p:cNvPr>
          <p:cNvSpPr>
            <a:spLocks noGrp="1"/>
          </p:cNvSpPr>
          <p:nvPr>
            <p:ph type="title"/>
          </p:nvPr>
        </p:nvSpPr>
        <p:spPr>
          <a:xfrm>
            <a:off x="2451100" y="1781517"/>
            <a:ext cx="7289800" cy="3323883"/>
          </a:xfrm>
        </p:spPr>
        <p:txBody>
          <a:bodyPr anchor="t"/>
          <a:lstStyle>
            <a:lvl1pPr>
              <a:lnSpc>
                <a:spcPct val="80000"/>
              </a:lnSpc>
              <a:defRPr sz="5400">
                <a:solidFill>
                  <a:schemeClr val="bg1"/>
                </a:solidFill>
              </a:defRPr>
            </a:lvl1pPr>
          </a:lstStyle>
          <a:p>
            <a:r>
              <a:rPr lang="en-US"/>
              <a:t>Click to edit Master title style</a:t>
            </a:r>
          </a:p>
        </p:txBody>
      </p:sp>
    </p:spTree>
    <p:extLst>
      <p:ext uri="{BB962C8B-B14F-4D97-AF65-F5344CB8AC3E}">
        <p14:creationId xmlns:p14="http://schemas.microsoft.com/office/powerpoint/2010/main" val="313610283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Section Divider 10">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9" name="Text Placeholder 28">
            <a:extLst>
              <a:ext uri="{FF2B5EF4-FFF2-40B4-BE49-F238E27FC236}">
                <a16:creationId xmlns:a16="http://schemas.microsoft.com/office/drawing/2014/main" id="{577E90E3-1997-9D82-5E31-3DFA5EDB0F05}"/>
              </a:ext>
              <a:ext uri="{C183D7F6-B498-43B3-948B-1728B52AA6E4}">
                <adec:decorative xmlns:adec="http://schemas.microsoft.com/office/drawing/2017/decorative" val="1"/>
              </a:ext>
            </a:extLst>
          </p:cNvPr>
          <p:cNvSpPr>
            <a:spLocks noGrp="1"/>
          </p:cNvSpPr>
          <p:nvPr>
            <p:ph type="body" sz="quarter" idx="10"/>
          </p:nvPr>
        </p:nvSpPr>
        <p:spPr>
          <a:xfrm>
            <a:off x="10328031" y="486032"/>
            <a:ext cx="1296588"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accent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13" name="Group 12">
            <a:extLst>
              <a:ext uri="{FF2B5EF4-FFF2-40B4-BE49-F238E27FC236}">
                <a16:creationId xmlns:a16="http://schemas.microsoft.com/office/drawing/2014/main" id="{5B46D442-FEE4-5315-D46B-E7D0E1E26897}"/>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FA328DCD-641F-0DB1-4BF7-4CA3DE5CCADE}"/>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8538FCF0-958C-AA62-4179-4628EC0C20EA}"/>
                </a:ext>
              </a:extLst>
            </p:cNvPr>
            <p:cNvSpPr/>
            <p:nvPr/>
          </p:nvSpPr>
          <p:spPr>
            <a:xfrm>
              <a:off x="2437329" y="6720840"/>
              <a:ext cx="2442685" cy="137160"/>
            </a:xfrm>
            <a:prstGeom prst="rect">
              <a:avLst/>
            </a:prstGeom>
            <a:solidFill>
              <a:srgbClr val="00BAD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3A66CFB0-A388-4BCA-13F2-15D91640A140}"/>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94BB5DDA-EC53-807C-3F18-F82A5B779BE3}"/>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54AE19E5-44AC-9FDE-1E06-2C169D18D2F1}"/>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 name="Text Placeholder 2">
            <a:extLst>
              <a:ext uri="{FF2B5EF4-FFF2-40B4-BE49-F238E27FC236}">
                <a16:creationId xmlns:a16="http://schemas.microsoft.com/office/drawing/2014/main" id="{69442782-C12F-41FC-B1C9-9F1C9D18331E}"/>
              </a:ext>
            </a:extLst>
          </p:cNvPr>
          <p:cNvSpPr>
            <a:spLocks noGrp="1"/>
          </p:cNvSpPr>
          <p:nvPr>
            <p:ph type="body" idx="1" hasCustomPrompt="1"/>
          </p:nvPr>
        </p:nvSpPr>
        <p:spPr>
          <a:xfrm>
            <a:off x="571500" y="1781516"/>
            <a:ext cx="1651000" cy="961683"/>
          </a:xfrm>
        </p:spPr>
        <p:txBody>
          <a:bodyPr/>
          <a:lstStyle>
            <a:lvl1pPr marL="0" indent="0" algn="r">
              <a:lnSpc>
                <a:spcPct val="80000"/>
              </a:lnSpc>
              <a:spcBef>
                <a:spcPts val="0"/>
              </a:spcBef>
              <a:buNone/>
              <a:defRPr sz="5400" b="1">
                <a:solidFill>
                  <a:srgbClr val="00BAD6"/>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a:t>
            </a:r>
          </a:p>
        </p:txBody>
      </p:sp>
      <p:sp>
        <p:nvSpPr>
          <p:cNvPr id="2" name="Title 1">
            <a:extLst>
              <a:ext uri="{FF2B5EF4-FFF2-40B4-BE49-F238E27FC236}">
                <a16:creationId xmlns:a16="http://schemas.microsoft.com/office/drawing/2014/main" id="{903FD352-4A3C-497F-9D08-51185188FA7A}"/>
              </a:ext>
            </a:extLst>
          </p:cNvPr>
          <p:cNvSpPr>
            <a:spLocks noGrp="1"/>
          </p:cNvSpPr>
          <p:nvPr>
            <p:ph type="title"/>
          </p:nvPr>
        </p:nvSpPr>
        <p:spPr>
          <a:xfrm>
            <a:off x="2451100" y="1781517"/>
            <a:ext cx="7289800" cy="3323883"/>
          </a:xfrm>
        </p:spPr>
        <p:txBody>
          <a:bodyPr anchor="t"/>
          <a:lstStyle>
            <a:lvl1pPr>
              <a:lnSpc>
                <a:spcPct val="80000"/>
              </a:lnSpc>
              <a:defRPr sz="5400">
                <a:solidFill>
                  <a:schemeClr val="tx1"/>
                </a:solidFill>
              </a:defRPr>
            </a:lvl1pPr>
          </a:lstStyle>
          <a:p>
            <a:r>
              <a:rPr lang="en-US"/>
              <a:t>Click to edit Master title style</a:t>
            </a:r>
          </a:p>
        </p:txBody>
      </p:sp>
    </p:spTree>
    <p:extLst>
      <p:ext uri="{BB962C8B-B14F-4D97-AF65-F5344CB8AC3E}">
        <p14:creationId xmlns:p14="http://schemas.microsoft.com/office/powerpoint/2010/main" val="408126327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Section Divider 11">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9" name="Text Placeholder 28">
            <a:extLst>
              <a:ext uri="{FF2B5EF4-FFF2-40B4-BE49-F238E27FC236}">
                <a16:creationId xmlns:a16="http://schemas.microsoft.com/office/drawing/2014/main" id="{577E90E3-1997-9D82-5E31-3DFA5EDB0F05}"/>
              </a:ext>
              <a:ext uri="{C183D7F6-B498-43B3-948B-1728B52AA6E4}">
                <adec:decorative xmlns:adec="http://schemas.microsoft.com/office/drawing/2017/decorative" val="1"/>
              </a:ext>
            </a:extLst>
          </p:cNvPr>
          <p:cNvSpPr>
            <a:spLocks noGrp="1"/>
          </p:cNvSpPr>
          <p:nvPr>
            <p:ph type="body" sz="quarter" idx="10"/>
          </p:nvPr>
        </p:nvSpPr>
        <p:spPr>
          <a:xfrm>
            <a:off x="10328031" y="486032"/>
            <a:ext cx="1296588"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bg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13" name="Group 12">
            <a:extLst>
              <a:ext uri="{FF2B5EF4-FFF2-40B4-BE49-F238E27FC236}">
                <a16:creationId xmlns:a16="http://schemas.microsoft.com/office/drawing/2014/main" id="{5B46D442-FEE4-5315-D46B-E7D0E1E26897}"/>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FA328DCD-641F-0DB1-4BF7-4CA3DE5CCADE}"/>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8538FCF0-958C-AA62-4179-4628EC0C20EA}"/>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3A66CFB0-A388-4BCA-13F2-15D91640A140}"/>
                </a:ext>
              </a:extLst>
            </p:cNvPr>
            <p:cNvSpPr/>
            <p:nvPr/>
          </p:nvSpPr>
          <p:spPr>
            <a:xfrm>
              <a:off x="4874657" y="6720840"/>
              <a:ext cx="2442685" cy="137160"/>
            </a:xfrm>
            <a:prstGeom prst="rect">
              <a:avLst/>
            </a:prstGeom>
            <a:solidFill>
              <a:srgbClr val="E615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94BB5DDA-EC53-807C-3F18-F82A5B779BE3}"/>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54AE19E5-44AC-9FDE-1E06-2C169D18D2F1}"/>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 name="Text Placeholder 2">
            <a:extLst>
              <a:ext uri="{FF2B5EF4-FFF2-40B4-BE49-F238E27FC236}">
                <a16:creationId xmlns:a16="http://schemas.microsoft.com/office/drawing/2014/main" id="{69442782-C12F-41FC-B1C9-9F1C9D18331E}"/>
              </a:ext>
            </a:extLst>
          </p:cNvPr>
          <p:cNvSpPr>
            <a:spLocks noGrp="1"/>
          </p:cNvSpPr>
          <p:nvPr>
            <p:ph type="body" idx="1" hasCustomPrompt="1"/>
          </p:nvPr>
        </p:nvSpPr>
        <p:spPr>
          <a:xfrm>
            <a:off x="571500" y="1781516"/>
            <a:ext cx="1651000" cy="961683"/>
          </a:xfrm>
        </p:spPr>
        <p:txBody>
          <a:bodyPr/>
          <a:lstStyle>
            <a:lvl1pPr marL="0" indent="0" algn="r">
              <a:lnSpc>
                <a:spcPct val="80000"/>
              </a:lnSpc>
              <a:spcBef>
                <a:spcPts val="0"/>
              </a:spcBef>
              <a:buNone/>
              <a:defRPr sz="5400" b="1">
                <a:solidFill>
                  <a:srgbClr val="E6154A"/>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a:t>
            </a:r>
          </a:p>
        </p:txBody>
      </p:sp>
      <p:sp>
        <p:nvSpPr>
          <p:cNvPr id="2" name="Title 1">
            <a:extLst>
              <a:ext uri="{FF2B5EF4-FFF2-40B4-BE49-F238E27FC236}">
                <a16:creationId xmlns:a16="http://schemas.microsoft.com/office/drawing/2014/main" id="{903FD352-4A3C-497F-9D08-51185188FA7A}"/>
              </a:ext>
            </a:extLst>
          </p:cNvPr>
          <p:cNvSpPr>
            <a:spLocks noGrp="1"/>
          </p:cNvSpPr>
          <p:nvPr>
            <p:ph type="title"/>
          </p:nvPr>
        </p:nvSpPr>
        <p:spPr>
          <a:xfrm>
            <a:off x="2451100" y="1781517"/>
            <a:ext cx="7289800" cy="3323883"/>
          </a:xfrm>
        </p:spPr>
        <p:txBody>
          <a:bodyPr anchor="t"/>
          <a:lstStyle>
            <a:lvl1pPr>
              <a:lnSpc>
                <a:spcPct val="80000"/>
              </a:lnSpc>
              <a:defRPr sz="5400">
                <a:solidFill>
                  <a:schemeClr val="tx1"/>
                </a:solidFill>
              </a:defRPr>
            </a:lvl1pPr>
          </a:lstStyle>
          <a:p>
            <a:r>
              <a:rPr lang="en-US"/>
              <a:t>Click to edit Master title style</a:t>
            </a:r>
          </a:p>
        </p:txBody>
      </p:sp>
    </p:spTree>
    <p:extLst>
      <p:ext uri="{BB962C8B-B14F-4D97-AF65-F5344CB8AC3E}">
        <p14:creationId xmlns:p14="http://schemas.microsoft.com/office/powerpoint/2010/main" val="312173594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Section Divider 12">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9" name="Text Placeholder 28">
            <a:extLst>
              <a:ext uri="{FF2B5EF4-FFF2-40B4-BE49-F238E27FC236}">
                <a16:creationId xmlns:a16="http://schemas.microsoft.com/office/drawing/2014/main" id="{577E90E3-1997-9D82-5E31-3DFA5EDB0F05}"/>
              </a:ext>
              <a:ext uri="{C183D7F6-B498-43B3-948B-1728B52AA6E4}">
                <adec:decorative xmlns:adec="http://schemas.microsoft.com/office/drawing/2017/decorative" val="1"/>
              </a:ext>
            </a:extLst>
          </p:cNvPr>
          <p:cNvSpPr>
            <a:spLocks noGrp="1"/>
          </p:cNvSpPr>
          <p:nvPr>
            <p:ph type="body" sz="quarter" idx="10"/>
          </p:nvPr>
        </p:nvSpPr>
        <p:spPr>
          <a:xfrm>
            <a:off x="10328031" y="486032"/>
            <a:ext cx="1296588"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accent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13" name="Group 12">
            <a:extLst>
              <a:ext uri="{FF2B5EF4-FFF2-40B4-BE49-F238E27FC236}">
                <a16:creationId xmlns:a16="http://schemas.microsoft.com/office/drawing/2014/main" id="{5B46D442-FEE4-5315-D46B-E7D0E1E26897}"/>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FA328DCD-641F-0DB1-4BF7-4CA3DE5CCADE}"/>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8538FCF0-958C-AA62-4179-4628EC0C20EA}"/>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3A66CFB0-A388-4BCA-13F2-15D91640A140}"/>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94BB5DDA-EC53-807C-3F18-F82A5B779BE3}"/>
                </a:ext>
              </a:extLst>
            </p:cNvPr>
            <p:cNvSpPr/>
            <p:nvPr/>
          </p:nvSpPr>
          <p:spPr>
            <a:xfrm>
              <a:off x="7311986" y="6720840"/>
              <a:ext cx="2442685" cy="137160"/>
            </a:xfrm>
            <a:prstGeom prst="rect">
              <a:avLst/>
            </a:prstGeom>
            <a:solidFill>
              <a:srgbClr val="9488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54AE19E5-44AC-9FDE-1E06-2C169D18D2F1}"/>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 name="Text Placeholder 2">
            <a:extLst>
              <a:ext uri="{FF2B5EF4-FFF2-40B4-BE49-F238E27FC236}">
                <a16:creationId xmlns:a16="http://schemas.microsoft.com/office/drawing/2014/main" id="{69442782-C12F-41FC-B1C9-9F1C9D18331E}"/>
              </a:ext>
            </a:extLst>
          </p:cNvPr>
          <p:cNvSpPr>
            <a:spLocks noGrp="1"/>
          </p:cNvSpPr>
          <p:nvPr>
            <p:ph type="body" idx="1" hasCustomPrompt="1"/>
          </p:nvPr>
        </p:nvSpPr>
        <p:spPr>
          <a:xfrm>
            <a:off x="571500" y="1781516"/>
            <a:ext cx="1651000" cy="961683"/>
          </a:xfrm>
        </p:spPr>
        <p:txBody>
          <a:bodyPr/>
          <a:lstStyle>
            <a:lvl1pPr marL="0" indent="0" algn="r">
              <a:lnSpc>
                <a:spcPct val="80000"/>
              </a:lnSpc>
              <a:spcBef>
                <a:spcPts val="0"/>
              </a:spcBef>
              <a:buNone/>
              <a:tabLst/>
              <a:defRPr sz="5400" b="1">
                <a:solidFill>
                  <a:srgbClr val="9488F0"/>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a:t>
            </a:r>
          </a:p>
        </p:txBody>
      </p:sp>
      <p:sp>
        <p:nvSpPr>
          <p:cNvPr id="2" name="Title 1">
            <a:extLst>
              <a:ext uri="{FF2B5EF4-FFF2-40B4-BE49-F238E27FC236}">
                <a16:creationId xmlns:a16="http://schemas.microsoft.com/office/drawing/2014/main" id="{903FD352-4A3C-497F-9D08-51185188FA7A}"/>
              </a:ext>
            </a:extLst>
          </p:cNvPr>
          <p:cNvSpPr>
            <a:spLocks noGrp="1"/>
          </p:cNvSpPr>
          <p:nvPr>
            <p:ph type="title"/>
          </p:nvPr>
        </p:nvSpPr>
        <p:spPr>
          <a:xfrm>
            <a:off x="2451100" y="1781517"/>
            <a:ext cx="7289800" cy="3323883"/>
          </a:xfrm>
        </p:spPr>
        <p:txBody>
          <a:bodyPr anchor="t"/>
          <a:lstStyle>
            <a:lvl1pPr>
              <a:lnSpc>
                <a:spcPct val="80000"/>
              </a:lnSpc>
              <a:defRPr sz="5400">
                <a:solidFill>
                  <a:schemeClr val="tx1"/>
                </a:solidFill>
              </a:defRPr>
            </a:lvl1pPr>
          </a:lstStyle>
          <a:p>
            <a:r>
              <a:rPr lang="en-US"/>
              <a:t>Click to edit Master title style</a:t>
            </a:r>
          </a:p>
        </p:txBody>
      </p:sp>
    </p:spTree>
    <p:extLst>
      <p:ext uri="{BB962C8B-B14F-4D97-AF65-F5344CB8AC3E}">
        <p14:creationId xmlns:p14="http://schemas.microsoft.com/office/powerpoint/2010/main" val="3435639943"/>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Section Divider 13">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9" name="Text Placeholder 28">
            <a:extLst>
              <a:ext uri="{FF2B5EF4-FFF2-40B4-BE49-F238E27FC236}">
                <a16:creationId xmlns:a16="http://schemas.microsoft.com/office/drawing/2014/main" id="{577E90E3-1997-9D82-5E31-3DFA5EDB0F05}"/>
              </a:ext>
              <a:ext uri="{C183D7F6-B498-43B3-948B-1728B52AA6E4}">
                <adec:decorative xmlns:adec="http://schemas.microsoft.com/office/drawing/2017/decorative" val="1"/>
              </a:ext>
            </a:extLst>
          </p:cNvPr>
          <p:cNvSpPr>
            <a:spLocks noGrp="1"/>
          </p:cNvSpPr>
          <p:nvPr>
            <p:ph type="body" sz="quarter" idx="10"/>
          </p:nvPr>
        </p:nvSpPr>
        <p:spPr>
          <a:xfrm>
            <a:off x="10328031" y="486032"/>
            <a:ext cx="1296588"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accent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13" name="Group 12">
            <a:extLst>
              <a:ext uri="{FF2B5EF4-FFF2-40B4-BE49-F238E27FC236}">
                <a16:creationId xmlns:a16="http://schemas.microsoft.com/office/drawing/2014/main" id="{5B46D442-FEE4-5315-D46B-E7D0E1E26897}"/>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FA328DCD-641F-0DB1-4BF7-4CA3DE5CCADE}"/>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8538FCF0-958C-AA62-4179-4628EC0C20EA}"/>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3A66CFB0-A388-4BCA-13F2-15D91640A140}"/>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94BB5DDA-EC53-807C-3F18-F82A5B779BE3}"/>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54AE19E5-44AC-9FDE-1E06-2C169D18D2F1}"/>
                </a:ext>
              </a:extLst>
            </p:cNvPr>
            <p:cNvSpPr/>
            <p:nvPr/>
          </p:nvSpPr>
          <p:spPr>
            <a:xfrm>
              <a:off x="9749315" y="6720840"/>
              <a:ext cx="2442685" cy="137160"/>
            </a:xfrm>
            <a:prstGeom prst="rect">
              <a:avLst/>
            </a:prstGeom>
            <a:solidFill>
              <a:srgbClr val="B3CC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 name="Text Placeholder 2">
            <a:extLst>
              <a:ext uri="{FF2B5EF4-FFF2-40B4-BE49-F238E27FC236}">
                <a16:creationId xmlns:a16="http://schemas.microsoft.com/office/drawing/2014/main" id="{69442782-C12F-41FC-B1C9-9F1C9D18331E}"/>
              </a:ext>
            </a:extLst>
          </p:cNvPr>
          <p:cNvSpPr>
            <a:spLocks noGrp="1"/>
          </p:cNvSpPr>
          <p:nvPr>
            <p:ph type="body" idx="1" hasCustomPrompt="1"/>
          </p:nvPr>
        </p:nvSpPr>
        <p:spPr>
          <a:xfrm>
            <a:off x="571500" y="1781516"/>
            <a:ext cx="1651000" cy="961683"/>
          </a:xfrm>
        </p:spPr>
        <p:txBody>
          <a:bodyPr/>
          <a:lstStyle>
            <a:lvl1pPr marL="0" indent="0" algn="r">
              <a:lnSpc>
                <a:spcPct val="80000"/>
              </a:lnSpc>
              <a:spcBef>
                <a:spcPts val="0"/>
              </a:spcBef>
              <a:buNone/>
              <a:defRPr sz="5400" b="1">
                <a:solidFill>
                  <a:srgbClr val="B3CC3E"/>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a:t>
            </a:r>
          </a:p>
        </p:txBody>
      </p:sp>
      <p:sp>
        <p:nvSpPr>
          <p:cNvPr id="2" name="Title 1">
            <a:extLst>
              <a:ext uri="{FF2B5EF4-FFF2-40B4-BE49-F238E27FC236}">
                <a16:creationId xmlns:a16="http://schemas.microsoft.com/office/drawing/2014/main" id="{903FD352-4A3C-497F-9D08-51185188FA7A}"/>
              </a:ext>
            </a:extLst>
          </p:cNvPr>
          <p:cNvSpPr>
            <a:spLocks noGrp="1"/>
          </p:cNvSpPr>
          <p:nvPr>
            <p:ph type="title"/>
          </p:nvPr>
        </p:nvSpPr>
        <p:spPr>
          <a:xfrm>
            <a:off x="2451100" y="1781517"/>
            <a:ext cx="7289800" cy="3323883"/>
          </a:xfrm>
        </p:spPr>
        <p:txBody>
          <a:bodyPr anchor="t"/>
          <a:lstStyle>
            <a:lvl1pPr>
              <a:lnSpc>
                <a:spcPct val="80000"/>
              </a:lnSpc>
              <a:defRPr sz="5400">
                <a:solidFill>
                  <a:schemeClr val="tx1"/>
                </a:solidFill>
              </a:defRPr>
            </a:lvl1pPr>
          </a:lstStyle>
          <a:p>
            <a:r>
              <a:rPr lang="en-US"/>
              <a:t>Click to edit Master title style</a:t>
            </a:r>
          </a:p>
        </p:txBody>
      </p:sp>
    </p:spTree>
    <p:extLst>
      <p:ext uri="{BB962C8B-B14F-4D97-AF65-F5344CB8AC3E}">
        <p14:creationId xmlns:p14="http://schemas.microsoft.com/office/powerpoint/2010/main" val="125811232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Closing Slide w/ Photo">
    <p:bg>
      <p:bgRef idx="1001">
        <a:schemeClr val="bg1"/>
      </p:bgRef>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50DE460B-8492-496E-B905-F2014225D6A2}"/>
              </a:ext>
              <a:ext uri="{C183D7F6-B498-43B3-948B-1728B52AA6E4}">
                <adec:decorative xmlns:adec="http://schemas.microsoft.com/office/drawing/2017/decorative" val="0"/>
              </a:ext>
            </a:extLst>
          </p:cNvPr>
          <p:cNvSpPr>
            <a:spLocks noGrp="1"/>
          </p:cNvSpPr>
          <p:nvPr>
            <p:ph type="pic" idx="1" hasCustomPrompt="1"/>
          </p:nvPr>
        </p:nvSpPr>
        <p:spPr>
          <a:xfrm>
            <a:off x="138684" y="0"/>
            <a:ext cx="12053316" cy="6858000"/>
          </a:xfrm>
          <a:solidFill>
            <a:schemeClr val="accent2"/>
          </a:solidFill>
        </p:spPr>
        <p:txBody>
          <a:bodyPr/>
          <a:lstStyle>
            <a:lvl1pPr marL="0" indent="0" algn="l">
              <a:buNone/>
              <a:defRPr sz="9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Step 1: Send this box to back by right clicking and choosing “Send to Back” </a:t>
            </a:r>
            <a:br>
              <a:rPr lang="en-US"/>
            </a:br>
            <a:r>
              <a:rPr lang="en-US"/>
              <a:t>Step 2: Click on the picture icon to insert picture</a:t>
            </a:r>
            <a:br>
              <a:rPr lang="en-US"/>
            </a:br>
            <a:r>
              <a:rPr lang="en-US"/>
              <a:t>Step 3: Click the Reset button on the Home tab to reset the position, size and formatting of the slide placeholders to their default setting</a:t>
            </a:r>
          </a:p>
        </p:txBody>
      </p:sp>
      <p:sp>
        <p:nvSpPr>
          <p:cNvPr id="6" name="Text Placeholder 9">
            <a:extLst>
              <a:ext uri="{FF2B5EF4-FFF2-40B4-BE49-F238E27FC236}">
                <a16:creationId xmlns:a16="http://schemas.microsoft.com/office/drawing/2014/main" id="{28414676-8C2E-4C48-83D5-8CFCC9B8F218}"/>
              </a:ext>
              <a:ext uri="{C183D7F6-B498-43B3-948B-1728B52AA6E4}">
                <adec:decorative xmlns:adec="http://schemas.microsoft.com/office/drawing/2017/decorative" val="1"/>
              </a:ext>
            </a:extLst>
          </p:cNvPr>
          <p:cNvSpPr>
            <a:spLocks noGrp="1"/>
          </p:cNvSpPr>
          <p:nvPr>
            <p:ph type="body" sz="quarter" idx="15" hasCustomPrompt="1"/>
          </p:nvPr>
        </p:nvSpPr>
        <p:spPr>
          <a:xfrm>
            <a:off x="138685" y="0"/>
            <a:ext cx="12053315" cy="6858000"/>
          </a:xfrm>
          <a:gradFill>
            <a:gsLst>
              <a:gs pos="0">
                <a:schemeClr val="bg1">
                  <a:alpha val="70000"/>
                </a:schemeClr>
              </a:gs>
              <a:gs pos="75000">
                <a:schemeClr val="bg1">
                  <a:alpha val="0"/>
                </a:schemeClr>
              </a:gs>
            </a:gsLst>
            <a:lin ang="0" scaled="1"/>
          </a:gradFill>
        </p:spPr>
        <p:txBody>
          <a:bodyPr/>
          <a:lstStyle>
            <a:lvl1pPr marL="0" indent="0">
              <a:buNone/>
              <a:defRPr sz="600"/>
            </a:lvl1pPr>
          </a:lstStyle>
          <a:p>
            <a:pPr lvl="0"/>
            <a:r>
              <a:rPr lang="en-US"/>
              <a:t> </a:t>
            </a:r>
          </a:p>
        </p:txBody>
      </p:sp>
      <p:grpSp>
        <p:nvGrpSpPr>
          <p:cNvPr id="14" name="Group 13">
            <a:extLst>
              <a:ext uri="{FF2B5EF4-FFF2-40B4-BE49-F238E27FC236}">
                <a16:creationId xmlns:a16="http://schemas.microsoft.com/office/drawing/2014/main" id="{37BA82E3-53D4-FA98-8B44-B71442611001}"/>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5" name="Rectangle 14">
              <a:extLst>
                <a:ext uri="{FF2B5EF4-FFF2-40B4-BE49-F238E27FC236}">
                  <a16:creationId xmlns:a16="http://schemas.microsoft.com/office/drawing/2014/main" id="{4BF59668-927C-BA73-04E1-B56F8B38C3D3}"/>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16E6C88C-0A69-E2C3-4053-0203BF581162}"/>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0DDFBFF7-0D18-495D-1359-E0223F0F5464}"/>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570F64E6-27FE-4CE9-4E6E-AD1D58A6A01D}"/>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9" name="Rectangle 18">
              <a:extLst>
                <a:ext uri="{FF2B5EF4-FFF2-40B4-BE49-F238E27FC236}">
                  <a16:creationId xmlns:a16="http://schemas.microsoft.com/office/drawing/2014/main" id="{9B33882B-32A2-AB44-06F0-C35E6653745B}"/>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20" name="Text Placeholder 19">
            <a:extLst>
              <a:ext uri="{FF2B5EF4-FFF2-40B4-BE49-F238E27FC236}">
                <a16:creationId xmlns:a16="http://schemas.microsoft.com/office/drawing/2014/main" id="{66B90333-ACFA-DBAD-5680-2D98FE8927D8}"/>
              </a:ext>
              <a:ext uri="{C183D7F6-B498-43B3-948B-1728B52AA6E4}">
                <adec:decorative xmlns:adec="http://schemas.microsoft.com/office/drawing/2017/decorative" val="1"/>
              </a:ext>
            </a:extLst>
          </p:cNvPr>
          <p:cNvSpPr>
            <a:spLocks noGrp="1"/>
          </p:cNvSpPr>
          <p:nvPr>
            <p:ph type="body" sz="quarter" idx="10"/>
          </p:nvPr>
        </p:nvSpPr>
        <p:spPr>
          <a:xfrm>
            <a:off x="10328030" y="486032"/>
            <a:ext cx="1296589"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tx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sp>
        <p:nvSpPr>
          <p:cNvPr id="25" name="Title 1">
            <a:extLst>
              <a:ext uri="{FF2B5EF4-FFF2-40B4-BE49-F238E27FC236}">
                <a16:creationId xmlns:a16="http://schemas.microsoft.com/office/drawing/2014/main" id="{51B977F1-062A-A4B4-E4B5-739EC8B298BC}"/>
              </a:ext>
            </a:extLst>
          </p:cNvPr>
          <p:cNvSpPr>
            <a:spLocks noGrp="1"/>
          </p:cNvSpPr>
          <p:nvPr>
            <p:ph type="ctrTitle"/>
          </p:nvPr>
        </p:nvSpPr>
        <p:spPr>
          <a:xfrm>
            <a:off x="563418" y="571500"/>
            <a:ext cx="3538682" cy="5715002"/>
          </a:xfrm>
        </p:spPr>
        <p:txBody>
          <a:bodyPr anchor="ctr"/>
          <a:lstStyle>
            <a:lvl1pPr algn="l">
              <a:defRPr sz="5400">
                <a:solidFill>
                  <a:schemeClr val="tx1"/>
                </a:solidFill>
              </a:defRPr>
            </a:lvl1pPr>
          </a:lstStyle>
          <a:p>
            <a:r>
              <a:rPr lang="en-US"/>
              <a:t>Click to edit Master title style</a:t>
            </a:r>
          </a:p>
        </p:txBody>
      </p:sp>
    </p:spTree>
    <p:extLst>
      <p:ext uri="{BB962C8B-B14F-4D97-AF65-F5344CB8AC3E}">
        <p14:creationId xmlns:p14="http://schemas.microsoft.com/office/powerpoint/2010/main" val="1856307159"/>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blank" preserve="1">
  <p:cSld name="[End of Layouts]">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1D0389B-2D1F-4848-A9BB-0548CDA2FD89}"/>
              </a:ext>
            </a:extLst>
          </p:cNvPr>
          <p:cNvSpPr/>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80000"/>
              </a:lnSpc>
            </a:pPr>
            <a:r>
              <a:rPr lang="en-US" sz="11500" b="1" cap="all" baseline="0"/>
              <a:t>Do not use layouts past this point</a:t>
            </a:r>
          </a:p>
        </p:txBody>
      </p:sp>
    </p:spTree>
    <p:extLst>
      <p:ext uri="{BB962C8B-B14F-4D97-AF65-F5344CB8AC3E}">
        <p14:creationId xmlns:p14="http://schemas.microsoft.com/office/powerpoint/2010/main" val="2174538022"/>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userDrawn="1">
  <p:cSld name="1_photo_third_left 2">
    <p:bg>
      <p:bgPr>
        <a:solidFill>
          <a:schemeClr val="accent1"/>
        </a:solidFill>
        <a:effectLst/>
      </p:bgPr>
    </p:bg>
    <p:spTree>
      <p:nvGrpSpPr>
        <p:cNvPr id="1" name=""/>
        <p:cNvGrpSpPr/>
        <p:nvPr/>
      </p:nvGrpSpPr>
      <p:grpSpPr>
        <a:xfrm>
          <a:off x="0" y="0"/>
          <a:ext cx="0" cy="0"/>
          <a:chOff x="0" y="0"/>
          <a:chExt cx="0" cy="0"/>
        </a:xfrm>
      </p:grpSpPr>
      <p:sp>
        <p:nvSpPr>
          <p:cNvPr id="19" name="Picture Placeholder 18">
            <a:extLst>
              <a:ext uri="{FF2B5EF4-FFF2-40B4-BE49-F238E27FC236}">
                <a16:creationId xmlns:a16="http://schemas.microsoft.com/office/drawing/2014/main" id="{B42FC830-AF6C-FF1B-026D-AFB5BE5E11B8}"/>
              </a:ext>
              <a:ext uri="{C183D7F6-B498-43B3-948B-1728B52AA6E4}">
                <adec:decorative xmlns:adec="http://schemas.microsoft.com/office/drawing/2017/decorative" val="0"/>
              </a:ext>
            </a:extLst>
          </p:cNvPr>
          <p:cNvSpPr>
            <a:spLocks noGrp="1"/>
          </p:cNvSpPr>
          <p:nvPr>
            <p:ph type="pic" sz="quarter" idx="16"/>
          </p:nvPr>
        </p:nvSpPr>
        <p:spPr>
          <a:xfrm>
            <a:off x="0" y="0"/>
            <a:ext cx="4102100" cy="6858000"/>
          </a:xfrm>
          <a:custGeom>
            <a:avLst/>
            <a:gdLst>
              <a:gd name="connsiteX0" fmla="*/ 0 w 4102100"/>
              <a:gd name="connsiteY0" fmla="*/ 0 h 6858000"/>
              <a:gd name="connsiteX1" fmla="*/ 3418403 w 4102100"/>
              <a:gd name="connsiteY1" fmla="*/ 0 h 6858000"/>
              <a:gd name="connsiteX2" fmla="*/ 4102100 w 4102100"/>
              <a:gd name="connsiteY2" fmla="*/ 683697 h 6858000"/>
              <a:gd name="connsiteX3" fmla="*/ 4102100 w 4102100"/>
              <a:gd name="connsiteY3" fmla="*/ 6858000 h 6858000"/>
              <a:gd name="connsiteX4" fmla="*/ 0 w 41021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02100" h="6858000">
                <a:moveTo>
                  <a:pt x="0" y="0"/>
                </a:moveTo>
                <a:lnTo>
                  <a:pt x="3418403" y="0"/>
                </a:lnTo>
                <a:cubicBezTo>
                  <a:pt x="3795998" y="0"/>
                  <a:pt x="4102100" y="306102"/>
                  <a:pt x="4102100" y="683697"/>
                </a:cubicBezTo>
                <a:lnTo>
                  <a:pt x="4102100" y="6858000"/>
                </a:lnTo>
                <a:lnTo>
                  <a:pt x="0" y="6858000"/>
                </a:lnTo>
                <a:close/>
              </a:path>
            </a:pathLst>
          </a:custGeom>
        </p:spPr>
        <p:txBody>
          <a:bodyPr wrap="square" anchor="ctr">
            <a:noAutofit/>
          </a:bodyPr>
          <a:lstStyle>
            <a:lvl1pPr marL="0" indent="0" algn="ctr">
              <a:buNone/>
              <a:defRPr/>
            </a:lvl1pPr>
          </a:lstStyle>
          <a:p>
            <a:r>
              <a:rPr lang="en-US"/>
              <a:t>Click icon to add picture</a:t>
            </a:r>
          </a:p>
        </p:txBody>
      </p:sp>
      <p:sp>
        <p:nvSpPr>
          <p:cNvPr id="3" name="Footer Placeholder 2">
            <a:extLst>
              <a:ext uri="{FF2B5EF4-FFF2-40B4-BE49-F238E27FC236}">
                <a16:creationId xmlns:a16="http://schemas.microsoft.com/office/drawing/2014/main" id="{D8F1D7FF-6C4B-FD49-59EA-089A8F91632F}"/>
              </a:ext>
              <a:ext uri="{C183D7F6-B498-43B3-948B-1728B52AA6E4}">
                <adec:decorative xmlns:adec="http://schemas.microsoft.com/office/drawing/2017/decorative" val="1"/>
              </a:ext>
            </a:extLst>
          </p:cNvPr>
          <p:cNvSpPr>
            <a:spLocks noGrp="1"/>
          </p:cNvSpPr>
          <p:nvPr>
            <p:ph type="ftr" sz="quarter" idx="10"/>
          </p:nvPr>
        </p:nvSpPr>
        <p:spPr>
          <a:xfrm>
            <a:off x="6345936" y="6503670"/>
            <a:ext cx="4389120" cy="137160"/>
          </a:xfrm>
        </p:spPr>
        <p:txBody>
          <a:bodyPr/>
          <a:lstStyle>
            <a:lvl1pPr>
              <a:defRPr>
                <a:solidFill>
                  <a:schemeClr val="bg1"/>
                </a:solidFill>
              </a:defRPr>
            </a:lvl1pPr>
          </a:lstStyle>
          <a:p>
            <a:r>
              <a:rPr lang="en-US"/>
              <a:t>Slalom. All Rights Reserved. Proprietary and Confidential.</a:t>
            </a:r>
          </a:p>
        </p:txBody>
      </p:sp>
      <p:sp>
        <p:nvSpPr>
          <p:cNvPr id="4" name="Date Placeholder 3">
            <a:extLst>
              <a:ext uri="{FF2B5EF4-FFF2-40B4-BE49-F238E27FC236}">
                <a16:creationId xmlns:a16="http://schemas.microsoft.com/office/drawing/2014/main" id="{A5E18E84-93A4-91B2-ADEB-00836AA8B4F8}"/>
              </a:ext>
              <a:ext uri="{C183D7F6-B498-43B3-948B-1728B52AA6E4}">
                <adec:decorative xmlns:adec="http://schemas.microsoft.com/office/drawing/2017/decorative" val="1"/>
              </a:ext>
            </a:extLst>
          </p:cNvPr>
          <p:cNvSpPr>
            <a:spLocks noGrp="1"/>
          </p:cNvSpPr>
          <p:nvPr>
            <p:ph type="dt" sz="half" idx="11"/>
          </p:nvPr>
        </p:nvSpPr>
        <p:spPr>
          <a:xfrm>
            <a:off x="6080760" y="6503670"/>
            <a:ext cx="255977" cy="137160"/>
          </a:xfrm>
        </p:spPr>
        <p:txBody>
          <a:bodyPr/>
          <a:lstStyle>
            <a:lvl1pPr>
              <a:defRPr>
                <a:solidFill>
                  <a:schemeClr val="bg1"/>
                </a:solidFill>
              </a:defRPr>
            </a:lvl1pPr>
          </a:lstStyle>
          <a:p>
            <a:fld id="{9D9A883A-4ED7-43C0-B9DF-CCC4B6277E4B}" type="datetimeyyyy">
              <a:rPr lang="en-US" smtClean="0"/>
              <a:pPr/>
              <a:t>2026</a:t>
            </a:fld>
            <a:endParaRPr lang="en-US"/>
          </a:p>
        </p:txBody>
      </p:sp>
      <p:sp>
        <p:nvSpPr>
          <p:cNvPr id="5" name="Slide Number Placeholder 4">
            <a:extLst>
              <a:ext uri="{FF2B5EF4-FFF2-40B4-BE49-F238E27FC236}">
                <a16:creationId xmlns:a16="http://schemas.microsoft.com/office/drawing/2014/main" id="{CA00ADE8-13EE-6112-4AAF-E621D3198DFD}"/>
              </a:ext>
              <a:ext uri="{C183D7F6-B498-43B3-948B-1728B52AA6E4}">
                <adec:decorative xmlns:adec="http://schemas.microsoft.com/office/drawing/2017/decorative" val="1"/>
              </a:ext>
            </a:extLst>
          </p:cNvPr>
          <p:cNvSpPr>
            <a:spLocks noGrp="1"/>
          </p:cNvSpPr>
          <p:nvPr>
            <p:ph type="sldNum" sz="quarter" idx="12"/>
          </p:nvPr>
        </p:nvSpPr>
        <p:spPr/>
        <p:txBody>
          <a:bodyPr/>
          <a:lstStyle>
            <a:lvl1pPr>
              <a:defRPr>
                <a:solidFill>
                  <a:schemeClr val="bg1"/>
                </a:solidFill>
              </a:defRPr>
            </a:lvl1pPr>
          </a:lstStyle>
          <a:p>
            <a:fld id="{B2643E34-DC33-45ED-8E33-EC0D5991E9A4}" type="slidenum">
              <a:rPr lang="en-US" smtClean="0"/>
              <a:pPr/>
              <a:t>‹#›</a:t>
            </a:fld>
            <a:endParaRPr lang="en-US"/>
          </a:p>
        </p:txBody>
      </p:sp>
      <p:sp>
        <p:nvSpPr>
          <p:cNvPr id="21" name="Footer Placeholder 3">
            <a:extLst>
              <a:ext uri="{FF2B5EF4-FFF2-40B4-BE49-F238E27FC236}">
                <a16:creationId xmlns:a16="http://schemas.microsoft.com/office/drawing/2014/main" id="{22AC1B10-DA7D-7DCE-ED2F-0778C9BB739C}"/>
              </a:ext>
              <a:ext uri="{C183D7F6-B498-43B3-948B-1728B52AA6E4}">
                <adec:decorative xmlns:adec="http://schemas.microsoft.com/office/drawing/2017/decorative" val="1"/>
              </a:ext>
            </a:extLst>
          </p:cNvPr>
          <p:cNvSpPr txBox="1">
            <a:spLocks/>
          </p:cNvSpPr>
          <p:nvPr userDrawn="1"/>
        </p:nvSpPr>
        <p:spPr>
          <a:xfrm>
            <a:off x="5998464" y="6503670"/>
            <a:ext cx="99087" cy="137160"/>
          </a:xfrm>
          <a:prstGeom prst="rect">
            <a:avLst/>
          </a:prstGeom>
        </p:spPr>
        <p:txBody>
          <a:bodyPr vert="horz" lIns="0" tIns="0" rIns="0" bIns="0" rtlCol="0" anchor="b"/>
          <a:lstStyle>
            <a:defPPr>
              <a:defRPr lang="en-US"/>
            </a:defPPr>
            <a:lvl1pPr marL="0" algn="l" defTabSz="914400" rtl="0" eaLnBrk="1" latinLnBrk="0" hangingPunct="1">
              <a:defRPr sz="8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bg1"/>
                </a:solidFill>
              </a:rPr>
              <a:t>©</a:t>
            </a:r>
          </a:p>
        </p:txBody>
      </p:sp>
      <p:pic>
        <p:nvPicPr>
          <p:cNvPr id="6" name="Picture 9">
            <a:extLst>
              <a:ext uri="{FF2B5EF4-FFF2-40B4-BE49-F238E27FC236}">
                <a16:creationId xmlns:a16="http://schemas.microsoft.com/office/drawing/2014/main" id="{D9F79E96-81B1-64A5-5C19-08FD0D4330EA}"/>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266944" y="6472119"/>
            <a:ext cx="562567" cy="145851"/>
          </a:xfrm>
          <a:prstGeom prst="rect">
            <a:avLst/>
          </a:prstGeom>
        </p:spPr>
      </p:pic>
    </p:spTree>
    <p:extLst>
      <p:ext uri="{BB962C8B-B14F-4D97-AF65-F5344CB8AC3E}">
        <p14:creationId xmlns:p14="http://schemas.microsoft.com/office/powerpoint/2010/main" val="84078429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theme" Target="../theme/theme1.xml"/><Relationship Id="rId61"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9">
            <a:extLst>
              <a:ext uri="{FF2B5EF4-FFF2-40B4-BE49-F238E27FC236}">
                <a16:creationId xmlns:a16="http://schemas.microsoft.com/office/drawing/2014/main" id="{B8542C79-3E51-6C46-FD1D-3F548800442C}"/>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61"/>
              </a:ext>
            </a:extLst>
          </a:blip>
          <a:srcRect/>
          <a:stretch/>
        </p:blipFill>
        <p:spPr>
          <a:xfrm>
            <a:off x="571500" y="6472119"/>
            <a:ext cx="562567" cy="145851"/>
          </a:xfrm>
          <a:prstGeom prst="rect">
            <a:avLst/>
          </a:prstGeom>
        </p:spPr>
      </p:pic>
      <p:sp>
        <p:nvSpPr>
          <p:cNvPr id="2" name="Title Placeholder 1">
            <a:extLst>
              <a:ext uri="{FF2B5EF4-FFF2-40B4-BE49-F238E27FC236}">
                <a16:creationId xmlns:a16="http://schemas.microsoft.com/office/drawing/2014/main" id="{948FBA51-83A7-418F-9111-FF640E9D135D}"/>
              </a:ext>
            </a:extLst>
          </p:cNvPr>
          <p:cNvSpPr>
            <a:spLocks noGrp="1"/>
          </p:cNvSpPr>
          <p:nvPr>
            <p:ph type="title"/>
          </p:nvPr>
        </p:nvSpPr>
        <p:spPr>
          <a:xfrm>
            <a:off x="571500" y="571501"/>
            <a:ext cx="11049000" cy="990600"/>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FA9BDFA8-3817-4733-A7E6-C391835FC246}"/>
              </a:ext>
            </a:extLst>
          </p:cNvPr>
          <p:cNvSpPr>
            <a:spLocks noGrp="1"/>
          </p:cNvSpPr>
          <p:nvPr>
            <p:ph type="body" idx="1"/>
          </p:nvPr>
        </p:nvSpPr>
        <p:spPr>
          <a:xfrm>
            <a:off x="571500" y="2933700"/>
            <a:ext cx="11049000" cy="3352799"/>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3">
            <a:extLst>
              <a:ext uri="{FF2B5EF4-FFF2-40B4-BE49-F238E27FC236}">
                <a16:creationId xmlns:a16="http://schemas.microsoft.com/office/drawing/2014/main" id="{B1261B06-3F99-1DA3-3B13-025F807F77FC}"/>
              </a:ext>
              <a:ext uri="{C183D7F6-B498-43B3-948B-1728B52AA6E4}">
                <adec:decorative xmlns:adec="http://schemas.microsoft.com/office/drawing/2017/decorative" val="1"/>
              </a:ext>
            </a:extLst>
          </p:cNvPr>
          <p:cNvSpPr txBox="1">
            <a:spLocks/>
          </p:cNvSpPr>
          <p:nvPr userDrawn="1"/>
        </p:nvSpPr>
        <p:spPr>
          <a:xfrm>
            <a:off x="1299707" y="6503670"/>
            <a:ext cx="99087" cy="137160"/>
          </a:xfrm>
          <a:prstGeom prst="rect">
            <a:avLst/>
          </a:prstGeom>
        </p:spPr>
        <p:txBody>
          <a:bodyPr vert="horz" lIns="0" tIns="0" rIns="0" bIns="0" rtlCol="0" anchor="b"/>
          <a:lstStyle>
            <a:defPPr>
              <a:defRPr lang="en-US"/>
            </a:defPPr>
            <a:lvl1pPr marL="0" algn="l" defTabSz="914400" rtl="0" eaLnBrk="1" latinLnBrk="0" hangingPunct="1">
              <a:defRPr sz="8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a:t>
            </a:r>
          </a:p>
        </p:txBody>
      </p:sp>
      <p:sp>
        <p:nvSpPr>
          <p:cNvPr id="5" name="Footer Placeholder 4">
            <a:extLst>
              <a:ext uri="{FF2B5EF4-FFF2-40B4-BE49-F238E27FC236}">
                <a16:creationId xmlns:a16="http://schemas.microsoft.com/office/drawing/2014/main" id="{70E8890C-677F-4C91-82E6-627D8C881C36}"/>
              </a:ext>
              <a:ext uri="{C183D7F6-B498-43B3-948B-1728B52AA6E4}">
                <adec:decorative xmlns:adec="http://schemas.microsoft.com/office/drawing/2017/decorative" val="1"/>
              </a:ext>
            </a:extLst>
          </p:cNvPr>
          <p:cNvSpPr>
            <a:spLocks noGrp="1"/>
          </p:cNvSpPr>
          <p:nvPr>
            <p:ph type="ftr" sz="quarter" idx="3"/>
          </p:nvPr>
        </p:nvSpPr>
        <p:spPr>
          <a:xfrm>
            <a:off x="1645217" y="6503670"/>
            <a:ext cx="6518274" cy="137160"/>
          </a:xfrm>
          <a:prstGeom prst="rect">
            <a:avLst/>
          </a:prstGeom>
        </p:spPr>
        <p:txBody>
          <a:bodyPr vert="horz" lIns="0" tIns="0" rIns="0" bIns="0" rtlCol="0" anchor="b"/>
          <a:lstStyle>
            <a:lvl1pPr algn="l">
              <a:defRPr sz="800">
                <a:solidFill>
                  <a:schemeClr val="tx2"/>
                </a:solidFill>
              </a:defRPr>
            </a:lvl1pPr>
          </a:lstStyle>
          <a:p>
            <a:r>
              <a:rPr lang="en-US"/>
              <a:t>Slalom. All Rights Reserved. Proprietary and Confidential.</a:t>
            </a:r>
          </a:p>
        </p:txBody>
      </p:sp>
      <p:sp>
        <p:nvSpPr>
          <p:cNvPr id="4" name="Date Placeholder 3">
            <a:extLst>
              <a:ext uri="{FF2B5EF4-FFF2-40B4-BE49-F238E27FC236}">
                <a16:creationId xmlns:a16="http://schemas.microsoft.com/office/drawing/2014/main" id="{C87AF948-68C6-4080-96A4-341B3E72654F}"/>
              </a:ext>
              <a:ext uri="{C183D7F6-B498-43B3-948B-1728B52AA6E4}">
                <adec:decorative xmlns:adec="http://schemas.microsoft.com/office/drawing/2017/decorative" val="1"/>
              </a:ext>
            </a:extLst>
          </p:cNvPr>
          <p:cNvSpPr>
            <a:spLocks noGrp="1"/>
          </p:cNvSpPr>
          <p:nvPr>
            <p:ph type="dt" sz="half" idx="2"/>
          </p:nvPr>
        </p:nvSpPr>
        <p:spPr>
          <a:xfrm>
            <a:off x="1384477" y="6503670"/>
            <a:ext cx="255977" cy="137160"/>
          </a:xfrm>
          <a:prstGeom prst="rect">
            <a:avLst/>
          </a:prstGeom>
        </p:spPr>
        <p:txBody>
          <a:bodyPr vert="horz" wrap="none" lIns="0" tIns="0" rIns="0" bIns="0" rtlCol="0" anchor="b"/>
          <a:lstStyle>
            <a:lvl1pPr algn="l">
              <a:defRPr sz="800">
                <a:solidFill>
                  <a:schemeClr val="tx2"/>
                </a:solidFill>
              </a:defRPr>
            </a:lvl1pPr>
          </a:lstStyle>
          <a:p>
            <a:fld id="{02D25020-0143-4C28-AF12-D7B43E151733}" type="datetimeyyyy">
              <a:rPr lang="en-US" smtClean="0"/>
              <a:t>2026</a:t>
            </a:fld>
            <a:endParaRPr lang="en-US"/>
          </a:p>
        </p:txBody>
      </p:sp>
      <p:sp>
        <p:nvSpPr>
          <p:cNvPr id="6" name="Slide Number Placeholder 5">
            <a:extLst>
              <a:ext uri="{FF2B5EF4-FFF2-40B4-BE49-F238E27FC236}">
                <a16:creationId xmlns:a16="http://schemas.microsoft.com/office/drawing/2014/main" id="{BBB351C1-F417-4576-B405-26A2525BAB69}"/>
              </a:ext>
              <a:ext uri="{C183D7F6-B498-43B3-948B-1728B52AA6E4}">
                <adec:decorative xmlns:adec="http://schemas.microsoft.com/office/drawing/2017/decorative" val="1"/>
              </a:ext>
            </a:extLst>
          </p:cNvPr>
          <p:cNvSpPr>
            <a:spLocks noGrp="1"/>
          </p:cNvSpPr>
          <p:nvPr>
            <p:ph type="sldNum" sz="quarter" idx="4"/>
          </p:nvPr>
        </p:nvSpPr>
        <p:spPr>
          <a:xfrm>
            <a:off x="11277601" y="6503670"/>
            <a:ext cx="342898" cy="137160"/>
          </a:xfrm>
          <a:prstGeom prst="rect">
            <a:avLst/>
          </a:prstGeom>
        </p:spPr>
        <p:txBody>
          <a:bodyPr vert="horz" lIns="0" tIns="0" rIns="0" bIns="0" rtlCol="0" anchor="b"/>
          <a:lstStyle>
            <a:lvl1pPr algn="r">
              <a:defRPr sz="800">
                <a:solidFill>
                  <a:schemeClr val="tx2"/>
                </a:solidFill>
              </a:defRPr>
            </a:lvl1pPr>
          </a:lstStyle>
          <a:p>
            <a:fld id="{B2643E34-DC33-45ED-8E33-EC0D5991E9A4}" type="slidenum">
              <a:rPr lang="en-US" smtClean="0"/>
              <a:pPr/>
              <a:t>‹#›</a:t>
            </a:fld>
            <a:endParaRPr lang="en-US"/>
          </a:p>
        </p:txBody>
      </p:sp>
    </p:spTree>
    <p:extLst>
      <p:ext uri="{BB962C8B-B14F-4D97-AF65-F5344CB8AC3E}">
        <p14:creationId xmlns:p14="http://schemas.microsoft.com/office/powerpoint/2010/main" val="367096842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 id="2147483719" r:id="rId59"/>
  </p:sldLayoutIdLst>
  <p:hf hdr="0"/>
  <p:txStyles>
    <p:title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227013" indent="-227013" algn="l" defTabSz="914400" rtl="0" eaLnBrk="1" latinLnBrk="0" hangingPunct="1">
        <a:lnSpc>
          <a:spcPct val="110000"/>
        </a:lnSpc>
        <a:spcBef>
          <a:spcPts val="0"/>
        </a:spcBef>
        <a:spcAft>
          <a:spcPts val="1000"/>
        </a:spcAft>
        <a:buFont typeface="Avenir Next LT Pro" panose="020B0504020202020204" pitchFamily="34" charset="0"/>
        <a:buChar char="•"/>
        <a:defRPr sz="1400" kern="1200">
          <a:solidFill>
            <a:schemeClr val="tx1"/>
          </a:solidFill>
          <a:latin typeface="+mn-lt"/>
          <a:ea typeface="+mn-ea"/>
          <a:cs typeface="+mn-cs"/>
        </a:defRPr>
      </a:lvl1pPr>
      <a:lvl2pPr marL="460375" indent="-233363" algn="l" defTabSz="914400" rtl="0" eaLnBrk="1" latinLnBrk="0" hangingPunct="1">
        <a:lnSpc>
          <a:spcPct val="110000"/>
        </a:lnSpc>
        <a:spcBef>
          <a:spcPts val="0"/>
        </a:spcBef>
        <a:spcAft>
          <a:spcPts val="600"/>
        </a:spcAft>
        <a:buFont typeface="Avenir Next LT Pro" panose="020B0504020202020204" pitchFamily="34" charset="0"/>
        <a:buChar char="−"/>
        <a:defRPr sz="1200" kern="1200">
          <a:solidFill>
            <a:schemeClr val="tx1"/>
          </a:solidFill>
          <a:latin typeface="+mn-lt"/>
          <a:ea typeface="+mn-ea"/>
          <a:cs typeface="+mn-cs"/>
        </a:defRPr>
      </a:lvl2pPr>
      <a:lvl3pPr marL="625475" indent="-165100" algn="l" defTabSz="914400" rtl="0" eaLnBrk="1" latinLnBrk="0" hangingPunct="1">
        <a:lnSpc>
          <a:spcPct val="110000"/>
        </a:lnSpc>
        <a:spcBef>
          <a:spcPts val="0"/>
        </a:spcBef>
        <a:spcAft>
          <a:spcPts val="600"/>
        </a:spcAft>
        <a:buFont typeface="Avenir Next LT Pro" panose="020B0504020202020204" pitchFamily="34" charset="0"/>
        <a:buChar char="−"/>
        <a:defRPr sz="1000" kern="1200">
          <a:solidFill>
            <a:schemeClr val="tx1"/>
          </a:solidFill>
          <a:latin typeface="+mn-lt"/>
          <a:ea typeface="+mn-ea"/>
          <a:cs typeface="+mn-cs"/>
        </a:defRPr>
      </a:lvl3pPr>
      <a:lvl4pPr marL="798513" indent="-173038" algn="l" defTabSz="914400" rtl="0" eaLnBrk="1" latinLnBrk="0" hangingPunct="1">
        <a:lnSpc>
          <a:spcPct val="110000"/>
        </a:lnSpc>
        <a:spcBef>
          <a:spcPts val="0"/>
        </a:spcBef>
        <a:spcAft>
          <a:spcPts val="600"/>
        </a:spcAft>
        <a:buFont typeface="Avenir Next LT Pro" panose="020B0504020202020204" pitchFamily="34" charset="0"/>
        <a:buChar char="−"/>
        <a:defRPr sz="1000" kern="1200">
          <a:solidFill>
            <a:schemeClr val="tx1"/>
          </a:solidFill>
          <a:latin typeface="+mn-lt"/>
          <a:ea typeface="+mn-ea"/>
          <a:cs typeface="+mn-cs"/>
        </a:defRPr>
      </a:lvl4pPr>
      <a:lvl5pPr marL="969963" indent="-171450" algn="l" defTabSz="914400" rtl="0" eaLnBrk="1" latinLnBrk="0" hangingPunct="1">
        <a:lnSpc>
          <a:spcPct val="110000"/>
        </a:lnSpc>
        <a:spcBef>
          <a:spcPts val="0"/>
        </a:spcBef>
        <a:spcAft>
          <a:spcPts val="600"/>
        </a:spcAft>
        <a:buFont typeface="Avenir Next LT Pro" panose="020B0504020202020204" pitchFamily="34" charset="0"/>
        <a:buChar char="−"/>
        <a:defRPr sz="1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venir Next LT Pro" panose="020B05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venir Next LT Pro" panose="020B05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venir Next LT Pro" panose="020B05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venir Next LT Pro" panose="020B05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15:clr>
            <a:srgbClr val="F26B43"/>
          </p15:clr>
        </p15:guide>
        <p15:guide id="2" pos="7680">
          <p15:clr>
            <a:srgbClr val="F26B43"/>
          </p15:clr>
        </p15:guide>
        <p15:guide id="3" pos="360">
          <p15:clr>
            <a:srgbClr val="F26B43"/>
          </p15:clr>
        </p15:guide>
        <p15:guide id="4" pos="808">
          <p15:clr>
            <a:srgbClr val="A4A3A4"/>
          </p15:clr>
        </p15:guide>
        <p15:guide id="5" pos="952">
          <p15:clr>
            <a:srgbClr val="A4A3A4"/>
          </p15:clr>
        </p15:guide>
        <p15:guide id="6" pos="1400">
          <p15:clr>
            <a:srgbClr val="A4A3A4"/>
          </p15:clr>
        </p15:guide>
        <p15:guide id="7" pos="1536">
          <p15:clr>
            <a:srgbClr val="A4A3A4"/>
          </p15:clr>
        </p15:guide>
        <p15:guide id="8" pos="1992">
          <p15:clr>
            <a:srgbClr val="A4A3A4"/>
          </p15:clr>
        </p15:guide>
        <p15:guide id="9" pos="2136">
          <p15:clr>
            <a:srgbClr val="A4A3A4"/>
          </p15:clr>
        </p15:guide>
        <p15:guide id="10" pos="2584">
          <p15:clr>
            <a:srgbClr val="5ACBF0"/>
          </p15:clr>
        </p15:guide>
        <p15:guide id="11" pos="2728">
          <p15:clr>
            <a:srgbClr val="5ACBF0"/>
          </p15:clr>
        </p15:guide>
        <p15:guide id="12" pos="3176">
          <p15:clr>
            <a:srgbClr val="A4A3A4"/>
          </p15:clr>
        </p15:guide>
        <p15:guide id="13" pos="3320">
          <p15:clr>
            <a:srgbClr val="A4A3A4"/>
          </p15:clr>
        </p15:guide>
        <p15:guide id="14" pos="3768">
          <p15:clr>
            <a:srgbClr val="FBAE40"/>
          </p15:clr>
        </p15:guide>
        <p15:guide id="15" pos="3912">
          <p15:clr>
            <a:srgbClr val="FBAE40"/>
          </p15:clr>
        </p15:guide>
        <p15:guide id="16" pos="4360">
          <p15:clr>
            <a:srgbClr val="A4A3A4"/>
          </p15:clr>
        </p15:guide>
        <p15:guide id="17" pos="4504">
          <p15:clr>
            <a:srgbClr val="A4A3A4"/>
          </p15:clr>
        </p15:guide>
        <p15:guide id="18" pos="4952">
          <p15:clr>
            <a:srgbClr val="5ACBF0"/>
          </p15:clr>
        </p15:guide>
        <p15:guide id="19" pos="5096">
          <p15:clr>
            <a:srgbClr val="5ACBF0"/>
          </p15:clr>
        </p15:guide>
        <p15:guide id="20" pos="5544">
          <p15:clr>
            <a:srgbClr val="A4A3A4"/>
          </p15:clr>
        </p15:guide>
        <p15:guide id="21" pos="5688">
          <p15:clr>
            <a:srgbClr val="A4A3A4"/>
          </p15:clr>
        </p15:guide>
        <p15:guide id="22" pos="6136">
          <p15:clr>
            <a:srgbClr val="A4A3A4"/>
          </p15:clr>
        </p15:guide>
        <p15:guide id="23" pos="6280">
          <p15:clr>
            <a:srgbClr val="A4A3A4"/>
          </p15:clr>
        </p15:guide>
        <p15:guide id="24" pos="6728">
          <p15:clr>
            <a:srgbClr val="A4A3A4"/>
          </p15:clr>
        </p15:guide>
        <p15:guide id="25" pos="6872">
          <p15:clr>
            <a:srgbClr val="A4A3A4"/>
          </p15:clr>
        </p15:guide>
        <p15:guide id="26" pos="7320">
          <p15:clr>
            <a:srgbClr val="F26B43"/>
          </p15:clr>
        </p15:guide>
        <p15:guide id="27" orient="horz">
          <p15:clr>
            <a:srgbClr val="F26B43"/>
          </p15:clr>
        </p15:guide>
        <p15:guide id="28" orient="horz" pos="4320">
          <p15:clr>
            <a:srgbClr val="F26B43"/>
          </p15:clr>
        </p15:guide>
        <p15:guide id="29" orient="horz" pos="360">
          <p15:clr>
            <a:srgbClr val="F26B43"/>
          </p15:clr>
        </p15:guide>
        <p15:guide id="31" orient="horz" pos="3960">
          <p15:clr>
            <a:srgbClr val="F26B43"/>
          </p15:clr>
        </p15:guide>
        <p15:guide id="32" orient="horz" pos="984">
          <p15:clr>
            <a:srgbClr val="F26B43"/>
          </p15:clr>
        </p15:guide>
        <p15:guide id="33" orient="horz" pos="1728">
          <p15:clr>
            <a:srgbClr val="5ACBF0"/>
          </p15:clr>
        </p15:guide>
        <p15:guide id="34" orient="horz" pos="2592">
          <p15:clr>
            <a:srgbClr val="A4A3A4"/>
          </p15:clr>
        </p15:guide>
        <p15:guide id="35" orient="horz" pos="3336">
          <p15:clr>
            <a:srgbClr val="A4A3A4"/>
          </p15:clr>
        </p15:guide>
        <p15:guide id="36" orient="horz" pos="1104">
          <p15:clr>
            <a:srgbClr val="5ACBF0"/>
          </p15:clr>
        </p15:guide>
        <p15:guide id="37" orient="horz" pos="1848">
          <p15:clr>
            <a:srgbClr val="F26B43"/>
          </p15:clr>
        </p15:guide>
        <p15:guide id="38" orient="horz" pos="2472">
          <p15:clr>
            <a:srgbClr val="A4A3A4"/>
          </p15:clr>
        </p15:guide>
        <p15:guide id="39" orient="horz" pos="3216">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8.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8.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8.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8.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38BDB30-AA6B-DF63-FF54-7BCDABA05691}"/>
              </a:ext>
            </a:extLst>
          </p:cNvPr>
          <p:cNvSpPr>
            <a:spLocks noGrp="1"/>
          </p:cNvSpPr>
          <p:nvPr>
            <p:ph type="body" sz="quarter" idx="14"/>
          </p:nvPr>
        </p:nvSpPr>
        <p:spPr/>
        <p:txBody>
          <a:bodyPr wrap="square"/>
          <a:lstStyle/>
          <a:p>
            <a:pPr>
              <a:spcAft>
                <a:spcPts val="0"/>
              </a:spcAft>
              <a:buNone/>
            </a:pPr>
            <a:r>
              <a:t>Value practice, internal sales and training document</a:t>
            </a:r>
          </a:p>
        </p:txBody>
      </p:sp>
      <p:sp>
        <p:nvSpPr>
          <p:cNvPr id="6" name="Text Placeholder 5">
            <a:extLst>
              <a:ext uri="{FF2B5EF4-FFF2-40B4-BE49-F238E27FC236}">
                <a16:creationId xmlns:a16="http://schemas.microsoft.com/office/drawing/2014/main" id="{B92B0280-3E58-2984-E8F0-B63FC54F0052}"/>
              </a:ext>
            </a:extLst>
          </p:cNvPr>
          <p:cNvSpPr>
            <a:spLocks noGrp="1"/>
          </p:cNvSpPr>
          <p:nvPr>
            <p:ph type="body" sz="quarter" idx="15"/>
          </p:nvPr>
        </p:nvSpPr>
        <p:spPr/>
        <p:txBody>
          <a:bodyPr wrap="square"/>
          <a:lstStyle/>
          <a:p>
            <a:pPr>
              <a:spcAft>
                <a:spcPts val="0"/>
              </a:spcAft>
              <a:buNone/>
            </a:pPr>
            <a:r>
              <a:t>August 2026</a:t>
            </a:r>
          </a:p>
        </p:txBody>
      </p:sp>
      <p:sp>
        <p:nvSpPr>
          <p:cNvPr id="2" name="Title 1">
            <a:extLst>
              <a:ext uri="{FF2B5EF4-FFF2-40B4-BE49-F238E27FC236}">
                <a16:creationId xmlns:a16="http://schemas.microsoft.com/office/drawing/2014/main" id="{02E94C1F-3A0D-AEBB-4030-AC1351201D37}"/>
              </a:ext>
            </a:extLst>
          </p:cNvPr>
          <p:cNvSpPr>
            <a:spLocks noGrp="1"/>
          </p:cNvSpPr>
          <p:nvPr>
            <p:ph type="ctrTitle"/>
          </p:nvPr>
        </p:nvSpPr>
        <p:spPr/>
        <p:txBody>
          <a:bodyPr wrap="square"/>
          <a:lstStyle/>
          <a:p>
            <a:pPr>
              <a:spcAft>
                <a:spcPts val="0"/>
              </a:spcAft>
              <a:buNone/>
            </a:pPr>
            <a:r>
              <a:t>Value Realisation</a:t>
            </a:r>
          </a:p>
        </p:txBody>
      </p:sp>
      <p:sp>
        <p:nvSpPr>
          <p:cNvPr id="4" name="Text Placeholder 3">
            <a:extLst>
              <a:ext uri="{FF2B5EF4-FFF2-40B4-BE49-F238E27FC236}">
                <a16:creationId xmlns:a16="http://schemas.microsoft.com/office/drawing/2014/main" id="{070A57EF-F344-F061-9B3E-0EB42EA3F7D7}"/>
              </a:ext>
            </a:extLst>
          </p:cNvPr>
          <p:cNvSpPr>
            <a:spLocks noGrp="1"/>
          </p:cNvSpPr>
          <p:nvPr>
            <p:ph type="body" sz="quarter" idx="13"/>
          </p:nvPr>
        </p:nvSpPr>
        <p:spPr/>
        <p:txBody>
          <a:bodyPr wrap="square"/>
          <a:lstStyle/>
          <a:p>
            <a:pPr>
              <a:spcAft>
                <a:spcPts val="0"/>
              </a:spcAft>
              <a:buNone/>
            </a:pPr>
            <a:r>
              <a:t>Turning technology investment into measurable business outcomes.</a:t>
            </a:r>
          </a:p>
        </p:txBody>
      </p:sp>
    </p:spTree>
    <p:extLst>
      <p:ext uri="{BB962C8B-B14F-4D97-AF65-F5344CB8AC3E}">
        <p14:creationId xmlns:p14="http://schemas.microsoft.com/office/powerpoint/2010/main" val="40853149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9B2F3B61-1B38-0CCD-0CBC-4D5737C3CE5D}"/>
              </a:ext>
              <a:ext uri="{C183D7F6-B498-43B3-948B-1728B52AA6E4}">
                <adec:decorative xmlns:adec="http://schemas.microsoft.com/office/drawing/2017/decorative" val="1"/>
              </a:ext>
            </a:extLst>
          </p:cNvPr>
          <p:cNvSpPr>
            <a:spLocks noGrp="1"/>
          </p:cNvSpPr>
          <p:nvPr>
            <p:ph type="body" sz="quarter" idx="17"/>
          </p:nvPr>
        </p:nvSpPr>
        <p:spPr>
          <a:solidFill>
            <a:schemeClr val="accent4">
              <a:lumMod val="20000"/>
              <a:lumOff val="80000"/>
            </a:schemeClr>
          </a:solidFill>
        </p:spPr>
        <p:txBody>
          <a:bodyPr wrap="square"/>
          <a:lstStyle/>
          <a:p>
            <a:pPr>
              <a:spcAft>
                <a:spcPts val="600"/>
              </a:spcAft>
              <a:buNone/>
            </a:pPr>
            <a:r>
              <a:rPr b="1" sz="1300"/>
              <a:t>The problem is measured</a:t>
            </a:r>
            <a:endParaRPr lang="en-US"/>
          </a:p>
          <a:p>
            <a:pPr>
              <a:spcAft>
                <a:spcPts val="600"/>
              </a:spcAft>
              <a:buNone/>
            </a:pPr>
            <a:r>
              <a:rPr sz="1150"/>
              <a:t>Only 0.5 per cent of sixteen thousand studied projects hit cost, time and benefits together.</a:t>
            </a:r>
          </a:p>
          <a:p>
            <a:pPr>
              <a:spcAft>
                <a:spcPts val="600"/>
              </a:spcAft>
              <a:buNone/>
            </a:pPr>
            <a:r>
              <a:rPr sz="1150"/>
              <a:t>88 per cent of transformations fail to reach their original ambition.</a:t>
            </a:r>
          </a:p>
          <a:p>
            <a:pPr>
              <a:spcAft>
                <a:spcPts val="600"/>
              </a:spcAft>
              <a:buNone/>
            </a:pPr>
            <a:r>
              <a:rPr sz="1150"/>
              <a:t>Two thirds of boards now make further AI funding conditional on proof of return, and 43 per cent of finance leaders are asked for a number they cannot produce.</a:t>
            </a:r>
          </a:p>
        </p:txBody>
      </p:sp>
      <p:sp>
        <p:nvSpPr>
          <p:cNvPr id="5" name="Title 4">
            <a:extLst>
              <a:ext uri="{FF2B5EF4-FFF2-40B4-BE49-F238E27FC236}">
                <a16:creationId xmlns:a16="http://schemas.microsoft.com/office/drawing/2014/main" id="{137A7722-B1A8-48D7-DA0F-4EFA5EE3D570}"/>
              </a:ext>
            </a:extLst>
          </p:cNvPr>
          <p:cNvSpPr>
            <a:spLocks noGrp="1"/>
          </p:cNvSpPr>
          <p:nvPr>
            <p:ph type="title"/>
          </p:nvPr>
        </p:nvSpPr>
        <p:spPr/>
        <p:txBody>
          <a:bodyPr wrap="square"/>
          <a:lstStyle/>
          <a:p>
            <a:pPr>
              <a:spcAft>
                <a:spcPts val="0"/>
              </a:spcAft>
              <a:buNone/>
            </a:pPr>
            <a:r>
              <a:t>Clients invest for outcomes, then manage the investment around delivery.</a:t>
            </a:r>
          </a:p>
        </p:txBody>
      </p:sp>
      <p:sp>
        <p:nvSpPr>
          <p:cNvPr id="13" name="Text Placeholder 12">
            <a:extLst>
              <a:ext uri="{FF2B5EF4-FFF2-40B4-BE49-F238E27FC236}">
                <a16:creationId xmlns:a16="http://schemas.microsoft.com/office/drawing/2014/main" id="{C7BC5C2D-79A0-5C8A-8181-17CF16147EE1}"/>
              </a:ext>
            </a:extLst>
          </p:cNvPr>
          <p:cNvSpPr>
            <a:spLocks noGrp="1"/>
          </p:cNvSpPr>
          <p:nvPr>
            <p:ph type="body" sz="quarter" idx="13"/>
          </p:nvPr>
        </p:nvSpPr>
        <p:spPr/>
        <p:txBody>
          <a:bodyPr wrap="square"/>
          <a:lstStyle/>
          <a:p>
            <a:pPr>
              <a:spcAft>
                <a:spcPts val="0"/>
              </a:spcAft>
              <a:buNone/>
            </a:pPr>
            <a:r>
              <a:t>The question, the problem, the answer and the method; this page is the whole argument, and every page behind it expands one line of it.</a:t>
            </a:r>
          </a:p>
        </p:txBody>
      </p:sp>
      <p:sp>
        <p:nvSpPr>
          <p:cNvPr id="17" name="Text Placeholder 16">
            <a:extLst>
              <a:ext uri="{FF2B5EF4-FFF2-40B4-BE49-F238E27FC236}">
                <a16:creationId xmlns:a16="http://schemas.microsoft.com/office/drawing/2014/main" id="{DD3E916A-75FF-7D53-B23B-6659080F8DAF}"/>
              </a:ext>
            </a:extLst>
          </p:cNvPr>
          <p:cNvSpPr>
            <a:spLocks noGrp="1"/>
          </p:cNvSpPr>
          <p:nvPr>
            <p:ph type="body" sz="quarter" idx="16"/>
          </p:nvPr>
        </p:nvSpPr>
        <p:spPr/>
        <p:txBody>
          <a:bodyPr wrap="square"/>
          <a:lstStyle/>
          <a:p>
            <a:pPr marL="0" indent="0">
              <a:spcAft>
                <a:spcPts val="600"/>
              </a:spcAft>
              <a:buNone/>
            </a:pPr>
            <a:r>
              <a:rPr b="1"/>
              <a:t>The question.  </a:t>
            </a:r>
            <a:r>
              <a:t>What business outcome is this investment truly driving, and what must change for that outcome to be realised?</a:t>
            </a:r>
          </a:p>
          <a:p>
            <a:pPr>
              <a:spcAft>
                <a:spcPts val="600"/>
              </a:spcAft>
              <a:buNone/>
            </a:pPr>
            <a:r>
              <a:rPr b="1"/>
              <a:t>The problem.  </a:t>
            </a:r>
            <a:r>
              <a:t>Clients invest to improve business performance, but manage the investment around delivery rather than whether the intended outcomes occur. The case gets the dollars, delivery reports activity, and nobody owns the outcome after go live.</a:t>
            </a:r>
          </a:p>
          <a:p>
            <a:pPr>
              <a:spcAft>
                <a:spcPts val="600"/>
              </a:spcAft>
              <a:buNone/>
            </a:pPr>
            <a:r>
              <a:rPr b="1"/>
              <a:t>The answer.  </a:t>
            </a:r>
            <a:r>
              <a:t>Value Realisation closes the gap by defining the outcomes, managing what must change and proving what the investment delivered.</a:t>
            </a:r>
          </a:p>
          <a:p>
            <a:pPr>
              <a:spcAft>
                <a:spcPts val="600"/>
              </a:spcAft>
              <a:buNone/>
            </a:pPr>
            <a:r>
              <a:rPr b="1"/>
              <a:t>The method.  </a:t>
            </a:r>
            <a:r>
              <a:t>Define the outcome. Manage what must change. Prove the value.</a:t>
            </a:r>
          </a:p>
        </p:txBody>
      </p:sp>
      <p:sp>
        <p:nvSpPr>
          <p:cNvPr id="2" name="Date Placeholder 1">
            <a:extLst>
              <a:ext uri="{FF2B5EF4-FFF2-40B4-BE49-F238E27FC236}">
                <a16:creationId xmlns:a16="http://schemas.microsoft.com/office/drawing/2014/main" id="{42296D2C-6F7A-7843-C25B-3402798B876E}"/>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CE0E722-EEB4-423A-A77E-2BF69F7ADEDB}"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3" name="Footer Placeholder 2">
            <a:extLst>
              <a:ext uri="{FF2B5EF4-FFF2-40B4-BE49-F238E27FC236}">
                <a16:creationId xmlns:a16="http://schemas.microsoft.com/office/drawing/2014/main" id="{AE156187-65EB-E237-F202-09E3DEC71A5B}"/>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4" name="Slide Number Placeholder 3">
            <a:extLst>
              <a:ext uri="{FF2B5EF4-FFF2-40B4-BE49-F238E27FC236}">
                <a16:creationId xmlns:a16="http://schemas.microsoft.com/office/drawing/2014/main" id="{50AC95D6-1C84-B7C5-CB72-0D42C639B7A9}"/>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18" name="TextBox 17"/>
          <p:cNvSpPr txBox="1"/>
          <p:nvPr/>
        </p:nvSpPr>
        <p:spPr>
          <a:xfrm>
            <a:off x="548640" y="6144768"/>
            <a:ext cx="11064240" cy="274320"/>
          </a:xfrm>
          <a:prstGeom prst="rect">
            <a:avLst/>
          </a:prstGeom>
          <a:noFill/>
        </p:spPr>
        <p:txBody>
          <a:bodyPr wrap="square" lIns="0" rIns="0" tIns="0" bIns="0">
            <a:spAutoFit/>
          </a:bodyPr>
          <a:lstStyle/>
          <a:p>
            <a:r>
              <a:rPr sz="900">
                <a:solidFill>
                  <a:srgbClr val="666666"/>
                </a:solidFill>
                <a:latin typeface="Avenir Next LT Pro"/>
              </a:rPr>
              <a:t>Sources: Flyvbjerg, How Big Things Get Done, 2023. Bain, April 2024, 24,000 initiatives. CloudZero, June 2026.</a:t>
            </a:r>
          </a:p>
        </p:txBody>
      </p:sp>
    </p:spTree>
    <p:extLst>
      <p:ext uri="{BB962C8B-B14F-4D97-AF65-F5344CB8AC3E}">
        <p14:creationId xmlns:p14="http://schemas.microsoft.com/office/powerpoint/2010/main" val="32607475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 Placeholder 15">
            <a:extLst>
              <a:ext uri="{FF2B5EF4-FFF2-40B4-BE49-F238E27FC236}">
                <a16:creationId xmlns:a16="http://schemas.microsoft.com/office/drawing/2014/main" id="{BC1F9A55-A3C6-D24F-BA37-D10287803454}"/>
              </a:ext>
              <a:ext uri="{C183D7F6-B498-43B3-948B-1728B52AA6E4}">
                <adec:decorative xmlns:adec="http://schemas.microsoft.com/office/drawing/2017/decorative" val="1"/>
              </a:ext>
            </a:extLst>
          </p:cNvPr>
          <p:cNvSpPr>
            <a:spLocks noGrp="1"/>
          </p:cNvSpPr>
          <p:nvPr>
            <p:ph type="body" sz="quarter" idx="18"/>
          </p:nvPr>
        </p:nvSpPr>
        <p:spPr>
          <a:solidFill>
            <a:srgbClr val="F7FFD6"/>
          </a:solidFill>
        </p:spPr>
        <p:txBody>
          <a:bodyPr wrap="square"/>
          <a:lstStyle/>
          <a:p>
            <a:pPr>
              <a:spcAft>
                <a:spcPts val="600"/>
              </a:spcAft>
              <a:buNone/>
            </a:pPr>
            <a:r>
              <a:rPr b="1" sz="1300"/>
              <a:t>One example, end to end</a:t>
            </a:r>
            <a:endParaRPr lang="en-US"/>
          </a:p>
          <a:p>
            <a:pPr>
              <a:spcAft>
                <a:spcPts val="600"/>
              </a:spcAft>
              <a:buNone/>
            </a:pPr>
            <a:r>
              <a:rPr b="1" sz="1150"/>
              <a:t>Outcome.  </a:t>
            </a:r>
            <a:r>
              <a:rPr sz="1150"/>
              <a:t>The cost of handling an insurance claim falls.</a:t>
            </a:r>
          </a:p>
          <a:p>
            <a:pPr>
              <a:spcAft>
                <a:spcPts val="600"/>
              </a:spcAft>
              <a:buNone/>
            </a:pPr>
            <a:r>
              <a:rPr b="1" sz="1150"/>
              <a:t>Baseline.  </a:t>
            </a:r>
            <a:r>
              <a:rPr sz="1150"/>
              <a:t>$82 per claim, measured with finance in June.</a:t>
            </a:r>
          </a:p>
          <a:p>
            <a:pPr>
              <a:spcAft>
                <a:spcPts val="600"/>
              </a:spcAft>
              <a:buNone/>
            </a:pPr>
            <a:r>
              <a:rPr b="1" sz="1150"/>
              <a:t>Target.  </a:t>
            </a:r>
            <a:r>
              <a:rPr sz="1150"/>
              <a:t>$61 per claim by December, held as a number.</a:t>
            </a:r>
          </a:p>
          <a:p>
            <a:pPr>
              <a:spcAft>
                <a:spcPts val="600"/>
              </a:spcAft>
              <a:buNone/>
            </a:pPr>
            <a:r>
              <a:rPr b="1" sz="1150"/>
              <a:t>Owner.  </a:t>
            </a:r>
            <a:r>
              <a:rPr sz="1150"/>
              <a:t>The head of claims operations, never the project team.</a:t>
            </a:r>
          </a:p>
          <a:p>
            <a:pPr>
              <a:spcAft>
                <a:spcPts val="600"/>
              </a:spcAft>
              <a:buNone/>
            </a:pPr>
            <a:r>
              <a:rPr b="1" sz="1150"/>
              <a:t>Quality.  </a:t>
            </a:r>
            <a:r>
              <a:rPr sz="1150"/>
              <a:t>Decision quality is checked beside the cost.</a:t>
            </a:r>
          </a:p>
          <a:p>
            <a:pPr>
              <a:spcAft>
                <a:spcPts val="600"/>
              </a:spcAft>
              <a:buNone/>
            </a:pPr>
            <a:r>
              <a:rPr b="1" sz="1150"/>
              <a:t>Proof.  </a:t>
            </a:r>
            <a:r>
              <a:rPr sz="1150"/>
              <a:t>Finance verifies against the baseline monthly.</a:t>
            </a:r>
          </a:p>
        </p:txBody>
      </p:sp>
      <p:sp>
        <p:nvSpPr>
          <p:cNvPr id="5" name="Title 4">
            <a:extLst>
              <a:ext uri="{FF2B5EF4-FFF2-40B4-BE49-F238E27FC236}">
                <a16:creationId xmlns:a16="http://schemas.microsoft.com/office/drawing/2014/main" id="{9FBDD441-C074-6AFD-4397-0E971E8306FC}"/>
              </a:ext>
            </a:extLst>
          </p:cNvPr>
          <p:cNvSpPr>
            <a:spLocks noGrp="1"/>
          </p:cNvSpPr>
          <p:nvPr>
            <p:ph type="title"/>
          </p:nvPr>
        </p:nvSpPr>
        <p:spPr/>
        <p:txBody>
          <a:bodyPr wrap="square"/>
          <a:lstStyle/>
          <a:p>
            <a:pPr>
              <a:spcAft>
                <a:spcPts val="0"/>
              </a:spcAft>
              <a:buNone/>
            </a:pPr>
            <a:r>
              <a:t>Value is a measured improvement in a business outcome.</a:t>
            </a:r>
          </a:p>
        </p:txBody>
      </p:sp>
      <p:sp>
        <p:nvSpPr>
          <p:cNvPr id="6" name="Text Placeholder 5">
            <a:extLst>
              <a:ext uri="{FF2B5EF4-FFF2-40B4-BE49-F238E27FC236}">
                <a16:creationId xmlns:a16="http://schemas.microsoft.com/office/drawing/2014/main" id="{73F276BE-152D-0201-EC47-78DF381CF494}"/>
              </a:ext>
            </a:extLst>
          </p:cNvPr>
          <p:cNvSpPr>
            <a:spLocks noGrp="1"/>
          </p:cNvSpPr>
          <p:nvPr>
            <p:ph type="body" sz="quarter" idx="13"/>
          </p:nvPr>
        </p:nvSpPr>
        <p:spPr/>
        <p:txBody>
          <a:bodyPr wrap="square"/>
          <a:lstStyle/>
          <a:p>
            <a:pPr>
              <a:spcAft>
                <a:spcPts val="0"/>
              </a:spcAft>
              <a:buNone/>
            </a:pPr>
            <a:r>
              <a:t>ROI is only one expression of that improvement; the outcome always comes first.</a:t>
            </a:r>
          </a:p>
        </p:txBody>
      </p:sp>
      <p:sp>
        <p:nvSpPr>
          <p:cNvPr id="7" name="Text Placeholder 6">
            <a:extLst>
              <a:ext uri="{FF2B5EF4-FFF2-40B4-BE49-F238E27FC236}">
                <a16:creationId xmlns:a16="http://schemas.microsoft.com/office/drawing/2014/main" id="{71F3FE55-A086-AE61-92F4-5296DB0F99F7}"/>
              </a:ext>
            </a:extLst>
          </p:cNvPr>
          <p:cNvSpPr>
            <a:spLocks noGrp="1"/>
          </p:cNvSpPr>
          <p:nvPr>
            <p:ph type="body" sz="quarter" idx="16"/>
          </p:nvPr>
        </p:nvSpPr>
        <p:spPr/>
        <p:txBody>
          <a:bodyPr wrap="square"/>
          <a:lstStyle/>
          <a:p>
            <a:pPr marL="0" indent="0">
              <a:spcAft>
                <a:spcPts val="600"/>
              </a:spcAft>
              <a:buNone/>
            </a:pPr>
            <a:r>
              <a:rPr b="1"/>
              <a:t>The six working parts</a:t>
            </a:r>
            <a:endParaRPr lang="en-US" b="1"/>
          </a:p>
          <a:p>
            <a:pPr>
              <a:spcAft>
                <a:spcPts val="400"/>
              </a:spcAft>
            </a:pPr>
            <a:r>
              <a:t>Measurable, in the organisation's own terms.</a:t>
            </a:r>
          </a:p>
          <a:p>
            <a:pPr>
              <a:spcAft>
                <a:spcPts val="400"/>
              </a:spcAft>
            </a:pPr>
            <a:r>
              <a:t>Baselined before the change starts, against real operating data.</a:t>
            </a:r>
          </a:p>
          <a:p>
            <a:pPr>
              <a:spcAft>
                <a:spcPts val="400"/>
              </a:spcAft>
            </a:pPr>
            <a:r>
              <a:t>Owned by a named person in the operating business, never the project team.</a:t>
            </a:r>
          </a:p>
          <a:p>
            <a:pPr>
              <a:spcAft>
                <a:spcPts val="400"/>
              </a:spcAft>
            </a:pPr>
            <a:r>
              <a:t>Time bound, with checks on a fixed schedule after go live.</a:t>
            </a:r>
          </a:p>
          <a:p>
            <a:pPr>
              <a:spcAft>
                <a:spcPts val="400"/>
              </a:spcAft>
            </a:pPr>
            <a:r>
              <a:t>Tied to a strategic priority, so it drives the business, more than just a department.</a:t>
            </a:r>
          </a:p>
          <a:p>
            <a:pPr>
              <a:spcAft>
                <a:spcPts val="400"/>
              </a:spcAft>
            </a:pPr>
            <a:r>
              <a:t>An outcome rather than an output: a platform delivered is an output; claims handled at lower cost is an outcome.</a:t>
            </a:r>
          </a:p>
        </p:txBody>
      </p:sp>
      <p:sp>
        <p:nvSpPr>
          <p:cNvPr id="8" name="Text Placeholder 7">
            <a:extLst>
              <a:ext uri="{FF2B5EF4-FFF2-40B4-BE49-F238E27FC236}">
                <a16:creationId xmlns:a16="http://schemas.microsoft.com/office/drawing/2014/main" id="{DAE30AFF-2DA2-219C-1834-A96BD1FE1C87}"/>
              </a:ext>
            </a:extLst>
          </p:cNvPr>
          <p:cNvSpPr>
            <a:spLocks noGrp="1"/>
          </p:cNvSpPr>
          <p:nvPr>
            <p:ph type="body" sz="quarter" idx="17"/>
          </p:nvPr>
        </p:nvSpPr>
        <p:spPr/>
        <p:txBody>
          <a:bodyPr wrap="square"/>
          <a:lstStyle/>
          <a:p>
            <a:pPr marL="0" indent="0">
              <a:spcAft>
                <a:spcPts val="600"/>
              </a:spcAft>
              <a:buNone/>
            </a:pPr>
            <a:r>
              <a:rPr b="1"/>
              <a:t>Where ROI misleads</a:t>
            </a:r>
            <a:endParaRPr lang="en-US" b="1"/>
          </a:p>
          <a:p>
            <a:pPr>
              <a:spcAft>
                <a:spcPts val="400"/>
              </a:spcAft>
            </a:pPr>
            <a:r>
              <a:t>ROI is a ratio; it hides scale and says nothing about which outcome moved.</a:t>
            </a:r>
          </a:p>
          <a:p>
            <a:pPr>
              <a:spcAft>
                <a:spcPts val="400"/>
              </a:spcAft>
            </a:pPr>
            <a:r>
              <a:t>A strong ROI against an outcome the business never cared about is still worthless.</a:t>
            </a:r>
          </a:p>
          <a:p>
            <a:pPr>
              <a:spcAft>
                <a:spcPts val="400"/>
              </a:spcAft>
            </a:pPr>
            <a:r>
              <a:t>Productivity is a currency the profit and loss account does not accept until headcount, volume or price changes.</a:t>
            </a:r>
          </a:p>
          <a:p>
            <a:pPr>
              <a:spcAft>
                <a:spcPts val="400"/>
              </a:spcAft>
            </a:pPr>
            <a:r>
              <a:t>KPMG's own report concedes value creation is often discussed yet rarely defined with precision.</a:t>
            </a:r>
          </a:p>
        </p:txBody>
      </p:sp>
      <p:sp>
        <p:nvSpPr>
          <p:cNvPr id="2" name="Date Placeholder 1">
            <a:extLst>
              <a:ext uri="{FF2B5EF4-FFF2-40B4-BE49-F238E27FC236}">
                <a16:creationId xmlns:a16="http://schemas.microsoft.com/office/drawing/2014/main" id="{8BD38962-DD7D-45E5-008F-59091A934A5D}"/>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82D15279-5940-4F66-9711-15877E163695}"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3" name="Footer Placeholder 2">
            <a:extLst>
              <a:ext uri="{FF2B5EF4-FFF2-40B4-BE49-F238E27FC236}">
                <a16:creationId xmlns:a16="http://schemas.microsoft.com/office/drawing/2014/main" id="{7E3440C1-52ED-2D03-69AF-46FB45DDF590}"/>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4" name="Slide Number Placeholder 3">
            <a:extLst>
              <a:ext uri="{FF2B5EF4-FFF2-40B4-BE49-F238E27FC236}">
                <a16:creationId xmlns:a16="http://schemas.microsoft.com/office/drawing/2014/main" id="{F8CE77DE-C517-653B-3E9D-40C5EEE1A795}"/>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17" name="TextBox 16"/>
          <p:cNvSpPr txBox="1"/>
          <p:nvPr/>
        </p:nvSpPr>
        <p:spPr>
          <a:xfrm>
            <a:off x="548640" y="6144768"/>
            <a:ext cx="11064240" cy="274320"/>
          </a:xfrm>
          <a:prstGeom prst="rect">
            <a:avLst/>
          </a:prstGeom>
          <a:noFill/>
        </p:spPr>
        <p:txBody>
          <a:bodyPr wrap="square" lIns="0" rIns="0" tIns="0" bIns="0">
            <a:spAutoFit/>
          </a:bodyPr>
          <a:lstStyle/>
          <a:p>
            <a:r>
              <a:rPr sz="900">
                <a:solidFill>
                  <a:srgbClr val="666666"/>
                </a:solidFill>
                <a:latin typeface="Avenir Next LT Pro"/>
              </a:rPr>
              <a:t>Sources: KPMG, November 2025. HM Treasury Green Book, 2026. Definitions reviewed across eleven firms and five disciplines, practice research base, August 2026.</a:t>
            </a:r>
          </a:p>
        </p:txBody>
      </p:sp>
    </p:spTree>
    <p:extLst>
      <p:ext uri="{BB962C8B-B14F-4D97-AF65-F5344CB8AC3E}">
        <p14:creationId xmlns:p14="http://schemas.microsoft.com/office/powerpoint/2010/main" val="38201962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7564FEDB-8EA8-C837-DCCF-2C1F81D671D6}"/>
              </a:ext>
            </a:extLst>
          </p:cNvPr>
          <p:cNvSpPr>
            <a:spLocks noGrp="1"/>
          </p:cNvSpPr>
          <p:nvPr>
            <p:ph type="title"/>
          </p:nvPr>
        </p:nvSpPr>
        <p:spPr/>
        <p:txBody>
          <a:bodyPr wrap="square"/>
          <a:lstStyle/>
          <a:p>
            <a:pPr>
              <a:spcAft>
                <a:spcPts val="0"/>
              </a:spcAft>
              <a:buNone/>
            </a:pPr>
            <a:r>
              <a:t>Value is lost at the case and after go live.</a:t>
            </a:r>
            <a:endParaRPr lang="en-US"/>
          </a:p>
        </p:txBody>
      </p:sp>
      <p:sp>
        <p:nvSpPr>
          <p:cNvPr id="18" name="Text Placeholder 17">
            <a:extLst>
              <a:ext uri="{FF2B5EF4-FFF2-40B4-BE49-F238E27FC236}">
                <a16:creationId xmlns:a16="http://schemas.microsoft.com/office/drawing/2014/main" id="{557567A9-FF32-8915-A4E5-BAF96832CAD0}"/>
              </a:ext>
            </a:extLst>
          </p:cNvPr>
          <p:cNvSpPr>
            <a:spLocks noGrp="1"/>
          </p:cNvSpPr>
          <p:nvPr>
            <p:ph type="body" sz="quarter" idx="13"/>
          </p:nvPr>
        </p:nvSpPr>
        <p:spPr/>
        <p:txBody>
          <a:bodyPr wrap="square"/>
          <a:lstStyle/>
          <a:p>
            <a:pPr>
              <a:spcAft>
                <a:spcPts val="0"/>
              </a:spcAft>
              <a:buNone/>
            </a:pPr>
            <a:r>
              <a:t>The two points nobody manages. Delivery discipline improved for decades while benefits discipline never did, so the loss concentrates where delivery measures cannot see it.</a:t>
            </a:r>
          </a:p>
        </p:txBody>
      </p:sp>
      <p:sp>
        <p:nvSpPr>
          <p:cNvPr id="19" name="Text Placeholder 18">
            <a:extLst>
              <a:ext uri="{FF2B5EF4-FFF2-40B4-BE49-F238E27FC236}">
                <a16:creationId xmlns:a16="http://schemas.microsoft.com/office/drawing/2014/main" id="{55806586-9D33-2D6D-D672-01F216A74306}"/>
              </a:ext>
            </a:extLst>
          </p:cNvPr>
          <p:cNvSpPr>
            <a:spLocks noGrp="1"/>
          </p:cNvSpPr>
          <p:nvPr>
            <p:ph type="body" sz="quarter" idx="15"/>
          </p:nvPr>
        </p:nvSpPr>
        <p:spPr/>
        <p:txBody>
          <a:bodyPr wrap="square"/>
          <a:lstStyle/>
          <a:p>
            <a:pPr>
              <a:spcAft>
                <a:spcPts val="0"/>
              </a:spcAft>
              <a:buNone/>
            </a:pPr>
            <a:r>
              <a:t>At the case</a:t>
            </a:r>
            <a:endParaRPr lang="en-US"/>
          </a:p>
        </p:txBody>
      </p:sp>
      <p:sp>
        <p:nvSpPr>
          <p:cNvPr id="8" name="Text Placeholder 7">
            <a:extLst>
              <a:ext uri="{FF2B5EF4-FFF2-40B4-BE49-F238E27FC236}">
                <a16:creationId xmlns:a16="http://schemas.microsoft.com/office/drawing/2014/main" id="{3745F598-4749-E6F9-C1C1-44F91436E97A}"/>
              </a:ext>
            </a:extLst>
          </p:cNvPr>
          <p:cNvSpPr>
            <a:spLocks noGrp="1"/>
          </p:cNvSpPr>
          <p:nvPr>
            <p:ph type="body" sz="quarter" idx="16"/>
          </p:nvPr>
        </p:nvSpPr>
        <p:spPr/>
        <p:txBody>
          <a:bodyPr wrap="square"/>
          <a:lstStyle/>
          <a:p>
            <a:pPr>
              <a:spcAft>
                <a:spcPts val="600"/>
              </a:spcAft>
              <a:buNone/>
            </a:pPr>
            <a:r>
              <a:t>Business cases are set up to get the dollars and then go nowhere. About a quarter of transformation value is lost at the case and target setting stage, because benefits are forecast without baselines, owners or an evidence plan. Governments formally inflate cases for optimism bias, which concedes that cases as written cannot be trusted.</a:t>
            </a:r>
          </a:p>
        </p:txBody>
      </p:sp>
      <p:sp>
        <p:nvSpPr>
          <p:cNvPr id="20" name="Text Placeholder 19">
            <a:extLst>
              <a:ext uri="{FF2B5EF4-FFF2-40B4-BE49-F238E27FC236}">
                <a16:creationId xmlns:a16="http://schemas.microsoft.com/office/drawing/2014/main" id="{6B63E08A-91BB-A11B-2752-18186F8F2D88}"/>
              </a:ext>
            </a:extLst>
          </p:cNvPr>
          <p:cNvSpPr>
            <a:spLocks noGrp="1"/>
          </p:cNvSpPr>
          <p:nvPr>
            <p:ph type="body" sz="quarter" idx="17"/>
          </p:nvPr>
        </p:nvSpPr>
        <p:spPr/>
        <p:txBody>
          <a:bodyPr wrap="square"/>
          <a:lstStyle/>
          <a:p>
            <a:pPr>
              <a:spcAft>
                <a:spcPts val="0"/>
              </a:spcAft>
              <a:buNone/>
            </a:pPr>
            <a:r>
              <a:t>In delivery</a:t>
            </a:r>
            <a:endParaRPr lang="en-US"/>
          </a:p>
        </p:txBody>
      </p:sp>
      <p:sp>
        <p:nvSpPr>
          <p:cNvPr id="21" name="Text Placeholder 20">
            <a:extLst>
              <a:ext uri="{FF2B5EF4-FFF2-40B4-BE49-F238E27FC236}">
                <a16:creationId xmlns:a16="http://schemas.microsoft.com/office/drawing/2014/main" id="{6FEC1655-7C67-3DF8-1B47-DC511B0A8257}"/>
              </a:ext>
            </a:extLst>
          </p:cNvPr>
          <p:cNvSpPr>
            <a:spLocks noGrp="1"/>
          </p:cNvSpPr>
          <p:nvPr>
            <p:ph type="body" sz="quarter" idx="18"/>
          </p:nvPr>
        </p:nvSpPr>
        <p:spPr/>
        <p:txBody>
          <a:bodyPr wrap="square"/>
          <a:lstStyle/>
          <a:p>
            <a:pPr>
              <a:spcAft>
                <a:spcPts val="600"/>
              </a:spcAft>
              <a:buNone/>
            </a:pPr>
            <a:r>
              <a:t>Delivery reports activity while the outcome drifts. 88 per cent of transformations miss their original ambition, and even successful ones capture only 67 per cent of the value available. A dedicated value owner captures 24 per cent more, the most repeated finding in the field: owned benefits arrive and unowned ones do not.</a:t>
            </a:r>
          </a:p>
        </p:txBody>
      </p:sp>
      <p:sp>
        <p:nvSpPr>
          <p:cNvPr id="22" name="Text Placeholder 21">
            <a:extLst>
              <a:ext uri="{FF2B5EF4-FFF2-40B4-BE49-F238E27FC236}">
                <a16:creationId xmlns:a16="http://schemas.microsoft.com/office/drawing/2014/main" id="{40AA5485-A5E0-DF67-1BE3-F926264D2C7B}"/>
              </a:ext>
            </a:extLst>
          </p:cNvPr>
          <p:cNvSpPr>
            <a:spLocks noGrp="1"/>
          </p:cNvSpPr>
          <p:nvPr>
            <p:ph type="body" sz="quarter" idx="19"/>
          </p:nvPr>
        </p:nvSpPr>
        <p:spPr/>
        <p:txBody>
          <a:bodyPr wrap="square"/>
          <a:lstStyle/>
          <a:p>
            <a:pPr>
              <a:spcAft>
                <a:spcPts val="0"/>
              </a:spcAft>
              <a:buNone/>
            </a:pPr>
            <a:r>
              <a:t>After go live</a:t>
            </a:r>
            <a:endParaRPr lang="en-US"/>
          </a:p>
        </p:txBody>
      </p:sp>
      <p:sp>
        <p:nvSpPr>
          <p:cNvPr id="23" name="Text Placeholder 22">
            <a:extLst>
              <a:ext uri="{FF2B5EF4-FFF2-40B4-BE49-F238E27FC236}">
                <a16:creationId xmlns:a16="http://schemas.microsoft.com/office/drawing/2014/main" id="{928F940B-2417-3E85-FCA6-246AE2FB2D79}"/>
              </a:ext>
            </a:extLst>
          </p:cNvPr>
          <p:cNvSpPr>
            <a:spLocks noGrp="1"/>
          </p:cNvSpPr>
          <p:nvPr>
            <p:ph type="body" sz="quarter" idx="20"/>
          </p:nvPr>
        </p:nvSpPr>
        <p:spPr/>
        <p:txBody>
          <a:bodyPr wrap="square"/>
          <a:lstStyle/>
          <a:p>
            <a:pPr>
              <a:spcAft>
                <a:spcPts val="600"/>
              </a:spcAft>
              <a:buNone/>
            </a:pPr>
            <a:r>
              <a:t>The team disbands at go live and the benefit disbands with it. Only 42 per cent of organisations mostly or always deliver full project benefits, 89 per cent of operations leaders say technology investments have not fully delivered, and the post go live check is the most skipped practice in the discipline.</a:t>
            </a:r>
          </a:p>
        </p:txBody>
      </p:sp>
      <p:sp>
        <p:nvSpPr>
          <p:cNvPr id="4" name="Date Placeholder 3">
            <a:extLst>
              <a:ext uri="{FF2B5EF4-FFF2-40B4-BE49-F238E27FC236}">
                <a16:creationId xmlns:a16="http://schemas.microsoft.com/office/drawing/2014/main" id="{A2B3C291-4791-D30D-3E3E-3608F19FBB5C}"/>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88B7981-6CA8-469D-944D-8370E747B618}"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3" name="Footer Placeholder 2">
            <a:extLst>
              <a:ext uri="{FF2B5EF4-FFF2-40B4-BE49-F238E27FC236}">
                <a16:creationId xmlns:a16="http://schemas.microsoft.com/office/drawing/2014/main" id="{00BDF632-22B8-CFAE-7645-F7F9E9884383}"/>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5" name="Slide Number Placeholder 4">
            <a:extLst>
              <a:ext uri="{FF2B5EF4-FFF2-40B4-BE49-F238E27FC236}">
                <a16:creationId xmlns:a16="http://schemas.microsoft.com/office/drawing/2014/main" id="{556B4331-6B37-2548-EB45-CA3A69518A13}"/>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24" name="TextBox 23"/>
          <p:cNvSpPr txBox="1"/>
          <p:nvPr/>
        </p:nvSpPr>
        <p:spPr>
          <a:xfrm>
            <a:off x="548640" y="6144768"/>
            <a:ext cx="11064240" cy="274320"/>
          </a:xfrm>
          <a:prstGeom prst="rect">
            <a:avLst/>
          </a:prstGeom>
          <a:noFill/>
        </p:spPr>
        <p:txBody>
          <a:bodyPr wrap="square" lIns="0" rIns="0" tIns="0" bIns="0">
            <a:spAutoFit/>
          </a:bodyPr>
          <a:lstStyle/>
          <a:p>
            <a:r>
              <a:rPr sz="900">
                <a:solidFill>
                  <a:srgbClr val="666666"/>
                </a:solidFill>
                <a:latin typeface="Avenir Next LT Pro"/>
              </a:rPr>
              <a:t>Sources: McKinsey, 2021. Bain, April 2024. Wellingtone, 2026. PwC Digital Trends in Operations, 2026, 767 leaders. UK National Audit Office, 2021.</a:t>
            </a:r>
          </a:p>
        </p:txBody>
      </p:sp>
    </p:spTree>
    <p:extLst>
      <p:ext uri="{BB962C8B-B14F-4D97-AF65-F5344CB8AC3E}">
        <p14:creationId xmlns:p14="http://schemas.microsoft.com/office/powerpoint/2010/main" val="18222569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7564FEDB-8EA8-C837-DCCF-2C1F81D671D6}"/>
              </a:ext>
            </a:extLst>
          </p:cNvPr>
          <p:cNvSpPr>
            <a:spLocks noGrp="1"/>
          </p:cNvSpPr>
          <p:nvPr>
            <p:ph type="title"/>
          </p:nvPr>
        </p:nvSpPr>
        <p:spPr/>
        <p:txBody>
          <a:bodyPr wrap="square"/>
          <a:lstStyle/>
          <a:p>
            <a:pPr>
              <a:spcAft>
                <a:spcPts val="0"/>
              </a:spcAft>
              <a:buNone/>
            </a:pPr>
            <a:r>
              <a:t>More output is only value when three tests pass.</a:t>
            </a:r>
            <a:endParaRPr lang="en-US"/>
          </a:p>
        </p:txBody>
      </p:sp>
      <p:sp>
        <p:nvSpPr>
          <p:cNvPr id="18" name="Text Placeholder 17">
            <a:extLst>
              <a:ext uri="{FF2B5EF4-FFF2-40B4-BE49-F238E27FC236}">
                <a16:creationId xmlns:a16="http://schemas.microsoft.com/office/drawing/2014/main" id="{557567A9-FF32-8915-A4E5-BAF96832CAD0}"/>
              </a:ext>
            </a:extLst>
          </p:cNvPr>
          <p:cNvSpPr>
            <a:spLocks noGrp="1"/>
          </p:cNvSpPr>
          <p:nvPr>
            <p:ph type="body" sz="quarter" idx="13"/>
          </p:nvPr>
        </p:nvSpPr>
        <p:spPr/>
        <p:txBody>
          <a:bodyPr wrap="square"/>
          <a:lstStyle/>
          <a:p>
            <a:pPr>
              <a:spcAft>
                <a:spcPts val="0"/>
              </a:spcAft>
              <a:buNone/>
            </a:pPr>
            <a:r>
              <a:t>Activity, adoption, throughput and time saved get treated as value before the business outcome has changed. This is the question the market cannot answer on AI, and answering it is where we win.</a:t>
            </a:r>
          </a:p>
        </p:txBody>
      </p:sp>
      <p:sp>
        <p:nvSpPr>
          <p:cNvPr id="19" name="Text Placeholder 18">
            <a:extLst>
              <a:ext uri="{FF2B5EF4-FFF2-40B4-BE49-F238E27FC236}">
                <a16:creationId xmlns:a16="http://schemas.microsoft.com/office/drawing/2014/main" id="{55806586-9D33-2D6D-D672-01F216A74306}"/>
              </a:ext>
            </a:extLst>
          </p:cNvPr>
          <p:cNvSpPr>
            <a:spLocks noGrp="1"/>
          </p:cNvSpPr>
          <p:nvPr>
            <p:ph type="body" sz="quarter" idx="15"/>
          </p:nvPr>
        </p:nvSpPr>
        <p:spPr/>
        <p:txBody>
          <a:bodyPr wrap="square"/>
          <a:lstStyle/>
          <a:p>
            <a:pPr>
              <a:spcAft>
                <a:spcPts val="0"/>
              </a:spcAft>
              <a:buNone/>
            </a:pPr>
            <a:r>
              <a:t>Quality holds</a:t>
            </a:r>
            <a:endParaRPr lang="en-US"/>
          </a:p>
        </p:txBody>
      </p:sp>
      <p:sp>
        <p:nvSpPr>
          <p:cNvPr id="8" name="Text Placeholder 7">
            <a:extLst>
              <a:ext uri="{FF2B5EF4-FFF2-40B4-BE49-F238E27FC236}">
                <a16:creationId xmlns:a16="http://schemas.microsoft.com/office/drawing/2014/main" id="{3745F598-4749-E6F9-C1C1-44F91436E97A}"/>
              </a:ext>
            </a:extLst>
          </p:cNvPr>
          <p:cNvSpPr>
            <a:spLocks noGrp="1"/>
          </p:cNvSpPr>
          <p:nvPr>
            <p:ph type="body" sz="quarter" idx="16"/>
          </p:nvPr>
        </p:nvSpPr>
        <p:spPr/>
        <p:txBody>
          <a:bodyPr wrap="square"/>
          <a:lstStyle/>
          <a:p>
            <a:pPr>
              <a:spcAft>
                <a:spcPts val="600"/>
              </a:spcAft>
              <a:buNone/>
            </a:pPr>
            <a:r>
              <a:t>Every speed measure is paired with a quality counterweight on the same population, because output that fails downstream is a liability. DORA found rising AI adoption associated with falling delivery stability, and Klarna walked back a forty million dollar AI case because cost was weighted in the evaluation and quality was not.</a:t>
            </a:r>
          </a:p>
        </p:txBody>
      </p:sp>
      <p:sp>
        <p:nvSpPr>
          <p:cNvPr id="20" name="Text Placeholder 19">
            <a:extLst>
              <a:ext uri="{FF2B5EF4-FFF2-40B4-BE49-F238E27FC236}">
                <a16:creationId xmlns:a16="http://schemas.microsoft.com/office/drawing/2014/main" id="{6B63E08A-91BB-A11B-2752-18186F8F2D88}"/>
              </a:ext>
            </a:extLst>
          </p:cNvPr>
          <p:cNvSpPr>
            <a:spLocks noGrp="1"/>
          </p:cNvSpPr>
          <p:nvPr>
            <p:ph type="body" sz="quarter" idx="17"/>
          </p:nvPr>
        </p:nvSpPr>
        <p:spPr/>
        <p:txBody>
          <a:bodyPr wrap="square"/>
          <a:lstStyle/>
          <a:p>
            <a:pPr>
              <a:spcAft>
                <a:spcPts val="0"/>
              </a:spcAft>
              <a:buNone/>
            </a:pPr>
            <a:r>
              <a:t>Capacity is redeployed</a:t>
            </a:r>
            <a:endParaRPr lang="en-US"/>
          </a:p>
        </p:txBody>
      </p:sp>
      <p:sp>
        <p:nvSpPr>
          <p:cNvPr id="21" name="Text Placeholder 20">
            <a:extLst>
              <a:ext uri="{FF2B5EF4-FFF2-40B4-BE49-F238E27FC236}">
                <a16:creationId xmlns:a16="http://schemas.microsoft.com/office/drawing/2014/main" id="{6FEC1655-7C67-3DF8-1B47-DC511B0A8257}"/>
              </a:ext>
            </a:extLst>
          </p:cNvPr>
          <p:cNvSpPr>
            <a:spLocks noGrp="1"/>
          </p:cNvSpPr>
          <p:nvPr>
            <p:ph type="body" sz="quarter" idx="18"/>
          </p:nvPr>
        </p:nvSpPr>
        <p:spPr/>
        <p:txBody>
          <a:bodyPr wrap="square"/>
          <a:lstStyle/>
          <a:p>
            <a:pPr>
              <a:spcAft>
                <a:spcPts val="600"/>
              </a:spcAft>
              <a:buNone/>
            </a:pPr>
            <a:r>
              <a:t>Time saved is only potential value. Around 40 per cent of it is immediately lost to correcting AI output, and the rest dissipates unless management decides where it goes. Saved time becomes earnings only when headcount, volume or price changes, so every use case names its conversion lever up front; the reinvestment decision is the value moment.</a:t>
            </a:r>
          </a:p>
        </p:txBody>
      </p:sp>
      <p:sp>
        <p:nvSpPr>
          <p:cNvPr id="22" name="Text Placeholder 21">
            <a:extLst>
              <a:ext uri="{FF2B5EF4-FFF2-40B4-BE49-F238E27FC236}">
                <a16:creationId xmlns:a16="http://schemas.microsoft.com/office/drawing/2014/main" id="{40AA5485-A5E0-DF67-1BE3-F926264D2C7B}"/>
              </a:ext>
            </a:extLst>
          </p:cNvPr>
          <p:cNvSpPr>
            <a:spLocks noGrp="1"/>
          </p:cNvSpPr>
          <p:nvPr>
            <p:ph type="body" sz="quarter" idx="19"/>
          </p:nvPr>
        </p:nvSpPr>
        <p:spPr/>
        <p:txBody>
          <a:bodyPr wrap="square"/>
          <a:lstStyle/>
          <a:p>
            <a:pPr>
              <a:spcAft>
                <a:spcPts val="0"/>
              </a:spcAft>
              <a:buNone/>
            </a:pPr>
            <a:r>
              <a:t>Finance can see it</a:t>
            </a:r>
            <a:endParaRPr lang="en-US"/>
          </a:p>
        </p:txBody>
      </p:sp>
      <p:sp>
        <p:nvSpPr>
          <p:cNvPr id="23" name="Text Placeholder 22">
            <a:extLst>
              <a:ext uri="{FF2B5EF4-FFF2-40B4-BE49-F238E27FC236}">
                <a16:creationId xmlns:a16="http://schemas.microsoft.com/office/drawing/2014/main" id="{928F940B-2417-3E85-FCA6-246AE2FB2D79}"/>
              </a:ext>
            </a:extLst>
          </p:cNvPr>
          <p:cNvSpPr>
            <a:spLocks noGrp="1"/>
          </p:cNvSpPr>
          <p:nvPr>
            <p:ph type="body" sz="quarter" idx="20"/>
          </p:nvPr>
        </p:nvSpPr>
        <p:spPr/>
        <p:txBody>
          <a:bodyPr wrap="square"/>
          <a:lstStyle/>
          <a:p>
            <a:pPr>
              <a:spcAft>
                <a:spcPts val="600"/>
              </a:spcAft>
              <a:buNone/>
            </a:pPr>
            <a:r>
              <a:t>The claim is baselined before deployment, attributed under a rule agreed at the start, and booked by finance against the baseline. Roughly nine in ten executives report no measurable firm level impact from AI, and the reason is that this machinery was never built, as opposed to the value never existing.</a:t>
            </a:r>
          </a:p>
        </p:txBody>
      </p:sp>
      <p:sp>
        <p:nvSpPr>
          <p:cNvPr id="4" name="Date Placeholder 3">
            <a:extLst>
              <a:ext uri="{FF2B5EF4-FFF2-40B4-BE49-F238E27FC236}">
                <a16:creationId xmlns:a16="http://schemas.microsoft.com/office/drawing/2014/main" id="{A2B3C291-4791-D30D-3E3E-3608F19FBB5C}"/>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88B7981-6CA8-469D-944D-8370E747B618}"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3" name="Footer Placeholder 2">
            <a:extLst>
              <a:ext uri="{FF2B5EF4-FFF2-40B4-BE49-F238E27FC236}">
                <a16:creationId xmlns:a16="http://schemas.microsoft.com/office/drawing/2014/main" id="{00BDF632-22B8-CFAE-7645-F7F9E9884383}"/>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5" name="Slide Number Placeholder 4">
            <a:extLst>
              <a:ext uri="{FF2B5EF4-FFF2-40B4-BE49-F238E27FC236}">
                <a16:creationId xmlns:a16="http://schemas.microsoft.com/office/drawing/2014/main" id="{556B4331-6B37-2548-EB45-CA3A69518A13}"/>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24" name="TextBox 23"/>
          <p:cNvSpPr txBox="1"/>
          <p:nvPr/>
        </p:nvSpPr>
        <p:spPr>
          <a:xfrm>
            <a:off x="548640" y="6144768"/>
            <a:ext cx="11064240" cy="274320"/>
          </a:xfrm>
          <a:prstGeom prst="rect">
            <a:avLst/>
          </a:prstGeom>
          <a:noFill/>
        </p:spPr>
        <p:txBody>
          <a:bodyPr wrap="square" lIns="0" rIns="0" tIns="0" bIns="0">
            <a:spAutoFit/>
          </a:bodyPr>
          <a:lstStyle/>
          <a:p>
            <a:r>
              <a:rPr sz="900">
                <a:solidFill>
                  <a:srgbClr val="666666"/>
                </a:solidFill>
                <a:latin typeface="Avenir Next LT Pro"/>
              </a:rPr>
              <a:t>Sources: DORA, 2024. Workday and Hanover Research, 2025, 3,200 respondents. McKinsey State of AI, 2025. NBER working paper 34836, 2026. Bloomberg on Klarna, May 2025.</a:t>
            </a:r>
          </a:p>
        </p:txBody>
      </p:sp>
    </p:spTree>
    <p:extLst>
      <p:ext uri="{BB962C8B-B14F-4D97-AF65-F5344CB8AC3E}">
        <p14:creationId xmlns:p14="http://schemas.microsoft.com/office/powerpoint/2010/main" val="18222569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 Placeholder 15">
            <a:extLst>
              <a:ext uri="{FF2B5EF4-FFF2-40B4-BE49-F238E27FC236}">
                <a16:creationId xmlns:a16="http://schemas.microsoft.com/office/drawing/2014/main" id="{BC1F9A55-A3C6-D24F-BA37-D10287803454}"/>
              </a:ext>
              <a:ext uri="{C183D7F6-B498-43B3-948B-1728B52AA6E4}">
                <adec:decorative xmlns:adec="http://schemas.microsoft.com/office/drawing/2017/decorative" val="1"/>
              </a:ext>
            </a:extLst>
          </p:cNvPr>
          <p:cNvSpPr>
            <a:spLocks noGrp="1"/>
          </p:cNvSpPr>
          <p:nvPr>
            <p:ph type="body" sz="quarter" idx="18"/>
          </p:nvPr>
        </p:nvSpPr>
        <p:spPr>
          <a:solidFill>
            <a:srgbClr val="F7FFD6"/>
          </a:solidFill>
        </p:spPr>
        <p:txBody>
          <a:bodyPr wrap="square"/>
          <a:lstStyle/>
          <a:p>
            <a:pPr>
              <a:spcAft>
                <a:spcPts val="600"/>
              </a:spcAft>
              <a:buNone/>
            </a:pPr>
            <a:r>
              <a:rPr b="1" sz="1300"/>
              <a:t>The anchor question</a:t>
            </a:r>
            <a:endParaRPr lang="en-US"/>
          </a:p>
          <a:p>
            <a:pPr>
              <a:spcAft>
                <a:spcPts val="600"/>
              </a:spcAft>
              <a:buNone/>
            </a:pPr>
            <a:r>
              <a:rPr sz="1150"/>
              <a:t>What business outcome is this investment truly driving, what must change to achieve it, and how will we prove it occurred?</a:t>
            </a:r>
          </a:p>
          <a:p>
            <a:pPr>
              <a:spcAft>
                <a:spcPts val="600"/>
              </a:spcAft>
              <a:buNone/>
            </a:pPr>
            <a:r>
              <a:rPr sz="1150"/>
              <a:t>That question is the client conversation. Define, manage and prove is the practice.</a:t>
            </a:r>
          </a:p>
        </p:txBody>
      </p:sp>
      <p:sp>
        <p:nvSpPr>
          <p:cNvPr id="5" name="Title 4">
            <a:extLst>
              <a:ext uri="{FF2B5EF4-FFF2-40B4-BE49-F238E27FC236}">
                <a16:creationId xmlns:a16="http://schemas.microsoft.com/office/drawing/2014/main" id="{9FBDD441-C074-6AFD-4397-0E971E8306FC}"/>
              </a:ext>
            </a:extLst>
          </p:cNvPr>
          <p:cNvSpPr>
            <a:spLocks noGrp="1"/>
          </p:cNvSpPr>
          <p:nvPr>
            <p:ph type="title"/>
          </p:nvPr>
        </p:nvSpPr>
        <p:spPr/>
        <p:txBody>
          <a:bodyPr wrap="square"/>
          <a:lstStyle/>
          <a:p>
            <a:pPr>
              <a:spcAft>
                <a:spcPts val="0"/>
              </a:spcAft>
              <a:buNone/>
            </a:pPr>
            <a:r>
              <a:t>Value architecture designs the value; Value Realisation proves it arrived.</a:t>
            </a:r>
          </a:p>
        </p:txBody>
      </p:sp>
      <p:sp>
        <p:nvSpPr>
          <p:cNvPr id="6" name="Text Placeholder 5">
            <a:extLst>
              <a:ext uri="{FF2B5EF4-FFF2-40B4-BE49-F238E27FC236}">
                <a16:creationId xmlns:a16="http://schemas.microsoft.com/office/drawing/2014/main" id="{73F276BE-152D-0201-EC47-78DF381CF494}"/>
              </a:ext>
            </a:extLst>
          </p:cNvPr>
          <p:cNvSpPr>
            <a:spLocks noGrp="1"/>
          </p:cNvSpPr>
          <p:nvPr>
            <p:ph type="body" sz="quarter" idx="13"/>
          </p:nvPr>
        </p:nvSpPr>
        <p:spPr/>
        <p:txBody>
          <a:bodyPr wrap="square"/>
          <a:lstStyle/>
          <a:p>
            <a:pPr>
              <a:spcAft>
                <a:spcPts val="0"/>
              </a:spcAft>
              <a:buNone/>
            </a:pPr>
            <a:r>
              <a:t>One discipline with two halves, and it is not benefits reporting added at the end.</a:t>
            </a:r>
          </a:p>
        </p:txBody>
      </p:sp>
      <p:sp>
        <p:nvSpPr>
          <p:cNvPr id="7" name="Text Placeholder 6">
            <a:extLst>
              <a:ext uri="{FF2B5EF4-FFF2-40B4-BE49-F238E27FC236}">
                <a16:creationId xmlns:a16="http://schemas.microsoft.com/office/drawing/2014/main" id="{71F3FE55-A086-AE61-92F4-5296DB0F99F7}"/>
              </a:ext>
            </a:extLst>
          </p:cNvPr>
          <p:cNvSpPr>
            <a:spLocks noGrp="1"/>
          </p:cNvSpPr>
          <p:nvPr>
            <p:ph type="body" sz="quarter" idx="16"/>
          </p:nvPr>
        </p:nvSpPr>
        <p:spPr/>
        <p:txBody>
          <a:bodyPr wrap="square"/>
          <a:lstStyle/>
          <a:p>
            <a:pPr marL="0" indent="0">
              <a:spcAft>
                <a:spcPts val="600"/>
              </a:spcAft>
              <a:buNone/>
            </a:pPr>
            <a:r>
              <a:rPr b="1"/>
              <a:t>Value architecture, the design half</a:t>
            </a:r>
            <a:endParaRPr lang="en-US" b="1"/>
          </a:p>
          <a:p>
            <a:pPr>
              <a:spcAft>
                <a:spcPts val="400"/>
              </a:spcAft>
            </a:pPr>
            <a:r>
              <a:t>Turns the business case into a value case, before and during the investment decision.</a:t>
            </a:r>
          </a:p>
          <a:p>
            <a:pPr>
              <a:spcAft>
                <a:spcPts val="400"/>
              </a:spcAft>
            </a:pPr>
            <a:r>
              <a:t>Outcomes in the board's own measures, a baseline for each, a named owner and a date.</a:t>
            </a:r>
          </a:p>
          <a:p>
            <a:pPr>
              <a:spcAft>
                <a:spcPts val="400"/>
              </a:spcAft>
            </a:pPr>
            <a:r>
              <a:t>A value driver tree linking the investment to the strategic priorities it serves.</a:t>
            </a:r>
          </a:p>
          <a:p>
            <a:pPr>
              <a:spcAft>
                <a:spcPts val="400"/>
              </a:spcAft>
            </a:pPr>
            <a:r>
              <a:t>Kill conditions, and the measurement plan designed before the money moves, so proof is possible later.</a:t>
            </a:r>
          </a:p>
        </p:txBody>
      </p:sp>
      <p:sp>
        <p:nvSpPr>
          <p:cNvPr id="8" name="Text Placeholder 7">
            <a:extLst>
              <a:ext uri="{FF2B5EF4-FFF2-40B4-BE49-F238E27FC236}">
                <a16:creationId xmlns:a16="http://schemas.microsoft.com/office/drawing/2014/main" id="{DAE30AFF-2DA2-219C-1834-A96BD1FE1C87}"/>
              </a:ext>
            </a:extLst>
          </p:cNvPr>
          <p:cNvSpPr>
            <a:spLocks noGrp="1"/>
          </p:cNvSpPr>
          <p:nvPr>
            <p:ph type="body" sz="quarter" idx="17"/>
          </p:nvPr>
        </p:nvSpPr>
        <p:spPr/>
        <p:txBody>
          <a:bodyPr wrap="square"/>
          <a:lstStyle/>
          <a:p>
            <a:pPr marL="0" indent="0">
              <a:spcAft>
                <a:spcPts val="600"/>
              </a:spcAft>
              <a:buNone/>
            </a:pPr>
            <a:r>
              <a:rPr b="1"/>
              <a:t>Value realisation, the operating half</a:t>
            </a:r>
            <a:endParaRPr lang="en-US" b="1"/>
          </a:p>
          <a:p>
            <a:pPr>
              <a:spcAft>
                <a:spcPts val="400"/>
              </a:spcAft>
            </a:pPr>
            <a:r>
              <a:t>Changes how people work; 70 per cent of AI value comes from redesigning people and process.</a:t>
            </a:r>
          </a:p>
          <a:p>
            <a:pPr>
              <a:spcAft>
                <a:spcPts val="400"/>
              </a:spcAft>
            </a:pPr>
            <a:r>
              <a:t>Tracks each outcome against baseline: weekly barriers, monthly go, hold, kill or accelerate, quarterly with executives.</a:t>
            </a:r>
          </a:p>
          <a:p>
            <a:pPr>
              <a:spcAft>
                <a:spcPts val="400"/>
              </a:spcAft>
            </a:pPr>
            <a:r>
              <a:t>Rebaselines at every gate; funding releases in tranches against evidence.</a:t>
            </a:r>
          </a:p>
          <a:p>
            <a:pPr>
              <a:spcAft>
                <a:spcPts val="400"/>
              </a:spcAft>
            </a:pPr>
            <a:r>
              <a:t>Finance verifies monthly; after go live the benefits move into the owners' everyday scorecards.</a:t>
            </a:r>
          </a:p>
        </p:txBody>
      </p:sp>
      <p:sp>
        <p:nvSpPr>
          <p:cNvPr id="2" name="Date Placeholder 1">
            <a:extLst>
              <a:ext uri="{FF2B5EF4-FFF2-40B4-BE49-F238E27FC236}">
                <a16:creationId xmlns:a16="http://schemas.microsoft.com/office/drawing/2014/main" id="{8BD38962-DD7D-45E5-008F-59091A934A5D}"/>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82D15279-5940-4F66-9711-15877E163695}"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3" name="Footer Placeholder 2">
            <a:extLst>
              <a:ext uri="{FF2B5EF4-FFF2-40B4-BE49-F238E27FC236}">
                <a16:creationId xmlns:a16="http://schemas.microsoft.com/office/drawing/2014/main" id="{7E3440C1-52ED-2D03-69AF-46FB45DDF590}"/>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4" name="Slide Number Placeholder 3">
            <a:extLst>
              <a:ext uri="{FF2B5EF4-FFF2-40B4-BE49-F238E27FC236}">
                <a16:creationId xmlns:a16="http://schemas.microsoft.com/office/drawing/2014/main" id="{F8CE77DE-C517-653B-3E9D-40C5EEE1A795}"/>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17" name="TextBox 16"/>
          <p:cNvSpPr txBox="1"/>
          <p:nvPr/>
        </p:nvSpPr>
        <p:spPr>
          <a:xfrm>
            <a:off x="548640" y="6144768"/>
            <a:ext cx="11064240" cy="274320"/>
          </a:xfrm>
          <a:prstGeom prst="rect">
            <a:avLst/>
          </a:prstGeom>
          <a:noFill/>
        </p:spPr>
        <p:txBody>
          <a:bodyPr wrap="square" lIns="0" rIns="0" tIns="0" bIns="0">
            <a:spAutoFit/>
          </a:bodyPr>
          <a:lstStyle/>
          <a:p>
            <a:r>
              <a:rPr sz="900">
                <a:solidFill>
                  <a:srgbClr val="666666"/>
                </a:solidFill>
                <a:latin typeface="Avenir Next LT Pro"/>
              </a:rPr>
              <a:t>Sources: BCG ten twenty seventy research, 2025. Bain, 2024. Cranfield School of Management benefits dependency research. Serra and Kunc, IJPM, 2015.</a:t>
            </a:r>
          </a:p>
        </p:txBody>
      </p:sp>
    </p:spTree>
    <p:extLst>
      <p:ext uri="{BB962C8B-B14F-4D97-AF65-F5344CB8AC3E}">
        <p14:creationId xmlns:p14="http://schemas.microsoft.com/office/powerpoint/2010/main" val="38201962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7564FEDB-8EA8-C837-DCCF-2C1F81D671D6}"/>
              </a:ext>
            </a:extLst>
          </p:cNvPr>
          <p:cNvSpPr>
            <a:spLocks noGrp="1"/>
          </p:cNvSpPr>
          <p:nvPr>
            <p:ph type="title"/>
          </p:nvPr>
        </p:nvSpPr>
        <p:spPr/>
        <p:txBody>
          <a:bodyPr wrap="square"/>
          <a:lstStyle/>
          <a:p>
            <a:pPr>
              <a:spcAft>
                <a:spcPts val="0"/>
              </a:spcAft>
              <a:buNone/>
            </a:pPr>
            <a:r>
              <a:t>We define the outcome, manage what must change, prove the value.</a:t>
            </a:r>
            <a:endParaRPr lang="en-US"/>
          </a:p>
        </p:txBody>
      </p:sp>
      <p:sp>
        <p:nvSpPr>
          <p:cNvPr id="18" name="Text Placeholder 17">
            <a:extLst>
              <a:ext uri="{FF2B5EF4-FFF2-40B4-BE49-F238E27FC236}">
                <a16:creationId xmlns:a16="http://schemas.microsoft.com/office/drawing/2014/main" id="{557567A9-FF32-8915-A4E5-BAF96832CAD0}"/>
              </a:ext>
            </a:extLst>
          </p:cNvPr>
          <p:cNvSpPr>
            <a:spLocks noGrp="1"/>
          </p:cNvSpPr>
          <p:nvPr>
            <p:ph type="body" sz="quarter" idx="13"/>
          </p:nvPr>
        </p:nvSpPr>
        <p:spPr/>
        <p:txBody>
          <a:bodyPr wrap="square"/>
          <a:lstStyle/>
          <a:p>
            <a:pPr>
              <a:spcAft>
                <a:spcPts val="0"/>
              </a:spcAft>
              <a:buNone/>
            </a:pPr>
            <a:r>
              <a:t>One structure from the first client conversation through delivery to business as usual.</a:t>
            </a:r>
          </a:p>
        </p:txBody>
      </p:sp>
      <p:sp>
        <p:nvSpPr>
          <p:cNvPr id="19" name="Text Placeholder 18">
            <a:extLst>
              <a:ext uri="{FF2B5EF4-FFF2-40B4-BE49-F238E27FC236}">
                <a16:creationId xmlns:a16="http://schemas.microsoft.com/office/drawing/2014/main" id="{55806586-9D33-2D6D-D672-01F216A74306}"/>
              </a:ext>
            </a:extLst>
          </p:cNvPr>
          <p:cNvSpPr>
            <a:spLocks noGrp="1"/>
          </p:cNvSpPr>
          <p:nvPr>
            <p:ph type="body" sz="quarter" idx="15"/>
          </p:nvPr>
        </p:nvSpPr>
        <p:spPr/>
        <p:txBody>
          <a:bodyPr wrap="square"/>
          <a:lstStyle/>
          <a:p>
            <a:pPr>
              <a:spcAft>
                <a:spcPts val="0"/>
              </a:spcAft>
              <a:buNone/>
            </a:pPr>
            <a:r>
              <a:t>Define the outcome</a:t>
            </a:r>
            <a:endParaRPr lang="en-US"/>
          </a:p>
        </p:txBody>
      </p:sp>
      <p:sp>
        <p:nvSpPr>
          <p:cNvPr id="8" name="Text Placeholder 7">
            <a:extLst>
              <a:ext uri="{FF2B5EF4-FFF2-40B4-BE49-F238E27FC236}">
                <a16:creationId xmlns:a16="http://schemas.microsoft.com/office/drawing/2014/main" id="{3745F598-4749-E6F9-C1C1-44F91436E97A}"/>
              </a:ext>
            </a:extLst>
          </p:cNvPr>
          <p:cNvSpPr>
            <a:spLocks noGrp="1"/>
          </p:cNvSpPr>
          <p:nvPr>
            <p:ph type="body" sz="quarter" idx="16"/>
          </p:nvPr>
        </p:nvSpPr>
        <p:spPr/>
        <p:txBody>
          <a:bodyPr wrap="square"/>
          <a:lstStyle/>
          <a:p>
            <a:pPr>
              <a:spcAft>
                <a:spcPts val="600"/>
              </a:spcAft>
              <a:buNone/>
            </a:pPr>
            <a:r>
              <a:t>We take one investment and work with the executive who owns the priority it serves. What must improve, for whom, by how much, by when and who owns it. The baseline comes from the client's own operating and platform data, with targets, value drivers and kill conditions agreed. The output is a value case a CFO can sign.</a:t>
            </a:r>
          </a:p>
        </p:txBody>
      </p:sp>
      <p:sp>
        <p:nvSpPr>
          <p:cNvPr id="20" name="Text Placeholder 19">
            <a:extLst>
              <a:ext uri="{FF2B5EF4-FFF2-40B4-BE49-F238E27FC236}">
                <a16:creationId xmlns:a16="http://schemas.microsoft.com/office/drawing/2014/main" id="{6B63E08A-91BB-A11B-2752-18186F8F2D88}"/>
              </a:ext>
            </a:extLst>
          </p:cNvPr>
          <p:cNvSpPr>
            <a:spLocks noGrp="1"/>
          </p:cNvSpPr>
          <p:nvPr>
            <p:ph type="body" sz="quarter" idx="17"/>
          </p:nvPr>
        </p:nvSpPr>
        <p:spPr/>
        <p:txBody>
          <a:bodyPr wrap="square"/>
          <a:lstStyle/>
          <a:p>
            <a:pPr>
              <a:spcAft>
                <a:spcPts val="0"/>
              </a:spcAft>
              <a:buNone/>
            </a:pPr>
            <a:r>
              <a:t>Manage what must change</a:t>
            </a:r>
            <a:endParaRPr lang="en-US"/>
          </a:p>
        </p:txBody>
      </p:sp>
      <p:sp>
        <p:nvSpPr>
          <p:cNvPr id="21" name="Text Placeholder 20">
            <a:extLst>
              <a:ext uri="{FF2B5EF4-FFF2-40B4-BE49-F238E27FC236}">
                <a16:creationId xmlns:a16="http://schemas.microsoft.com/office/drawing/2014/main" id="{6FEC1655-7C67-3DF8-1B47-DC511B0A8257}"/>
              </a:ext>
            </a:extLst>
          </p:cNvPr>
          <p:cNvSpPr>
            <a:spLocks noGrp="1"/>
          </p:cNvSpPr>
          <p:nvPr>
            <p:ph type="body" sz="quarter" idx="18"/>
          </p:nvPr>
        </p:nvSpPr>
        <p:spPr/>
        <p:txBody>
          <a:bodyPr wrap="square"/>
          <a:lstStyle/>
          <a:p>
            <a:pPr>
              <a:spcAft>
                <a:spcPts val="600"/>
              </a:spcAft>
              <a:buNone/>
            </a:pPr>
            <a:r>
              <a:t>We name the capabilities, processes, behaviours and operating conditions the outcome depends on, and manage those as the real delivery. Leading indicators run ahead of the financial result; when they drift we intervene while the outcome can still be changed. Funding releases in tranches against evidence, the way venture funding works.</a:t>
            </a:r>
          </a:p>
        </p:txBody>
      </p:sp>
      <p:sp>
        <p:nvSpPr>
          <p:cNvPr id="22" name="Text Placeholder 21">
            <a:extLst>
              <a:ext uri="{FF2B5EF4-FFF2-40B4-BE49-F238E27FC236}">
                <a16:creationId xmlns:a16="http://schemas.microsoft.com/office/drawing/2014/main" id="{40AA5485-A5E0-DF67-1BE3-F926264D2C7B}"/>
              </a:ext>
            </a:extLst>
          </p:cNvPr>
          <p:cNvSpPr>
            <a:spLocks noGrp="1"/>
          </p:cNvSpPr>
          <p:nvPr>
            <p:ph type="body" sz="quarter" idx="19"/>
          </p:nvPr>
        </p:nvSpPr>
        <p:spPr/>
        <p:txBody>
          <a:bodyPr wrap="square"/>
          <a:lstStyle/>
          <a:p>
            <a:pPr>
              <a:spcAft>
                <a:spcPts val="0"/>
              </a:spcAft>
              <a:buNone/>
            </a:pPr>
            <a:r>
              <a:t>Prove the value</a:t>
            </a:r>
            <a:endParaRPr lang="en-US"/>
          </a:p>
        </p:txBody>
      </p:sp>
      <p:sp>
        <p:nvSpPr>
          <p:cNvPr id="23" name="Text Placeholder 22">
            <a:extLst>
              <a:ext uri="{FF2B5EF4-FFF2-40B4-BE49-F238E27FC236}">
                <a16:creationId xmlns:a16="http://schemas.microsoft.com/office/drawing/2014/main" id="{928F940B-2417-3E85-FCA6-246AE2FB2D79}"/>
              </a:ext>
            </a:extLst>
          </p:cNvPr>
          <p:cNvSpPr>
            <a:spLocks noGrp="1"/>
          </p:cNvSpPr>
          <p:nvPr>
            <p:ph type="body" sz="quarter" idx="20"/>
          </p:nvPr>
        </p:nvSpPr>
        <p:spPr/>
        <p:txBody>
          <a:bodyPr wrap="square"/>
          <a:lstStyle/>
          <a:p>
            <a:pPr>
              <a:spcAft>
                <a:spcPts val="600"/>
              </a:spcAft>
              <a:buNone/>
            </a:pPr>
            <a:r>
              <a:t>Every claim passes six tests: baseline, counterfactual, ownership, attribution, net value and verification. Forecast, observed and booked value are never mixed; finance books the result monthly. The evidence comes from the platforms' own usage and cost data, because we build on AWS, Salesforce, Snowflake and Databricks.</a:t>
            </a:r>
          </a:p>
        </p:txBody>
      </p:sp>
      <p:sp>
        <p:nvSpPr>
          <p:cNvPr id="4" name="Date Placeholder 3">
            <a:extLst>
              <a:ext uri="{FF2B5EF4-FFF2-40B4-BE49-F238E27FC236}">
                <a16:creationId xmlns:a16="http://schemas.microsoft.com/office/drawing/2014/main" id="{A2B3C291-4791-D30D-3E3E-3608F19FBB5C}"/>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88B7981-6CA8-469D-944D-8370E747B618}"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3" name="Footer Placeholder 2">
            <a:extLst>
              <a:ext uri="{FF2B5EF4-FFF2-40B4-BE49-F238E27FC236}">
                <a16:creationId xmlns:a16="http://schemas.microsoft.com/office/drawing/2014/main" id="{00BDF632-22B8-CFAE-7645-F7F9E9884383}"/>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5" name="Slide Number Placeholder 4">
            <a:extLst>
              <a:ext uri="{FF2B5EF4-FFF2-40B4-BE49-F238E27FC236}">
                <a16:creationId xmlns:a16="http://schemas.microsoft.com/office/drawing/2014/main" id="{556B4331-6B37-2548-EB45-CA3A69518A13}"/>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24" name="TextBox 23"/>
          <p:cNvSpPr txBox="1"/>
          <p:nvPr/>
        </p:nvSpPr>
        <p:spPr>
          <a:xfrm>
            <a:off x="548640" y="6144768"/>
            <a:ext cx="11064240" cy="274320"/>
          </a:xfrm>
          <a:prstGeom prst="rect">
            <a:avLst/>
          </a:prstGeom>
          <a:noFill/>
        </p:spPr>
        <p:txBody>
          <a:bodyPr wrap="square" lIns="0" rIns="0" tIns="0" bIns="0">
            <a:spAutoFit/>
          </a:bodyPr>
          <a:lstStyle/>
          <a:p>
            <a:r>
              <a:rPr sz="900">
                <a:solidFill>
                  <a:srgbClr val="666666"/>
                </a:solidFill>
                <a:latin typeface="Avenir Next LT Pro"/>
              </a:rPr>
              <a:t>Sources: HM Treasury Green Book and IPA benefits guidance. New Zealand Treasury Better Business Cases. Brynjolfsson, Li and Raymond, Quarterly Journal of Economics, 2025.</a:t>
            </a:r>
          </a:p>
        </p:txBody>
      </p:sp>
    </p:spTree>
    <p:extLst>
      <p:ext uri="{BB962C8B-B14F-4D97-AF65-F5344CB8AC3E}">
        <p14:creationId xmlns:p14="http://schemas.microsoft.com/office/powerpoint/2010/main" val="18222569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2AE756A-20B4-54B9-3F74-6EDEFE99E28F}"/>
              </a:ext>
            </a:extLst>
          </p:cNvPr>
          <p:cNvSpPr>
            <a:spLocks noGrp="1"/>
          </p:cNvSpPr>
          <p:nvPr>
            <p:ph type="title"/>
          </p:nvPr>
        </p:nvSpPr>
        <p:spPr/>
        <p:txBody>
          <a:bodyPr wrap="square"/>
          <a:lstStyle/>
          <a:p>
            <a:pPr>
              <a:spcAft>
                <a:spcPts val="0"/>
              </a:spcAft>
              <a:buNone/>
            </a:pPr>
            <a:r>
              <a:t>Four offers, entered through a ten day Value Case Review.</a:t>
            </a:r>
          </a:p>
        </p:txBody>
      </p:sp>
      <p:sp>
        <p:nvSpPr>
          <p:cNvPr id="20" name="Text Placeholder 19">
            <a:extLst>
              <a:ext uri="{FF2B5EF4-FFF2-40B4-BE49-F238E27FC236}">
                <a16:creationId xmlns:a16="http://schemas.microsoft.com/office/drawing/2014/main" id="{ABCF1E93-4431-84E6-FF43-CE89349E103E}"/>
              </a:ext>
            </a:extLst>
          </p:cNvPr>
          <p:cNvSpPr>
            <a:spLocks noGrp="1"/>
          </p:cNvSpPr>
          <p:nvPr>
            <p:ph type="body" sz="quarter" idx="13"/>
          </p:nvPr>
        </p:nvSpPr>
        <p:spPr/>
        <p:txBody>
          <a:bodyPr wrap="square"/>
          <a:lstStyle/>
          <a:p>
            <a:pPr>
              <a:spcAft>
                <a:spcPts val="0"/>
              </a:spcAft>
              <a:buNone/>
            </a:pPr>
            <a:r>
              <a:t>The same definition of value and the same proof standard run through all four. AI under board pressure, platforms already owned, post merger value and major transformations are where the demand shows up.</a:t>
            </a:r>
          </a:p>
        </p:txBody>
      </p:sp>
      <p:sp>
        <p:nvSpPr>
          <p:cNvPr id="47" name="Text Placeholder 46">
            <a:extLst>
              <a:ext uri="{FF2B5EF4-FFF2-40B4-BE49-F238E27FC236}">
                <a16:creationId xmlns:a16="http://schemas.microsoft.com/office/drawing/2014/main" id="{273A30D8-F392-D19E-4EBB-1B37E5FFBBCF}"/>
              </a:ext>
            </a:extLst>
          </p:cNvPr>
          <p:cNvSpPr>
            <a:spLocks noGrp="1"/>
          </p:cNvSpPr>
          <p:nvPr>
            <p:ph type="body" sz="quarter" idx="15"/>
          </p:nvPr>
        </p:nvSpPr>
        <p:spPr/>
        <p:txBody>
          <a:bodyPr wrap="square"/>
          <a:lstStyle/>
          <a:p>
            <a:pPr>
              <a:spcAft>
                <a:spcPts val="0"/>
              </a:spcAft>
              <a:buNone/>
            </a:pPr>
            <a:r>
              <a:t>The Value Case Review</a:t>
            </a:r>
          </a:p>
        </p:txBody>
      </p:sp>
      <p:sp>
        <p:nvSpPr>
          <p:cNvPr id="48" name="Text Placeholder 47">
            <a:extLst>
              <a:ext uri="{FF2B5EF4-FFF2-40B4-BE49-F238E27FC236}">
                <a16:creationId xmlns:a16="http://schemas.microsoft.com/office/drawing/2014/main" id="{40566A5B-9C08-1FDE-4551-84B4D5535B25}"/>
              </a:ext>
            </a:extLst>
          </p:cNvPr>
          <p:cNvSpPr>
            <a:spLocks noGrp="1"/>
          </p:cNvSpPr>
          <p:nvPr>
            <p:ph type="body" sz="quarter" idx="16"/>
          </p:nvPr>
        </p:nvSpPr>
        <p:spPr/>
        <p:txBody>
          <a:bodyPr wrap="square"/>
          <a:lstStyle/>
          <a:p>
            <a:pPr>
              <a:spcAft>
                <a:spcPts val="600"/>
              </a:spcAft>
              <a:buNone/>
            </a:pPr>
            <a:r>
              <a:rPr sz="1150"/>
              <a:t>The entry. Ten business days, fixed fee, one live investment. We test the value logic, baseline, ownership and evidence, and return what is credible, what must change in ninety days, and whether to proceed, reshape, pause or recover.</a:t>
            </a:r>
          </a:p>
        </p:txBody>
      </p:sp>
      <p:sp>
        <p:nvSpPr>
          <p:cNvPr id="49" name="Text Placeholder 48">
            <a:extLst>
              <a:ext uri="{FF2B5EF4-FFF2-40B4-BE49-F238E27FC236}">
                <a16:creationId xmlns:a16="http://schemas.microsoft.com/office/drawing/2014/main" id="{0F47BF0A-B445-F942-892C-293A2CF44014}"/>
              </a:ext>
            </a:extLst>
          </p:cNvPr>
          <p:cNvSpPr>
            <a:spLocks noGrp="1"/>
          </p:cNvSpPr>
          <p:nvPr>
            <p:ph type="body" sz="quarter" idx="17"/>
          </p:nvPr>
        </p:nvSpPr>
        <p:spPr/>
        <p:txBody>
          <a:bodyPr wrap="square"/>
          <a:lstStyle/>
          <a:p>
            <a:pPr>
              <a:spcAft>
                <a:spcPts val="0"/>
              </a:spcAft>
              <a:buNone/>
            </a:pPr>
            <a:r>
              <a:t>The value case</a:t>
            </a:r>
          </a:p>
        </p:txBody>
      </p:sp>
      <p:sp>
        <p:nvSpPr>
          <p:cNvPr id="50" name="Text Placeholder 49">
            <a:extLst>
              <a:ext uri="{FF2B5EF4-FFF2-40B4-BE49-F238E27FC236}">
                <a16:creationId xmlns:a16="http://schemas.microsoft.com/office/drawing/2014/main" id="{59A3AF9E-D6A0-993C-937A-31713B5EECC1}"/>
              </a:ext>
            </a:extLst>
          </p:cNvPr>
          <p:cNvSpPr>
            <a:spLocks noGrp="1"/>
          </p:cNvSpPr>
          <p:nvPr>
            <p:ph type="body" sz="quarter" idx="18"/>
          </p:nvPr>
        </p:nvSpPr>
        <p:spPr/>
        <p:txBody>
          <a:bodyPr wrap="square"/>
          <a:lstStyle/>
          <a:p>
            <a:pPr>
              <a:spcAft>
                <a:spcPts val="600"/>
              </a:spcAft>
              <a:buNone/>
            </a:pPr>
            <a:r>
              <a:rPr sz="1150"/>
              <a:t>Before the money. We build or reset the case before funding or a gate: outcomes, baselines, owners, dates, kill conditions and the measurement plan, so business value is realised beyond implementation rather than promised at approval.</a:t>
            </a:r>
          </a:p>
        </p:txBody>
      </p:sp>
      <p:sp>
        <p:nvSpPr>
          <p:cNvPr id="51" name="Text Placeholder 50">
            <a:extLst>
              <a:ext uri="{FF2B5EF4-FFF2-40B4-BE49-F238E27FC236}">
                <a16:creationId xmlns:a16="http://schemas.microsoft.com/office/drawing/2014/main" id="{46C679D7-1195-747F-4025-9DAD2526D84D}"/>
              </a:ext>
            </a:extLst>
          </p:cNvPr>
          <p:cNvSpPr>
            <a:spLocks noGrp="1"/>
          </p:cNvSpPr>
          <p:nvPr>
            <p:ph type="body" sz="quarter" idx="19"/>
          </p:nvPr>
        </p:nvSpPr>
        <p:spPr/>
        <p:txBody>
          <a:bodyPr wrap="square"/>
          <a:lstStyle/>
          <a:p>
            <a:pPr>
              <a:spcAft>
                <a:spcPts val="0"/>
              </a:spcAft>
              <a:buNone/>
            </a:pPr>
            <a:r>
              <a:t>Tracking and the value realisation office</a:t>
            </a:r>
          </a:p>
        </p:txBody>
      </p:sp>
      <p:sp>
        <p:nvSpPr>
          <p:cNvPr id="52" name="Text Placeholder 51">
            <a:extLst>
              <a:ext uri="{FF2B5EF4-FFF2-40B4-BE49-F238E27FC236}">
                <a16:creationId xmlns:a16="http://schemas.microsoft.com/office/drawing/2014/main" id="{608841B6-BF91-E0D4-79A4-F591C4A91672}"/>
              </a:ext>
            </a:extLst>
          </p:cNvPr>
          <p:cNvSpPr>
            <a:spLocks noGrp="1"/>
          </p:cNvSpPr>
          <p:nvPr>
            <p:ph type="body" sz="quarter" idx="20"/>
          </p:nvPr>
        </p:nvSpPr>
        <p:spPr/>
        <p:txBody>
          <a:bodyPr wrap="square"/>
          <a:lstStyle/>
          <a:p>
            <a:pPr>
              <a:spcAft>
                <a:spcPts val="600"/>
              </a:spcAft>
              <a:buNone/>
            </a:pPr>
            <a:r>
              <a:rPr sz="1150"/>
              <a:t>During delivery. We stand up value tracking with a reporting cadence and governance, and build the value realisation office with the client, run it together and hand it over, anchored to the CFO with impact verified monthly.</a:t>
            </a:r>
          </a:p>
        </p:txBody>
      </p:sp>
      <p:sp>
        <p:nvSpPr>
          <p:cNvPr id="53" name="Text Placeholder 52">
            <a:extLst>
              <a:ext uri="{FF2B5EF4-FFF2-40B4-BE49-F238E27FC236}">
                <a16:creationId xmlns:a16="http://schemas.microsoft.com/office/drawing/2014/main" id="{D464C4D5-F7B4-2C9B-1F7B-3ECFBDEEAD98}"/>
              </a:ext>
            </a:extLst>
          </p:cNvPr>
          <p:cNvSpPr>
            <a:spLocks noGrp="1"/>
          </p:cNvSpPr>
          <p:nvPr>
            <p:ph type="body" sz="quarter" idx="21"/>
          </p:nvPr>
        </p:nvSpPr>
        <p:spPr/>
        <p:txBody>
          <a:bodyPr wrap="square"/>
          <a:lstStyle/>
          <a:p>
            <a:pPr>
              <a:spcAft>
                <a:spcPts val="0"/>
              </a:spcAft>
              <a:buNone/>
            </a:pPr>
            <a:r>
              <a:t>Value recovery</a:t>
            </a:r>
          </a:p>
        </p:txBody>
      </p:sp>
      <p:sp>
        <p:nvSpPr>
          <p:cNvPr id="54" name="Text Placeholder 53">
            <a:extLst>
              <a:ext uri="{FF2B5EF4-FFF2-40B4-BE49-F238E27FC236}">
                <a16:creationId xmlns:a16="http://schemas.microsoft.com/office/drawing/2014/main" id="{91DF400F-3FF4-7A99-CCCC-D478ADB873A0}"/>
              </a:ext>
            </a:extLst>
          </p:cNvPr>
          <p:cNvSpPr>
            <a:spLocks noGrp="1"/>
          </p:cNvSpPr>
          <p:nvPr>
            <p:ph type="body" sz="quarter" idx="22"/>
          </p:nvPr>
        </p:nvSpPr>
        <p:spPr/>
        <p:txBody>
          <a:bodyPr wrap="square"/>
          <a:lstStyle/>
          <a:p>
            <a:pPr>
              <a:spcAft>
                <a:spcPts val="600"/>
              </a:spcAft>
              <a:buNone/>
            </a:pPr>
            <a:r>
              <a:rPr sz="1150"/>
              <a:t>Already live. We unlock value locked in platforms clients already own without paying millions to upgrade: contracted against deployed against used. 46 per cent of licences sit unused; cloud waste rose to 29 per cent of spend.</a:t>
            </a:r>
          </a:p>
        </p:txBody>
      </p:sp>
      <p:sp>
        <p:nvSpPr>
          <p:cNvPr id="2" name="Date Placeholder 1">
            <a:extLst>
              <a:ext uri="{FF2B5EF4-FFF2-40B4-BE49-F238E27FC236}">
                <a16:creationId xmlns:a16="http://schemas.microsoft.com/office/drawing/2014/main" id="{477406C3-67D1-374A-DB2B-A29A35609447}"/>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4A7A0BC-2C3C-4674-BBB1-C06418BCE61A}"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3" name="Footer Placeholder 2">
            <a:extLst>
              <a:ext uri="{FF2B5EF4-FFF2-40B4-BE49-F238E27FC236}">
                <a16:creationId xmlns:a16="http://schemas.microsoft.com/office/drawing/2014/main" id="{17DCD236-07E2-DA9C-5B20-B0B93A2B1EE1}"/>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4" name="Slide Number Placeholder 3">
            <a:extLst>
              <a:ext uri="{FF2B5EF4-FFF2-40B4-BE49-F238E27FC236}">
                <a16:creationId xmlns:a16="http://schemas.microsoft.com/office/drawing/2014/main" id="{5B9C42F1-03AD-F467-4A9C-5D61D81D4E71}"/>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55" name="TextBox 54"/>
          <p:cNvSpPr txBox="1"/>
          <p:nvPr/>
        </p:nvSpPr>
        <p:spPr>
          <a:xfrm>
            <a:off x="548640" y="6144768"/>
            <a:ext cx="11064240" cy="274320"/>
          </a:xfrm>
          <a:prstGeom prst="rect">
            <a:avLst/>
          </a:prstGeom>
          <a:noFill/>
        </p:spPr>
        <p:txBody>
          <a:bodyPr wrap="square" lIns="0" rIns="0" tIns="0" bIns="0">
            <a:spAutoFit/>
          </a:bodyPr>
          <a:lstStyle/>
          <a:p>
            <a:r>
              <a:rPr sz="900">
                <a:solidFill>
                  <a:srgbClr val="666666"/>
                </a:solidFill>
                <a:latin typeface="Avenir Next LT Pro"/>
              </a:rPr>
              <a:t>Sources: Zylo SaaS Management Index, 2026. Flexera State of the Cloud, 2026. PwC M&amp;A Integration Survey, 2023.</a:t>
            </a:r>
          </a:p>
        </p:txBody>
      </p:sp>
    </p:spTree>
    <p:extLst>
      <p:ext uri="{BB962C8B-B14F-4D97-AF65-F5344CB8AC3E}">
        <p14:creationId xmlns:p14="http://schemas.microsoft.com/office/powerpoint/2010/main" val="865900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9B2F3B61-1B38-0CCD-0CBC-4D5737C3CE5D}"/>
              </a:ext>
              <a:ext uri="{C183D7F6-B498-43B3-948B-1728B52AA6E4}">
                <adec:decorative xmlns:adec="http://schemas.microsoft.com/office/drawing/2017/decorative" val="1"/>
              </a:ext>
            </a:extLst>
          </p:cNvPr>
          <p:cNvSpPr>
            <a:spLocks noGrp="1"/>
          </p:cNvSpPr>
          <p:nvPr>
            <p:ph type="body" sz="quarter" idx="17"/>
          </p:nvPr>
        </p:nvSpPr>
        <p:spPr>
          <a:solidFill>
            <a:schemeClr val="accent4">
              <a:lumMod val="20000"/>
              <a:lumOff val="80000"/>
            </a:schemeClr>
          </a:solidFill>
        </p:spPr>
        <p:txBody>
          <a:bodyPr wrap="square"/>
          <a:lstStyle/>
          <a:p>
            <a:pPr>
              <a:spcAft>
                <a:spcPts val="600"/>
              </a:spcAft>
              <a:buNone/>
            </a:pPr>
            <a:r>
              <a:rPr b="1" sz="1300"/>
              <a:t>The anchor question</a:t>
            </a:r>
            <a:endParaRPr lang="en-US"/>
          </a:p>
          <a:p>
            <a:pPr>
              <a:spcAft>
                <a:spcPts val="600"/>
              </a:spcAft>
              <a:buNone/>
            </a:pPr>
            <a:r>
              <a:rPr sz="1150"/>
              <a:t>What business outcome is this investment truly driving, what must change to achieve it, and how will we prove it occurred?</a:t>
            </a:r>
          </a:p>
        </p:txBody>
      </p:sp>
      <p:sp>
        <p:nvSpPr>
          <p:cNvPr id="5" name="Title 4">
            <a:extLst>
              <a:ext uri="{FF2B5EF4-FFF2-40B4-BE49-F238E27FC236}">
                <a16:creationId xmlns:a16="http://schemas.microsoft.com/office/drawing/2014/main" id="{137A7722-B1A8-48D7-DA0F-4EFA5EE3D570}"/>
              </a:ext>
            </a:extLst>
          </p:cNvPr>
          <p:cNvSpPr>
            <a:spLocks noGrp="1"/>
          </p:cNvSpPr>
          <p:nvPr>
            <p:ph type="title"/>
          </p:nvPr>
        </p:nvSpPr>
        <p:spPr/>
        <p:txBody>
          <a:bodyPr wrap="square"/>
          <a:lstStyle/>
          <a:p>
            <a:pPr>
              <a:spcAft>
                <a:spcPts val="0"/>
              </a:spcAft>
              <a:buNone/>
            </a:pPr>
            <a:r>
              <a:t>Value becomes the first question, and each answer brings the next executive in.</a:t>
            </a:r>
          </a:p>
        </p:txBody>
      </p:sp>
      <p:sp>
        <p:nvSpPr>
          <p:cNvPr id="13" name="Text Placeholder 12">
            <a:extLst>
              <a:ext uri="{FF2B5EF4-FFF2-40B4-BE49-F238E27FC236}">
                <a16:creationId xmlns:a16="http://schemas.microsoft.com/office/drawing/2014/main" id="{C7BC5C2D-79A0-5C8A-8181-17CF16147EE1}"/>
              </a:ext>
            </a:extLst>
          </p:cNvPr>
          <p:cNvSpPr>
            <a:spLocks noGrp="1"/>
          </p:cNvSpPr>
          <p:nvPr>
            <p:ph type="body" sz="quarter" idx="13"/>
          </p:nvPr>
        </p:nvSpPr>
        <p:spPr/>
        <p:txBody>
          <a:bodyPr wrap="square"/>
          <a:lstStyle/>
          <a:p>
            <a:pPr>
              <a:spcAft>
                <a:spcPts val="0"/>
              </a:spcAft>
              <a:buNone/>
            </a:pPr>
            <a:r>
              <a:t>Our relationships live with technology leaders while the outcomes live with the CEO, the CFO and the COO; the method itself opens those doors.</a:t>
            </a:r>
          </a:p>
        </p:txBody>
      </p:sp>
      <p:sp>
        <p:nvSpPr>
          <p:cNvPr id="17" name="Text Placeholder 16">
            <a:extLst>
              <a:ext uri="{FF2B5EF4-FFF2-40B4-BE49-F238E27FC236}">
                <a16:creationId xmlns:a16="http://schemas.microsoft.com/office/drawing/2014/main" id="{DD3E916A-75FF-7D53-B23B-6659080F8DAF}"/>
              </a:ext>
            </a:extLst>
          </p:cNvPr>
          <p:cNvSpPr>
            <a:spLocks noGrp="1"/>
          </p:cNvSpPr>
          <p:nvPr>
            <p:ph type="body" sz="quarter" idx="16"/>
          </p:nvPr>
        </p:nvSpPr>
        <p:spPr/>
        <p:txBody>
          <a:bodyPr wrap="square"/>
          <a:lstStyle/>
          <a:p>
            <a:pPr marL="0" indent="0">
              <a:spcAft>
                <a:spcPts val="600"/>
              </a:spcAft>
              <a:buNone/>
            </a:pPr>
            <a:r>
              <a:rPr b="1"/>
              <a:t>The opening.  </a:t>
            </a:r>
            <a:r>
              <a:t>The conversation starts with the anchor question, replacing the usual one, which is what the platform will deliver, by when and for how much.</a:t>
            </a:r>
          </a:p>
          <a:p>
            <a:pPr>
              <a:spcAft>
                <a:spcPts val="600"/>
              </a:spcAft>
              <a:buNone/>
            </a:pPr>
            <a:r>
              <a:rPr b="1"/>
              <a:t>Three questions, each naming a person.  </a:t>
            </a:r>
            <a:r>
              <a:t>Which outcome must change, and what is its baseline; the owner of that number, usually a COO or a business unit leader, joins the room. Would finance sign that baseline; the CFO's team co authors the verification rules, becoming a stakeholder rather than an audience. Who owns the outcome after go live; that owner becomes a standing relationship.</a:t>
            </a:r>
          </a:p>
          <a:p>
            <a:pPr>
              <a:spcAft>
                <a:spcPts val="600"/>
              </a:spcAft>
              <a:buNone/>
            </a:pPr>
            <a:r>
              <a:rPr b="1"/>
              <a:t>The CTO relationship is the door.  </a:t>
            </a:r>
            <a:r>
              <a:t>74 per cent of CIOs believe their role is at risk within two years without measurable AI gains. Helping the technology leader build a value story finance will sign is the fastest route into the rest of the executive team, and it protects the funding for the work we already deliver.</a:t>
            </a:r>
          </a:p>
        </p:txBody>
      </p:sp>
      <p:sp>
        <p:nvSpPr>
          <p:cNvPr id="2" name="Date Placeholder 1">
            <a:extLst>
              <a:ext uri="{FF2B5EF4-FFF2-40B4-BE49-F238E27FC236}">
                <a16:creationId xmlns:a16="http://schemas.microsoft.com/office/drawing/2014/main" id="{42296D2C-6F7A-7843-C25B-3402798B876E}"/>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CE0E722-EEB4-423A-A77E-2BF69F7ADEDB}"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3" name="Footer Placeholder 2">
            <a:extLst>
              <a:ext uri="{FF2B5EF4-FFF2-40B4-BE49-F238E27FC236}">
                <a16:creationId xmlns:a16="http://schemas.microsoft.com/office/drawing/2014/main" id="{AE156187-65EB-E237-F202-09E3DEC71A5B}"/>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4" name="Slide Number Placeholder 3">
            <a:extLst>
              <a:ext uri="{FF2B5EF4-FFF2-40B4-BE49-F238E27FC236}">
                <a16:creationId xmlns:a16="http://schemas.microsoft.com/office/drawing/2014/main" id="{50AC95D6-1C84-B7C5-CB72-0D42C639B7A9}"/>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18" name="TextBox 17"/>
          <p:cNvSpPr txBox="1"/>
          <p:nvPr/>
        </p:nvSpPr>
        <p:spPr>
          <a:xfrm>
            <a:off x="548640" y="6144768"/>
            <a:ext cx="11064240" cy="274320"/>
          </a:xfrm>
          <a:prstGeom prst="rect">
            <a:avLst/>
          </a:prstGeom>
          <a:noFill/>
        </p:spPr>
        <p:txBody>
          <a:bodyPr wrap="square" lIns="0" rIns="0" tIns="0" bIns="0">
            <a:spAutoFit/>
          </a:bodyPr>
          <a:lstStyle/>
          <a:p>
            <a:r>
              <a:rPr sz="900">
                <a:solidFill>
                  <a:srgbClr val="666666"/>
                </a:solidFill>
                <a:latin typeface="Avenir Next LT Pro"/>
              </a:rPr>
              <a:t>Sources: Dataiku and Harris Poll, 600 CIOs, 2025. KPMG on CFO and CIO investment accountability. Gartner CFO research, 2025 to 2026.</a:t>
            </a:r>
          </a:p>
        </p:txBody>
      </p:sp>
    </p:spTree>
    <p:extLst>
      <p:ext uri="{BB962C8B-B14F-4D97-AF65-F5344CB8AC3E}">
        <p14:creationId xmlns:p14="http://schemas.microsoft.com/office/powerpoint/2010/main" val="32607475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7564FEDB-8EA8-C837-DCCF-2C1F81D671D6}"/>
              </a:ext>
            </a:extLst>
          </p:cNvPr>
          <p:cNvSpPr>
            <a:spLocks noGrp="1"/>
          </p:cNvSpPr>
          <p:nvPr>
            <p:ph type="title"/>
          </p:nvPr>
        </p:nvSpPr>
        <p:spPr/>
        <p:txBody>
          <a:bodyPr wrap="square"/>
          <a:lstStyle/>
          <a:p>
            <a:pPr>
              <a:spcAft>
                <a:spcPts val="0"/>
              </a:spcAft>
              <a:buNone/>
            </a:pPr>
            <a:r>
              <a:t>Three lighthouse accounts this year, then productise what repeats.</a:t>
            </a:r>
            <a:endParaRPr lang="en-US"/>
          </a:p>
        </p:txBody>
      </p:sp>
      <p:sp>
        <p:nvSpPr>
          <p:cNvPr id="18" name="Text Placeholder 17">
            <a:extLst>
              <a:ext uri="{FF2B5EF4-FFF2-40B4-BE49-F238E27FC236}">
                <a16:creationId xmlns:a16="http://schemas.microsoft.com/office/drawing/2014/main" id="{557567A9-FF32-8915-A4E5-BAF96832CAD0}"/>
              </a:ext>
            </a:extLst>
          </p:cNvPr>
          <p:cNvSpPr>
            <a:spLocks noGrp="1"/>
          </p:cNvSpPr>
          <p:nvPr>
            <p:ph type="body" sz="quarter" idx="13"/>
          </p:nvPr>
        </p:nvSpPr>
        <p:spPr/>
        <p:txBody>
          <a:bodyPr wrap="square"/>
          <a:lstStyle/>
          <a:p>
            <a:pPr>
              <a:spcAft>
                <a:spcPts val="0"/>
              </a:spcAft>
              <a:buNone/>
            </a:pPr>
            <a:r>
              <a:t>Start where Slalom already delivers, prove the discipline in live decisions, and hold ourselves to the standard we sell.</a:t>
            </a:r>
          </a:p>
        </p:txBody>
      </p:sp>
      <p:sp>
        <p:nvSpPr>
          <p:cNvPr id="19" name="Text Placeholder 18">
            <a:extLst>
              <a:ext uri="{FF2B5EF4-FFF2-40B4-BE49-F238E27FC236}">
                <a16:creationId xmlns:a16="http://schemas.microsoft.com/office/drawing/2014/main" id="{55806586-9D33-2D6D-D672-01F216A74306}"/>
              </a:ext>
            </a:extLst>
          </p:cNvPr>
          <p:cNvSpPr>
            <a:spLocks noGrp="1"/>
          </p:cNvSpPr>
          <p:nvPr>
            <p:ph type="body" sz="quarter" idx="15"/>
          </p:nvPr>
        </p:nvSpPr>
        <p:spPr/>
        <p:txBody>
          <a:bodyPr wrap="square"/>
          <a:lstStyle/>
          <a:p>
            <a:pPr>
              <a:spcAft>
                <a:spcPts val="0"/>
              </a:spcAft>
              <a:buNone/>
            </a:pPr>
            <a:r>
              <a:t>Start where we deliver</a:t>
            </a:r>
            <a:endParaRPr lang="en-US"/>
          </a:p>
        </p:txBody>
      </p:sp>
      <p:sp>
        <p:nvSpPr>
          <p:cNvPr id="8" name="Text Placeholder 7">
            <a:extLst>
              <a:ext uri="{FF2B5EF4-FFF2-40B4-BE49-F238E27FC236}">
                <a16:creationId xmlns:a16="http://schemas.microsoft.com/office/drawing/2014/main" id="{3745F598-4749-E6F9-C1C1-44F91436E97A}"/>
              </a:ext>
            </a:extLst>
          </p:cNvPr>
          <p:cNvSpPr>
            <a:spLocks noGrp="1"/>
          </p:cNvSpPr>
          <p:nvPr>
            <p:ph type="body" sz="quarter" idx="16"/>
          </p:nvPr>
        </p:nvSpPr>
        <p:spPr/>
        <p:txBody>
          <a:bodyPr wrap="square"/>
          <a:lstStyle/>
          <a:p>
            <a:pPr>
              <a:spcAft>
                <a:spcPts val="600"/>
              </a:spcAft>
              <a:buNone/>
            </a:pPr>
            <a:r>
              <a:t>Every platform proposal carries a value case option; every programme at a gate is a tracking and governance conversation; every renewal or underused platform is a recovery conversation. The entry is one live investment whose intended outcome the client cannot confidently explain.</a:t>
            </a:r>
          </a:p>
        </p:txBody>
      </p:sp>
      <p:sp>
        <p:nvSpPr>
          <p:cNvPr id="20" name="Text Placeholder 19">
            <a:extLst>
              <a:ext uri="{FF2B5EF4-FFF2-40B4-BE49-F238E27FC236}">
                <a16:creationId xmlns:a16="http://schemas.microsoft.com/office/drawing/2014/main" id="{6B63E08A-91BB-A11B-2752-18186F8F2D88}"/>
              </a:ext>
            </a:extLst>
          </p:cNvPr>
          <p:cNvSpPr>
            <a:spLocks noGrp="1"/>
          </p:cNvSpPr>
          <p:nvPr>
            <p:ph type="body" sz="quarter" idx="17"/>
          </p:nvPr>
        </p:nvSpPr>
        <p:spPr/>
        <p:txBody>
          <a:bodyPr wrap="square"/>
          <a:lstStyle/>
          <a:p>
            <a:pPr>
              <a:spcAft>
                <a:spcPts val="0"/>
              </a:spcAft>
              <a:buNone/>
            </a:pPr>
            <a:r>
              <a:t>Prove it in three accounts</a:t>
            </a:r>
            <a:endParaRPr lang="en-US"/>
          </a:p>
        </p:txBody>
      </p:sp>
      <p:sp>
        <p:nvSpPr>
          <p:cNvPr id="21" name="Text Placeholder 20">
            <a:extLst>
              <a:ext uri="{FF2B5EF4-FFF2-40B4-BE49-F238E27FC236}">
                <a16:creationId xmlns:a16="http://schemas.microsoft.com/office/drawing/2014/main" id="{6FEC1655-7C67-3DF8-1B47-DC511B0A8257}"/>
              </a:ext>
            </a:extLst>
          </p:cNvPr>
          <p:cNvSpPr>
            <a:spLocks noGrp="1"/>
          </p:cNvSpPr>
          <p:nvPr>
            <p:ph type="body" sz="quarter" idx="18"/>
          </p:nvPr>
        </p:nvSpPr>
        <p:spPr/>
        <p:txBody>
          <a:bodyPr wrap="square"/>
          <a:lstStyle/>
          <a:p>
            <a:pPr>
              <a:spcAft>
                <a:spcPts val="600"/>
              </a:spcAft>
              <a:buNone/>
            </a:pPr>
            <a:r>
              <a:t>Three accounts with a live investment decision, a trusted sponsor and accessible delivery evidence. We run the Value Case Review in each, on charter terms with contractual reference rights, so the results become the practice's proof rather than an anecdote.</a:t>
            </a:r>
          </a:p>
        </p:txBody>
      </p:sp>
      <p:sp>
        <p:nvSpPr>
          <p:cNvPr id="22" name="Text Placeholder 21">
            <a:extLst>
              <a:ext uri="{FF2B5EF4-FFF2-40B4-BE49-F238E27FC236}">
                <a16:creationId xmlns:a16="http://schemas.microsoft.com/office/drawing/2014/main" id="{40AA5485-A5E0-DF67-1BE3-F926264D2C7B}"/>
              </a:ext>
            </a:extLst>
          </p:cNvPr>
          <p:cNvSpPr>
            <a:spLocks noGrp="1"/>
          </p:cNvSpPr>
          <p:nvPr>
            <p:ph type="body" sz="quarter" idx="19"/>
          </p:nvPr>
        </p:nvSpPr>
        <p:spPr/>
        <p:txBody>
          <a:bodyPr wrap="square"/>
          <a:lstStyle/>
          <a:p>
            <a:pPr>
              <a:spcAft>
                <a:spcPts val="0"/>
              </a:spcAft>
              <a:buNone/>
            </a:pPr>
            <a:r>
              <a:t>Hold ourselves to the standard</a:t>
            </a:r>
            <a:endParaRPr lang="en-US"/>
          </a:p>
        </p:txBody>
      </p:sp>
      <p:sp>
        <p:nvSpPr>
          <p:cNvPr id="23" name="Text Placeholder 22">
            <a:extLst>
              <a:ext uri="{FF2B5EF4-FFF2-40B4-BE49-F238E27FC236}">
                <a16:creationId xmlns:a16="http://schemas.microsoft.com/office/drawing/2014/main" id="{928F940B-2417-3E85-FCA6-246AE2FB2D79}"/>
              </a:ext>
            </a:extLst>
          </p:cNvPr>
          <p:cNvSpPr>
            <a:spLocks noGrp="1"/>
          </p:cNvSpPr>
          <p:nvPr>
            <p:ph type="body" sz="quarter" idx="20"/>
          </p:nvPr>
        </p:nvSpPr>
        <p:spPr/>
        <p:txBody>
          <a:bodyPr wrap="square"/>
          <a:lstStyle/>
          <a:p>
            <a:pPr>
              <a:spcAft>
                <a:spcPts val="600"/>
              </a:spcAft>
              <a:buNone/>
            </a:pPr>
            <a:r>
              <a:t>The practice runs its own value case from day one, with baselines, owners and dates, reviewed monthly on the same go, hold, kill or accelerate cadence we sell. What repeats gets productised; what does not gets killed, and we say so.</a:t>
            </a:r>
          </a:p>
        </p:txBody>
      </p:sp>
      <p:sp>
        <p:nvSpPr>
          <p:cNvPr id="4" name="Date Placeholder 3">
            <a:extLst>
              <a:ext uri="{FF2B5EF4-FFF2-40B4-BE49-F238E27FC236}">
                <a16:creationId xmlns:a16="http://schemas.microsoft.com/office/drawing/2014/main" id="{A2B3C291-4791-D30D-3E3E-3608F19FBB5C}"/>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88B7981-6CA8-469D-944D-8370E747B618}"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3" name="Footer Placeholder 2">
            <a:extLst>
              <a:ext uri="{FF2B5EF4-FFF2-40B4-BE49-F238E27FC236}">
                <a16:creationId xmlns:a16="http://schemas.microsoft.com/office/drawing/2014/main" id="{00BDF632-22B8-CFAE-7645-F7F9E9884383}"/>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5" name="Slide Number Placeholder 4">
            <a:extLst>
              <a:ext uri="{FF2B5EF4-FFF2-40B4-BE49-F238E27FC236}">
                <a16:creationId xmlns:a16="http://schemas.microsoft.com/office/drawing/2014/main" id="{556B4331-6B37-2548-EB45-CA3A69518A13}"/>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24" name="TextBox 23"/>
          <p:cNvSpPr txBox="1"/>
          <p:nvPr/>
        </p:nvSpPr>
        <p:spPr>
          <a:xfrm>
            <a:off x="548640" y="6144768"/>
            <a:ext cx="11064240" cy="274320"/>
          </a:xfrm>
          <a:prstGeom prst="rect">
            <a:avLst/>
          </a:prstGeom>
          <a:noFill/>
        </p:spPr>
        <p:txBody>
          <a:bodyPr wrap="square" lIns="0" rIns="0" tIns="0" bIns="0">
            <a:spAutoFit/>
          </a:bodyPr>
          <a:lstStyle/>
          <a:p>
            <a:r>
              <a:rPr sz="900">
                <a:solidFill>
                  <a:srgbClr val="666666"/>
                </a:solidFill>
                <a:latin typeface="Avenir Next LT Pro"/>
              </a:rPr>
              <a:t>Sources: practice design and full research base, value-practice-gtm, August 2026, including the verified evidence bank with confidence flags behind every figure in this document.</a:t>
            </a:r>
          </a:p>
        </p:txBody>
      </p:sp>
    </p:spTree>
    <p:extLst>
      <p:ext uri="{BB962C8B-B14F-4D97-AF65-F5344CB8AC3E}">
        <p14:creationId xmlns:p14="http://schemas.microsoft.com/office/powerpoint/2010/main" val="1822256940"/>
      </p:ext>
    </p:extLst>
  </p:cSld>
  <p:clrMapOvr>
    <a:masterClrMapping/>
  </p:clrMapOvr>
</p:sld>
</file>

<file path=ppt/theme/theme1.xml><?xml version="1.0" encoding="utf-8"?>
<a:theme xmlns:a="http://schemas.openxmlformats.org/drawingml/2006/main" name="Slalom 2022">
  <a:themeElements>
    <a:clrScheme name="Custom 1">
      <a:dk1>
        <a:srgbClr val="000000"/>
      </a:dk1>
      <a:lt1>
        <a:sysClr val="window" lastClr="FFFFFF"/>
      </a:lt1>
      <a:dk2>
        <a:srgbClr val="666666"/>
      </a:dk2>
      <a:lt2>
        <a:srgbClr val="E6E6E6"/>
      </a:lt2>
      <a:accent1>
        <a:srgbClr val="0C62FB"/>
      </a:accent1>
      <a:accent2>
        <a:srgbClr val="002FAF"/>
      </a:accent2>
      <a:accent3>
        <a:srgbClr val="1BE1F2"/>
      </a:accent3>
      <a:accent4>
        <a:srgbClr val="FF4D5F"/>
      </a:accent4>
      <a:accent5>
        <a:srgbClr val="C7B9FF"/>
      </a:accent5>
      <a:accent6>
        <a:srgbClr val="DEFF4D"/>
      </a:accent6>
      <a:hlink>
        <a:srgbClr val="0C62FB"/>
      </a:hlink>
      <a:folHlink>
        <a:srgbClr val="0C62FB"/>
      </a:folHlink>
    </a:clrScheme>
    <a:fontScheme name="Avenir Next LT Pro">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lnSpc>
            <a:spcPct val="110000"/>
          </a:lnSpc>
          <a:spcBef>
            <a:spcPts val="1000"/>
          </a:spcBef>
          <a:defRPr sz="1600" dirty="0"/>
        </a:defPPr>
      </a:lstStyle>
      <a:style>
        <a:lnRef idx="2">
          <a:schemeClr val="accent1">
            <a:shade val="50000"/>
          </a:schemeClr>
        </a:lnRef>
        <a:fillRef idx="1">
          <a:schemeClr val="accent1"/>
        </a:fillRef>
        <a:effectRef idx="0">
          <a:schemeClr val="accent1"/>
        </a:effectRef>
        <a:fontRef idx="minor">
          <a:schemeClr val="lt1"/>
        </a:fontRef>
      </a:style>
    </a:spDef>
    <a:lnDef>
      <a:spPr>
        <a:ln w="9525" cap="flat">
          <a:solidFill>
            <a:schemeClr val="bg2"/>
          </a:solidFill>
        </a:ln>
        <a:effectLst/>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oAutofit/>
      </a:bodyPr>
      <a:lstStyle>
        <a:defPPr algn="l">
          <a:lnSpc>
            <a:spcPct val="110000"/>
          </a:lnSpc>
          <a:spcBef>
            <a:spcPts val="1000"/>
          </a:spcBef>
          <a:defRPr dirty="0"/>
        </a:defPPr>
      </a:lstStyle>
    </a:txDef>
  </a:objectDefaults>
  <a:extraClrSchemeLst/>
  <a:custClrLst>
    <a:custClr name="Cyan Dark 3">
      <a:srgbClr val="00BAD6"/>
    </a:custClr>
    <a:custClr name="Cyan Dark 2">
      <a:srgbClr val="05C4DE"/>
    </a:custClr>
    <a:custClr name="Cyan Dark 1">
      <a:srgbClr val="0ED3EB"/>
    </a:custClr>
    <a:custClr name="Cyan Light 1">
      <a:srgbClr val="60EAF5"/>
    </a:custClr>
    <a:custClr name="Cyan Light 2">
      <a:srgbClr val="8CF0F9"/>
    </a:custClr>
    <a:custClr name="Cyan Light 3">
      <a:srgbClr val="D1F9FD"/>
    </a:custClr>
    <a:custClr name="BLANK">
      <a:srgbClr val="FFFFFF"/>
    </a:custClr>
    <a:custClr name="BLANK">
      <a:srgbClr val="FFFFFF"/>
    </a:custClr>
    <a:custClr name="BLANK">
      <a:srgbClr val="FFFFFF"/>
    </a:custClr>
    <a:custClr name="BLANK">
      <a:srgbClr val="FFFFFF"/>
    </a:custClr>
    <a:custClr name="Coral Red Dark 3">
      <a:srgbClr val="E6154A"/>
    </a:custClr>
    <a:custClr name="Coral Red Dark 2">
      <a:srgbClr val="F1214B"/>
    </a:custClr>
    <a:custClr name="Coral Red Dark 1">
      <a:srgbClr val="F53958"/>
    </a:custClr>
    <a:custClr name="Coral Red Light 1">
      <a:srgbClr val="FF5F6F"/>
    </a:custClr>
    <a:custClr name="Coral Red Light 2">
      <a:srgbClr val="FF7F8C"/>
    </a:custClr>
    <a:custClr name="Coral Red Light 3">
      <a:srgbClr val="FFDBDF"/>
    </a:custClr>
    <a:custClr name="BLANK">
      <a:srgbClr val="FFFFFF"/>
    </a:custClr>
    <a:custClr name="BLANK">
      <a:srgbClr val="FFFFFF"/>
    </a:custClr>
    <a:custClr name="BLANK">
      <a:srgbClr val="FFFFFF"/>
    </a:custClr>
    <a:custClr name="BLANK">
      <a:srgbClr val="FFFFFF"/>
    </a:custClr>
    <a:custClr name="Purple Dark 3">
      <a:srgbClr val="9488F0"/>
    </a:custClr>
    <a:custClr name="Purple Dark 2">
      <a:srgbClr val="A099F8"/>
    </a:custClr>
    <a:custClr name="Purple Dark 1">
      <a:srgbClr val="B6ACF9"/>
    </a:custClr>
    <a:custClr name="Purple Light 1">
      <a:srgbClr val="CCBFFF"/>
    </a:custClr>
    <a:custClr name="Purple Light 2">
      <a:srgbClr val="D3C7FF"/>
    </a:custClr>
    <a:custClr name="Purple Light 3">
      <a:srgbClr val="EEE9FF"/>
    </a:custClr>
    <a:custClr name="BLANK">
      <a:srgbClr val="FFFFFF"/>
    </a:custClr>
    <a:custClr name="BLANK">
      <a:srgbClr val="FFFFFF"/>
    </a:custClr>
    <a:custClr name="BLANK">
      <a:srgbClr val="FFFFFF"/>
    </a:custClr>
    <a:custClr name="BLANK">
      <a:srgbClr val="FFFFFF"/>
    </a:custClr>
    <a:custClr name="Chartreuse Dark 3">
      <a:srgbClr val="B3CC3E"/>
    </a:custClr>
    <a:custClr name="Chartreuse Dark 2">
      <a:srgbClr val="BDDD07"/>
    </a:custClr>
    <a:custClr name="Chartreuse Dark 1">
      <a:srgbClr val="CBEB0F"/>
    </a:custClr>
    <a:custClr name="Chartreuse Light 1">
      <a:srgbClr val="E7FF80"/>
    </a:custClr>
    <a:custClr name="Chartreuse Light 2">
      <a:srgbClr val="EFFFAA"/>
    </a:custClr>
    <a:custClr name="Chartreuse Light 3">
      <a:srgbClr val="F7FFD6"/>
    </a:custClr>
  </a:custClrLst>
  <a:extLst>
    <a:ext uri="{05A4C25C-085E-4340-85A3-A5531E510DB2}">
      <thm15:themeFamily xmlns:thm15="http://schemas.microsoft.com/office/thememl/2012/main" name="Slalom_PowerPoint_16x9_Working (1)" id="{29024B6F-69C8-B448-8D3A-DA3FE971AF52}" vid="{D2EAC8E2-AA45-4248-9518-F8C957CF4DC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7578</Words>
  <Application>Microsoft Office PowerPoint</Application>
  <PresentationFormat>Widescreen</PresentationFormat>
  <Paragraphs>1124</Paragraphs>
  <Slides>62</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62</vt:i4>
      </vt:variant>
    </vt:vector>
  </HeadingPairs>
  <TitlesOfParts>
    <vt:vector size="67" baseType="lpstr">
      <vt:lpstr>Aptos</vt:lpstr>
      <vt:lpstr>Arial</vt:lpstr>
      <vt:lpstr>Avenir Next LT Pro</vt:lpstr>
      <vt:lpstr>Slalom Sans Bold</vt:lpstr>
      <vt:lpstr>Slalom 2022</vt:lpstr>
      <vt:lpstr>Formatting and design guidance available within this template</vt:lpstr>
      <vt:lpstr>General presentation tips</vt:lpstr>
      <vt:lpstr>Bringing previous content into this template</vt:lpstr>
      <vt:lpstr>Quick formatting trick for non-placeholder content</vt:lpstr>
      <vt:lpstr>Working with the background shapes on some layouts</vt:lpstr>
      <vt:lpstr>Using Smart Art for charts </vt:lpstr>
      <vt:lpstr>Recommendations for translation</vt:lpstr>
      <vt:lpstr>Accessibility tips Learn more about Slalom’s accessibility guidelines in our brand guide on Slalom One.</vt:lpstr>
      <vt:lpstr>Optional: How to use color blocks for navigation</vt:lpstr>
      <vt:lpstr>PowerPoint Presentation</vt:lpstr>
      <vt:lpstr>Notice of copyright</vt:lpstr>
      <vt:lpstr>Finalizing for delivery</vt:lpstr>
      <vt:lpstr>Cover slide headline two lines</vt:lpstr>
      <vt:lpstr>Cover slide  headline two lines</vt:lpstr>
      <vt:lpstr>Cover slide Partner logo</vt:lpstr>
      <vt:lpstr>Cover slide   Partner logo</vt:lpstr>
      <vt:lpstr>Cover slide with image</vt:lpstr>
      <vt:lpstr>Cover slide with image</vt:lpstr>
      <vt:lpstr>Cover slide with image</vt:lpstr>
      <vt:lpstr>Cover slide with image</vt:lpstr>
      <vt:lpstr>Cover slide with image</vt:lpstr>
      <vt:lpstr>Cover slide with image</vt:lpstr>
      <vt:lpstr>Longer slide headline.  Should not exceed two lines.</vt:lpstr>
      <vt:lpstr>Slide headline.  Should not  exceed three lines. </vt:lpstr>
      <vt:lpstr>Shorter slide headline.  Should not exceed two lines. </vt:lpstr>
      <vt:lpstr>Shorter slide headline.  Should not exceed two lines. </vt:lpstr>
      <vt:lpstr>Shorter slide headline.  Should not exceed two lines. </vt:lpstr>
      <vt:lpstr>Shorter slide headline.  Should not exceed two lines.</vt:lpstr>
      <vt:lpstr>Shorter slide headline.  Should not exceed two lines. </vt:lpstr>
      <vt:lpstr>Shorter slide headline.  Should not exceed two lines. </vt:lpstr>
      <vt:lpstr>Shorter slide headline.  Should not exceed two lines. </vt:lpstr>
      <vt:lpstr>Shorter slide headline.  Should not exceed two lines. </vt:lpstr>
      <vt:lpstr>Slide headline. One line only.</vt:lpstr>
      <vt:lpstr>Slide headline. One line only.</vt:lpstr>
      <vt:lpstr>Slide headline. One line only.</vt:lpstr>
      <vt:lpstr>Slide headline. One line only.</vt:lpstr>
      <vt:lpstr>Longer slide headline.  Should not exceed two lines. </vt:lpstr>
      <vt:lpstr>Longer slide headline.  Should not exceed two lines. </vt:lpstr>
      <vt:lpstr>Longer slide headline.  Should not exceed two lines. </vt:lpstr>
      <vt:lpstr>Slide headline.  Should not  exceed three lines. </vt:lpstr>
      <vt:lpstr>Slide headline.  Should not  exceed three lines. </vt:lpstr>
      <vt:lpstr>Slide headline. One line only.</vt:lpstr>
      <vt:lpstr>Slide headline. One line only.</vt:lpstr>
      <vt:lpstr>Slide headline.  Four or five lines will fit in this space. </vt:lpstr>
      <vt:lpstr>Comparison table   </vt:lpstr>
      <vt:lpstr>Chevron process</vt:lpstr>
      <vt:lpstr>Chevron process</vt:lpstr>
      <vt:lpstr>Gantt chart example</vt:lpstr>
      <vt:lpstr>Process visual</vt:lpstr>
      <vt:lpstr>Key activities during first [x] weeks</vt:lpstr>
      <vt:lpstr>Timeline slide 1</vt:lpstr>
      <vt:lpstr>Timeline slide 2</vt:lpstr>
      <vt:lpstr>Pricing slide.  No more than three lines.</vt:lpstr>
      <vt:lpstr>Estimated discovery cost</vt:lpstr>
      <vt:lpstr>Diagram with 3 icons.</vt:lpstr>
      <vt:lpstr>Diagram with 4 icons.</vt:lpstr>
      <vt:lpstr>Diagram with 5 icons.</vt:lpstr>
      <vt:lpstr>Diagram with 6 icons.</vt:lpstr>
      <vt:lpstr>Device frame slide.  Image to be replaced.</vt:lpstr>
      <vt:lpstr>Device frame slide.  Image to be replaced.</vt:lpstr>
      <vt:lpstr>Device frame slide.  Image to be replaced.</vt:lpstr>
      <vt:lpstr>Device frame slide.  Image to be replaced.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Leewaine Scott</dc:creator>
  <cp:lastModifiedBy>Leewaine Scott</cp:lastModifiedBy>
  <cp:revision>1</cp:revision>
  <dcterms:created xsi:type="dcterms:W3CDTF">2026-08-20T22:44:04Z</dcterms:created>
  <dcterms:modified xsi:type="dcterms:W3CDTF">2026-08-20T22:45:43Z</dcterms:modified>
</cp:coreProperties>
</file>