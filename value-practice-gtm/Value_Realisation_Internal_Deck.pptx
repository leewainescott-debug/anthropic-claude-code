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sldIdLst>
    <p:sldId id="400" r:id="rId69"/>
    <p:sldId id="401" r:id="rId70"/>
    <p:sldId id="402" r:id="rId71"/>
    <p:sldId id="403" r:id="rId72"/>
    <p:sldId id="404" r:id="rId73"/>
    <p:sldId id="405" r:id="rId74"/>
    <p:sldId id="406" r:id="rId75"/>
    <p:sldId id="407" r:id="rId76"/>
    <p:sldId id="408" r:id="rId77"/>
    <p:sldId id="409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D148EA-BACD-43D1-9966-AEC750ACC423}">
          <p14:sldIdLst/>
        </p14:section>
        <p14:section name="PowerPoint Tips and Tricks" id="{7C2C1C7B-A075-42DC-92D8-2FEB391C9F62}">
          <p14:sldIdLst>
            <p14:sldId id="2147468295"/>
            <p14:sldId id="2147468291"/>
            <p14:sldId id="2147468294"/>
            <p14:sldId id="2147468388"/>
            <p14:sldId id="2147468392"/>
            <p14:sldId id="2147468387"/>
            <p14:sldId id="2147468386"/>
            <p14:sldId id="2147468406"/>
            <p14:sldId id="2147468441"/>
            <p14:sldId id="2147482406"/>
            <p14:sldId id="2147468300"/>
            <p14:sldId id="2147468302"/>
            <p14:sldId id="607"/>
            <p14:sldId id="608"/>
            <p14:sldId id="609"/>
            <p14:sldId id="610"/>
            <p14:sldId id="2147478910"/>
            <p14:sldId id="2147478911"/>
            <p14:sldId id="2147478908"/>
            <p14:sldId id="2147478909"/>
            <p14:sldId id="2147478912"/>
            <p14:sldId id="2147478913"/>
          </p14:sldIdLst>
        </p14:section>
        <p14:section name="Content Layouts" id="{935FB4AA-8FA1-40B9-BDAB-A530ACA9AD26}">
          <p14:sldIdLst>
            <p14:sldId id="545"/>
            <p14:sldId id="2147468350"/>
            <p14:sldId id="2147468327"/>
            <p14:sldId id="547"/>
            <p14:sldId id="2147468328"/>
            <p14:sldId id="548"/>
            <p14:sldId id="617"/>
            <p14:sldId id="618"/>
            <p14:sldId id="513"/>
            <p14:sldId id="616"/>
            <p14:sldId id="682"/>
            <p14:sldId id="683"/>
            <p14:sldId id="553"/>
            <p14:sldId id="2147468348"/>
            <p14:sldId id="555"/>
            <p14:sldId id="556"/>
            <p14:sldId id="685"/>
            <p14:sldId id="558"/>
            <p14:sldId id="686"/>
            <p14:sldId id="560"/>
            <p14:sldId id="687"/>
            <p14:sldId id="562"/>
          </p14:sldIdLst>
        </p14:section>
        <p14:section name="Timelines and Process Visuals" id="{37AB1A8B-8239-4F47-A90E-E1C0FE42088A}">
          <p14:sldIdLst>
            <p14:sldId id="2147468469"/>
            <p14:sldId id="2147468470"/>
            <p14:sldId id="2147468471"/>
            <p14:sldId id="2147468472"/>
            <p14:sldId id="2147468473"/>
            <p14:sldId id="2147468474"/>
            <p14:sldId id="2147468475"/>
            <p14:sldId id="2147468476"/>
            <p14:sldId id="689"/>
            <p14:sldId id="2147468270"/>
            <p14:sldId id="691"/>
            <p14:sldId id="690"/>
            <p14:sldId id="688"/>
            <p14:sldId id="563"/>
            <p14:sldId id="2147468465"/>
            <p14:sldId id="2147468466"/>
            <p14:sldId id="2147468467"/>
            <p14:sldId id="21474684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250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openxmlformats.org/officeDocument/2006/relationships/slide" Target="slides/slide1.xml"/><Relationship Id="rId70" Type="http://schemas.openxmlformats.org/officeDocument/2006/relationships/slide" Target="slides/slide2.xml"/><Relationship Id="rId71" Type="http://schemas.openxmlformats.org/officeDocument/2006/relationships/slide" Target="slides/slide3.xml"/><Relationship Id="rId72" Type="http://schemas.openxmlformats.org/officeDocument/2006/relationships/slide" Target="slides/slide4.xml"/><Relationship Id="rId73" Type="http://schemas.openxmlformats.org/officeDocument/2006/relationships/slide" Target="slides/slide5.xml"/><Relationship Id="rId74" Type="http://schemas.openxmlformats.org/officeDocument/2006/relationships/slide" Target="slides/slide6.xml"/><Relationship Id="rId75" Type="http://schemas.openxmlformats.org/officeDocument/2006/relationships/slide" Target="slides/slide7.xml"/><Relationship Id="rId76" Type="http://schemas.openxmlformats.org/officeDocument/2006/relationships/slide" Target="slides/slide8.xml"/><Relationship Id="rId77" Type="http://schemas.openxmlformats.org/officeDocument/2006/relationships/slide" Target="slides/slide9.xml"/><Relationship Id="rId7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E7F18-7D65-4413-AC48-0186B362AA23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B4CE9-244F-4CE3-8785-DF6048237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21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DBC706B5-DD0D-21FC-8DFC-D9B4B0C039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1300" y="978084"/>
            <a:ext cx="8229599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Deck type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6C94BFD7-BDCD-196E-6E6A-314E0DFD6E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11300" y="1222961"/>
            <a:ext cx="8229599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6A2F6-09EE-411D-ABA1-2E989674E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300" y="2285999"/>
            <a:ext cx="8229600" cy="1828802"/>
          </a:xfr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8B860-6BB0-B1A5-DE3D-941BE9A284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1300" y="4596115"/>
            <a:ext cx="8229599" cy="503049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AD295C37-A67F-85DD-1EA6-C16F8D707D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1300" y="5627683"/>
            <a:ext cx="3027622" cy="661824"/>
          </a:xfrm>
        </p:spPr>
        <p:txBody>
          <a:bodyPr anchor="ctr"/>
          <a:lstStyle>
            <a:lvl1pPr marL="0" indent="0" algn="ctr">
              <a:buNone/>
              <a:defRPr sz="900" b="1" cap="all" baseline="0"/>
            </a:lvl1pPr>
          </a:lstStyle>
          <a:p>
            <a:r>
              <a:rPr lang="en-US"/>
              <a:t>Click icon to insert Client logo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7B9B1A0-930E-F611-6293-BB9611BC6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B48BEB-0E70-AC50-D6E3-4377692B0ADB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1E2F345-BACE-BB10-1BFA-BFDDCD6E15A7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A8C897E-2042-6F06-6844-38D47C67D196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4D4E0F9-F633-6A6E-3158-2D30A479CB08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917D8D6-8AD3-F45E-EE54-5C0F159E2C96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pic>
        <p:nvPicPr>
          <p:cNvPr id="30" name="Picture 9">
            <a:extLst>
              <a:ext uri="{FF2B5EF4-FFF2-40B4-BE49-F238E27FC236}">
                <a16:creationId xmlns:a16="http://schemas.microsoft.com/office/drawing/2014/main" id="{AC202CA2-841E-B2A5-A6D3-46104332A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328031" y="487391"/>
            <a:ext cx="1296588" cy="33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79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w/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E460B-8492-496E-B905-F2014225D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38684" y="0"/>
            <a:ext cx="12053316" cy="6858000"/>
          </a:xfrm>
          <a:solidFill>
            <a:schemeClr val="accent2"/>
          </a:solidFill>
        </p:spPr>
        <p:txBody>
          <a:bodyPr/>
          <a:lstStyle>
            <a:lvl1pPr marL="0" indent="0" algn="l">
              <a:buNone/>
              <a:defRPr sz="9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Step 1: Send this box to back by right clicking and choosing “Send to Back” </a:t>
            </a:r>
            <a:br>
              <a:rPr lang="en-US"/>
            </a:br>
            <a:r>
              <a:rPr lang="en-US"/>
              <a:t>Step 2: Click on the picture icon to insert picture</a:t>
            </a:r>
            <a:br>
              <a:rPr lang="en-US"/>
            </a:br>
            <a:r>
              <a:rPr lang="en-US"/>
              <a:t>Step 3: Click the Reset button on the Home tab to reset the position, size and formatting of the slide placeholders to their default setting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8414676-8C2E-4C48-83D5-8CFCC9B8F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685" y="0"/>
            <a:ext cx="12053315" cy="6858000"/>
          </a:xfrm>
          <a:gradFill>
            <a:gsLst>
              <a:gs pos="0">
                <a:schemeClr val="bg1">
                  <a:alpha val="70000"/>
                </a:schemeClr>
              </a:gs>
              <a:gs pos="75000">
                <a:schemeClr val="bg1">
                  <a:alpha val="0"/>
                </a:schemeClr>
              </a:gs>
            </a:gsLst>
            <a:lin ang="0" scaled="1"/>
          </a:gradFill>
        </p:spPr>
        <p:txBody>
          <a:bodyPr/>
          <a:lstStyle>
            <a:lvl1pPr marL="0" indent="0">
              <a:buNone/>
              <a:defRPr sz="600"/>
            </a:lvl1pPr>
          </a:lstStyle>
          <a:p>
            <a:pPr lvl="0"/>
            <a:r>
              <a:rPr lang="en-US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7BA82E3-53D4-FA98-8B44-B71442611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F59668-927C-BA73-04E1-B56F8B38C3D3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E6C88C-0A69-E2C3-4053-0203BF581162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DFBFF7-0D18-495D-1359-E0223F0F5464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0F64E6-27FE-4CE9-4E6E-AD1D58A6A01D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33882B-32A2-AB44-06F0-C35E6653745B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B90333-ACFA-DBAD-5680-2D98FE892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0" y="487104"/>
            <a:ext cx="1292469" cy="336440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1FB8FC4-A6F7-F57C-F441-E6B1F67BF0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419" y="565621"/>
            <a:ext cx="3538682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Deck type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B7B25CB-74BE-4D5A-17D6-D0109DEB04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419" y="810955"/>
            <a:ext cx="3538682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1B977F1-062A-A4B4-E4B5-739EC8B29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418" y="1771428"/>
            <a:ext cx="3538682" cy="3303344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835A53F7-8D58-2C59-47EC-36F5C4D66C1D}"/>
              </a:ext>
            </a:extLst>
          </p:cNvPr>
          <p:cNvSpPr>
            <a:spLocks noGrp="1"/>
          </p:cNvSpPr>
          <p:nvPr>
            <p:ph type="subTitle" idx="16"/>
          </p:nvPr>
        </p:nvSpPr>
        <p:spPr>
          <a:xfrm>
            <a:off x="563418" y="5305365"/>
            <a:ext cx="3530599" cy="28102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D624161-1603-24F0-E65F-7939967C24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3419" y="5646272"/>
            <a:ext cx="3530599" cy="640228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7007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731500D-571A-3F1C-B27F-E4A3E5BC7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300" y="1752601"/>
            <a:ext cx="8229600" cy="3352799"/>
          </a:xfrm>
        </p:spPr>
        <p:txBody>
          <a:bodyPr anchor="t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6576DBCF-A908-DA38-4357-C00877BCF6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1300" y="5873497"/>
            <a:ext cx="1651000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01. Section indicator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5F557AF5-01BB-32BE-5F8C-7D8A32ACFF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0900" y="5873497"/>
            <a:ext cx="1651000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02. Section indicator</a:t>
            </a:r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EA8DA443-6290-9DB9-04F2-9B1A96CA4F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501" y="5873497"/>
            <a:ext cx="1651000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03. Section indicator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00260703-D34F-5A7C-904B-8C2EF0DF10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0104" y="5873497"/>
            <a:ext cx="1650996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04. Section indicator</a:t>
            </a:r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D30A30D2-FDB9-3F99-7B2E-D9B09BD1B4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30832" y="5873497"/>
            <a:ext cx="1649868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05. Section indicator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2A4299-D00F-3114-A9BF-21CB5BF68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976F77-EEC7-5355-89D2-0EB4E2530869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0E43C2-3D05-E0D0-EDD0-9689729A969F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612517-2554-7E7D-8B09-781034E16E32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CEEE22-BC7F-2CBA-4CA7-BD105D048DFA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F96DDF-28E7-25CC-F741-D82D5FDAC78E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pic>
        <p:nvPicPr>
          <p:cNvPr id="19" name="Picture 9">
            <a:extLst>
              <a:ext uri="{FF2B5EF4-FFF2-40B4-BE49-F238E27FC236}">
                <a16:creationId xmlns:a16="http://schemas.microsoft.com/office/drawing/2014/main" id="{0C24EA43-9656-0BCB-9154-2B793130B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328031" y="487391"/>
            <a:ext cx="1296588" cy="33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70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C4A6-2BC8-FD0B-DA9C-2BDC78F7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3530600" cy="285750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6B577CB-5AFB-0B98-8BEA-5872C2FF67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1501" y="4114800"/>
            <a:ext cx="3530600" cy="9906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74199A-1D70-C562-62E1-637EF591F1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752600"/>
            <a:ext cx="5410200" cy="3352800"/>
          </a:xfrm>
        </p:spPr>
        <p:txBody>
          <a:bodyPr/>
          <a:lstStyle>
            <a:lvl1pPr marL="287338" indent="-287338">
              <a:spcBef>
                <a:spcPts val="0"/>
              </a:spcBef>
              <a:buSzPct val="85000"/>
              <a:defRPr sz="2200"/>
            </a:lvl1pPr>
            <a:lvl2pPr marL="514350" indent="-174625">
              <a:defRPr sz="1400"/>
            </a:lvl2pPr>
            <a:lvl3pPr marL="739775" indent="-165100">
              <a:defRPr sz="1200"/>
            </a:lvl3pPr>
            <a:lvl4pPr marL="976313" indent="-174625">
              <a:defRPr sz="1000"/>
            </a:lvl4pPr>
            <a:lvl5pPr marL="1201738" indent="-174625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46F07-9C9C-47CE-B42A-F6A27696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65486-4CAF-D8E0-DC46-EFC5FB8C9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844713A-762C-46FB-AFEA-BF5BC39F2835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32286-3989-F722-CA5F-7B056F277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1D8CAAE5-215B-97D0-E026-DB1041BC6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328031" y="487391"/>
            <a:ext cx="1296588" cy="33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07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87A5D98-A155-4A2C-A9E2-FF413A52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52D34A87-0769-3C03-D1EA-BEFE5F31F9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1752601"/>
            <a:ext cx="11049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A20EAA-86AC-4480-9CAA-88657F3D94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499" y="2933700"/>
            <a:ext cx="11048999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4418CA-82D1-4D77-BF0D-0416BC54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765D1-9DCC-4E17-9905-A51AC45E71E0}" type="datetimeyyyy">
              <a:rPr lang="en-US" smtClean="0"/>
              <a:t>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1A5836-40BC-4565-9B91-02610BB2D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D6848A-A4A5-4326-A71B-8EF2FF7C4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8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BA6A42-67C9-3DA2-AAE7-C5530FE64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59300" y="0"/>
            <a:ext cx="76326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1AB39-5D36-0881-CBCF-7839008F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2819400" cy="2857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D4BE7AC-B8E8-B90D-53BF-AA6DB0C0EC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4114799"/>
            <a:ext cx="2819400" cy="2171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3F41AAA-F21A-3BB2-9278-FE4B403424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70500" y="571500"/>
            <a:ext cx="54102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>
                <a:solidFill>
                  <a:schemeClr val="bg1"/>
                </a:solidFill>
              </a:defRPr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8D158A6-5206-4DC5-FE96-95B04D8E8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81262" y="4277504"/>
            <a:ext cx="2810740" cy="2580496"/>
          </a:xfrm>
          <a:custGeom>
            <a:avLst/>
            <a:gdLst>
              <a:gd name="connsiteX0" fmla="*/ 2454858 w 2810740"/>
              <a:gd name="connsiteY0" fmla="*/ 46 h 2580496"/>
              <a:gd name="connsiteX1" fmla="*/ 2724648 w 2810740"/>
              <a:gd name="connsiteY1" fmla="*/ 24068 h 2580496"/>
              <a:gd name="connsiteX2" fmla="*/ 2810740 w 2810740"/>
              <a:gd name="connsiteY2" fmla="*/ 44700 h 2580496"/>
              <a:gd name="connsiteX3" fmla="*/ 2810740 w 2810740"/>
              <a:gd name="connsiteY3" fmla="*/ 664418 h 2580496"/>
              <a:gd name="connsiteX4" fmla="*/ 2770611 w 2810740"/>
              <a:gd name="connsiteY4" fmla="*/ 643239 h 2580496"/>
              <a:gd name="connsiteX5" fmla="*/ 1783822 w 2810740"/>
              <a:gd name="connsiteY5" fmla="*/ 949432 h 2580496"/>
              <a:gd name="connsiteX6" fmla="*/ 700923 w 2810740"/>
              <a:gd name="connsiteY6" fmla="*/ 2580496 h 2580496"/>
              <a:gd name="connsiteX7" fmla="*/ 0 w 2810740"/>
              <a:gd name="connsiteY7" fmla="*/ 2580496 h 2580496"/>
              <a:gd name="connsiteX8" fmla="*/ 1297316 w 2810740"/>
              <a:gd name="connsiteY8" fmla="*/ 626437 h 2580496"/>
              <a:gd name="connsiteX9" fmla="*/ 2454858 w 2810740"/>
              <a:gd name="connsiteY9" fmla="*/ 46 h 258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10740" h="2580496">
                <a:moveTo>
                  <a:pt x="2454858" y="46"/>
                </a:moveTo>
                <a:cubicBezTo>
                  <a:pt x="2544831" y="-679"/>
                  <a:pt x="2635195" y="7240"/>
                  <a:pt x="2724648" y="24068"/>
                </a:cubicBezTo>
                <a:lnTo>
                  <a:pt x="2810740" y="44700"/>
                </a:lnTo>
                <a:lnTo>
                  <a:pt x="2810740" y="664418"/>
                </a:lnTo>
                <a:lnTo>
                  <a:pt x="2770611" y="643239"/>
                </a:lnTo>
                <a:cubicBezTo>
                  <a:pt x="2418095" y="500699"/>
                  <a:pt x="2002334" y="620303"/>
                  <a:pt x="1783822" y="949432"/>
                </a:cubicBezTo>
                <a:lnTo>
                  <a:pt x="700923" y="2580496"/>
                </a:lnTo>
                <a:lnTo>
                  <a:pt x="0" y="2580496"/>
                </a:lnTo>
                <a:lnTo>
                  <a:pt x="1297316" y="626437"/>
                </a:lnTo>
                <a:cubicBezTo>
                  <a:pt x="1564896" y="223429"/>
                  <a:pt x="2004992" y="3675"/>
                  <a:pt x="2454858" y="46"/>
                </a:cubicBezTo>
                <a:close/>
              </a:path>
            </a:pathLst>
          </a:custGeom>
          <a:solidFill>
            <a:srgbClr val="E7EFFF"/>
          </a:solidFill>
        </p:spPr>
        <p:txBody>
          <a:bodyPr wrap="square">
            <a:noAutofit/>
          </a:bodyPr>
          <a:lstStyle>
            <a:lvl1pPr marL="0" indent="0">
              <a:buNone/>
              <a:defRPr sz="5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CAA9D8F-EBCC-F115-0711-A1D7885B7D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0500" y="1752600"/>
            <a:ext cx="5410200" cy="4533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6C56A-AFFD-5EF5-83B3-C8D68964B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45217" y="6503670"/>
            <a:ext cx="2743200" cy="1371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D393A-8980-E579-A0EC-A080720B8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FBCCCF-693E-4A1A-BFCB-FADBC04A55F2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ADD89-C976-6DB8-EBFF-971ECFA63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D8E0F5B-E7F1-0403-7367-36B8F1937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1500" y="6472119"/>
            <a:ext cx="562567" cy="145851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AE7DEBBC-53DD-BDE3-155C-162C1926A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299707" y="6503670"/>
            <a:ext cx="99087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4292194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A64D-EC33-80B9-F80A-68A80FC6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71E354-1003-F7B6-2E4E-FF83E0B7B3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1"/>
            <a:ext cx="11049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0A99-1A28-4D24-A585-99C2E027D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2933701"/>
            <a:ext cx="4470400" cy="2956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E6115-4384-41EE-B6B2-940A46499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0301" y="2933701"/>
            <a:ext cx="4470399" cy="2956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EA81D9C-1714-41EC-AB5C-54E1320D3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5F345-CD5E-454A-A42B-3900DCEC4A8E}" type="datetimeyyyy">
              <a:rPr lang="en-US" smtClean="0"/>
              <a:t>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8C60D4-B5E0-4E33-9DD7-8166677DE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FE130B-2CDC-422E-A384-1923087EC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13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5270-F0A7-41DD-AB7A-83D81B515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8E43266-992D-58F3-73FE-E387970279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1"/>
            <a:ext cx="11049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6B6E0-7C6E-4B17-A633-3073EAE2F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838B-8FB6-4A1D-8FF7-A75B50B468EC}" type="datetimeyyyy">
              <a:rPr lang="en-US" smtClean="0"/>
              <a:t>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9042D-6A38-4BB0-9C68-8B691AEB3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00F53-14B3-42D2-97CB-017D015B0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7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Nav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F437A6-3202-4573-9F9E-294DF702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1876296-E753-8C3F-8271-24B8BC7D68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1"/>
            <a:ext cx="11049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6B6E0-7C6E-4B17-A633-3073EAE2F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93F512-0A29-4898-ADD2-68AB1CCB9D38}" type="datetimeyyyy">
              <a:rPr lang="en-US" smtClean="0"/>
              <a:t>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9042D-6A38-4BB0-9C68-8B691AEB3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00F53-14B3-42D2-97CB-017D015B0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44E6FEBF-F4D5-5A80-8815-323B4D094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1500" y="6472119"/>
            <a:ext cx="562567" cy="145851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05BD35B-1532-6D8C-1C69-50D653A5A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299707" y="6503670"/>
            <a:ext cx="99087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3851092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E89F-C984-5EC9-C88A-F8A37D1B7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110490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ABBFFFC-4A62-D7DA-D186-A68A2AF381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158420"/>
            <a:ext cx="11049000" cy="40368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3D797-4FB2-4DE2-244F-66B8D169D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A54F-D44C-840B-946D-8F1906CFC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4779F9C-2379-4946-84FF-DBB76193FE00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0216C-BF44-E98D-DA57-6EC6F458E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1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2 Nav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F437A6-3202-4573-9F9E-294DF702E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110490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6F22CC2-F0CD-4BD6-0CCC-0649DDDBC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158420"/>
            <a:ext cx="11049000" cy="40368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6B6E0-7C6E-4B17-A633-3073EAE2F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079A0E-CCE3-4425-B76E-96DE74F8AAFE}" type="datetimeyyyy">
              <a:rPr lang="en-US" smtClean="0"/>
              <a:t>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9042D-6A38-4BB0-9C68-8B691AEB3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00F53-14B3-42D2-97CB-017D015B0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BB1E46AE-9929-DF1E-3349-716244BD6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1500" y="6472119"/>
            <a:ext cx="562567" cy="145851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9FECB6-62BE-FB89-8C3B-6CDBAA4F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299707" y="6503670"/>
            <a:ext cx="99087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3641883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E460B-8492-496E-B905-F2014225D6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24" y="0"/>
            <a:ext cx="12190476" cy="6858000"/>
          </a:xfrm>
        </p:spPr>
        <p:txBody>
          <a:bodyPr/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5942FC-23BA-B387-C59E-F125CE3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3530600" cy="285750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DA49D23-12E6-9B2C-2FA3-23A5E94018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1501" y="4114800"/>
            <a:ext cx="3530600" cy="13716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B2FE4-B8E6-4397-B43C-A95125486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0744" y="6503670"/>
            <a:ext cx="255977" cy="137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EE45C4-16CC-4860-B21C-588F11E490F7}" type="datetimeyyyy">
              <a:rPr lang="en-US" smtClean="0"/>
              <a:t>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581C9-28B8-425E-BDF8-FDE4555EF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C5BAEF-23A3-460A-8B57-7064A7752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02CC2885-3797-8372-6B64-6C12785E4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>
          <a:xfrm>
            <a:off x="569541" y="6473952"/>
            <a:ext cx="564315" cy="146304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286862-F721-844E-EC7F-D03976B243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98448" y="6539765"/>
            <a:ext cx="79604" cy="78785"/>
          </a:xfrm>
          <a:custGeom>
            <a:avLst/>
            <a:gdLst>
              <a:gd name="connsiteX0" fmla="*/ 40876 w 79604"/>
              <a:gd name="connsiteY0" fmla="*/ 15295 h 78785"/>
              <a:gd name="connsiteX1" fmla="*/ 50545 w 79604"/>
              <a:gd name="connsiteY1" fmla="*/ 17495 h 78785"/>
              <a:gd name="connsiteX2" fmla="*/ 57810 w 79604"/>
              <a:gd name="connsiteY2" fmla="*/ 23583 h 78785"/>
              <a:gd name="connsiteX3" fmla="*/ 52387 w 79604"/>
              <a:gd name="connsiteY3" fmla="*/ 27778 h 78785"/>
              <a:gd name="connsiteX4" fmla="*/ 47808 w 79604"/>
              <a:gd name="connsiteY4" fmla="*/ 23532 h 78785"/>
              <a:gd name="connsiteX5" fmla="*/ 41081 w 79604"/>
              <a:gd name="connsiteY5" fmla="*/ 21588 h 78785"/>
              <a:gd name="connsiteX6" fmla="*/ 34098 w 79604"/>
              <a:gd name="connsiteY6" fmla="*/ 22995 h 78785"/>
              <a:gd name="connsiteX7" fmla="*/ 28854 w 79604"/>
              <a:gd name="connsiteY7" fmla="*/ 26806 h 78785"/>
              <a:gd name="connsiteX8" fmla="*/ 25554 w 79604"/>
              <a:gd name="connsiteY8" fmla="*/ 32306 h 78785"/>
              <a:gd name="connsiteX9" fmla="*/ 24403 w 79604"/>
              <a:gd name="connsiteY9" fmla="*/ 38880 h 78785"/>
              <a:gd name="connsiteX10" fmla="*/ 25503 w 79604"/>
              <a:gd name="connsiteY10" fmla="*/ 45454 h 78785"/>
              <a:gd name="connsiteX11" fmla="*/ 28751 w 79604"/>
              <a:gd name="connsiteY11" fmla="*/ 51005 h 78785"/>
              <a:gd name="connsiteX12" fmla="*/ 33944 w 79604"/>
              <a:gd name="connsiteY12" fmla="*/ 54842 h 78785"/>
              <a:gd name="connsiteX13" fmla="*/ 40876 w 79604"/>
              <a:gd name="connsiteY13" fmla="*/ 56274 h 78785"/>
              <a:gd name="connsiteX14" fmla="*/ 47450 w 79604"/>
              <a:gd name="connsiteY14" fmla="*/ 54688 h 78785"/>
              <a:gd name="connsiteX15" fmla="*/ 53206 w 79604"/>
              <a:gd name="connsiteY15" fmla="*/ 49470 h 78785"/>
              <a:gd name="connsiteX16" fmla="*/ 58680 w 79604"/>
              <a:gd name="connsiteY16" fmla="*/ 53000 h 78785"/>
              <a:gd name="connsiteX17" fmla="*/ 51671 w 79604"/>
              <a:gd name="connsiteY17" fmla="*/ 59727 h 78785"/>
              <a:gd name="connsiteX18" fmla="*/ 40876 w 79604"/>
              <a:gd name="connsiteY18" fmla="*/ 62567 h 78785"/>
              <a:gd name="connsiteX19" fmla="*/ 31360 w 79604"/>
              <a:gd name="connsiteY19" fmla="*/ 60776 h 78785"/>
              <a:gd name="connsiteX20" fmla="*/ 23866 w 79604"/>
              <a:gd name="connsiteY20" fmla="*/ 55839 h 78785"/>
              <a:gd name="connsiteX21" fmla="*/ 18954 w 79604"/>
              <a:gd name="connsiteY21" fmla="*/ 48344 h 78785"/>
              <a:gd name="connsiteX22" fmla="*/ 17189 w 79604"/>
              <a:gd name="connsiteY22" fmla="*/ 38880 h 78785"/>
              <a:gd name="connsiteX23" fmla="*/ 18954 w 79604"/>
              <a:gd name="connsiteY23" fmla="*/ 29415 h 78785"/>
              <a:gd name="connsiteX24" fmla="*/ 23866 w 79604"/>
              <a:gd name="connsiteY24" fmla="*/ 21997 h 78785"/>
              <a:gd name="connsiteX25" fmla="*/ 31360 w 79604"/>
              <a:gd name="connsiteY25" fmla="*/ 17086 h 78785"/>
              <a:gd name="connsiteX26" fmla="*/ 40876 w 79604"/>
              <a:gd name="connsiteY26" fmla="*/ 15295 h 78785"/>
              <a:gd name="connsiteX27" fmla="*/ 39904 w 79604"/>
              <a:gd name="connsiteY27" fmla="*/ 5883 h 78785"/>
              <a:gd name="connsiteX28" fmla="*/ 26858 w 79604"/>
              <a:gd name="connsiteY28" fmla="*/ 8543 h 78785"/>
              <a:gd name="connsiteX29" fmla="*/ 16166 w 79604"/>
              <a:gd name="connsiteY29" fmla="*/ 15757 h 78785"/>
              <a:gd name="connsiteX30" fmla="*/ 8953 w 79604"/>
              <a:gd name="connsiteY30" fmla="*/ 26449 h 78785"/>
              <a:gd name="connsiteX31" fmla="*/ 6292 w 79604"/>
              <a:gd name="connsiteY31" fmla="*/ 39495 h 78785"/>
              <a:gd name="connsiteX32" fmla="*/ 8953 w 79604"/>
              <a:gd name="connsiteY32" fmla="*/ 52489 h 78785"/>
              <a:gd name="connsiteX33" fmla="*/ 16166 w 79604"/>
              <a:gd name="connsiteY33" fmla="*/ 63131 h 78785"/>
              <a:gd name="connsiteX34" fmla="*/ 26858 w 79604"/>
              <a:gd name="connsiteY34" fmla="*/ 70293 h 78785"/>
              <a:gd name="connsiteX35" fmla="*/ 39904 w 79604"/>
              <a:gd name="connsiteY35" fmla="*/ 72902 h 78785"/>
              <a:gd name="connsiteX36" fmla="*/ 52899 w 79604"/>
              <a:gd name="connsiteY36" fmla="*/ 70293 h 78785"/>
              <a:gd name="connsiteX37" fmla="*/ 63540 w 79604"/>
              <a:gd name="connsiteY37" fmla="*/ 63131 h 78785"/>
              <a:gd name="connsiteX38" fmla="*/ 70728 w 79604"/>
              <a:gd name="connsiteY38" fmla="*/ 52489 h 78785"/>
              <a:gd name="connsiteX39" fmla="*/ 73363 w 79604"/>
              <a:gd name="connsiteY39" fmla="*/ 39495 h 78785"/>
              <a:gd name="connsiteX40" fmla="*/ 70728 w 79604"/>
              <a:gd name="connsiteY40" fmla="*/ 26449 h 78785"/>
              <a:gd name="connsiteX41" fmla="*/ 63540 w 79604"/>
              <a:gd name="connsiteY41" fmla="*/ 15757 h 78785"/>
              <a:gd name="connsiteX42" fmla="*/ 52899 w 79604"/>
              <a:gd name="connsiteY42" fmla="*/ 8543 h 78785"/>
              <a:gd name="connsiteX43" fmla="*/ 39904 w 79604"/>
              <a:gd name="connsiteY43" fmla="*/ 5883 h 78785"/>
              <a:gd name="connsiteX44" fmla="*/ 39904 w 79604"/>
              <a:gd name="connsiteY44" fmla="*/ 0 h 78785"/>
              <a:gd name="connsiteX45" fmla="*/ 55329 w 79604"/>
              <a:gd name="connsiteY45" fmla="*/ 3095 h 78785"/>
              <a:gd name="connsiteX46" fmla="*/ 67965 w 79604"/>
              <a:gd name="connsiteY46" fmla="*/ 11536 h 78785"/>
              <a:gd name="connsiteX47" fmla="*/ 76483 w 79604"/>
              <a:gd name="connsiteY47" fmla="*/ 24045 h 78785"/>
              <a:gd name="connsiteX48" fmla="*/ 79604 w 79604"/>
              <a:gd name="connsiteY48" fmla="*/ 39495 h 78785"/>
              <a:gd name="connsiteX49" fmla="*/ 76483 w 79604"/>
              <a:gd name="connsiteY49" fmla="*/ 54843 h 78785"/>
              <a:gd name="connsiteX50" fmla="*/ 67965 w 79604"/>
              <a:gd name="connsiteY50" fmla="*/ 67351 h 78785"/>
              <a:gd name="connsiteX51" fmla="*/ 55329 w 79604"/>
              <a:gd name="connsiteY51" fmla="*/ 75741 h 78785"/>
              <a:gd name="connsiteX52" fmla="*/ 39904 w 79604"/>
              <a:gd name="connsiteY52" fmla="*/ 78785 h 78785"/>
              <a:gd name="connsiteX53" fmla="*/ 24352 w 79604"/>
              <a:gd name="connsiteY53" fmla="*/ 75741 h 78785"/>
              <a:gd name="connsiteX54" fmla="*/ 11690 w 79604"/>
              <a:gd name="connsiteY54" fmla="*/ 67351 h 78785"/>
              <a:gd name="connsiteX55" fmla="*/ 3146 w 79604"/>
              <a:gd name="connsiteY55" fmla="*/ 54843 h 78785"/>
              <a:gd name="connsiteX56" fmla="*/ 0 w 79604"/>
              <a:gd name="connsiteY56" fmla="*/ 39495 h 78785"/>
              <a:gd name="connsiteX57" fmla="*/ 3146 w 79604"/>
              <a:gd name="connsiteY57" fmla="*/ 24045 h 78785"/>
              <a:gd name="connsiteX58" fmla="*/ 11690 w 79604"/>
              <a:gd name="connsiteY58" fmla="*/ 11536 h 78785"/>
              <a:gd name="connsiteX59" fmla="*/ 24352 w 79604"/>
              <a:gd name="connsiteY59" fmla="*/ 3095 h 78785"/>
              <a:gd name="connsiteX60" fmla="*/ 39904 w 79604"/>
              <a:gd name="connsiteY60" fmla="*/ 0 h 78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79604" h="78785">
                <a:moveTo>
                  <a:pt x="40876" y="15295"/>
                </a:moveTo>
                <a:cubicBezTo>
                  <a:pt x="44219" y="15295"/>
                  <a:pt x="47442" y="16029"/>
                  <a:pt x="50545" y="17495"/>
                </a:cubicBezTo>
                <a:cubicBezTo>
                  <a:pt x="53649" y="18962"/>
                  <a:pt x="56071" y="20991"/>
                  <a:pt x="57810" y="23583"/>
                </a:cubicBezTo>
                <a:lnTo>
                  <a:pt x="52387" y="27778"/>
                </a:lnTo>
                <a:cubicBezTo>
                  <a:pt x="51398" y="26243"/>
                  <a:pt x="49872" y="24828"/>
                  <a:pt x="47808" y="23532"/>
                </a:cubicBezTo>
                <a:cubicBezTo>
                  <a:pt x="45745" y="22236"/>
                  <a:pt x="43502" y="21588"/>
                  <a:pt x="41081" y="21588"/>
                </a:cubicBezTo>
                <a:cubicBezTo>
                  <a:pt x="38489" y="21588"/>
                  <a:pt x="36161" y="22057"/>
                  <a:pt x="34098" y="22995"/>
                </a:cubicBezTo>
                <a:cubicBezTo>
                  <a:pt x="32034" y="23933"/>
                  <a:pt x="30286" y="25203"/>
                  <a:pt x="28854" y="26806"/>
                </a:cubicBezTo>
                <a:cubicBezTo>
                  <a:pt x="27421" y="28409"/>
                  <a:pt x="26321" y="30242"/>
                  <a:pt x="25554" y="32306"/>
                </a:cubicBezTo>
                <a:cubicBezTo>
                  <a:pt x="24786" y="34369"/>
                  <a:pt x="24403" y="36561"/>
                  <a:pt x="24403" y="38880"/>
                </a:cubicBezTo>
                <a:cubicBezTo>
                  <a:pt x="24403" y="41165"/>
                  <a:pt x="24769" y="43356"/>
                  <a:pt x="25503" y="45454"/>
                </a:cubicBezTo>
                <a:cubicBezTo>
                  <a:pt x="26236" y="47551"/>
                  <a:pt x="27319" y="49402"/>
                  <a:pt x="28751" y="51005"/>
                </a:cubicBezTo>
                <a:cubicBezTo>
                  <a:pt x="30184" y="52608"/>
                  <a:pt x="31915" y="53887"/>
                  <a:pt x="33944" y="54842"/>
                </a:cubicBezTo>
                <a:cubicBezTo>
                  <a:pt x="35973" y="55797"/>
                  <a:pt x="38284" y="56274"/>
                  <a:pt x="40876" y="56274"/>
                </a:cubicBezTo>
                <a:cubicBezTo>
                  <a:pt x="43093" y="56274"/>
                  <a:pt x="45284" y="55746"/>
                  <a:pt x="47450" y="54688"/>
                </a:cubicBezTo>
                <a:cubicBezTo>
                  <a:pt x="49616" y="53631"/>
                  <a:pt x="51534" y="51891"/>
                  <a:pt x="53206" y="49470"/>
                </a:cubicBezTo>
                <a:lnTo>
                  <a:pt x="58680" y="53000"/>
                </a:lnTo>
                <a:cubicBezTo>
                  <a:pt x="57009" y="55592"/>
                  <a:pt x="54672" y="57835"/>
                  <a:pt x="51671" y="59727"/>
                </a:cubicBezTo>
                <a:cubicBezTo>
                  <a:pt x="48670" y="61620"/>
                  <a:pt x="45071" y="62567"/>
                  <a:pt x="40876" y="62567"/>
                </a:cubicBezTo>
                <a:cubicBezTo>
                  <a:pt x="37431" y="62567"/>
                  <a:pt x="34260" y="61970"/>
                  <a:pt x="31360" y="60776"/>
                </a:cubicBezTo>
                <a:cubicBezTo>
                  <a:pt x="28461" y="59583"/>
                  <a:pt x="25963" y="57937"/>
                  <a:pt x="23866" y="55839"/>
                </a:cubicBezTo>
                <a:cubicBezTo>
                  <a:pt x="21768" y="53742"/>
                  <a:pt x="20131" y="51243"/>
                  <a:pt x="18954" y="48344"/>
                </a:cubicBezTo>
                <a:cubicBezTo>
                  <a:pt x="17778" y="45445"/>
                  <a:pt x="17189" y="42291"/>
                  <a:pt x="17189" y="38880"/>
                </a:cubicBezTo>
                <a:cubicBezTo>
                  <a:pt x="17189" y="35435"/>
                  <a:pt x="17778" y="32280"/>
                  <a:pt x="18954" y="29415"/>
                </a:cubicBezTo>
                <a:cubicBezTo>
                  <a:pt x="20131" y="26550"/>
                  <a:pt x="21768" y="24078"/>
                  <a:pt x="23866" y="21997"/>
                </a:cubicBezTo>
                <a:cubicBezTo>
                  <a:pt x="25963" y="19917"/>
                  <a:pt x="28461" y="18280"/>
                  <a:pt x="31360" y="17086"/>
                </a:cubicBezTo>
                <a:cubicBezTo>
                  <a:pt x="34260" y="15892"/>
                  <a:pt x="37431" y="15295"/>
                  <a:pt x="40876" y="15295"/>
                </a:cubicBezTo>
                <a:close/>
                <a:moveTo>
                  <a:pt x="39904" y="5883"/>
                </a:moveTo>
                <a:cubicBezTo>
                  <a:pt x="35300" y="5883"/>
                  <a:pt x="30951" y="6770"/>
                  <a:pt x="26858" y="8543"/>
                </a:cubicBezTo>
                <a:cubicBezTo>
                  <a:pt x="22766" y="10317"/>
                  <a:pt x="19202" y="12721"/>
                  <a:pt x="16166" y="15757"/>
                </a:cubicBezTo>
                <a:cubicBezTo>
                  <a:pt x="13131" y="18792"/>
                  <a:pt x="10726" y="22356"/>
                  <a:pt x="8953" y="26449"/>
                </a:cubicBezTo>
                <a:cubicBezTo>
                  <a:pt x="7179" y="30542"/>
                  <a:pt x="6292" y="34890"/>
                  <a:pt x="6292" y="39495"/>
                </a:cubicBezTo>
                <a:cubicBezTo>
                  <a:pt x="6292" y="44099"/>
                  <a:pt x="7179" y="48431"/>
                  <a:pt x="8953" y="52489"/>
                </a:cubicBezTo>
                <a:cubicBezTo>
                  <a:pt x="10726" y="56548"/>
                  <a:pt x="13131" y="60095"/>
                  <a:pt x="16166" y="63131"/>
                </a:cubicBezTo>
                <a:cubicBezTo>
                  <a:pt x="19202" y="66166"/>
                  <a:pt x="22766" y="68554"/>
                  <a:pt x="26858" y="70293"/>
                </a:cubicBezTo>
                <a:cubicBezTo>
                  <a:pt x="30951" y="72032"/>
                  <a:pt x="35300" y="72902"/>
                  <a:pt x="39904" y="72902"/>
                </a:cubicBezTo>
                <a:cubicBezTo>
                  <a:pt x="44509" y="72902"/>
                  <a:pt x="48840" y="72032"/>
                  <a:pt x="52899" y="70293"/>
                </a:cubicBezTo>
                <a:cubicBezTo>
                  <a:pt x="56957" y="68554"/>
                  <a:pt x="60504" y="66166"/>
                  <a:pt x="63540" y="63131"/>
                </a:cubicBezTo>
                <a:cubicBezTo>
                  <a:pt x="66575" y="60095"/>
                  <a:pt x="68971" y="56548"/>
                  <a:pt x="70728" y="52489"/>
                </a:cubicBezTo>
                <a:cubicBezTo>
                  <a:pt x="72484" y="48431"/>
                  <a:pt x="73363" y="44099"/>
                  <a:pt x="73363" y="39495"/>
                </a:cubicBezTo>
                <a:cubicBezTo>
                  <a:pt x="73363" y="34890"/>
                  <a:pt x="72484" y="30542"/>
                  <a:pt x="70728" y="26449"/>
                </a:cubicBezTo>
                <a:cubicBezTo>
                  <a:pt x="68971" y="22356"/>
                  <a:pt x="66575" y="18792"/>
                  <a:pt x="63540" y="15757"/>
                </a:cubicBezTo>
                <a:cubicBezTo>
                  <a:pt x="60504" y="12721"/>
                  <a:pt x="56957" y="10317"/>
                  <a:pt x="52899" y="8543"/>
                </a:cubicBezTo>
                <a:cubicBezTo>
                  <a:pt x="48840" y="6770"/>
                  <a:pt x="44509" y="5883"/>
                  <a:pt x="39904" y="5883"/>
                </a:cubicBezTo>
                <a:close/>
                <a:moveTo>
                  <a:pt x="39904" y="0"/>
                </a:moveTo>
                <a:cubicBezTo>
                  <a:pt x="45361" y="0"/>
                  <a:pt x="50503" y="1031"/>
                  <a:pt x="55329" y="3095"/>
                </a:cubicBezTo>
                <a:cubicBezTo>
                  <a:pt x="60155" y="5158"/>
                  <a:pt x="64367" y="7972"/>
                  <a:pt x="67965" y="11536"/>
                </a:cubicBezTo>
                <a:cubicBezTo>
                  <a:pt x="71563" y="15100"/>
                  <a:pt x="74403" y="19270"/>
                  <a:pt x="76483" y="24045"/>
                </a:cubicBezTo>
                <a:cubicBezTo>
                  <a:pt x="78564" y="28819"/>
                  <a:pt x="79604" y="33970"/>
                  <a:pt x="79604" y="39495"/>
                </a:cubicBezTo>
                <a:cubicBezTo>
                  <a:pt x="79604" y="44952"/>
                  <a:pt x="78564" y="50068"/>
                  <a:pt x="76483" y="54843"/>
                </a:cubicBezTo>
                <a:cubicBezTo>
                  <a:pt x="74403" y="59618"/>
                  <a:pt x="71563" y="63787"/>
                  <a:pt x="67965" y="67351"/>
                </a:cubicBezTo>
                <a:cubicBezTo>
                  <a:pt x="64367" y="70915"/>
                  <a:pt x="60155" y="73712"/>
                  <a:pt x="55329" y="75741"/>
                </a:cubicBezTo>
                <a:cubicBezTo>
                  <a:pt x="50503" y="77771"/>
                  <a:pt x="45361" y="78785"/>
                  <a:pt x="39904" y="78785"/>
                </a:cubicBezTo>
                <a:cubicBezTo>
                  <a:pt x="34379" y="78785"/>
                  <a:pt x="29195" y="77771"/>
                  <a:pt x="24352" y="75741"/>
                </a:cubicBezTo>
                <a:cubicBezTo>
                  <a:pt x="19508" y="73712"/>
                  <a:pt x="15288" y="70915"/>
                  <a:pt x="11690" y="67351"/>
                </a:cubicBezTo>
                <a:cubicBezTo>
                  <a:pt x="8091" y="63787"/>
                  <a:pt x="5243" y="59618"/>
                  <a:pt x="3146" y="54843"/>
                </a:cubicBezTo>
                <a:cubicBezTo>
                  <a:pt x="1048" y="50068"/>
                  <a:pt x="0" y="44952"/>
                  <a:pt x="0" y="39495"/>
                </a:cubicBezTo>
                <a:cubicBezTo>
                  <a:pt x="0" y="33970"/>
                  <a:pt x="1048" y="28819"/>
                  <a:pt x="3146" y="24045"/>
                </a:cubicBezTo>
                <a:cubicBezTo>
                  <a:pt x="5243" y="19270"/>
                  <a:pt x="8091" y="15100"/>
                  <a:pt x="11690" y="11536"/>
                </a:cubicBezTo>
                <a:cubicBezTo>
                  <a:pt x="15288" y="7972"/>
                  <a:pt x="19508" y="5158"/>
                  <a:pt x="24352" y="3095"/>
                </a:cubicBezTo>
                <a:cubicBezTo>
                  <a:pt x="29195" y="1031"/>
                  <a:pt x="34379" y="0"/>
                  <a:pt x="3990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  <a:lvl2pPr marL="227012" indent="0">
              <a:buNone/>
              <a:defRPr sz="400"/>
            </a:lvl2pPr>
            <a:lvl3pPr marL="460375" indent="0">
              <a:buNone/>
              <a:defRPr sz="400"/>
            </a:lvl3pPr>
            <a:lvl4pPr marL="625475" indent="0">
              <a:buNone/>
              <a:defRPr sz="400"/>
            </a:lvl4pPr>
            <a:lvl5pPr marL="798513" indent="0">
              <a:buNone/>
              <a:defRPr sz="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3978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FB3A36-D926-A156-1D21-30320063F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39769" y="0"/>
            <a:ext cx="3652233" cy="6858000"/>
          </a:xfrm>
          <a:custGeom>
            <a:avLst/>
            <a:gdLst>
              <a:gd name="connsiteX0" fmla="*/ 382772 w 3652233"/>
              <a:gd name="connsiteY0" fmla="*/ 0 h 6858000"/>
              <a:gd name="connsiteX1" fmla="*/ 1083678 w 3652233"/>
              <a:gd name="connsiteY1" fmla="*/ 0 h 6858000"/>
              <a:gd name="connsiteX2" fmla="*/ 720530 w 3652233"/>
              <a:gd name="connsiteY2" fmla="*/ 546997 h 6858000"/>
              <a:gd name="connsiteX3" fmla="*/ 949431 w 3652233"/>
              <a:gd name="connsiteY3" fmla="*/ 1680232 h 6858000"/>
              <a:gd name="connsiteX4" fmla="*/ 3284499 w 3652233"/>
              <a:gd name="connsiteY4" fmla="*/ 3230534 h 6858000"/>
              <a:gd name="connsiteX5" fmla="*/ 3284521 w 3652233"/>
              <a:gd name="connsiteY5" fmla="*/ 3230453 h 6858000"/>
              <a:gd name="connsiteX6" fmla="*/ 3596862 w 3652233"/>
              <a:gd name="connsiteY6" fmla="*/ 3513460 h 6858000"/>
              <a:gd name="connsiteX7" fmla="*/ 3652233 w 3652233"/>
              <a:gd name="connsiteY7" fmla="*/ 3588795 h 6858000"/>
              <a:gd name="connsiteX8" fmla="*/ 3652233 w 3652233"/>
              <a:gd name="connsiteY8" fmla="*/ 5210346 h 6858000"/>
              <a:gd name="connsiteX9" fmla="*/ 2558343 w 3652233"/>
              <a:gd name="connsiteY9" fmla="*/ 6858000 h 6858000"/>
              <a:gd name="connsiteX10" fmla="*/ 1857466 w 3652233"/>
              <a:gd name="connsiteY10" fmla="*/ 6858000 h 6858000"/>
              <a:gd name="connsiteX11" fmla="*/ 3190442 w 3652233"/>
              <a:gd name="connsiteY11" fmla="*/ 4850269 h 6858000"/>
              <a:gd name="connsiteX12" fmla="*/ 2961540 w 3652233"/>
              <a:gd name="connsiteY12" fmla="*/ 3717033 h 6858000"/>
              <a:gd name="connsiteX13" fmla="*/ 626436 w 3652233"/>
              <a:gd name="connsiteY13" fmla="*/ 2166738 h 6858000"/>
              <a:gd name="connsiteX14" fmla="*/ 234031 w 3652233"/>
              <a:gd name="connsiteY14" fmla="*/ 22403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52233" h="6858000">
                <a:moveTo>
                  <a:pt x="382772" y="0"/>
                </a:moveTo>
                <a:lnTo>
                  <a:pt x="1083678" y="0"/>
                </a:lnTo>
                <a:lnTo>
                  <a:pt x="720530" y="546997"/>
                </a:lnTo>
                <a:cubicBezTo>
                  <a:pt x="470802" y="923144"/>
                  <a:pt x="573284" y="1430505"/>
                  <a:pt x="949431" y="1680232"/>
                </a:cubicBezTo>
                <a:lnTo>
                  <a:pt x="3284499" y="3230534"/>
                </a:lnTo>
                <a:lnTo>
                  <a:pt x="3284521" y="3230453"/>
                </a:lnTo>
                <a:cubicBezTo>
                  <a:pt x="3405423" y="3310727"/>
                  <a:pt x="3509833" y="3406527"/>
                  <a:pt x="3596862" y="3513460"/>
                </a:cubicBezTo>
                <a:lnTo>
                  <a:pt x="3652233" y="3588795"/>
                </a:lnTo>
                <a:lnTo>
                  <a:pt x="3652233" y="5210346"/>
                </a:lnTo>
                <a:lnTo>
                  <a:pt x="2558343" y="6858000"/>
                </a:lnTo>
                <a:lnTo>
                  <a:pt x="1857466" y="6858000"/>
                </a:lnTo>
                <a:lnTo>
                  <a:pt x="3190442" y="4850269"/>
                </a:lnTo>
                <a:cubicBezTo>
                  <a:pt x="3440170" y="4474121"/>
                  <a:pt x="3337688" y="3966760"/>
                  <a:pt x="2961540" y="3717033"/>
                </a:cubicBezTo>
                <a:lnTo>
                  <a:pt x="626436" y="2166738"/>
                </a:lnTo>
                <a:cubicBezTo>
                  <a:pt x="-18376" y="1738610"/>
                  <a:pt x="-194060" y="868843"/>
                  <a:pt x="234031" y="224039"/>
                </a:cubicBezTo>
                <a:close/>
              </a:path>
            </a:pathLst>
          </a:custGeom>
          <a:solidFill>
            <a:srgbClr val="E7EFFF"/>
          </a:solidFill>
        </p:spPr>
        <p:txBody>
          <a:bodyPr wrap="square">
            <a:noAutofit/>
          </a:bodyPr>
          <a:lstStyle>
            <a:lvl1pPr marL="0" indent="0">
              <a:buNone/>
              <a:defRPr sz="5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F44A8-AD82-4AF7-203E-212BBB52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7285037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096F732-E72A-840F-3D79-7051722E0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0"/>
            <a:ext cx="7285037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1FDEFD3A-5D85-2A44-25C8-737F5901F4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499" y="2933700"/>
            <a:ext cx="7285037" cy="3352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9230-F1FC-C523-A53B-9667414B3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CD6A-8E2E-A223-3E39-72993526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268CAAE-222C-45DC-BDCB-F913E123D7BC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56671-D16F-7EC8-7C74-947979083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11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E9A50A5-7EAE-1378-5468-24F26723B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39769" y="0"/>
            <a:ext cx="3652233" cy="6858000"/>
          </a:xfrm>
          <a:custGeom>
            <a:avLst/>
            <a:gdLst>
              <a:gd name="connsiteX0" fmla="*/ 382772 w 3652233"/>
              <a:gd name="connsiteY0" fmla="*/ 0 h 6858000"/>
              <a:gd name="connsiteX1" fmla="*/ 1083678 w 3652233"/>
              <a:gd name="connsiteY1" fmla="*/ 0 h 6858000"/>
              <a:gd name="connsiteX2" fmla="*/ 720530 w 3652233"/>
              <a:gd name="connsiteY2" fmla="*/ 546997 h 6858000"/>
              <a:gd name="connsiteX3" fmla="*/ 949431 w 3652233"/>
              <a:gd name="connsiteY3" fmla="*/ 1680232 h 6858000"/>
              <a:gd name="connsiteX4" fmla="*/ 3284499 w 3652233"/>
              <a:gd name="connsiteY4" fmla="*/ 3230534 h 6858000"/>
              <a:gd name="connsiteX5" fmla="*/ 3284521 w 3652233"/>
              <a:gd name="connsiteY5" fmla="*/ 3230453 h 6858000"/>
              <a:gd name="connsiteX6" fmla="*/ 3596862 w 3652233"/>
              <a:gd name="connsiteY6" fmla="*/ 3513460 h 6858000"/>
              <a:gd name="connsiteX7" fmla="*/ 3652233 w 3652233"/>
              <a:gd name="connsiteY7" fmla="*/ 3588795 h 6858000"/>
              <a:gd name="connsiteX8" fmla="*/ 3652233 w 3652233"/>
              <a:gd name="connsiteY8" fmla="*/ 5210346 h 6858000"/>
              <a:gd name="connsiteX9" fmla="*/ 2558343 w 3652233"/>
              <a:gd name="connsiteY9" fmla="*/ 6858000 h 6858000"/>
              <a:gd name="connsiteX10" fmla="*/ 1857466 w 3652233"/>
              <a:gd name="connsiteY10" fmla="*/ 6858000 h 6858000"/>
              <a:gd name="connsiteX11" fmla="*/ 3190442 w 3652233"/>
              <a:gd name="connsiteY11" fmla="*/ 4850269 h 6858000"/>
              <a:gd name="connsiteX12" fmla="*/ 2961540 w 3652233"/>
              <a:gd name="connsiteY12" fmla="*/ 3717033 h 6858000"/>
              <a:gd name="connsiteX13" fmla="*/ 626436 w 3652233"/>
              <a:gd name="connsiteY13" fmla="*/ 2166738 h 6858000"/>
              <a:gd name="connsiteX14" fmla="*/ 234031 w 3652233"/>
              <a:gd name="connsiteY14" fmla="*/ 22403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52233" h="6858000">
                <a:moveTo>
                  <a:pt x="382772" y="0"/>
                </a:moveTo>
                <a:lnTo>
                  <a:pt x="1083678" y="0"/>
                </a:lnTo>
                <a:lnTo>
                  <a:pt x="720530" y="546997"/>
                </a:lnTo>
                <a:cubicBezTo>
                  <a:pt x="470802" y="923144"/>
                  <a:pt x="573284" y="1430505"/>
                  <a:pt x="949431" y="1680232"/>
                </a:cubicBezTo>
                <a:lnTo>
                  <a:pt x="3284499" y="3230534"/>
                </a:lnTo>
                <a:lnTo>
                  <a:pt x="3284521" y="3230453"/>
                </a:lnTo>
                <a:cubicBezTo>
                  <a:pt x="3405423" y="3310727"/>
                  <a:pt x="3509833" y="3406527"/>
                  <a:pt x="3596862" y="3513460"/>
                </a:cubicBezTo>
                <a:lnTo>
                  <a:pt x="3652233" y="3588795"/>
                </a:lnTo>
                <a:lnTo>
                  <a:pt x="3652233" y="5210346"/>
                </a:lnTo>
                <a:lnTo>
                  <a:pt x="2558343" y="6858000"/>
                </a:lnTo>
                <a:lnTo>
                  <a:pt x="1857466" y="6858000"/>
                </a:lnTo>
                <a:lnTo>
                  <a:pt x="3190442" y="4850269"/>
                </a:lnTo>
                <a:cubicBezTo>
                  <a:pt x="3440170" y="4474121"/>
                  <a:pt x="3337688" y="3966760"/>
                  <a:pt x="2961540" y="3717033"/>
                </a:cubicBezTo>
                <a:lnTo>
                  <a:pt x="626436" y="2166738"/>
                </a:lnTo>
                <a:cubicBezTo>
                  <a:pt x="-18376" y="1738610"/>
                  <a:pt x="-194060" y="868843"/>
                  <a:pt x="234031" y="224039"/>
                </a:cubicBezTo>
                <a:close/>
              </a:path>
            </a:pathLst>
          </a:custGeom>
          <a:solidFill>
            <a:srgbClr val="E7EFFF"/>
          </a:solidFill>
        </p:spPr>
        <p:txBody>
          <a:bodyPr wrap="square">
            <a:noAutofit/>
          </a:bodyPr>
          <a:lstStyle>
            <a:lvl1pPr marL="0" indent="0">
              <a:buNone/>
              <a:defRPr sz="5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F44A8-AD82-4AF7-203E-212BBB52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7285037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096F732-E72A-840F-3D79-7051722E0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0"/>
            <a:ext cx="7285037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1FDEFD3A-5D85-2A44-25C8-737F5901F4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499" y="4114800"/>
            <a:ext cx="7285037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9669B77A-99FD-2D60-4C94-FE5D13797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1499" y="2947760"/>
            <a:ext cx="914400" cy="9144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1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placeholder and paste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9230-F1FC-C523-A53B-9667414B3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CD6A-8E2E-A223-3E39-72993526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9995676-25F6-4543-9E5B-989E05823773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56671-D16F-7EC8-7C74-947979083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26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495F953-AF61-3220-6737-C1F6862DC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89902" y="0"/>
            <a:ext cx="3681791" cy="6858000"/>
          </a:xfrm>
          <a:custGeom>
            <a:avLst/>
            <a:gdLst>
              <a:gd name="connsiteX0" fmla="*/ 2392972 w 3681791"/>
              <a:gd name="connsiteY0" fmla="*/ 0 h 6858000"/>
              <a:gd name="connsiteX1" fmla="*/ 3681791 w 3681791"/>
              <a:gd name="connsiteY1" fmla="*/ 0 h 6858000"/>
              <a:gd name="connsiteX2" fmla="*/ 1816033 w 3681791"/>
              <a:gd name="connsiteY2" fmla="*/ 948232 h 6858000"/>
              <a:gd name="connsiteX3" fmla="*/ 1457629 w 3681791"/>
              <a:gd name="connsiteY3" fmla="*/ 2047397 h 6858000"/>
              <a:gd name="connsiteX4" fmla="*/ 2727476 w 3681791"/>
              <a:gd name="connsiteY4" fmla="*/ 4546089 h 6858000"/>
              <a:gd name="connsiteX5" fmla="*/ 2727535 w 3681791"/>
              <a:gd name="connsiteY5" fmla="*/ 4546030 h 6858000"/>
              <a:gd name="connsiteX6" fmla="*/ 2113124 w 3681791"/>
              <a:gd name="connsiteY6" fmla="*/ 6430324 h 6858000"/>
              <a:gd name="connsiteX7" fmla="*/ 1271600 w 3681791"/>
              <a:gd name="connsiteY7" fmla="*/ 6858000 h 6858000"/>
              <a:gd name="connsiteX8" fmla="*/ 0 w 3681791"/>
              <a:gd name="connsiteY8" fmla="*/ 6858000 h 6858000"/>
              <a:gd name="connsiteX9" fmla="*/ 0 w 3681791"/>
              <a:gd name="connsiteY9" fmla="*/ 6849265 h 6858000"/>
              <a:gd name="connsiteX10" fmla="*/ 1848516 w 3681791"/>
              <a:gd name="connsiteY10" fmla="*/ 5909840 h 6858000"/>
              <a:gd name="connsiteX11" fmla="*/ 2206921 w 3681791"/>
              <a:gd name="connsiteY11" fmla="*/ 4810674 h 6858000"/>
              <a:gd name="connsiteX12" fmla="*/ 937038 w 3681791"/>
              <a:gd name="connsiteY12" fmla="*/ 2311970 h 6858000"/>
              <a:gd name="connsiteX13" fmla="*/ 1551449 w 3681791"/>
              <a:gd name="connsiteY13" fmla="*/ 427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81791" h="6858000">
                <a:moveTo>
                  <a:pt x="2392972" y="0"/>
                </a:moveTo>
                <a:lnTo>
                  <a:pt x="3681791" y="0"/>
                </a:lnTo>
                <a:lnTo>
                  <a:pt x="1816033" y="948232"/>
                </a:lnTo>
                <a:cubicBezTo>
                  <a:pt x="1413533" y="1152789"/>
                  <a:pt x="1253072" y="1644896"/>
                  <a:pt x="1457629" y="2047397"/>
                </a:cubicBezTo>
                <a:lnTo>
                  <a:pt x="2727476" y="4546089"/>
                </a:lnTo>
                <a:lnTo>
                  <a:pt x="2727535" y="4546030"/>
                </a:lnTo>
                <a:cubicBezTo>
                  <a:pt x="3078183" y="5236046"/>
                  <a:pt x="2803104" y="6079665"/>
                  <a:pt x="2113124" y="6430324"/>
                </a:cubicBezTo>
                <a:lnTo>
                  <a:pt x="1271600" y="6858000"/>
                </a:lnTo>
                <a:lnTo>
                  <a:pt x="0" y="6858000"/>
                </a:lnTo>
                <a:lnTo>
                  <a:pt x="0" y="6849265"/>
                </a:lnTo>
                <a:lnTo>
                  <a:pt x="1848516" y="5909840"/>
                </a:lnTo>
                <a:cubicBezTo>
                  <a:pt x="2251017" y="5705283"/>
                  <a:pt x="2411478" y="5213175"/>
                  <a:pt x="2206921" y="4810674"/>
                </a:cubicBezTo>
                <a:lnTo>
                  <a:pt x="937038" y="2311970"/>
                </a:lnTo>
                <a:cubicBezTo>
                  <a:pt x="586390" y="1621954"/>
                  <a:pt x="861468" y="778335"/>
                  <a:pt x="1551449" y="427676"/>
                </a:cubicBezTo>
                <a:close/>
              </a:path>
            </a:pathLst>
          </a:custGeom>
          <a:solidFill>
            <a:srgbClr val="E7EFFF"/>
          </a:solidFill>
        </p:spPr>
        <p:txBody>
          <a:bodyPr wrap="square">
            <a:noAutofit/>
          </a:bodyPr>
          <a:lstStyle>
            <a:lvl1pPr marL="0" indent="0">
              <a:buNone/>
              <a:defRPr sz="5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F44A8-AD82-4AF7-203E-212BBB52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7285037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096F732-E72A-840F-3D79-7051722E0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0"/>
            <a:ext cx="7285037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1FDEFD3A-5D85-2A44-25C8-737F5901F4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499" y="2933700"/>
            <a:ext cx="3530601" cy="3352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38B2091C-8A4F-4EAE-4E71-3B0D8175E6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0699" y="2933700"/>
            <a:ext cx="3530601" cy="3352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9230-F1FC-C523-A53B-9667414B3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CD6A-8E2E-A223-3E39-72993526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457AE57-F2D8-437C-AC9C-E6ECCE2C3002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56671-D16F-7EC8-7C74-947979083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50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C507CE-6937-A24E-0092-2FAE7F263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89902" y="0"/>
            <a:ext cx="3681791" cy="6858000"/>
          </a:xfrm>
          <a:custGeom>
            <a:avLst/>
            <a:gdLst>
              <a:gd name="connsiteX0" fmla="*/ 2392972 w 3681791"/>
              <a:gd name="connsiteY0" fmla="*/ 0 h 6858000"/>
              <a:gd name="connsiteX1" fmla="*/ 3681791 w 3681791"/>
              <a:gd name="connsiteY1" fmla="*/ 0 h 6858000"/>
              <a:gd name="connsiteX2" fmla="*/ 1816033 w 3681791"/>
              <a:gd name="connsiteY2" fmla="*/ 948232 h 6858000"/>
              <a:gd name="connsiteX3" fmla="*/ 1457629 w 3681791"/>
              <a:gd name="connsiteY3" fmla="*/ 2047397 h 6858000"/>
              <a:gd name="connsiteX4" fmla="*/ 2727476 w 3681791"/>
              <a:gd name="connsiteY4" fmla="*/ 4546089 h 6858000"/>
              <a:gd name="connsiteX5" fmla="*/ 2727535 w 3681791"/>
              <a:gd name="connsiteY5" fmla="*/ 4546030 h 6858000"/>
              <a:gd name="connsiteX6" fmla="*/ 2113124 w 3681791"/>
              <a:gd name="connsiteY6" fmla="*/ 6430324 h 6858000"/>
              <a:gd name="connsiteX7" fmla="*/ 1271600 w 3681791"/>
              <a:gd name="connsiteY7" fmla="*/ 6858000 h 6858000"/>
              <a:gd name="connsiteX8" fmla="*/ 0 w 3681791"/>
              <a:gd name="connsiteY8" fmla="*/ 6858000 h 6858000"/>
              <a:gd name="connsiteX9" fmla="*/ 0 w 3681791"/>
              <a:gd name="connsiteY9" fmla="*/ 6849265 h 6858000"/>
              <a:gd name="connsiteX10" fmla="*/ 1848516 w 3681791"/>
              <a:gd name="connsiteY10" fmla="*/ 5909840 h 6858000"/>
              <a:gd name="connsiteX11" fmla="*/ 2206921 w 3681791"/>
              <a:gd name="connsiteY11" fmla="*/ 4810674 h 6858000"/>
              <a:gd name="connsiteX12" fmla="*/ 937038 w 3681791"/>
              <a:gd name="connsiteY12" fmla="*/ 2311970 h 6858000"/>
              <a:gd name="connsiteX13" fmla="*/ 1551449 w 3681791"/>
              <a:gd name="connsiteY13" fmla="*/ 427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81791" h="6858000">
                <a:moveTo>
                  <a:pt x="2392972" y="0"/>
                </a:moveTo>
                <a:lnTo>
                  <a:pt x="3681791" y="0"/>
                </a:lnTo>
                <a:lnTo>
                  <a:pt x="1816033" y="948232"/>
                </a:lnTo>
                <a:cubicBezTo>
                  <a:pt x="1413533" y="1152789"/>
                  <a:pt x="1253072" y="1644896"/>
                  <a:pt x="1457629" y="2047397"/>
                </a:cubicBezTo>
                <a:lnTo>
                  <a:pt x="2727476" y="4546089"/>
                </a:lnTo>
                <a:lnTo>
                  <a:pt x="2727535" y="4546030"/>
                </a:lnTo>
                <a:cubicBezTo>
                  <a:pt x="3078183" y="5236046"/>
                  <a:pt x="2803104" y="6079665"/>
                  <a:pt x="2113124" y="6430324"/>
                </a:cubicBezTo>
                <a:lnTo>
                  <a:pt x="1271600" y="6858000"/>
                </a:lnTo>
                <a:lnTo>
                  <a:pt x="0" y="6858000"/>
                </a:lnTo>
                <a:lnTo>
                  <a:pt x="0" y="6849265"/>
                </a:lnTo>
                <a:lnTo>
                  <a:pt x="1848516" y="5909840"/>
                </a:lnTo>
                <a:cubicBezTo>
                  <a:pt x="2251017" y="5705283"/>
                  <a:pt x="2411478" y="5213175"/>
                  <a:pt x="2206921" y="4810674"/>
                </a:cubicBezTo>
                <a:lnTo>
                  <a:pt x="937038" y="2311970"/>
                </a:lnTo>
                <a:cubicBezTo>
                  <a:pt x="586390" y="1621954"/>
                  <a:pt x="861468" y="778335"/>
                  <a:pt x="1551449" y="427676"/>
                </a:cubicBezTo>
                <a:close/>
              </a:path>
            </a:pathLst>
          </a:custGeom>
          <a:solidFill>
            <a:srgbClr val="E7EFFF"/>
          </a:solidFill>
        </p:spPr>
        <p:txBody>
          <a:bodyPr wrap="square">
            <a:noAutofit/>
          </a:bodyPr>
          <a:lstStyle>
            <a:lvl1pPr marL="0" indent="0">
              <a:buNone/>
              <a:defRPr sz="5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F44A8-AD82-4AF7-203E-212BBB52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7285037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096F732-E72A-840F-3D79-7051722E0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0"/>
            <a:ext cx="7285037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1FDEFD3A-5D85-2A44-25C8-737F5901F4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499" y="4114799"/>
            <a:ext cx="3530601" cy="21716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38B2091C-8A4F-4EAE-4E71-3B0D8175E6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0699" y="4114799"/>
            <a:ext cx="3530601" cy="21716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E944DCE-BD3F-5994-51CD-692924824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1499" y="2947759"/>
            <a:ext cx="914400" cy="9144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1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placeholder and paste icon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94E4368B-BFE1-F75C-8C3E-DE2A86940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30699" y="2947759"/>
            <a:ext cx="914400" cy="9144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1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placeholder and paste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9230-F1FC-C523-A53B-9667414B3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CD6A-8E2E-A223-3E39-72993526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1F2051F-B99E-43D1-BA66-EAD627E85373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56671-D16F-7EC8-7C74-947979083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60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44A8-AD82-4AF7-203E-212BBB52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7285037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6096F732-E72A-840F-3D79-7051722E0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0"/>
            <a:ext cx="7285037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1FDEFD3A-5D85-2A44-25C8-737F5901F4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499" y="2933700"/>
            <a:ext cx="3530601" cy="3352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38B2091C-8A4F-4EAE-4E71-3B0D8175E6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0699" y="2933700"/>
            <a:ext cx="3530601" cy="3352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28">
            <a:extLst>
              <a:ext uri="{FF2B5EF4-FFF2-40B4-BE49-F238E27FC236}">
                <a16:creationId xmlns:a16="http://schemas.microsoft.com/office/drawing/2014/main" id="{49CF629A-7AF3-66CD-0D32-3BE108488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29700" y="0"/>
            <a:ext cx="3162300" cy="6858000"/>
          </a:xfrm>
          <a:custGeom>
            <a:avLst/>
            <a:gdLst>
              <a:gd name="connsiteX0" fmla="*/ 727770 w 3162300"/>
              <a:gd name="connsiteY0" fmla="*/ 0 h 6858000"/>
              <a:gd name="connsiteX1" fmla="*/ 3162300 w 3162300"/>
              <a:gd name="connsiteY1" fmla="*/ 0 h 6858000"/>
              <a:gd name="connsiteX2" fmla="*/ 3162300 w 3162300"/>
              <a:gd name="connsiteY2" fmla="*/ 6858000 h 6858000"/>
              <a:gd name="connsiteX3" fmla="*/ 0 w 3162300"/>
              <a:gd name="connsiteY3" fmla="*/ 6858000 h 6858000"/>
              <a:gd name="connsiteX4" fmla="*/ 0 w 3162300"/>
              <a:gd name="connsiteY4" fmla="*/ 727733 h 6858000"/>
              <a:gd name="connsiteX5" fmla="*/ 3755 w 3162300"/>
              <a:gd name="connsiteY5" fmla="*/ 653362 h 6858000"/>
              <a:gd name="connsiteX6" fmla="*/ 727770 w 31623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2300" h="6858000">
                <a:moveTo>
                  <a:pt x="727770" y="0"/>
                </a:moveTo>
                <a:lnTo>
                  <a:pt x="3162300" y="0"/>
                </a:lnTo>
                <a:lnTo>
                  <a:pt x="3162300" y="6858000"/>
                </a:lnTo>
                <a:lnTo>
                  <a:pt x="0" y="6858000"/>
                </a:lnTo>
                <a:lnTo>
                  <a:pt x="0" y="727733"/>
                </a:lnTo>
                <a:lnTo>
                  <a:pt x="3755" y="653362"/>
                </a:lnTo>
                <a:cubicBezTo>
                  <a:pt x="41025" y="286379"/>
                  <a:pt x="350954" y="0"/>
                  <a:pt x="72777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9230-F1FC-C523-A53B-9667414B3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CD6A-8E2E-A223-3E39-72993526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06CC75-83FE-41F5-AD12-F41B02F537B4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56671-D16F-7EC8-7C74-947979083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76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ACBF-6D40-5AA4-5BDF-2C861821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11049000" cy="4545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818C551-152F-2103-3EE7-3B2D997C98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158420"/>
            <a:ext cx="11049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B330C6E8-74AC-027F-4137-DDDB3B919D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1500" y="2944981"/>
            <a:ext cx="2790012" cy="46054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D83F64D3-BC10-CDE1-A07C-0E1F9785B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" y="3537896"/>
            <a:ext cx="2800646" cy="27486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285225B3-273F-7279-EB8A-741B15062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42368" y="2944981"/>
            <a:ext cx="2790012" cy="46054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4D4D2E13-2787-F1B2-E5AE-1D85E0E1A1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42368" y="3537896"/>
            <a:ext cx="2800646" cy="27486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4AC21DC7-D60D-0236-284B-EEDFCD026B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89900" y="2944981"/>
            <a:ext cx="2790012" cy="46054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E58BEA09-D3EA-AF02-14FF-FB6E0CD688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89900" y="3537896"/>
            <a:ext cx="2800646" cy="27486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38387850-D4C4-CFC2-9884-391073D7A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1499" y="2053902"/>
            <a:ext cx="914400" cy="9144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1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placeholder and paste icon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775C6465-934F-ACEA-12FC-D1028AC52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42368" y="2053902"/>
            <a:ext cx="914400" cy="9144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1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placeholder and paste icon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0EDE01F0-DBB5-382D-6E34-A289FEED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89900" y="2053902"/>
            <a:ext cx="914400" cy="9144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1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placeholder and paste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49E68-BC25-D2D1-1D0F-B01C708E1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C6947-7372-563F-E959-9B77637A7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8966114-2432-4825-B9DE-9DD8135F3778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EE3E0-A687-5F1F-65C8-1C619729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504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ACBF-6D40-5AA4-5BDF-2C861821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11049000" cy="4545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818C551-152F-2103-3EE7-3B2D997C98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158420"/>
            <a:ext cx="11049000" cy="956604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B330C6E8-74AC-027F-4137-DDDB3B919D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1500" y="2342179"/>
            <a:ext cx="2790012" cy="40102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D83F64D3-BC10-CDE1-A07C-0E1F9785B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" y="2935092"/>
            <a:ext cx="2800646" cy="3351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285225B3-273F-7279-EB8A-741B15062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42368" y="2342179"/>
            <a:ext cx="2790012" cy="40102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4D4D2E13-2787-F1B2-E5AE-1D85E0E1A1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42368" y="2935092"/>
            <a:ext cx="2800646" cy="3351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4AC21DC7-D60D-0236-284B-EEDFCD026B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89900" y="2342179"/>
            <a:ext cx="2790012" cy="40102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E58BEA09-D3EA-AF02-14FF-FB6E0CD688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89900" y="2935092"/>
            <a:ext cx="2800646" cy="3351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49E68-BC25-D2D1-1D0F-B01C708E1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C6947-7372-563F-E959-9B77637A7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62A884F-2D3B-4906-A93D-BA8920D5E7AD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EE3E0-A687-5F1F-65C8-1C619729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622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6">
            <a:extLst>
              <a:ext uri="{FF2B5EF4-FFF2-40B4-BE49-F238E27FC236}">
                <a16:creationId xmlns:a16="http://schemas.microsoft.com/office/drawing/2014/main" id="{0091A866-C45E-09D3-028F-31000BAE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110490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69ABE66-0172-A4A5-8CD5-A84CFD199B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752601"/>
            <a:ext cx="11049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B330C6E8-74AC-027F-4137-DDDB3B919D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1500" y="2933701"/>
            <a:ext cx="2220387" cy="495299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D83F64D3-BC10-CDE1-A07C-0E1F9785B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" y="3670852"/>
            <a:ext cx="2228850" cy="261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285225B3-273F-7279-EB8A-741B15062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20288" y="2933701"/>
            <a:ext cx="2220387" cy="495299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4D4D2E13-2787-F1B2-E5AE-1D85E0E1A1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20288" y="3670852"/>
            <a:ext cx="2228850" cy="261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4AC21DC7-D60D-0236-284B-EEDFCD026B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25718" y="2933701"/>
            <a:ext cx="2220387" cy="495299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E58BEA09-D3EA-AF02-14FF-FB6E0CD688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25718" y="3670852"/>
            <a:ext cx="2228850" cy="261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77BA680D-F489-978C-F5CD-6158E522CC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31148" y="2933701"/>
            <a:ext cx="2220387" cy="495299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2">
            <a:extLst>
              <a:ext uri="{FF2B5EF4-FFF2-40B4-BE49-F238E27FC236}">
                <a16:creationId xmlns:a16="http://schemas.microsoft.com/office/drawing/2014/main" id="{08AD6B44-29E7-20A2-4157-96C73CB757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1148" y="3670852"/>
            <a:ext cx="2228850" cy="2615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49E68-BC25-D2D1-1D0F-B01C708E1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C6947-7372-563F-E959-9B77637A7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1619182-094A-423A-8918-33FFBFDD20BE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EE3E0-A687-5F1F-65C8-1C619729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642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_half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DD45-DDDF-68D8-A609-7326324CC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4698999" cy="149601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922D895-6DAC-3F6B-92F7-49BE4290E8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1500" y="2284684"/>
            <a:ext cx="4698999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FDA7E4-F9DC-BAAE-7246-7506601522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500" y="2933700"/>
            <a:ext cx="4698998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362EC05-C04F-9300-5A42-D37C44DB5F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21500" y="2"/>
            <a:ext cx="5270500" cy="6857998"/>
          </a:xfrm>
          <a:custGeom>
            <a:avLst/>
            <a:gdLst>
              <a:gd name="connsiteX0" fmla="*/ 878414 w 5270500"/>
              <a:gd name="connsiteY0" fmla="*/ 0 h 6857998"/>
              <a:gd name="connsiteX1" fmla="*/ 5270500 w 5270500"/>
              <a:gd name="connsiteY1" fmla="*/ 0 h 6857998"/>
              <a:gd name="connsiteX2" fmla="*/ 5270500 w 5270500"/>
              <a:gd name="connsiteY2" fmla="*/ 6857998 h 6857998"/>
              <a:gd name="connsiteX3" fmla="*/ 0 w 5270500"/>
              <a:gd name="connsiteY3" fmla="*/ 6857998 h 6857998"/>
              <a:gd name="connsiteX4" fmla="*/ 0 w 5270500"/>
              <a:gd name="connsiteY4" fmla="*/ 878432 h 6857998"/>
              <a:gd name="connsiteX5" fmla="*/ 701399 w 5270500"/>
              <a:gd name="connsiteY5" fmla="*/ 17845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0500" h="6857998">
                <a:moveTo>
                  <a:pt x="878414" y="0"/>
                </a:moveTo>
                <a:lnTo>
                  <a:pt x="5270500" y="0"/>
                </a:lnTo>
                <a:lnTo>
                  <a:pt x="5270500" y="6857998"/>
                </a:lnTo>
                <a:lnTo>
                  <a:pt x="0" y="6857998"/>
                </a:lnTo>
                <a:lnTo>
                  <a:pt x="0" y="878432"/>
                </a:lnTo>
                <a:cubicBezTo>
                  <a:pt x="0" y="453929"/>
                  <a:pt x="301111" y="99755"/>
                  <a:pt x="701399" y="17845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1D7FF-6C4B-FD49-59EA-089A8F916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45217" y="6503670"/>
            <a:ext cx="3566160" cy="137160"/>
          </a:xfrm>
        </p:spPr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8E84-93A4-91B2-ADEB-00836AA8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C970766-A0DE-4D3D-9297-AE4E4A3F0010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0ADE8-13EE-6112-4AAF-E621D3198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151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_third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DD45-DDDF-68D8-A609-7326324CC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63500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27851C0-8280-23F1-C1F1-61A42B09F8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1500" y="1752601"/>
            <a:ext cx="6350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6225857-C4D6-9156-FF86-1348FDCB6D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2918121"/>
            <a:ext cx="6350000" cy="293709"/>
          </a:xfr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1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D05E4BD-23C9-BDF3-DAD0-982C8714FB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1" y="3429000"/>
            <a:ext cx="6350000" cy="28575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F971B9-F6F4-0334-F6C8-7F32C179DD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9900" y="2"/>
            <a:ext cx="4102099" cy="6857999"/>
          </a:xfrm>
          <a:custGeom>
            <a:avLst/>
            <a:gdLst>
              <a:gd name="connsiteX0" fmla="*/ 683687 w 4102099"/>
              <a:gd name="connsiteY0" fmla="*/ 0 h 6857999"/>
              <a:gd name="connsiteX1" fmla="*/ 4102099 w 4102099"/>
              <a:gd name="connsiteY1" fmla="*/ 0 h 6857999"/>
              <a:gd name="connsiteX2" fmla="*/ 4102099 w 4102099"/>
              <a:gd name="connsiteY2" fmla="*/ 6857999 h 6857999"/>
              <a:gd name="connsiteX3" fmla="*/ 0 w 4102099"/>
              <a:gd name="connsiteY3" fmla="*/ 6857999 h 6857999"/>
              <a:gd name="connsiteX4" fmla="*/ 0 w 4102099"/>
              <a:gd name="connsiteY4" fmla="*/ 683696 h 6857999"/>
              <a:gd name="connsiteX5" fmla="*/ 545908 w 4102099"/>
              <a:gd name="connsiteY5" fmla="*/ 1388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02099" h="6857999">
                <a:moveTo>
                  <a:pt x="683687" y="0"/>
                </a:moveTo>
                <a:lnTo>
                  <a:pt x="4102099" y="0"/>
                </a:lnTo>
                <a:lnTo>
                  <a:pt x="4102099" y="6857999"/>
                </a:lnTo>
                <a:lnTo>
                  <a:pt x="0" y="6857999"/>
                </a:lnTo>
                <a:lnTo>
                  <a:pt x="0" y="683696"/>
                </a:lnTo>
                <a:cubicBezTo>
                  <a:pt x="0" y="353300"/>
                  <a:pt x="234360" y="77642"/>
                  <a:pt x="545908" y="1388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6395F50F-03AE-E8C0-39C5-4765FEF8C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89900" y="4820720"/>
            <a:ext cx="4102100" cy="2037280"/>
          </a:xfrm>
          <a:custGeom>
            <a:avLst/>
            <a:gdLst>
              <a:gd name="connsiteX0" fmla="*/ 3703977 w 4102100"/>
              <a:gd name="connsiteY0" fmla="*/ 0 h 2037280"/>
              <a:gd name="connsiteX1" fmla="*/ 4084763 w 4102100"/>
              <a:gd name="connsiteY1" fmla="*/ 74093 h 2037280"/>
              <a:gd name="connsiteX2" fmla="*/ 4102100 w 4102100"/>
              <a:gd name="connsiteY2" fmla="*/ 82140 h 2037280"/>
              <a:gd name="connsiteX3" fmla="*/ 4102100 w 4102100"/>
              <a:gd name="connsiteY3" fmla="*/ 578782 h 2037280"/>
              <a:gd name="connsiteX4" fmla="*/ 4028776 w 4102100"/>
              <a:gd name="connsiteY4" fmla="*/ 518888 h 2037280"/>
              <a:gd name="connsiteX5" fmla="*/ 3286584 w 4102100"/>
              <a:gd name="connsiteY5" fmla="*/ 594528 h 2037280"/>
              <a:gd name="connsiteX6" fmla="*/ 1855500 w 4102100"/>
              <a:gd name="connsiteY6" fmla="*/ 2025562 h 2037280"/>
              <a:gd name="connsiteX7" fmla="*/ 1855554 w 4102100"/>
              <a:gd name="connsiteY7" fmla="*/ 2025589 h 2037280"/>
              <a:gd name="connsiteX8" fmla="*/ 1842618 w 4102100"/>
              <a:gd name="connsiteY8" fmla="*/ 2037280 h 2037280"/>
              <a:gd name="connsiteX9" fmla="*/ 437407 w 4102100"/>
              <a:gd name="connsiteY9" fmla="*/ 2037280 h 2037280"/>
              <a:gd name="connsiteX10" fmla="*/ 424472 w 4102100"/>
              <a:gd name="connsiteY10" fmla="*/ 2025589 h 2037280"/>
              <a:gd name="connsiteX11" fmla="*/ 0 w 4102100"/>
              <a:gd name="connsiteY11" fmla="*/ 1601123 h 2037280"/>
              <a:gd name="connsiteX12" fmla="*/ 0 w 4102100"/>
              <a:gd name="connsiteY12" fmla="*/ 1004884 h 2037280"/>
              <a:gd name="connsiteX13" fmla="*/ 722548 w 4102100"/>
              <a:gd name="connsiteY13" fmla="*/ 1727436 h 2037280"/>
              <a:gd name="connsiteX14" fmla="*/ 1557342 w 4102100"/>
              <a:gd name="connsiteY14" fmla="*/ 1727436 h 2037280"/>
              <a:gd name="connsiteX15" fmla="*/ 2988426 w 4102100"/>
              <a:gd name="connsiteY15" fmla="*/ 296375 h 2037280"/>
              <a:gd name="connsiteX16" fmla="*/ 3703977 w 4102100"/>
              <a:gd name="connsiteY16" fmla="*/ 0 h 203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2100" h="2037280">
                <a:moveTo>
                  <a:pt x="3703977" y="0"/>
                </a:moveTo>
                <a:cubicBezTo>
                  <a:pt x="3833464" y="0"/>
                  <a:pt x="3962950" y="24697"/>
                  <a:pt x="4084763" y="74093"/>
                </a:cubicBezTo>
                <a:lnTo>
                  <a:pt x="4102100" y="82140"/>
                </a:lnTo>
                <a:lnTo>
                  <a:pt x="4102100" y="578782"/>
                </a:lnTo>
                <a:lnTo>
                  <a:pt x="4028776" y="518888"/>
                </a:lnTo>
                <a:cubicBezTo>
                  <a:pt x="3799655" y="367610"/>
                  <a:pt x="3488293" y="392823"/>
                  <a:pt x="3286584" y="594528"/>
                </a:cubicBezTo>
                <a:lnTo>
                  <a:pt x="1855500" y="2025562"/>
                </a:lnTo>
                <a:lnTo>
                  <a:pt x="1855554" y="2025589"/>
                </a:lnTo>
                <a:lnTo>
                  <a:pt x="1842618" y="2037280"/>
                </a:lnTo>
                <a:lnTo>
                  <a:pt x="437407" y="2037280"/>
                </a:lnTo>
                <a:lnTo>
                  <a:pt x="424472" y="2025589"/>
                </a:lnTo>
                <a:lnTo>
                  <a:pt x="0" y="1601123"/>
                </a:lnTo>
                <a:lnTo>
                  <a:pt x="0" y="1004884"/>
                </a:lnTo>
                <a:lnTo>
                  <a:pt x="722548" y="1727436"/>
                </a:lnTo>
                <a:cubicBezTo>
                  <a:pt x="953072" y="1957956"/>
                  <a:pt x="1326818" y="1957956"/>
                  <a:pt x="1557342" y="1727436"/>
                </a:cubicBezTo>
                <a:lnTo>
                  <a:pt x="2988426" y="296375"/>
                </a:lnTo>
                <a:cubicBezTo>
                  <a:pt x="3186025" y="98791"/>
                  <a:pt x="3445003" y="0"/>
                  <a:pt x="370397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 wrap="square" anchor="b">
            <a:noAutofit/>
          </a:bodyPr>
          <a:lstStyle>
            <a:lvl1pPr marL="0" indent="0" algn="r">
              <a:buNone/>
              <a:defRPr sz="4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1D7FF-6C4B-FD49-59EA-089A8F916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45217" y="6503670"/>
            <a:ext cx="5303520" cy="137160"/>
          </a:xfrm>
        </p:spPr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8E84-93A4-91B2-ADEB-00836AA8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4AB02D3-C7A9-454D-B586-FE573B7831BC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0ADE8-13EE-6112-4AAF-E621D3198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96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_third_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CC70FFE-BF3E-02B9-699B-53E272819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flipV="1">
            <a:off x="7883196" y="1371600"/>
            <a:ext cx="218279" cy="5486400"/>
          </a:xfrm>
          <a:custGeom>
            <a:avLst/>
            <a:gdLst>
              <a:gd name="connsiteX0" fmla="*/ 0 w 215896"/>
              <a:gd name="connsiteY0" fmla="*/ 0 h 5426504"/>
              <a:gd name="connsiteX1" fmla="*/ 215896 w 215896"/>
              <a:gd name="connsiteY1" fmla="*/ 0 h 5426504"/>
              <a:gd name="connsiteX2" fmla="*/ 215896 w 215896"/>
              <a:gd name="connsiteY2" fmla="*/ 5426504 h 5426504"/>
              <a:gd name="connsiteX3" fmla="*/ 190376 w 215896"/>
              <a:gd name="connsiteY3" fmla="*/ 5412652 h 5426504"/>
              <a:gd name="connsiteX4" fmla="*/ 0 w 215896"/>
              <a:gd name="connsiteY4" fmla="*/ 5054597 h 542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96" h="5426504">
                <a:moveTo>
                  <a:pt x="0" y="0"/>
                </a:moveTo>
                <a:lnTo>
                  <a:pt x="215896" y="0"/>
                </a:lnTo>
                <a:lnTo>
                  <a:pt x="215896" y="5426504"/>
                </a:lnTo>
                <a:lnTo>
                  <a:pt x="190376" y="5412652"/>
                </a:lnTo>
                <a:cubicBezTo>
                  <a:pt x="75517" y="5335055"/>
                  <a:pt x="0" y="5203645"/>
                  <a:pt x="0" y="5054597"/>
                </a:cubicBezTo>
                <a:close/>
              </a:path>
            </a:pathLst>
          </a:custGeom>
          <a:solidFill>
            <a:srgbClr val="EEE9FF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0DD45-DDDF-68D8-A609-7326324CC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63500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EAE323B5-0A5C-89A7-C0D7-30257C0D51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1500" y="1752601"/>
            <a:ext cx="6350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95D5926-FB0E-C7F6-1983-73CB44AB72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1500" y="2933700"/>
            <a:ext cx="2819401" cy="278129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1D78CD3-B954-C0DB-3DDF-CD9A9BB6C4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3429000"/>
            <a:ext cx="2819401" cy="28575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D1623CA-F223-1E5B-6F17-3723B18F90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02099" y="2933700"/>
            <a:ext cx="2819401" cy="278129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D2E3CA-F145-A813-AECE-20ED6EF762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2099" y="3429000"/>
            <a:ext cx="2819401" cy="28575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F971B9-F6F4-0334-F6C8-7F32C179DD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9900" y="2"/>
            <a:ext cx="4102099" cy="6857999"/>
          </a:xfrm>
          <a:custGeom>
            <a:avLst/>
            <a:gdLst>
              <a:gd name="connsiteX0" fmla="*/ 683687 w 4102099"/>
              <a:gd name="connsiteY0" fmla="*/ 0 h 6857999"/>
              <a:gd name="connsiteX1" fmla="*/ 4102099 w 4102099"/>
              <a:gd name="connsiteY1" fmla="*/ 0 h 6857999"/>
              <a:gd name="connsiteX2" fmla="*/ 4102099 w 4102099"/>
              <a:gd name="connsiteY2" fmla="*/ 6857999 h 6857999"/>
              <a:gd name="connsiteX3" fmla="*/ 0 w 4102099"/>
              <a:gd name="connsiteY3" fmla="*/ 6857999 h 6857999"/>
              <a:gd name="connsiteX4" fmla="*/ 0 w 4102099"/>
              <a:gd name="connsiteY4" fmla="*/ 683696 h 6857999"/>
              <a:gd name="connsiteX5" fmla="*/ 545908 w 4102099"/>
              <a:gd name="connsiteY5" fmla="*/ 1388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02099" h="6857999">
                <a:moveTo>
                  <a:pt x="683687" y="0"/>
                </a:moveTo>
                <a:lnTo>
                  <a:pt x="4102099" y="0"/>
                </a:lnTo>
                <a:lnTo>
                  <a:pt x="4102099" y="6857999"/>
                </a:lnTo>
                <a:lnTo>
                  <a:pt x="0" y="6857999"/>
                </a:lnTo>
                <a:lnTo>
                  <a:pt x="0" y="683696"/>
                </a:lnTo>
                <a:cubicBezTo>
                  <a:pt x="0" y="353300"/>
                  <a:pt x="234360" y="77642"/>
                  <a:pt x="545908" y="1388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1D7FF-6C4B-FD49-59EA-089A8F916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45217" y="6503670"/>
            <a:ext cx="5303520" cy="137160"/>
          </a:xfrm>
        </p:spPr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8E84-93A4-91B2-ADEB-00836AA8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81796AC-88DE-4A9D-94D8-870B53E7B69C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0ADE8-13EE-6112-4AAF-E621D3198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832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_third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42FC830-AF6C-FF1B-026D-AFB5BE5E11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102100" cy="6858000"/>
          </a:xfrm>
          <a:custGeom>
            <a:avLst/>
            <a:gdLst>
              <a:gd name="connsiteX0" fmla="*/ 0 w 4102100"/>
              <a:gd name="connsiteY0" fmla="*/ 0 h 6858000"/>
              <a:gd name="connsiteX1" fmla="*/ 3418403 w 4102100"/>
              <a:gd name="connsiteY1" fmla="*/ 0 h 6858000"/>
              <a:gd name="connsiteX2" fmla="*/ 4102100 w 4102100"/>
              <a:gd name="connsiteY2" fmla="*/ 683697 h 6858000"/>
              <a:gd name="connsiteX3" fmla="*/ 4102100 w 4102100"/>
              <a:gd name="connsiteY3" fmla="*/ 6858000 h 6858000"/>
              <a:gd name="connsiteX4" fmla="*/ 0 w 41021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2100" h="6858000">
                <a:moveTo>
                  <a:pt x="0" y="0"/>
                </a:moveTo>
                <a:lnTo>
                  <a:pt x="3418403" y="0"/>
                </a:lnTo>
                <a:cubicBezTo>
                  <a:pt x="3795998" y="0"/>
                  <a:pt x="4102100" y="306102"/>
                  <a:pt x="4102100" y="683697"/>
                </a:cubicBezTo>
                <a:lnTo>
                  <a:pt x="41021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AB7D0DB1-254B-5D9D-D5C0-6D4E1D686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0" y="4820720"/>
            <a:ext cx="4102100" cy="2037280"/>
          </a:xfrm>
          <a:custGeom>
            <a:avLst/>
            <a:gdLst>
              <a:gd name="connsiteX0" fmla="*/ 3703977 w 4102100"/>
              <a:gd name="connsiteY0" fmla="*/ 0 h 2037280"/>
              <a:gd name="connsiteX1" fmla="*/ 4084763 w 4102100"/>
              <a:gd name="connsiteY1" fmla="*/ 74093 h 2037280"/>
              <a:gd name="connsiteX2" fmla="*/ 4102100 w 4102100"/>
              <a:gd name="connsiteY2" fmla="*/ 82140 h 2037280"/>
              <a:gd name="connsiteX3" fmla="*/ 4102100 w 4102100"/>
              <a:gd name="connsiteY3" fmla="*/ 578782 h 2037280"/>
              <a:gd name="connsiteX4" fmla="*/ 4028776 w 4102100"/>
              <a:gd name="connsiteY4" fmla="*/ 518888 h 2037280"/>
              <a:gd name="connsiteX5" fmla="*/ 3286584 w 4102100"/>
              <a:gd name="connsiteY5" fmla="*/ 594528 h 2037280"/>
              <a:gd name="connsiteX6" fmla="*/ 1855500 w 4102100"/>
              <a:gd name="connsiteY6" fmla="*/ 2025562 h 2037280"/>
              <a:gd name="connsiteX7" fmla="*/ 1855554 w 4102100"/>
              <a:gd name="connsiteY7" fmla="*/ 2025589 h 2037280"/>
              <a:gd name="connsiteX8" fmla="*/ 1842618 w 4102100"/>
              <a:gd name="connsiteY8" fmla="*/ 2037280 h 2037280"/>
              <a:gd name="connsiteX9" fmla="*/ 437407 w 4102100"/>
              <a:gd name="connsiteY9" fmla="*/ 2037280 h 2037280"/>
              <a:gd name="connsiteX10" fmla="*/ 424472 w 4102100"/>
              <a:gd name="connsiteY10" fmla="*/ 2025589 h 2037280"/>
              <a:gd name="connsiteX11" fmla="*/ 0 w 4102100"/>
              <a:gd name="connsiteY11" fmla="*/ 1601123 h 2037280"/>
              <a:gd name="connsiteX12" fmla="*/ 0 w 4102100"/>
              <a:gd name="connsiteY12" fmla="*/ 1004884 h 2037280"/>
              <a:gd name="connsiteX13" fmla="*/ 722548 w 4102100"/>
              <a:gd name="connsiteY13" fmla="*/ 1727436 h 2037280"/>
              <a:gd name="connsiteX14" fmla="*/ 1557342 w 4102100"/>
              <a:gd name="connsiteY14" fmla="*/ 1727436 h 2037280"/>
              <a:gd name="connsiteX15" fmla="*/ 2988426 w 4102100"/>
              <a:gd name="connsiteY15" fmla="*/ 296375 h 2037280"/>
              <a:gd name="connsiteX16" fmla="*/ 3703977 w 4102100"/>
              <a:gd name="connsiteY16" fmla="*/ 0 h 203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2100" h="2037280">
                <a:moveTo>
                  <a:pt x="3703977" y="0"/>
                </a:moveTo>
                <a:cubicBezTo>
                  <a:pt x="3833464" y="0"/>
                  <a:pt x="3962950" y="24697"/>
                  <a:pt x="4084763" y="74093"/>
                </a:cubicBezTo>
                <a:lnTo>
                  <a:pt x="4102100" y="82140"/>
                </a:lnTo>
                <a:lnTo>
                  <a:pt x="4102100" y="578782"/>
                </a:lnTo>
                <a:lnTo>
                  <a:pt x="4028776" y="518888"/>
                </a:lnTo>
                <a:cubicBezTo>
                  <a:pt x="3799655" y="367610"/>
                  <a:pt x="3488293" y="392823"/>
                  <a:pt x="3286584" y="594528"/>
                </a:cubicBezTo>
                <a:lnTo>
                  <a:pt x="1855500" y="2025562"/>
                </a:lnTo>
                <a:lnTo>
                  <a:pt x="1855554" y="2025589"/>
                </a:lnTo>
                <a:lnTo>
                  <a:pt x="1842618" y="2037280"/>
                </a:lnTo>
                <a:lnTo>
                  <a:pt x="437407" y="2037280"/>
                </a:lnTo>
                <a:lnTo>
                  <a:pt x="424472" y="2025589"/>
                </a:lnTo>
                <a:lnTo>
                  <a:pt x="0" y="1601123"/>
                </a:lnTo>
                <a:lnTo>
                  <a:pt x="0" y="1004884"/>
                </a:lnTo>
                <a:lnTo>
                  <a:pt x="722548" y="1727436"/>
                </a:lnTo>
                <a:cubicBezTo>
                  <a:pt x="953072" y="1957956"/>
                  <a:pt x="1326818" y="1957956"/>
                  <a:pt x="1557342" y="1727436"/>
                </a:cubicBezTo>
                <a:lnTo>
                  <a:pt x="2988426" y="296375"/>
                </a:lnTo>
                <a:cubicBezTo>
                  <a:pt x="3186025" y="98791"/>
                  <a:pt x="3445003" y="0"/>
                  <a:pt x="370397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 wrap="square" anchor="b">
            <a:noAutofit/>
          </a:bodyPr>
          <a:lstStyle>
            <a:lvl1pPr marL="0" indent="0" algn="r">
              <a:buNone/>
              <a:defRPr sz="4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0DD45-DDDF-68D8-A609-7326324CC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499" y="571501"/>
            <a:ext cx="63500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CB9A307-4C15-CC3B-D099-CDF4FB8FE8B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70499" y="1752601"/>
            <a:ext cx="6350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DFE5D373-AD47-DABF-439C-D2AAFBBB1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0499" y="2933700"/>
            <a:ext cx="6350000" cy="278130"/>
          </a:xfr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1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C4347A8-EF40-BE1A-C026-0D94EDDEA2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0499" y="3429000"/>
            <a:ext cx="6350000" cy="28575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1D7FF-6C4B-FD49-59EA-089A8F916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45936" y="6503670"/>
            <a:ext cx="4389120" cy="137160"/>
          </a:xfrm>
        </p:spPr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8E84-93A4-91B2-ADEB-00836AA8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080760" y="6503670"/>
            <a:ext cx="255977" cy="137160"/>
          </a:xfrm>
        </p:spPr>
        <p:txBody>
          <a:bodyPr/>
          <a:lstStyle/>
          <a:p>
            <a:fld id="{1BB77172-0749-4E0E-9B6A-F413C259FECA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0ADE8-13EE-6112-4AAF-E621D3198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22AC1B10-DA7D-7DCE-ED2F-0778C9BB7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998464" y="6503670"/>
            <a:ext cx="99087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F372DAC-5C00-6EBC-F47E-16BDB956F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266944" y="6472119"/>
            <a:ext cx="562567" cy="14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69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_third_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5E3C691-3C6F-16D9-CD11-E29E483EF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flipH="1" flipV="1">
            <a:off x="4104352" y="1371600"/>
            <a:ext cx="218279" cy="5486400"/>
          </a:xfrm>
          <a:custGeom>
            <a:avLst/>
            <a:gdLst>
              <a:gd name="connsiteX0" fmla="*/ 0 w 215896"/>
              <a:gd name="connsiteY0" fmla="*/ 0 h 5426504"/>
              <a:gd name="connsiteX1" fmla="*/ 215896 w 215896"/>
              <a:gd name="connsiteY1" fmla="*/ 0 h 5426504"/>
              <a:gd name="connsiteX2" fmla="*/ 215896 w 215896"/>
              <a:gd name="connsiteY2" fmla="*/ 5426504 h 5426504"/>
              <a:gd name="connsiteX3" fmla="*/ 190376 w 215896"/>
              <a:gd name="connsiteY3" fmla="*/ 5412652 h 5426504"/>
              <a:gd name="connsiteX4" fmla="*/ 0 w 215896"/>
              <a:gd name="connsiteY4" fmla="*/ 5054597 h 542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96" h="5426504">
                <a:moveTo>
                  <a:pt x="0" y="0"/>
                </a:moveTo>
                <a:lnTo>
                  <a:pt x="215896" y="0"/>
                </a:lnTo>
                <a:lnTo>
                  <a:pt x="215896" y="5426504"/>
                </a:lnTo>
                <a:lnTo>
                  <a:pt x="190376" y="5412652"/>
                </a:lnTo>
                <a:cubicBezTo>
                  <a:pt x="75517" y="5335055"/>
                  <a:pt x="0" y="5203645"/>
                  <a:pt x="0" y="5054597"/>
                </a:cubicBezTo>
                <a:close/>
              </a:path>
            </a:pathLst>
          </a:custGeom>
          <a:solidFill>
            <a:srgbClr val="EEE9FF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42FC830-AF6C-FF1B-026D-AFB5BE5E11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102100" cy="6858000"/>
          </a:xfrm>
          <a:custGeom>
            <a:avLst/>
            <a:gdLst>
              <a:gd name="connsiteX0" fmla="*/ 0 w 4102100"/>
              <a:gd name="connsiteY0" fmla="*/ 0 h 6858000"/>
              <a:gd name="connsiteX1" fmla="*/ 3418403 w 4102100"/>
              <a:gd name="connsiteY1" fmla="*/ 0 h 6858000"/>
              <a:gd name="connsiteX2" fmla="*/ 4102100 w 4102100"/>
              <a:gd name="connsiteY2" fmla="*/ 683697 h 6858000"/>
              <a:gd name="connsiteX3" fmla="*/ 4102100 w 4102100"/>
              <a:gd name="connsiteY3" fmla="*/ 6858000 h 6858000"/>
              <a:gd name="connsiteX4" fmla="*/ 0 w 41021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2100" h="6858000">
                <a:moveTo>
                  <a:pt x="0" y="0"/>
                </a:moveTo>
                <a:lnTo>
                  <a:pt x="3418403" y="0"/>
                </a:lnTo>
                <a:cubicBezTo>
                  <a:pt x="3795998" y="0"/>
                  <a:pt x="4102100" y="306102"/>
                  <a:pt x="4102100" y="683697"/>
                </a:cubicBezTo>
                <a:lnTo>
                  <a:pt x="41021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0DD45-DDDF-68D8-A609-7326324CC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499" y="571501"/>
            <a:ext cx="63500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885CA1CD-9BBA-9285-E1BD-B5AB570B45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70499" y="1752601"/>
            <a:ext cx="6350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A9B2EE4D-8894-FFF6-81F9-09770B6A94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70499" y="2933700"/>
            <a:ext cx="2819401" cy="278129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D05E4BD-23C9-BDF3-DAD0-982C8714FB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0499" y="3429000"/>
            <a:ext cx="2819401" cy="28575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65493958-D063-A5AB-FF6D-6B0870D486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01098" y="2933700"/>
            <a:ext cx="2819401" cy="278129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C7D1E9E-C87F-6281-20CA-A6F4971CF7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01098" y="3395132"/>
            <a:ext cx="2819401" cy="28575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1D7FF-6C4B-FD49-59EA-089A8F916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45936" y="6503670"/>
            <a:ext cx="4389120" cy="137160"/>
          </a:xfrm>
        </p:spPr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8E84-93A4-91B2-ADEB-00836AA8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080760" y="6503670"/>
            <a:ext cx="255977" cy="137160"/>
          </a:xfrm>
        </p:spPr>
        <p:txBody>
          <a:bodyPr/>
          <a:lstStyle/>
          <a:p>
            <a:fld id="{9D9A883A-4ED7-43C0-B9DF-CCC4B6277E4B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0ADE8-13EE-6112-4AAF-E621D3198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22AC1B10-DA7D-7DCE-ED2F-0778C9BB7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998464" y="6503670"/>
            <a:ext cx="99087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D9F79E96-81B1-64A5-5C19-08FD0D43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266944" y="6472119"/>
            <a:ext cx="562567" cy="14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574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DC99-F1D8-5639-4F64-74567F88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3530600" cy="3352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764630-7F5E-DBF9-276D-57EE727943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4114800"/>
            <a:ext cx="3530600" cy="13716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 b="0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D5173095-388F-9E87-760D-6E1513F2D5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76850" y="571500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4">
            <a:extLst>
              <a:ext uri="{FF2B5EF4-FFF2-40B4-BE49-F238E27FC236}">
                <a16:creationId xmlns:a16="http://schemas.microsoft.com/office/drawing/2014/main" id="{52EFFE21-F8F5-392E-7641-CB8AE1CB44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3602" y="571500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B07B539B-6B6D-B160-FED9-9960E87602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70355" y="571500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id="{8D69C67D-40FC-9076-CFD4-F5730D1D7D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76850" y="1731657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24">
            <a:extLst>
              <a:ext uri="{FF2B5EF4-FFF2-40B4-BE49-F238E27FC236}">
                <a16:creationId xmlns:a16="http://schemas.microsoft.com/office/drawing/2014/main" id="{5790B19A-3C34-B845-1A01-5EEA0290B8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23602" y="1731657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24">
            <a:extLst>
              <a:ext uri="{FF2B5EF4-FFF2-40B4-BE49-F238E27FC236}">
                <a16:creationId xmlns:a16="http://schemas.microsoft.com/office/drawing/2014/main" id="{F434CBE1-526D-B01C-F4A7-A2A17928C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70355" y="1731657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A707561E-5916-786D-8742-34F322CC63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76850" y="2891814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24">
            <a:extLst>
              <a:ext uri="{FF2B5EF4-FFF2-40B4-BE49-F238E27FC236}">
                <a16:creationId xmlns:a16="http://schemas.microsoft.com/office/drawing/2014/main" id="{DDC5815B-E2FE-F8D4-A3F1-C8E45F43D45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623602" y="2891814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24">
            <a:extLst>
              <a:ext uri="{FF2B5EF4-FFF2-40B4-BE49-F238E27FC236}">
                <a16:creationId xmlns:a16="http://schemas.microsoft.com/office/drawing/2014/main" id="{AD12602F-26DC-0185-2333-B1171B64AB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970355" y="2891814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4">
            <a:extLst>
              <a:ext uri="{FF2B5EF4-FFF2-40B4-BE49-F238E27FC236}">
                <a16:creationId xmlns:a16="http://schemas.microsoft.com/office/drawing/2014/main" id="{E898C53E-ACB6-1B62-7DCB-A1B0527427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276850" y="4051971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24">
            <a:extLst>
              <a:ext uri="{FF2B5EF4-FFF2-40B4-BE49-F238E27FC236}">
                <a16:creationId xmlns:a16="http://schemas.microsoft.com/office/drawing/2014/main" id="{731E74E5-141E-80AB-9B00-1B5E0FEED1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23602" y="4051971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24">
            <a:extLst>
              <a:ext uri="{FF2B5EF4-FFF2-40B4-BE49-F238E27FC236}">
                <a16:creationId xmlns:a16="http://schemas.microsoft.com/office/drawing/2014/main" id="{826937F0-56E3-26CF-5EC8-F8F85E77D0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970355" y="4051971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24">
            <a:extLst>
              <a:ext uri="{FF2B5EF4-FFF2-40B4-BE49-F238E27FC236}">
                <a16:creationId xmlns:a16="http://schemas.microsoft.com/office/drawing/2014/main" id="{211A642A-7EAD-CCEF-F33A-96AAD329D7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76850" y="5212128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24">
            <a:extLst>
              <a:ext uri="{FF2B5EF4-FFF2-40B4-BE49-F238E27FC236}">
                <a16:creationId xmlns:a16="http://schemas.microsoft.com/office/drawing/2014/main" id="{7BE237C6-6445-AFAD-D53B-7AB8EEECD1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23602" y="5212128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24">
            <a:extLst>
              <a:ext uri="{FF2B5EF4-FFF2-40B4-BE49-F238E27FC236}">
                <a16:creationId xmlns:a16="http://schemas.microsoft.com/office/drawing/2014/main" id="{710208B8-A8C4-C336-539B-0CE006BB08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970355" y="5212128"/>
            <a:ext cx="1644650" cy="5486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92B8AC-3FEF-FB3D-1D35-1B4C85E0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3CB4A-84D4-4E7D-54A8-19F4902C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FF75C-945A-404E-922B-DD0D4CEAAB34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7C489-13B1-1C9F-21CB-50298948F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289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CE9FF50-70E0-2CCE-6E77-0022E17F7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0" y="1756487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240F27D-5779-1E27-590B-71936CBDB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90319" y="1756487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3A24291-D251-7565-BFF2-837FF47E8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09138" y="1756487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703D4C6-AB94-F0A0-FC41-48D4BF1B0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27957" y="1756487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1C2DDE3-086E-E146-B791-BBB36081F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1500" y="4127389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2F7C068-F923-EAA3-C4BB-ADE119399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90319" y="4127389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2E9DC41-D3E6-09CD-8FC9-337399813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09138" y="4127389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C6B952-490C-B36C-6A23-D2EC13A63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027957" y="4127389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22AA6C2-88FC-582A-DAEC-25C4BF445B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1500" y="3209501"/>
            <a:ext cx="1651000" cy="38888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5C9E9D1E-4205-04E9-2768-C883ACF93E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1500" y="3652530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09C3EDD5-6423-9D73-E04B-18305794F5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0319" y="3209501"/>
            <a:ext cx="1651000" cy="38888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849A018A-C5DB-67B7-A0AD-0FD08CCC77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90319" y="3652530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D2DA37E6-256C-E209-2D5A-7AA1463214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5537" y="3209501"/>
            <a:ext cx="1651000" cy="38888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B01156E7-E12F-C745-4F58-ACE51E79F2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5537" y="3652530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1903F326-5D5C-7561-2ED1-4FCC6C836F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29700" y="3209501"/>
            <a:ext cx="1651000" cy="38888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77BEE49F-9F5E-B189-1168-EB25FD4B59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29700" y="3652530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9AFF5847-59CC-9117-F220-ABEB80472A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" y="5580139"/>
            <a:ext cx="1651000" cy="38888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C9A6D246-836A-8EB5-DCCA-AB185DD887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500" y="6023168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4C3CF32-A213-FB27-CF24-B1733FD016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0319" y="5580139"/>
            <a:ext cx="1651000" cy="38888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42" name="Text Placeholder 29">
            <a:extLst>
              <a:ext uri="{FF2B5EF4-FFF2-40B4-BE49-F238E27FC236}">
                <a16:creationId xmlns:a16="http://schemas.microsoft.com/office/drawing/2014/main" id="{2DFBD71D-6C87-1331-C546-8BBA13EE5CD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0319" y="6023168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90CE59B6-C93C-63CE-4ACB-DE48DD6C39D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05537" y="5580139"/>
            <a:ext cx="1651000" cy="38888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5846DF4B-CBE1-62A0-2F49-F0857ACBFAD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5537" y="6023168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BCF83C4F-2508-7C3E-9572-07DDACE7BC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29700" y="5580139"/>
            <a:ext cx="1651000" cy="38888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DABC7021-E87B-0B73-07B1-666928B4B9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29700" y="6023168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90987-52BA-F4D4-B640-3E5B5D59B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EABB8-6EF7-F904-C193-4D6DCE636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B028AD8-4CF2-4196-8A65-CA9402213F34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239D8-3317-3B15-3BAE-2ADF54715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1267F3-E735-3F79-7AC7-C9575738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68119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CE9FF50-70E0-2CCE-6E77-0022E17F7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0" y="1761931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240F27D-5779-1E27-590B-71936CBDB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90319" y="1761931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3A24291-D251-7565-BFF2-837FF47E8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09138" y="1761931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703D4C6-AB94-F0A0-FC41-48D4BF1B0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27957" y="1761931"/>
            <a:ext cx="1651000" cy="1373005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22AA6C2-88FC-582A-DAEC-25C4BF445B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1500" y="3212527"/>
            <a:ext cx="1651000" cy="38558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5C9E9D1E-4205-04E9-2768-C883ACF93E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1500" y="3652254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BCB86024-F111-557E-0E55-68FDF77958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1500" y="4114800"/>
            <a:ext cx="1651000" cy="2171700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 or bio text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B50DEAE6-2C58-BC47-506B-B8868DFDAE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90319" y="3212527"/>
            <a:ext cx="1651000" cy="38558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8F21AF40-C706-A292-8F00-E5F59620358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90319" y="3652254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0AF9FB2-1C42-DCB1-8DF0-7DF2EF9E0C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90319" y="4114800"/>
            <a:ext cx="1651000" cy="2171700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 or bio text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AEDEE7CB-9E7C-F5DB-6191-00C40ABA3D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5537" y="3212527"/>
            <a:ext cx="1651000" cy="38558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ABC84951-C16D-031B-A452-860FEA5D4FB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5537" y="3652254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58" name="Text Placeholder 29">
            <a:extLst>
              <a:ext uri="{FF2B5EF4-FFF2-40B4-BE49-F238E27FC236}">
                <a16:creationId xmlns:a16="http://schemas.microsoft.com/office/drawing/2014/main" id="{5080CFCE-893F-75AB-B974-5963C9E30D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05537" y="4114800"/>
            <a:ext cx="1651000" cy="2171700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 or bio text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753E1418-8E20-FE77-9F69-3D8A7C3297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27957" y="3212527"/>
            <a:ext cx="1651000" cy="38558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D590C100-6B2C-FC2E-D160-987DC43723D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7957" y="3652254"/>
            <a:ext cx="1651000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61" name="Text Placeholder 29">
            <a:extLst>
              <a:ext uri="{FF2B5EF4-FFF2-40B4-BE49-F238E27FC236}">
                <a16:creationId xmlns:a16="http://schemas.microsoft.com/office/drawing/2014/main" id="{4595D31D-B356-2316-C6C1-64C52CAF31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7957" y="4114800"/>
            <a:ext cx="1651000" cy="2171700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 or bio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90987-52BA-F4D4-B640-3E5B5D59B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EABB8-6EF7-F904-C193-4D6DCE636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B443848-4945-4173-A7DE-F060D70BDD13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239D8-3317-3B15-3BAE-2ADF54715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D9BCA4-CA11-332E-A634-2B2C2599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15239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person w/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D363E5E-49E6-EE0A-E24E-20695AC8D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513738" y="0"/>
            <a:ext cx="4338333" cy="6858000"/>
          </a:xfrm>
          <a:custGeom>
            <a:avLst/>
            <a:gdLst>
              <a:gd name="connsiteX0" fmla="*/ 868715 w 4338333"/>
              <a:gd name="connsiteY0" fmla="*/ 0 h 6858000"/>
              <a:gd name="connsiteX1" fmla="*/ 1558917 w 4338333"/>
              <a:gd name="connsiteY1" fmla="*/ 0 h 6858000"/>
              <a:gd name="connsiteX2" fmla="*/ 709870 w 4338333"/>
              <a:gd name="connsiteY2" fmla="*/ 1543003 h 6858000"/>
              <a:gd name="connsiteX3" fmla="*/ 1043440 w 4338333"/>
              <a:gd name="connsiteY3" fmla="*/ 2692852 h 6858000"/>
              <a:gd name="connsiteX4" fmla="*/ 3586424 w 4338333"/>
              <a:gd name="connsiteY4" fmla="*/ 4092206 h 6858000"/>
              <a:gd name="connsiteX5" fmla="*/ 3586439 w 4338333"/>
              <a:gd name="connsiteY5" fmla="*/ 4092121 h 6858000"/>
              <a:gd name="connsiteX6" fmla="*/ 4158277 w 4338333"/>
              <a:gd name="connsiteY6" fmla="*/ 6063302 h 6858000"/>
              <a:gd name="connsiteX7" fmla="*/ 3720979 w 4338333"/>
              <a:gd name="connsiteY7" fmla="*/ 6858000 h 6858000"/>
              <a:gd name="connsiteX8" fmla="*/ 3030809 w 4338333"/>
              <a:gd name="connsiteY8" fmla="*/ 6858000 h 6858000"/>
              <a:gd name="connsiteX9" fmla="*/ 3628486 w 4338333"/>
              <a:gd name="connsiteY9" fmla="*/ 5771869 h 6858000"/>
              <a:gd name="connsiteX10" fmla="*/ 3294915 w 4338333"/>
              <a:gd name="connsiteY10" fmla="*/ 4622019 h 6858000"/>
              <a:gd name="connsiteX11" fmla="*/ 751895 w 4338333"/>
              <a:gd name="connsiteY11" fmla="*/ 3222676 h 6858000"/>
              <a:gd name="connsiteX12" fmla="*/ 180057 w 4338333"/>
              <a:gd name="connsiteY12" fmla="*/ 125149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38333" h="6858000">
                <a:moveTo>
                  <a:pt x="868715" y="0"/>
                </a:moveTo>
                <a:lnTo>
                  <a:pt x="1558917" y="0"/>
                </a:lnTo>
                <a:lnTo>
                  <a:pt x="709870" y="1543003"/>
                </a:lnTo>
                <a:cubicBezTo>
                  <a:pt x="484459" y="1952642"/>
                  <a:pt x="633801" y="2467440"/>
                  <a:pt x="1043440" y="2692852"/>
                </a:cubicBezTo>
                <a:lnTo>
                  <a:pt x="3586424" y="4092206"/>
                </a:lnTo>
                <a:lnTo>
                  <a:pt x="3586439" y="4092121"/>
                </a:lnTo>
                <a:cubicBezTo>
                  <a:pt x="4288668" y="4478565"/>
                  <a:pt x="4544686" y="5361086"/>
                  <a:pt x="4158277" y="6063302"/>
                </a:cubicBezTo>
                <a:lnTo>
                  <a:pt x="3720979" y="6858000"/>
                </a:lnTo>
                <a:lnTo>
                  <a:pt x="3030809" y="6858000"/>
                </a:lnTo>
                <a:lnTo>
                  <a:pt x="3628486" y="5771869"/>
                </a:lnTo>
                <a:cubicBezTo>
                  <a:pt x="3853898" y="5362230"/>
                  <a:pt x="3704555" y="4847430"/>
                  <a:pt x="3294915" y="4622019"/>
                </a:cubicBezTo>
                <a:lnTo>
                  <a:pt x="751895" y="3222676"/>
                </a:lnTo>
                <a:cubicBezTo>
                  <a:pt x="49666" y="2836231"/>
                  <a:pt x="-206351" y="1953712"/>
                  <a:pt x="180057" y="1251495"/>
                </a:cubicBezTo>
                <a:close/>
              </a:path>
            </a:pathLst>
          </a:custGeom>
          <a:solidFill>
            <a:srgbClr val="E7EFFF"/>
          </a:solidFill>
        </p:spPr>
        <p:txBody>
          <a:bodyPr wrap="square">
            <a:noAutofit/>
          </a:bodyPr>
          <a:lstStyle>
            <a:lvl1pPr marL="0" indent="0">
              <a:buNone/>
              <a:defRPr sz="5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06A0EAF-FE1F-201F-A700-DD3EBC8F4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0" y="1762125"/>
            <a:ext cx="2590800" cy="2058805"/>
          </a:xfrm>
          <a:custGeom>
            <a:avLst/>
            <a:gdLst>
              <a:gd name="connsiteX0" fmla="*/ 0 w 2590800"/>
              <a:gd name="connsiteY0" fmla="*/ 0 h 2058805"/>
              <a:gd name="connsiteX1" fmla="*/ 2247659 w 2590800"/>
              <a:gd name="connsiteY1" fmla="*/ 0 h 2058805"/>
              <a:gd name="connsiteX2" fmla="*/ 2590800 w 2590800"/>
              <a:gd name="connsiteY2" fmla="*/ 343141 h 2058805"/>
              <a:gd name="connsiteX3" fmla="*/ 2590800 w 2590800"/>
              <a:gd name="connsiteY3" fmla="*/ 2058805 h 2058805"/>
              <a:gd name="connsiteX4" fmla="*/ 0 w 2590800"/>
              <a:gd name="connsiteY4" fmla="*/ 2058805 h 205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2058805">
                <a:moveTo>
                  <a:pt x="0" y="0"/>
                </a:moveTo>
                <a:lnTo>
                  <a:pt x="2247659" y="0"/>
                </a:lnTo>
                <a:cubicBezTo>
                  <a:pt x="2437171" y="0"/>
                  <a:pt x="2590800" y="153629"/>
                  <a:pt x="2590800" y="343141"/>
                </a:cubicBezTo>
                <a:lnTo>
                  <a:pt x="2590800" y="2058805"/>
                </a:lnTo>
                <a:lnTo>
                  <a:pt x="0" y="20588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0506C182-28E4-A150-CAF7-DD168C08E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8773" y="1762125"/>
            <a:ext cx="2590800" cy="2058805"/>
          </a:xfrm>
          <a:custGeom>
            <a:avLst/>
            <a:gdLst>
              <a:gd name="connsiteX0" fmla="*/ 0 w 2590800"/>
              <a:gd name="connsiteY0" fmla="*/ 0 h 2058805"/>
              <a:gd name="connsiteX1" fmla="*/ 2247659 w 2590800"/>
              <a:gd name="connsiteY1" fmla="*/ 0 h 2058805"/>
              <a:gd name="connsiteX2" fmla="*/ 2590800 w 2590800"/>
              <a:gd name="connsiteY2" fmla="*/ 343141 h 2058805"/>
              <a:gd name="connsiteX3" fmla="*/ 2590800 w 2590800"/>
              <a:gd name="connsiteY3" fmla="*/ 2058805 h 2058805"/>
              <a:gd name="connsiteX4" fmla="*/ 0 w 2590800"/>
              <a:gd name="connsiteY4" fmla="*/ 2058805 h 205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2058805">
                <a:moveTo>
                  <a:pt x="0" y="0"/>
                </a:moveTo>
                <a:lnTo>
                  <a:pt x="2247659" y="0"/>
                </a:lnTo>
                <a:cubicBezTo>
                  <a:pt x="2437171" y="0"/>
                  <a:pt x="2590800" y="153629"/>
                  <a:pt x="2590800" y="343141"/>
                </a:cubicBezTo>
                <a:lnTo>
                  <a:pt x="2590800" y="2058805"/>
                </a:lnTo>
                <a:lnTo>
                  <a:pt x="0" y="20588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659FD7B-65AE-308F-0507-2F6A5A8E8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1500" y="4218170"/>
            <a:ext cx="2590800" cy="2058805"/>
          </a:xfrm>
          <a:custGeom>
            <a:avLst/>
            <a:gdLst>
              <a:gd name="connsiteX0" fmla="*/ 0 w 2590800"/>
              <a:gd name="connsiteY0" fmla="*/ 0 h 2058805"/>
              <a:gd name="connsiteX1" fmla="*/ 2247659 w 2590800"/>
              <a:gd name="connsiteY1" fmla="*/ 0 h 2058805"/>
              <a:gd name="connsiteX2" fmla="*/ 2590800 w 2590800"/>
              <a:gd name="connsiteY2" fmla="*/ 343141 h 2058805"/>
              <a:gd name="connsiteX3" fmla="*/ 2590800 w 2590800"/>
              <a:gd name="connsiteY3" fmla="*/ 2058805 h 2058805"/>
              <a:gd name="connsiteX4" fmla="*/ 0 w 2590800"/>
              <a:gd name="connsiteY4" fmla="*/ 2058805 h 205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2058805">
                <a:moveTo>
                  <a:pt x="0" y="0"/>
                </a:moveTo>
                <a:lnTo>
                  <a:pt x="2247659" y="0"/>
                </a:lnTo>
                <a:cubicBezTo>
                  <a:pt x="2437171" y="0"/>
                  <a:pt x="2590800" y="153629"/>
                  <a:pt x="2590800" y="343141"/>
                </a:cubicBezTo>
                <a:lnTo>
                  <a:pt x="2590800" y="2058805"/>
                </a:lnTo>
                <a:lnTo>
                  <a:pt x="0" y="20588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E6231C8-8C1E-C76A-72A0-8ABB1B1F2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38773" y="4218170"/>
            <a:ext cx="2590800" cy="2058805"/>
          </a:xfrm>
          <a:custGeom>
            <a:avLst/>
            <a:gdLst>
              <a:gd name="connsiteX0" fmla="*/ 0 w 2590800"/>
              <a:gd name="connsiteY0" fmla="*/ 0 h 2058805"/>
              <a:gd name="connsiteX1" fmla="*/ 2247659 w 2590800"/>
              <a:gd name="connsiteY1" fmla="*/ 0 h 2058805"/>
              <a:gd name="connsiteX2" fmla="*/ 2590800 w 2590800"/>
              <a:gd name="connsiteY2" fmla="*/ 343141 h 2058805"/>
              <a:gd name="connsiteX3" fmla="*/ 2590800 w 2590800"/>
              <a:gd name="connsiteY3" fmla="*/ 2058805 h 2058805"/>
              <a:gd name="connsiteX4" fmla="*/ 0 w 2590800"/>
              <a:gd name="connsiteY4" fmla="*/ 2058805 h 205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2058805">
                <a:moveTo>
                  <a:pt x="0" y="0"/>
                </a:moveTo>
                <a:lnTo>
                  <a:pt x="2247659" y="0"/>
                </a:lnTo>
                <a:cubicBezTo>
                  <a:pt x="2437171" y="0"/>
                  <a:pt x="2590800" y="153629"/>
                  <a:pt x="2590800" y="343141"/>
                </a:cubicBezTo>
                <a:lnTo>
                  <a:pt x="2590800" y="2058805"/>
                </a:lnTo>
                <a:lnTo>
                  <a:pt x="0" y="20588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1B7E5-EAD4-76CB-D39C-FCCA6F3E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11049000" cy="8119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7B09D6C-1E31-88D1-F191-C0911F3BF4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5284" y="1890529"/>
            <a:ext cx="2363724" cy="50465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320BFB83-6A55-5691-C4B0-3F74165549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5284" y="2449330"/>
            <a:ext cx="2363724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0C6830F-D0AB-D117-86FE-AC716B9D3B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5284" y="2818434"/>
            <a:ext cx="2363724" cy="1002495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 or bio text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3ED25CCF-5A2F-84CE-387F-5F481D6A23C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29700" y="1890529"/>
            <a:ext cx="2363724" cy="50465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AD5F2723-D00A-AF22-CD14-B72733F827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29700" y="2449330"/>
            <a:ext cx="2363724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AD8C0D09-5C2D-1DD2-1F5F-5839528725E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29700" y="2818434"/>
            <a:ext cx="2363724" cy="1002495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 or bio text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DEC876F0-1AA1-A3E2-EC2B-11FDFAB8CC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5284" y="4346575"/>
            <a:ext cx="2363724" cy="50465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E0A73F5B-D18A-30F7-DB3A-CC53569088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5284" y="4905376"/>
            <a:ext cx="2363724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2A7B1F0A-1695-F042-987C-9C516EBA6E2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15284" y="5274480"/>
            <a:ext cx="2363724" cy="1002495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 or bio text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E1EEB885-29BB-5000-B0B9-7EB826FBE6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29700" y="4346575"/>
            <a:ext cx="2363724" cy="50465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(pronouns)</a:t>
            </a:r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4487B338-D044-4463-E4B7-C740382E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9700" y="4905376"/>
            <a:ext cx="2363724" cy="254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Position / title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26C97FD7-12D4-4A50-F5CF-FA9144C7BC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9700" y="5274480"/>
            <a:ext cx="2363724" cy="1002495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200" b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 or bio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A52C8-2D44-6D60-6E10-B7020A36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9F079-AF58-93B3-C64F-359B26110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A7E3F2A-E245-4470-B0FD-BD5E47E1890B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3A45-16AC-4EB1-489C-37DD301A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719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37E1F2-21C5-4EF7-034F-863A1FA7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4470400" cy="15098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0B248F-E60C-EF6F-E67B-18E9C4AE4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2283608"/>
            <a:ext cx="44704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0544774-89B6-E928-C7DB-4C62F09014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2943030"/>
            <a:ext cx="1651000" cy="981268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744CA5-DA43-852C-4ED6-6F5BA9AF0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51100" y="2943030"/>
            <a:ext cx="1651000" cy="981268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7A67808-DA53-97D4-CD87-DCE5FB9BAE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" y="4114797"/>
            <a:ext cx="1651000" cy="980623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A88B629E-A765-6008-E6E4-91BA2D0A49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51100" y="4114797"/>
            <a:ext cx="1651000" cy="980623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EA8A3EB3-BF83-A36F-EAA1-6919F7A7F6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210300" y="571500"/>
            <a:ext cx="5410200" cy="5715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D58B8-F5C6-AF7B-B5EE-FE1BA15B7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599C5-0F5E-C5EB-47FB-0DC6EFD3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AF3D9-2EF5-95BF-D72C-FCC0A2E84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C43B174-C524-4093-8BF8-E98777F91AA9}" type="datetimeyyyy">
              <a:rPr lang="en-US" smtClean="0"/>
              <a:t>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07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29D9-8EB6-4FB4-8418-1779953A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4470400" cy="1497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0B248F-E60C-EF6F-E67B-18E9C4AE4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2286000"/>
            <a:ext cx="44704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0544774-89B6-E928-C7DB-4C62F09014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4114800"/>
            <a:ext cx="4470400" cy="2171700"/>
          </a:xfrm>
        </p:spPr>
        <p:txBody>
          <a:bodyPr/>
          <a:lstStyle>
            <a:lvl1pPr marL="0" indent="0">
              <a:buNone/>
              <a:defRPr sz="14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EA8A3EB3-BF83-A36F-EAA1-6919F7A7F607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210300" y="571500"/>
            <a:ext cx="5410200" cy="5715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D58B8-F5C6-AF7B-B5EE-FE1BA15B7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AF3D9-2EF5-95BF-D72C-FCC0A2E84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623D960-D293-41E6-A8A3-B3C44C04DBE1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599C5-0F5E-C5EB-47FB-0DC6EFD3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058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B2AB18-C027-F9C0-44AF-60C2A249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0F5F842-5C3D-54CD-F990-11896C740B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1500" y="1752601"/>
            <a:ext cx="11049000" cy="457200"/>
          </a:xfrm>
        </p:spPr>
        <p:txBody>
          <a:bodyPr/>
          <a:lstStyle>
            <a:lvl1pPr marL="0" indent="0">
              <a:buNone/>
              <a:defRPr sz="1200" b="1" cap="all" spc="150" baseline="0">
                <a:solidFill>
                  <a:schemeClr val="accent1"/>
                </a:solidFill>
              </a:defRPr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40F477FE-DE1B-B705-DA9D-CA5D1127C9E2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71498" y="2426972"/>
            <a:ext cx="11049000" cy="2679750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D23B8D11-F0D0-9E49-D780-D95250CB95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5295900"/>
            <a:ext cx="2590800" cy="990599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06435C4E-9CF4-8E6B-07C7-B67C32B834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0900" y="5295900"/>
            <a:ext cx="2590800" cy="990599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2A9E9F2-9991-1F6B-4DDA-F4871CF8C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0300" y="5295900"/>
            <a:ext cx="2590800" cy="990599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C606F0E7-6085-6A74-ED76-8108DFFE19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29699" y="5295900"/>
            <a:ext cx="2590800" cy="990599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200"/>
            </a:lvl2pPr>
            <a:lvl3pPr marL="460375" indent="0">
              <a:buNone/>
              <a:defRPr sz="1200"/>
            </a:lvl3pPr>
            <a:lvl4pPr marL="625475" indent="0">
              <a:buNone/>
              <a:defRPr sz="1200"/>
            </a:lvl4pPr>
            <a:lvl5pPr marL="798513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DE212-F330-FC7D-6D5B-C8DC1F1F1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DFA9B-B82D-4565-0656-280DB1B2F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51FF448-7BD4-4A3C-887C-8315F8261568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C7FC2-9C6E-D8AB-DD0B-79D0E2499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495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E89F-C984-5EC9-C88A-F8A37D1B7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110490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ABBFFFC-4A62-D7DA-D186-A68A2AF381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158420"/>
            <a:ext cx="11049000" cy="40368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3D797-4FB2-4DE2-244F-66B8D169D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A54F-D44C-840B-946D-8F1906CFC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ACD981F-320C-42DF-ABA7-85C0575B7353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0216C-BF44-E98D-DA57-6EC6F458E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DA8972DC-88B1-3220-E576-DCAE491F1082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71500" y="1752600"/>
            <a:ext cx="11049000" cy="45339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1590005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Sto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7E06554-8B2A-F1F4-1E23-A12DC2EAB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24657" y="0"/>
            <a:ext cx="5967344" cy="2441050"/>
          </a:xfrm>
          <a:custGeom>
            <a:avLst/>
            <a:gdLst>
              <a:gd name="connsiteX0" fmla="*/ 0 w 5967344"/>
              <a:gd name="connsiteY0" fmla="*/ 0 h 2441050"/>
              <a:gd name="connsiteX1" fmla="*/ 609304 w 5967344"/>
              <a:gd name="connsiteY1" fmla="*/ 0 h 2441050"/>
              <a:gd name="connsiteX2" fmla="*/ 750541 w 5967344"/>
              <a:gd name="connsiteY2" fmla="*/ 473990 h 2441050"/>
              <a:gd name="connsiteX3" fmla="*/ 1767447 w 5967344"/>
              <a:gd name="connsiteY3" fmla="*/ 1024007 h 2441050"/>
              <a:gd name="connsiteX4" fmla="*/ 4453598 w 5967344"/>
              <a:gd name="connsiteY4" fmla="*/ 223654 h 2441050"/>
              <a:gd name="connsiteX5" fmla="*/ 4453551 w 5967344"/>
              <a:gd name="connsiteY5" fmla="*/ 223585 h 2441050"/>
              <a:gd name="connsiteX6" fmla="*/ 5935514 w 5967344"/>
              <a:gd name="connsiteY6" fmla="*/ 675148 h 2441050"/>
              <a:gd name="connsiteX7" fmla="*/ 5967344 w 5967344"/>
              <a:gd name="connsiteY7" fmla="*/ 717859 h 2441050"/>
              <a:gd name="connsiteX8" fmla="*/ 5967344 w 5967344"/>
              <a:gd name="connsiteY8" fmla="*/ 2441050 h 2441050"/>
              <a:gd name="connsiteX9" fmla="*/ 5637280 w 5967344"/>
              <a:gd name="connsiteY9" fmla="*/ 1333287 h 2441050"/>
              <a:gd name="connsiteX10" fmla="*/ 4620373 w 5967344"/>
              <a:gd name="connsiteY10" fmla="*/ 783269 h 2441050"/>
              <a:gd name="connsiteX11" fmla="*/ 1934203 w 5967344"/>
              <a:gd name="connsiteY11" fmla="*/ 1583655 h 2441050"/>
              <a:gd name="connsiteX12" fmla="*/ 190925 w 5967344"/>
              <a:gd name="connsiteY12" fmla="*/ 640763 h 244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67344" h="2441050">
                <a:moveTo>
                  <a:pt x="0" y="0"/>
                </a:moveTo>
                <a:lnTo>
                  <a:pt x="609304" y="0"/>
                </a:lnTo>
                <a:lnTo>
                  <a:pt x="750541" y="473990"/>
                </a:lnTo>
                <a:cubicBezTo>
                  <a:pt x="879470" y="906687"/>
                  <a:pt x="1334749" y="1152935"/>
                  <a:pt x="1767447" y="1024007"/>
                </a:cubicBezTo>
                <a:lnTo>
                  <a:pt x="4453598" y="223654"/>
                </a:lnTo>
                <a:lnTo>
                  <a:pt x="4453551" y="223585"/>
                </a:lnTo>
                <a:cubicBezTo>
                  <a:pt x="5009885" y="57837"/>
                  <a:pt x="5587992" y="253856"/>
                  <a:pt x="5935514" y="675148"/>
                </a:cubicBezTo>
                <a:lnTo>
                  <a:pt x="5967344" y="717859"/>
                </a:lnTo>
                <a:lnTo>
                  <a:pt x="5967344" y="2441050"/>
                </a:lnTo>
                <a:lnTo>
                  <a:pt x="5637280" y="1333287"/>
                </a:lnTo>
                <a:cubicBezTo>
                  <a:pt x="5508351" y="900588"/>
                  <a:pt x="5053071" y="654340"/>
                  <a:pt x="4620373" y="783269"/>
                </a:cubicBezTo>
                <a:lnTo>
                  <a:pt x="1934203" y="1583655"/>
                </a:lnTo>
                <a:cubicBezTo>
                  <a:pt x="1192424" y="1804652"/>
                  <a:pt x="411939" y="1382510"/>
                  <a:pt x="190925" y="640763"/>
                </a:cubicBezTo>
                <a:close/>
              </a:path>
            </a:pathLst>
          </a:custGeom>
          <a:solidFill>
            <a:srgbClr val="E7EFFF"/>
          </a:solidFill>
        </p:spPr>
        <p:txBody>
          <a:bodyPr wrap="square">
            <a:noAutofit/>
          </a:bodyPr>
          <a:lstStyle>
            <a:lvl1pPr marL="0" indent="0">
              <a:buNone/>
              <a:defRPr sz="5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E4616B2-C2FA-4CA9-E6AC-2DAF205854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499" y="571500"/>
            <a:ext cx="2590801" cy="361950"/>
          </a:xfrm>
        </p:spPr>
        <p:txBody>
          <a:bodyPr/>
          <a:lstStyle>
            <a:lvl1pPr marL="0" indent="0">
              <a:buNone/>
              <a:defRPr sz="1000" b="1"/>
            </a:lvl1pPr>
          </a:lstStyle>
          <a:p>
            <a:r>
              <a:rPr lang="en-US"/>
              <a:t>Click icon to insert client logo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CF535E5E-710C-7CB7-1A56-23F5871885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4818" y="583692"/>
            <a:ext cx="5403684" cy="1489206"/>
          </a:xfrm>
          <a:custGeom>
            <a:avLst/>
            <a:gdLst>
              <a:gd name="connsiteX0" fmla="*/ 0 w 5403684"/>
              <a:gd name="connsiteY0" fmla="*/ 0 h 1572608"/>
              <a:gd name="connsiteX1" fmla="*/ 5141577 w 5403684"/>
              <a:gd name="connsiteY1" fmla="*/ 0 h 1572608"/>
              <a:gd name="connsiteX2" fmla="*/ 5403684 w 5403684"/>
              <a:gd name="connsiteY2" fmla="*/ 262107 h 1572608"/>
              <a:gd name="connsiteX3" fmla="*/ 5403684 w 5403684"/>
              <a:gd name="connsiteY3" fmla="*/ 1572608 h 1572608"/>
              <a:gd name="connsiteX4" fmla="*/ 0 w 5403684"/>
              <a:gd name="connsiteY4" fmla="*/ 1572608 h 157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3684" h="1572608">
                <a:moveTo>
                  <a:pt x="0" y="0"/>
                </a:moveTo>
                <a:lnTo>
                  <a:pt x="5141577" y="0"/>
                </a:lnTo>
                <a:cubicBezTo>
                  <a:pt x="5286335" y="0"/>
                  <a:pt x="5403684" y="117349"/>
                  <a:pt x="5403684" y="262107"/>
                </a:cubicBezTo>
                <a:lnTo>
                  <a:pt x="5403684" y="1572608"/>
                </a:lnTo>
                <a:lnTo>
                  <a:pt x="0" y="157260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8946E-1E61-63FF-CE8A-7801BA52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231650"/>
            <a:ext cx="4699000" cy="8412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85EE684F-811A-48D0-19CC-E99DA92385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1500" y="2933700"/>
            <a:ext cx="4699000" cy="396296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8DDE2F4-F352-152F-C83A-6DE995D418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" y="3618981"/>
            <a:ext cx="4680246" cy="2043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69DE830F-F48B-DDC3-4AC8-190DF5D262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1500" y="5879600"/>
            <a:ext cx="4699000" cy="4069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67610148-7BEF-2C77-A659-FE99E5E60F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434" y="2933700"/>
            <a:ext cx="5403684" cy="396296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0">
            <a:extLst>
              <a:ext uri="{FF2B5EF4-FFF2-40B4-BE49-F238E27FC236}">
                <a16:creationId xmlns:a16="http://schemas.microsoft.com/office/drawing/2014/main" id="{4D7C565C-FB69-81FC-3387-FDBCEF8CF0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0434" y="3570500"/>
            <a:ext cx="1556124" cy="50633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200" b="1">
                <a:solidFill>
                  <a:schemeClr val="accent1"/>
                </a:solidFill>
              </a:defRPr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00253E8-F1B3-656B-7561-20CCCBA2FD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98108" y="4052045"/>
            <a:ext cx="1568450" cy="409438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100"/>
            </a:lvl2pPr>
            <a:lvl3pPr marL="460375" indent="0">
              <a:buNone/>
              <a:defRPr sz="800"/>
            </a:lvl3pPr>
            <a:lvl4pPr marL="625475" indent="0">
              <a:buNone/>
              <a:defRPr sz="800"/>
            </a:lvl4pPr>
            <a:lvl5pPr marL="798513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0">
            <a:extLst>
              <a:ext uri="{FF2B5EF4-FFF2-40B4-BE49-F238E27FC236}">
                <a16:creationId xmlns:a16="http://schemas.microsoft.com/office/drawing/2014/main" id="{93C2E08B-E391-01B0-CF7F-5B9B9CD623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97350" y="3570500"/>
            <a:ext cx="1556124" cy="50633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200" b="1">
                <a:solidFill>
                  <a:schemeClr val="accent1"/>
                </a:solidFill>
              </a:defRPr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C4A198CB-E184-6266-9D43-9BFE575CFED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97350" y="4052045"/>
            <a:ext cx="1568450" cy="409438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100"/>
            </a:lvl2pPr>
            <a:lvl3pPr marL="460375" indent="0">
              <a:buNone/>
              <a:defRPr sz="800"/>
            </a:lvl3pPr>
            <a:lvl4pPr marL="625475" indent="0">
              <a:buNone/>
              <a:defRPr sz="800"/>
            </a:lvl4pPr>
            <a:lvl5pPr marL="798513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30">
            <a:extLst>
              <a:ext uri="{FF2B5EF4-FFF2-40B4-BE49-F238E27FC236}">
                <a16:creationId xmlns:a16="http://schemas.microsoft.com/office/drawing/2014/main" id="{E8698B52-FB70-A72E-D78D-CA176B9E92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96592" y="3570500"/>
            <a:ext cx="1556124" cy="50633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200" b="1">
                <a:solidFill>
                  <a:schemeClr val="accent1"/>
                </a:solidFill>
              </a:defRPr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4915718C-0352-5306-2873-FA4B3CEC05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996592" y="4052045"/>
            <a:ext cx="1568450" cy="409438"/>
          </a:xfrm>
        </p:spPr>
        <p:txBody>
          <a:bodyPr/>
          <a:lstStyle>
            <a:lvl1pPr marL="0" indent="0">
              <a:buNone/>
              <a:defRPr sz="1200"/>
            </a:lvl1pPr>
            <a:lvl2pPr marL="227012" indent="0">
              <a:buNone/>
              <a:defRPr sz="1100"/>
            </a:lvl2pPr>
            <a:lvl3pPr marL="460375" indent="0">
              <a:buNone/>
              <a:defRPr sz="800"/>
            </a:lvl3pPr>
            <a:lvl4pPr marL="625475" indent="0">
              <a:buNone/>
              <a:defRPr sz="800"/>
            </a:lvl4pPr>
            <a:lvl5pPr marL="798513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4A7A2D0C-59FF-6E64-7E59-CB2DD2E4E9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434" y="4813737"/>
            <a:ext cx="3530600" cy="29131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B704EC8-58FF-EF26-C73A-793CB6E991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34113" y="5436843"/>
            <a:ext cx="1622425" cy="849657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8261159-5E0A-9E29-FB01-E298D1EB21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3573" y="5436843"/>
            <a:ext cx="1622425" cy="849657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92698414-2769-0F62-8C6D-677E45CC56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96592" y="4813737"/>
            <a:ext cx="1632246" cy="29131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400" b="1"/>
            </a:lvl1pPr>
            <a:lvl2pPr marL="227012" indent="0">
              <a:buNone/>
              <a:defRPr sz="1400"/>
            </a:lvl2pPr>
            <a:lvl3pPr marL="460375" indent="0">
              <a:buNone/>
              <a:defRPr sz="1400"/>
            </a:lvl3pPr>
            <a:lvl4pPr marL="625475" indent="0">
              <a:buNone/>
              <a:defRPr sz="1400"/>
            </a:lvl4pPr>
            <a:lvl5pPr marL="79851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DB1A218-C29A-46F6-7AF4-00BDBD1315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96592" y="5436843"/>
            <a:ext cx="1622425" cy="849657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E4323-CFF6-B391-006E-9EF76EE21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45217" y="6503670"/>
            <a:ext cx="3566160" cy="137160"/>
          </a:xfrm>
        </p:spPr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0CE59-FD96-EE8E-27DA-A04146B44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DCB7403-3BEC-41FB-8685-4356821C5A54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D4119-12F7-B9E8-8CF0-BABCFDC20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254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Sto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5">
            <a:extLst>
              <a:ext uri="{FF2B5EF4-FFF2-40B4-BE49-F238E27FC236}">
                <a16:creationId xmlns:a16="http://schemas.microsoft.com/office/drawing/2014/main" id="{F59290A7-70C3-BCB6-9242-671EA21CA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499" y="571500"/>
            <a:ext cx="2590801" cy="361950"/>
          </a:xfrm>
        </p:spPr>
        <p:txBody>
          <a:bodyPr/>
          <a:lstStyle>
            <a:lvl1pPr marL="0" indent="0">
              <a:buNone/>
              <a:defRPr sz="1000" b="1"/>
            </a:lvl1pPr>
          </a:lstStyle>
          <a:p>
            <a:r>
              <a:rPr lang="en-US"/>
              <a:t>Click icon to insert client logo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BFB49F6-16B3-E139-059A-7C11BD17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231650"/>
            <a:ext cx="7285037" cy="8371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8AE4E22-5B33-79E7-C09D-EBD831947CE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71500" y="2286000"/>
            <a:ext cx="72898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2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4">
            <a:extLst>
              <a:ext uri="{FF2B5EF4-FFF2-40B4-BE49-F238E27FC236}">
                <a16:creationId xmlns:a16="http://schemas.microsoft.com/office/drawing/2014/main" id="{73BC812E-69B3-4089-6A8B-56A5EEB81F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1497" y="2933700"/>
            <a:ext cx="2580469" cy="2728729"/>
          </a:xfrm>
        </p:spPr>
        <p:txBody>
          <a:bodyPr/>
          <a:lstStyle>
            <a:lvl1pPr marL="114300" indent="-114300">
              <a:spcBef>
                <a:spcPts val="0"/>
              </a:spcBef>
              <a:defRPr sz="1000"/>
            </a:lvl1pPr>
            <a:lvl2pPr marL="342900" indent="-115888">
              <a:spcBef>
                <a:spcPts val="0"/>
              </a:spcBef>
              <a:defRPr sz="1000"/>
            </a:lvl2pPr>
            <a:lvl3pPr marL="571500" indent="-111125">
              <a:spcBef>
                <a:spcPts val="0"/>
              </a:spcBef>
              <a:defRPr sz="1000"/>
            </a:lvl3pPr>
            <a:lvl4pPr marL="747713" indent="-122238">
              <a:spcBef>
                <a:spcPts val="0"/>
              </a:spcBef>
              <a:defRPr sz="1000"/>
            </a:lvl4pPr>
            <a:lvl5pPr marL="914400" indent="-115888">
              <a:spcBef>
                <a:spcPts val="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34">
            <a:extLst>
              <a:ext uri="{FF2B5EF4-FFF2-40B4-BE49-F238E27FC236}">
                <a16:creationId xmlns:a16="http://schemas.microsoft.com/office/drawing/2014/main" id="{94E6D2A2-8162-13F6-769C-E5F56A7809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1499" y="5879600"/>
            <a:ext cx="2580467" cy="406900"/>
          </a:xfrm>
        </p:spPr>
        <p:txBody>
          <a:bodyPr/>
          <a:lstStyle>
            <a:lvl1pPr marL="0" indent="0">
              <a:buNone/>
              <a:defRPr sz="1000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ACDD6796-4F48-7418-E2AA-C8C07F1A14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0898" y="4120154"/>
            <a:ext cx="1651002" cy="19553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000" b="1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42" name="Text Placeholder 44">
            <a:extLst>
              <a:ext uri="{FF2B5EF4-FFF2-40B4-BE49-F238E27FC236}">
                <a16:creationId xmlns:a16="http://schemas.microsoft.com/office/drawing/2014/main" id="{3C51105F-338A-E1AF-3049-2AFD1F66BBF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90900" y="4475720"/>
            <a:ext cx="1651000" cy="1810780"/>
          </a:xfrm>
        </p:spPr>
        <p:txBody>
          <a:bodyPr/>
          <a:lstStyle>
            <a:lvl1pPr marL="114300" indent="-114300">
              <a:spcBef>
                <a:spcPts val="0"/>
              </a:spcBef>
              <a:defRPr sz="1000"/>
            </a:lvl1pPr>
            <a:lvl2pPr marL="342900" indent="-115888">
              <a:spcBef>
                <a:spcPts val="0"/>
              </a:spcBef>
              <a:defRPr sz="1000"/>
            </a:lvl2pPr>
            <a:lvl3pPr marL="571500" indent="-111125">
              <a:spcBef>
                <a:spcPts val="0"/>
              </a:spcBef>
              <a:defRPr sz="1000"/>
            </a:lvl3pPr>
            <a:lvl4pPr marL="747713" indent="-122238">
              <a:spcBef>
                <a:spcPts val="0"/>
              </a:spcBef>
              <a:defRPr sz="1000"/>
            </a:lvl4pPr>
            <a:lvl5pPr marL="914400" indent="-115888">
              <a:spcBef>
                <a:spcPts val="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E07C5E31-361F-AAF7-02FF-F08D52AB59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80833" y="4120154"/>
            <a:ext cx="1640665" cy="19553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000" b="1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Solutions</a:t>
            </a:r>
          </a:p>
        </p:txBody>
      </p:sp>
      <p:sp>
        <p:nvSpPr>
          <p:cNvPr id="43" name="Text Placeholder 44">
            <a:extLst>
              <a:ext uri="{FF2B5EF4-FFF2-40B4-BE49-F238E27FC236}">
                <a16:creationId xmlns:a16="http://schemas.microsoft.com/office/drawing/2014/main" id="{1D47B2D7-00E0-B307-8968-8B1BBB9A731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280833" y="4475720"/>
            <a:ext cx="1640665" cy="1810780"/>
          </a:xfrm>
        </p:spPr>
        <p:txBody>
          <a:bodyPr/>
          <a:lstStyle>
            <a:lvl1pPr marL="114300" indent="-114300">
              <a:spcBef>
                <a:spcPts val="0"/>
              </a:spcBef>
              <a:defRPr sz="1000"/>
            </a:lvl1pPr>
            <a:lvl2pPr marL="342900" indent="-115888">
              <a:spcBef>
                <a:spcPts val="0"/>
              </a:spcBef>
              <a:defRPr sz="1000"/>
            </a:lvl2pPr>
            <a:lvl3pPr marL="571500" indent="-111125">
              <a:spcBef>
                <a:spcPts val="0"/>
              </a:spcBef>
              <a:defRPr sz="1000"/>
            </a:lvl3pPr>
            <a:lvl4pPr marL="747713" indent="-122238">
              <a:spcBef>
                <a:spcPts val="0"/>
              </a:spcBef>
              <a:defRPr sz="1000"/>
            </a:lvl4pPr>
            <a:lvl5pPr marL="914400" indent="-115888">
              <a:spcBef>
                <a:spcPts val="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34">
            <a:extLst>
              <a:ext uri="{FF2B5EF4-FFF2-40B4-BE49-F238E27FC236}">
                <a16:creationId xmlns:a16="http://schemas.microsoft.com/office/drawing/2014/main" id="{6F11AF7D-BDD0-BFDF-381B-A735A532C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60431" y="4120154"/>
            <a:ext cx="929469" cy="19553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000" b="1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Platforms</a:t>
            </a:r>
          </a:p>
        </p:txBody>
      </p:sp>
      <p:sp>
        <p:nvSpPr>
          <p:cNvPr id="44" name="Text Placeholder 44">
            <a:extLst>
              <a:ext uri="{FF2B5EF4-FFF2-40B4-BE49-F238E27FC236}">
                <a16:creationId xmlns:a16="http://schemas.microsoft.com/office/drawing/2014/main" id="{2ECA239D-3E9B-FCA2-9CB4-5381EB0158C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160431" y="4475720"/>
            <a:ext cx="929469" cy="1810780"/>
          </a:xfrm>
        </p:spPr>
        <p:txBody>
          <a:bodyPr/>
          <a:lstStyle>
            <a:lvl1pPr marL="114300" indent="-114300">
              <a:spcBef>
                <a:spcPts val="0"/>
              </a:spcBef>
              <a:defRPr sz="1000"/>
            </a:lvl1pPr>
            <a:lvl2pPr marL="342900" indent="-115888">
              <a:spcBef>
                <a:spcPts val="0"/>
              </a:spcBef>
              <a:defRPr sz="1000"/>
            </a:lvl2pPr>
            <a:lvl3pPr marL="571500" indent="-111125">
              <a:spcBef>
                <a:spcPts val="0"/>
              </a:spcBef>
              <a:defRPr sz="1000"/>
            </a:lvl3pPr>
            <a:lvl4pPr marL="747713" indent="-122238">
              <a:spcBef>
                <a:spcPts val="0"/>
              </a:spcBef>
              <a:defRPr sz="1000"/>
            </a:lvl4pPr>
            <a:lvl5pPr marL="914400" indent="-115888">
              <a:spcBef>
                <a:spcPts val="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B9BF247E-8504-5753-EE74-89AEB4906F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29700" y="0"/>
            <a:ext cx="3162300" cy="6858000"/>
          </a:xfrm>
          <a:custGeom>
            <a:avLst/>
            <a:gdLst>
              <a:gd name="connsiteX0" fmla="*/ 727770 w 3162300"/>
              <a:gd name="connsiteY0" fmla="*/ 0 h 6858000"/>
              <a:gd name="connsiteX1" fmla="*/ 3162300 w 3162300"/>
              <a:gd name="connsiteY1" fmla="*/ 0 h 6858000"/>
              <a:gd name="connsiteX2" fmla="*/ 3162300 w 3162300"/>
              <a:gd name="connsiteY2" fmla="*/ 6858000 h 6858000"/>
              <a:gd name="connsiteX3" fmla="*/ 0 w 3162300"/>
              <a:gd name="connsiteY3" fmla="*/ 6858000 h 6858000"/>
              <a:gd name="connsiteX4" fmla="*/ 0 w 3162300"/>
              <a:gd name="connsiteY4" fmla="*/ 727733 h 6858000"/>
              <a:gd name="connsiteX5" fmla="*/ 3755 w 3162300"/>
              <a:gd name="connsiteY5" fmla="*/ 653362 h 6858000"/>
              <a:gd name="connsiteX6" fmla="*/ 727770 w 31623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2300" h="6858000">
                <a:moveTo>
                  <a:pt x="727770" y="0"/>
                </a:moveTo>
                <a:lnTo>
                  <a:pt x="3162300" y="0"/>
                </a:lnTo>
                <a:lnTo>
                  <a:pt x="3162300" y="6858000"/>
                </a:lnTo>
                <a:lnTo>
                  <a:pt x="0" y="6858000"/>
                </a:lnTo>
                <a:lnTo>
                  <a:pt x="0" y="727733"/>
                </a:lnTo>
                <a:lnTo>
                  <a:pt x="3755" y="653362"/>
                </a:lnTo>
                <a:cubicBezTo>
                  <a:pt x="41025" y="286379"/>
                  <a:pt x="350954" y="0"/>
                  <a:pt x="72777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36C98-D224-33A5-CA57-A6B814AF2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8ABE0-084B-6499-BF82-44BC2D531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B13694-B473-4F5E-AED6-34957C909A7E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CA947-6913-4ED0-3265-B85B85E3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33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Sto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CB0EF8-9739-A055-6227-C4FEE56D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08325" y="3247404"/>
            <a:ext cx="2819400" cy="0"/>
          </a:xfrm>
          <a:prstGeom prst="line">
            <a:avLst/>
          </a:prstGeom>
          <a:ln w="9525" cap="flat">
            <a:solidFill>
              <a:schemeClr val="bg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D55FC2-FC25-1311-881D-EDCDC483E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2104" y="3247404"/>
            <a:ext cx="2819400" cy="0"/>
          </a:xfrm>
          <a:prstGeom prst="line">
            <a:avLst/>
          </a:prstGeom>
          <a:ln w="9525" cap="flat">
            <a:solidFill>
              <a:schemeClr val="bg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696873-FEE2-1010-2D15-2DBB91737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117" y="3247404"/>
            <a:ext cx="2819400" cy="0"/>
          </a:xfrm>
          <a:prstGeom prst="line">
            <a:avLst/>
          </a:prstGeom>
          <a:ln w="9525" cap="flat">
            <a:solidFill>
              <a:schemeClr val="bg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D2A5FE9-2E1A-216D-06E0-296FEF7A7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114" y="3247404"/>
            <a:ext cx="2819400" cy="0"/>
          </a:xfrm>
          <a:prstGeom prst="line">
            <a:avLst/>
          </a:prstGeom>
          <a:ln w="9525" cap="flat">
            <a:solidFill>
              <a:schemeClr val="bg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F5297918-2D87-A118-7987-B9798671E8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499" y="571500"/>
            <a:ext cx="2590801" cy="361950"/>
          </a:xfrm>
        </p:spPr>
        <p:txBody>
          <a:bodyPr/>
          <a:lstStyle>
            <a:lvl1pPr marL="0" indent="0">
              <a:buNone/>
              <a:defRPr sz="1000" b="1"/>
            </a:lvl1pPr>
          </a:lstStyle>
          <a:p>
            <a:r>
              <a:rPr lang="en-US"/>
              <a:t>Click icon to insert client logo</a:t>
            </a:r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13B4D4E1-343E-CB7D-C5C7-EF29CD8A7C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4818" y="583692"/>
            <a:ext cx="5403684" cy="1489882"/>
          </a:xfrm>
          <a:custGeom>
            <a:avLst/>
            <a:gdLst>
              <a:gd name="connsiteX0" fmla="*/ 0 w 5403684"/>
              <a:gd name="connsiteY0" fmla="*/ 0 h 1572608"/>
              <a:gd name="connsiteX1" fmla="*/ 5141577 w 5403684"/>
              <a:gd name="connsiteY1" fmla="*/ 0 h 1572608"/>
              <a:gd name="connsiteX2" fmla="*/ 5403684 w 5403684"/>
              <a:gd name="connsiteY2" fmla="*/ 262107 h 1572608"/>
              <a:gd name="connsiteX3" fmla="*/ 5403684 w 5403684"/>
              <a:gd name="connsiteY3" fmla="*/ 1572608 h 1572608"/>
              <a:gd name="connsiteX4" fmla="*/ 0 w 5403684"/>
              <a:gd name="connsiteY4" fmla="*/ 1572608 h 157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3684" h="1572608">
                <a:moveTo>
                  <a:pt x="0" y="0"/>
                </a:moveTo>
                <a:lnTo>
                  <a:pt x="5141577" y="0"/>
                </a:lnTo>
                <a:cubicBezTo>
                  <a:pt x="5286335" y="0"/>
                  <a:pt x="5403684" y="117349"/>
                  <a:pt x="5403684" y="262107"/>
                </a:cubicBezTo>
                <a:lnTo>
                  <a:pt x="5403684" y="1572608"/>
                </a:lnTo>
                <a:lnTo>
                  <a:pt x="0" y="157260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52ABCF0-0F8D-82C1-53AA-ED3504C63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232328"/>
            <a:ext cx="4699001" cy="8412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D7FD1ED-F16A-B697-16F7-D41D3060C30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71500" y="2286000"/>
            <a:ext cx="4699000" cy="457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400"/>
            </a:lvl1pPr>
            <a:lvl2pPr marL="227012" indent="0">
              <a:buNone/>
              <a:defRPr/>
            </a:lvl2pPr>
            <a:lvl3pPr marL="460375" indent="0">
              <a:buNone/>
              <a:defRPr/>
            </a:lvl3pPr>
            <a:lvl4pPr marL="625475" indent="0">
              <a:buNone/>
              <a:defRPr/>
            </a:lvl4pPr>
            <a:lvl5pPr marL="7985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4">
            <a:extLst>
              <a:ext uri="{FF2B5EF4-FFF2-40B4-BE49-F238E27FC236}">
                <a16:creationId xmlns:a16="http://schemas.microsoft.com/office/drawing/2014/main" id="{4E47228C-5915-0FE3-0377-2D713CBC73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500" y="2955624"/>
            <a:ext cx="2814017" cy="19553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000" b="1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Why</a:t>
            </a:r>
          </a:p>
        </p:txBody>
      </p:sp>
      <p:sp>
        <p:nvSpPr>
          <p:cNvPr id="35" name="Text Placeholder 44">
            <a:extLst>
              <a:ext uri="{FF2B5EF4-FFF2-40B4-BE49-F238E27FC236}">
                <a16:creationId xmlns:a16="http://schemas.microsoft.com/office/drawing/2014/main" id="{625A3377-53FB-6855-BDCA-183857C094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1497" y="3329837"/>
            <a:ext cx="2814017" cy="2332591"/>
          </a:xfrm>
        </p:spPr>
        <p:txBody>
          <a:bodyPr/>
          <a:lstStyle>
            <a:lvl1pPr marL="114300" indent="-114300">
              <a:spcBef>
                <a:spcPts val="0"/>
              </a:spcBef>
              <a:defRPr sz="1000"/>
            </a:lvl1pPr>
            <a:lvl2pPr marL="342900" indent="-115888">
              <a:spcBef>
                <a:spcPts val="0"/>
              </a:spcBef>
              <a:defRPr sz="1000"/>
            </a:lvl2pPr>
            <a:lvl3pPr marL="571500" indent="-111125">
              <a:spcBef>
                <a:spcPts val="0"/>
              </a:spcBef>
              <a:defRPr sz="1000"/>
            </a:lvl3pPr>
            <a:lvl4pPr marL="747713" indent="-122238">
              <a:spcBef>
                <a:spcPts val="0"/>
              </a:spcBef>
              <a:defRPr sz="1000"/>
            </a:lvl4pPr>
            <a:lvl5pPr marL="914400" indent="-115888">
              <a:spcBef>
                <a:spcPts val="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DCFEDDC6-F8EC-0D1A-7A95-4857D03A9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7317" y="2955624"/>
            <a:ext cx="2814017" cy="19553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000" b="1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What</a:t>
            </a:r>
          </a:p>
        </p:txBody>
      </p:sp>
      <p:sp>
        <p:nvSpPr>
          <p:cNvPr id="37" name="Text Placeholder 44">
            <a:extLst>
              <a:ext uri="{FF2B5EF4-FFF2-40B4-BE49-F238E27FC236}">
                <a16:creationId xmlns:a16="http://schemas.microsoft.com/office/drawing/2014/main" id="{95D00069-6290-0029-DA84-7D4F4C20138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37317" y="3329838"/>
            <a:ext cx="2814017" cy="2956662"/>
          </a:xfrm>
        </p:spPr>
        <p:txBody>
          <a:bodyPr/>
          <a:lstStyle>
            <a:lvl1pPr marL="114300" indent="-114300">
              <a:spcBef>
                <a:spcPts val="0"/>
              </a:spcBef>
              <a:defRPr sz="1000"/>
            </a:lvl1pPr>
            <a:lvl2pPr marL="342900" indent="-115888">
              <a:spcBef>
                <a:spcPts val="0"/>
              </a:spcBef>
              <a:defRPr sz="1000"/>
            </a:lvl2pPr>
            <a:lvl3pPr marL="571500" indent="-111125">
              <a:spcBef>
                <a:spcPts val="0"/>
              </a:spcBef>
              <a:defRPr sz="1000"/>
            </a:lvl3pPr>
            <a:lvl4pPr marL="747713" indent="-122238">
              <a:spcBef>
                <a:spcPts val="0"/>
              </a:spcBef>
              <a:defRPr sz="1000"/>
            </a:lvl4pPr>
            <a:lvl5pPr marL="914400" indent="-115888">
              <a:spcBef>
                <a:spcPts val="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34">
            <a:extLst>
              <a:ext uri="{FF2B5EF4-FFF2-40B4-BE49-F238E27FC236}">
                <a16:creationId xmlns:a16="http://schemas.microsoft.com/office/drawing/2014/main" id="{99E42E70-6B26-F41D-4C4C-973CF011A7C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98994" y="2955624"/>
            <a:ext cx="2814017" cy="19553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000" b="1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Wow</a:t>
            </a:r>
          </a:p>
        </p:txBody>
      </p:sp>
      <p:sp>
        <p:nvSpPr>
          <p:cNvPr id="38" name="Text Placeholder 44">
            <a:extLst>
              <a:ext uri="{FF2B5EF4-FFF2-40B4-BE49-F238E27FC236}">
                <a16:creationId xmlns:a16="http://schemas.microsoft.com/office/drawing/2014/main" id="{5F1C306B-6778-A862-057F-A596F570832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98994" y="3329838"/>
            <a:ext cx="2814017" cy="2956662"/>
          </a:xfrm>
        </p:spPr>
        <p:txBody>
          <a:bodyPr/>
          <a:lstStyle>
            <a:lvl1pPr marL="114300" indent="-114300">
              <a:spcBef>
                <a:spcPts val="0"/>
              </a:spcBef>
              <a:defRPr sz="1000"/>
            </a:lvl1pPr>
            <a:lvl2pPr marL="342900" indent="-115888">
              <a:spcBef>
                <a:spcPts val="0"/>
              </a:spcBef>
              <a:defRPr sz="1000"/>
            </a:lvl2pPr>
            <a:lvl3pPr marL="571500" indent="-111125">
              <a:spcBef>
                <a:spcPts val="0"/>
              </a:spcBef>
              <a:defRPr sz="1000"/>
            </a:lvl3pPr>
            <a:lvl4pPr marL="747713" indent="-122238">
              <a:spcBef>
                <a:spcPts val="0"/>
              </a:spcBef>
              <a:defRPr sz="1000"/>
            </a:lvl4pPr>
            <a:lvl5pPr marL="914400" indent="-115888">
              <a:spcBef>
                <a:spcPts val="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C41AABE2-EE86-8EE5-B351-2F0D94AC11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1500" y="5879600"/>
            <a:ext cx="2231134" cy="406900"/>
          </a:xfrm>
        </p:spPr>
        <p:txBody>
          <a:bodyPr/>
          <a:lstStyle>
            <a:lvl1pPr marL="0" indent="0">
              <a:buNone/>
              <a:defRPr sz="1000"/>
            </a:lvl1pPr>
            <a:lvl2pPr marL="227012" indent="0">
              <a:buNone/>
              <a:defRPr sz="900"/>
            </a:lvl2pPr>
            <a:lvl3pPr marL="460375" indent="0">
              <a:buNone/>
              <a:defRPr sz="900"/>
            </a:lvl3pPr>
            <a:lvl4pPr marL="625475" indent="0">
              <a:buNone/>
              <a:defRPr sz="900"/>
            </a:lvl4pPr>
            <a:lvl5pPr marL="798513" indent="0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5BED6-89F2-2FE6-C8BB-DCF2CF860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03584-C487-B34F-2B5C-F9A9969C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99E96F2-1A31-48EF-9DB9-7D559E5AC5CD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FD26E-5268-A28D-B7DC-884BB2EB8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097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4F88508-6093-78DA-EC40-1090B8A18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1" y="571500"/>
            <a:ext cx="1865376" cy="1865376"/>
          </a:xfrm>
          <a:custGeom>
            <a:avLst/>
            <a:gdLst>
              <a:gd name="connsiteX0" fmla="*/ 0 w 1651000"/>
              <a:gd name="connsiteY0" fmla="*/ 0 h 1373005"/>
              <a:gd name="connsiteX1" fmla="*/ 1651000 w 1651000"/>
              <a:gd name="connsiteY1" fmla="*/ 0 h 1373005"/>
              <a:gd name="connsiteX2" fmla="*/ 1651000 w 1651000"/>
              <a:gd name="connsiteY2" fmla="*/ 1144166 h 1373005"/>
              <a:gd name="connsiteX3" fmla="*/ 1422161 w 1651000"/>
              <a:gd name="connsiteY3" fmla="*/ 1373005 h 1373005"/>
              <a:gd name="connsiteX4" fmla="*/ 0 w 1651000"/>
              <a:gd name="connsiteY4" fmla="*/ 1373005 h 1373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1000" h="1373005">
                <a:moveTo>
                  <a:pt x="0" y="0"/>
                </a:moveTo>
                <a:lnTo>
                  <a:pt x="1651000" y="0"/>
                </a:lnTo>
                <a:lnTo>
                  <a:pt x="1651000" y="1144166"/>
                </a:lnTo>
                <a:cubicBezTo>
                  <a:pt x="1651000" y="1270550"/>
                  <a:pt x="1548545" y="1373005"/>
                  <a:pt x="1422161" y="1373005"/>
                </a:cubicBezTo>
                <a:lnTo>
                  <a:pt x="0" y="137300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8F380C-D9F2-AC7E-CC4B-ACF105A8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9969499" y="1377682"/>
            <a:ext cx="1651000" cy="0"/>
          </a:xfrm>
          <a:prstGeom prst="line">
            <a:avLst/>
          </a:prstGeom>
          <a:ln w="9525" cap="flat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2DB5DF-F1EF-1BD1-2308-31D13FF94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5272527" y="1374871"/>
            <a:ext cx="3766445" cy="1"/>
          </a:xfrm>
          <a:prstGeom prst="line">
            <a:avLst/>
          </a:prstGeom>
          <a:ln w="9525" cap="flat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E54A77A-3D12-63EA-66F3-ED1B38503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3" y="2741195"/>
            <a:ext cx="3740914" cy="9906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188EF8E-2193-0355-E7DC-3D4D323EB2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3924297"/>
            <a:ext cx="3740914" cy="21716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A1F67B3-9AE4-394F-690C-1A721AF84F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2527" y="571500"/>
            <a:ext cx="3757173" cy="622028"/>
          </a:xfrm>
        </p:spPr>
        <p:txBody>
          <a:bodyPr anchor="b"/>
          <a:lstStyle>
            <a:lvl1pPr marL="0" indent="0">
              <a:buNone/>
              <a:defRPr sz="1200" b="1" cap="all" spc="150" baseline="0">
                <a:solidFill>
                  <a:schemeClr val="accent1"/>
                </a:solidFill>
              </a:defRPr>
            </a:lvl1pPr>
            <a:lvl2pPr marL="227012" indent="0">
              <a:buNone/>
              <a:defRPr/>
            </a:lvl2pPr>
          </a:lstStyle>
          <a:p>
            <a:pPr lvl="0"/>
            <a:r>
              <a:rPr lang="en-US"/>
              <a:t>Relevant experience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406DB24-9BAB-801B-17BA-45ECF4C90F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73675" y="1562100"/>
            <a:ext cx="3765297" cy="4533896"/>
          </a:xfrm>
        </p:spPr>
        <p:txBody>
          <a:bodyPr/>
          <a:lstStyle>
            <a:lvl1pPr marL="120650" indent="-120650">
              <a:defRPr sz="1000"/>
            </a:lvl1pPr>
            <a:lvl2pPr marL="403225" indent="-176213"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44272DFB-858B-3160-31AA-2576675565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84258" y="571500"/>
            <a:ext cx="1620267" cy="622022"/>
          </a:xfrm>
        </p:spPr>
        <p:txBody>
          <a:bodyPr anchor="b"/>
          <a:lstStyle>
            <a:lvl1pPr marL="0" indent="0">
              <a:buNone/>
              <a:defRPr sz="1200" b="1" cap="all" spc="150" baseline="0">
                <a:solidFill>
                  <a:schemeClr val="accent1"/>
                </a:solidFill>
              </a:defRPr>
            </a:lvl1pPr>
            <a:lvl2pPr marL="227012" indent="0">
              <a:buNone/>
              <a:defRPr/>
            </a:lvl2pPr>
          </a:lstStyle>
          <a:p>
            <a:pPr lvl="0"/>
            <a:r>
              <a:rPr lang="en-US"/>
              <a:t>Skills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4CD92990-27E5-6EF1-B05C-48005CB63B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84258" y="1562100"/>
            <a:ext cx="1620267" cy="4533896"/>
          </a:xfrm>
        </p:spPr>
        <p:txBody>
          <a:bodyPr/>
          <a:lstStyle>
            <a:lvl1pPr marL="120650" indent="-120650">
              <a:defRPr sz="1000"/>
            </a:lvl1pPr>
            <a:lvl2pPr marL="403225" indent="-176213"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91D87-AF4A-FFD7-017B-CA0304C1C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02595-FEAC-6B1C-4520-58B29666C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A25A080-1792-4392-BE38-5E620E52C462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82E6F-431A-7665-4546-3ED0A1E01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431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image w/ squ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3C273D-5BD8-E7E1-85A0-178676E45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6000" cy="3562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D098AB90-6E8A-85D3-32C9-317E798AFD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82700" y="557170"/>
            <a:ext cx="3759200" cy="49501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 cap="all" spc="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AAD0F4C-FFBB-CC2D-83A4-15B4162647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2700" y="1235034"/>
            <a:ext cx="3759200" cy="1508166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97F2D4D-AB7F-7B88-CCF6-E5F697F5CA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102395" cy="3429000"/>
          </a:xfrm>
          <a:custGeom>
            <a:avLst/>
            <a:gdLst>
              <a:gd name="connsiteX0" fmla="*/ 0 w 6121605"/>
              <a:gd name="connsiteY0" fmla="*/ 0 h 3429000"/>
              <a:gd name="connsiteX1" fmla="*/ 6121605 w 6121605"/>
              <a:gd name="connsiteY1" fmla="*/ 0 h 3429000"/>
              <a:gd name="connsiteX2" fmla="*/ 6121605 w 6121605"/>
              <a:gd name="connsiteY2" fmla="*/ 2857489 h 3429000"/>
              <a:gd name="connsiteX3" fmla="*/ 5548895 w 6121605"/>
              <a:gd name="connsiteY3" fmla="*/ 3429000 h 3429000"/>
              <a:gd name="connsiteX4" fmla="*/ 0 w 6121605"/>
              <a:gd name="connsiteY4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605" h="3429000">
                <a:moveTo>
                  <a:pt x="0" y="0"/>
                </a:moveTo>
                <a:lnTo>
                  <a:pt x="6121605" y="0"/>
                </a:lnTo>
                <a:lnTo>
                  <a:pt x="6121605" y="2857489"/>
                </a:lnTo>
                <a:cubicBezTo>
                  <a:pt x="6121605" y="3173126"/>
                  <a:pt x="5865194" y="3429000"/>
                  <a:pt x="5548895" y="3429000"/>
                </a:cubicBez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409D05-3C98-D050-0D6F-2A2628CDF1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6096000" cy="343693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D365ABC-5996-98B8-0B33-725C6CAD58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50100" y="4114800"/>
            <a:ext cx="3759200" cy="292165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200" b="1" cap="all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1D26A1B-AE8E-5DFA-85FE-D7D5C971C9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0100" y="4589811"/>
            <a:ext cx="3759200" cy="1696687"/>
          </a:xfr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9148D-2336-4FD5-7678-BEC7A9C26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45217" y="6503670"/>
            <a:ext cx="4023360" cy="137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4A5D-BF91-532F-80BF-59D69DE99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09F21D-86C0-48B1-8956-21A994161978}" type="datetimeyyyy">
              <a:rPr lang="en-US" smtClean="0"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0DC17-FAF7-CEE9-ACB8-56A8FF40F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7E377AD8-A33C-6129-93D3-533202357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>
          <a:xfrm>
            <a:off x="576072" y="6473952"/>
            <a:ext cx="562041" cy="146304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C82ECBB-508A-C0BD-C854-09FC9EE69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98448" y="6539765"/>
            <a:ext cx="79604" cy="78785"/>
          </a:xfrm>
          <a:custGeom>
            <a:avLst/>
            <a:gdLst>
              <a:gd name="connsiteX0" fmla="*/ 40876 w 79604"/>
              <a:gd name="connsiteY0" fmla="*/ 15295 h 78785"/>
              <a:gd name="connsiteX1" fmla="*/ 50545 w 79604"/>
              <a:gd name="connsiteY1" fmla="*/ 17495 h 78785"/>
              <a:gd name="connsiteX2" fmla="*/ 57810 w 79604"/>
              <a:gd name="connsiteY2" fmla="*/ 23583 h 78785"/>
              <a:gd name="connsiteX3" fmla="*/ 52387 w 79604"/>
              <a:gd name="connsiteY3" fmla="*/ 27778 h 78785"/>
              <a:gd name="connsiteX4" fmla="*/ 47808 w 79604"/>
              <a:gd name="connsiteY4" fmla="*/ 23532 h 78785"/>
              <a:gd name="connsiteX5" fmla="*/ 41081 w 79604"/>
              <a:gd name="connsiteY5" fmla="*/ 21588 h 78785"/>
              <a:gd name="connsiteX6" fmla="*/ 34098 w 79604"/>
              <a:gd name="connsiteY6" fmla="*/ 22995 h 78785"/>
              <a:gd name="connsiteX7" fmla="*/ 28854 w 79604"/>
              <a:gd name="connsiteY7" fmla="*/ 26806 h 78785"/>
              <a:gd name="connsiteX8" fmla="*/ 25554 w 79604"/>
              <a:gd name="connsiteY8" fmla="*/ 32306 h 78785"/>
              <a:gd name="connsiteX9" fmla="*/ 24403 w 79604"/>
              <a:gd name="connsiteY9" fmla="*/ 38880 h 78785"/>
              <a:gd name="connsiteX10" fmla="*/ 25503 w 79604"/>
              <a:gd name="connsiteY10" fmla="*/ 45454 h 78785"/>
              <a:gd name="connsiteX11" fmla="*/ 28751 w 79604"/>
              <a:gd name="connsiteY11" fmla="*/ 51005 h 78785"/>
              <a:gd name="connsiteX12" fmla="*/ 33944 w 79604"/>
              <a:gd name="connsiteY12" fmla="*/ 54842 h 78785"/>
              <a:gd name="connsiteX13" fmla="*/ 40876 w 79604"/>
              <a:gd name="connsiteY13" fmla="*/ 56274 h 78785"/>
              <a:gd name="connsiteX14" fmla="*/ 47450 w 79604"/>
              <a:gd name="connsiteY14" fmla="*/ 54688 h 78785"/>
              <a:gd name="connsiteX15" fmla="*/ 53206 w 79604"/>
              <a:gd name="connsiteY15" fmla="*/ 49470 h 78785"/>
              <a:gd name="connsiteX16" fmla="*/ 58680 w 79604"/>
              <a:gd name="connsiteY16" fmla="*/ 53000 h 78785"/>
              <a:gd name="connsiteX17" fmla="*/ 51671 w 79604"/>
              <a:gd name="connsiteY17" fmla="*/ 59727 h 78785"/>
              <a:gd name="connsiteX18" fmla="*/ 40876 w 79604"/>
              <a:gd name="connsiteY18" fmla="*/ 62567 h 78785"/>
              <a:gd name="connsiteX19" fmla="*/ 31360 w 79604"/>
              <a:gd name="connsiteY19" fmla="*/ 60776 h 78785"/>
              <a:gd name="connsiteX20" fmla="*/ 23866 w 79604"/>
              <a:gd name="connsiteY20" fmla="*/ 55839 h 78785"/>
              <a:gd name="connsiteX21" fmla="*/ 18954 w 79604"/>
              <a:gd name="connsiteY21" fmla="*/ 48344 h 78785"/>
              <a:gd name="connsiteX22" fmla="*/ 17189 w 79604"/>
              <a:gd name="connsiteY22" fmla="*/ 38880 h 78785"/>
              <a:gd name="connsiteX23" fmla="*/ 18954 w 79604"/>
              <a:gd name="connsiteY23" fmla="*/ 29415 h 78785"/>
              <a:gd name="connsiteX24" fmla="*/ 23866 w 79604"/>
              <a:gd name="connsiteY24" fmla="*/ 21997 h 78785"/>
              <a:gd name="connsiteX25" fmla="*/ 31360 w 79604"/>
              <a:gd name="connsiteY25" fmla="*/ 17086 h 78785"/>
              <a:gd name="connsiteX26" fmla="*/ 40876 w 79604"/>
              <a:gd name="connsiteY26" fmla="*/ 15295 h 78785"/>
              <a:gd name="connsiteX27" fmla="*/ 39904 w 79604"/>
              <a:gd name="connsiteY27" fmla="*/ 5883 h 78785"/>
              <a:gd name="connsiteX28" fmla="*/ 26858 w 79604"/>
              <a:gd name="connsiteY28" fmla="*/ 8543 h 78785"/>
              <a:gd name="connsiteX29" fmla="*/ 16166 w 79604"/>
              <a:gd name="connsiteY29" fmla="*/ 15757 h 78785"/>
              <a:gd name="connsiteX30" fmla="*/ 8953 w 79604"/>
              <a:gd name="connsiteY30" fmla="*/ 26449 h 78785"/>
              <a:gd name="connsiteX31" fmla="*/ 6292 w 79604"/>
              <a:gd name="connsiteY31" fmla="*/ 39495 h 78785"/>
              <a:gd name="connsiteX32" fmla="*/ 8953 w 79604"/>
              <a:gd name="connsiteY32" fmla="*/ 52489 h 78785"/>
              <a:gd name="connsiteX33" fmla="*/ 16166 w 79604"/>
              <a:gd name="connsiteY33" fmla="*/ 63131 h 78785"/>
              <a:gd name="connsiteX34" fmla="*/ 26858 w 79604"/>
              <a:gd name="connsiteY34" fmla="*/ 70293 h 78785"/>
              <a:gd name="connsiteX35" fmla="*/ 39904 w 79604"/>
              <a:gd name="connsiteY35" fmla="*/ 72902 h 78785"/>
              <a:gd name="connsiteX36" fmla="*/ 52899 w 79604"/>
              <a:gd name="connsiteY36" fmla="*/ 70293 h 78785"/>
              <a:gd name="connsiteX37" fmla="*/ 63540 w 79604"/>
              <a:gd name="connsiteY37" fmla="*/ 63131 h 78785"/>
              <a:gd name="connsiteX38" fmla="*/ 70728 w 79604"/>
              <a:gd name="connsiteY38" fmla="*/ 52489 h 78785"/>
              <a:gd name="connsiteX39" fmla="*/ 73363 w 79604"/>
              <a:gd name="connsiteY39" fmla="*/ 39495 h 78785"/>
              <a:gd name="connsiteX40" fmla="*/ 70728 w 79604"/>
              <a:gd name="connsiteY40" fmla="*/ 26449 h 78785"/>
              <a:gd name="connsiteX41" fmla="*/ 63540 w 79604"/>
              <a:gd name="connsiteY41" fmla="*/ 15757 h 78785"/>
              <a:gd name="connsiteX42" fmla="*/ 52899 w 79604"/>
              <a:gd name="connsiteY42" fmla="*/ 8543 h 78785"/>
              <a:gd name="connsiteX43" fmla="*/ 39904 w 79604"/>
              <a:gd name="connsiteY43" fmla="*/ 5883 h 78785"/>
              <a:gd name="connsiteX44" fmla="*/ 39904 w 79604"/>
              <a:gd name="connsiteY44" fmla="*/ 0 h 78785"/>
              <a:gd name="connsiteX45" fmla="*/ 55329 w 79604"/>
              <a:gd name="connsiteY45" fmla="*/ 3095 h 78785"/>
              <a:gd name="connsiteX46" fmla="*/ 67965 w 79604"/>
              <a:gd name="connsiteY46" fmla="*/ 11536 h 78785"/>
              <a:gd name="connsiteX47" fmla="*/ 76483 w 79604"/>
              <a:gd name="connsiteY47" fmla="*/ 24045 h 78785"/>
              <a:gd name="connsiteX48" fmla="*/ 79604 w 79604"/>
              <a:gd name="connsiteY48" fmla="*/ 39495 h 78785"/>
              <a:gd name="connsiteX49" fmla="*/ 76483 w 79604"/>
              <a:gd name="connsiteY49" fmla="*/ 54843 h 78785"/>
              <a:gd name="connsiteX50" fmla="*/ 67965 w 79604"/>
              <a:gd name="connsiteY50" fmla="*/ 67351 h 78785"/>
              <a:gd name="connsiteX51" fmla="*/ 55329 w 79604"/>
              <a:gd name="connsiteY51" fmla="*/ 75741 h 78785"/>
              <a:gd name="connsiteX52" fmla="*/ 39904 w 79604"/>
              <a:gd name="connsiteY52" fmla="*/ 78785 h 78785"/>
              <a:gd name="connsiteX53" fmla="*/ 24352 w 79604"/>
              <a:gd name="connsiteY53" fmla="*/ 75741 h 78785"/>
              <a:gd name="connsiteX54" fmla="*/ 11690 w 79604"/>
              <a:gd name="connsiteY54" fmla="*/ 67351 h 78785"/>
              <a:gd name="connsiteX55" fmla="*/ 3146 w 79604"/>
              <a:gd name="connsiteY55" fmla="*/ 54843 h 78785"/>
              <a:gd name="connsiteX56" fmla="*/ 0 w 79604"/>
              <a:gd name="connsiteY56" fmla="*/ 39495 h 78785"/>
              <a:gd name="connsiteX57" fmla="*/ 3146 w 79604"/>
              <a:gd name="connsiteY57" fmla="*/ 24045 h 78785"/>
              <a:gd name="connsiteX58" fmla="*/ 11690 w 79604"/>
              <a:gd name="connsiteY58" fmla="*/ 11536 h 78785"/>
              <a:gd name="connsiteX59" fmla="*/ 24352 w 79604"/>
              <a:gd name="connsiteY59" fmla="*/ 3095 h 78785"/>
              <a:gd name="connsiteX60" fmla="*/ 39904 w 79604"/>
              <a:gd name="connsiteY60" fmla="*/ 0 h 78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79604" h="78785">
                <a:moveTo>
                  <a:pt x="40876" y="15295"/>
                </a:moveTo>
                <a:cubicBezTo>
                  <a:pt x="44219" y="15295"/>
                  <a:pt x="47442" y="16029"/>
                  <a:pt x="50545" y="17495"/>
                </a:cubicBezTo>
                <a:cubicBezTo>
                  <a:pt x="53649" y="18962"/>
                  <a:pt x="56071" y="20991"/>
                  <a:pt x="57810" y="23583"/>
                </a:cubicBezTo>
                <a:lnTo>
                  <a:pt x="52387" y="27778"/>
                </a:lnTo>
                <a:cubicBezTo>
                  <a:pt x="51398" y="26243"/>
                  <a:pt x="49872" y="24828"/>
                  <a:pt x="47808" y="23532"/>
                </a:cubicBezTo>
                <a:cubicBezTo>
                  <a:pt x="45745" y="22236"/>
                  <a:pt x="43502" y="21588"/>
                  <a:pt x="41081" y="21588"/>
                </a:cubicBezTo>
                <a:cubicBezTo>
                  <a:pt x="38489" y="21588"/>
                  <a:pt x="36161" y="22057"/>
                  <a:pt x="34098" y="22995"/>
                </a:cubicBezTo>
                <a:cubicBezTo>
                  <a:pt x="32034" y="23933"/>
                  <a:pt x="30286" y="25203"/>
                  <a:pt x="28854" y="26806"/>
                </a:cubicBezTo>
                <a:cubicBezTo>
                  <a:pt x="27421" y="28409"/>
                  <a:pt x="26321" y="30242"/>
                  <a:pt x="25554" y="32306"/>
                </a:cubicBezTo>
                <a:cubicBezTo>
                  <a:pt x="24786" y="34369"/>
                  <a:pt x="24403" y="36561"/>
                  <a:pt x="24403" y="38880"/>
                </a:cubicBezTo>
                <a:cubicBezTo>
                  <a:pt x="24403" y="41165"/>
                  <a:pt x="24769" y="43356"/>
                  <a:pt x="25503" y="45454"/>
                </a:cubicBezTo>
                <a:cubicBezTo>
                  <a:pt x="26236" y="47551"/>
                  <a:pt x="27319" y="49402"/>
                  <a:pt x="28751" y="51005"/>
                </a:cubicBezTo>
                <a:cubicBezTo>
                  <a:pt x="30184" y="52608"/>
                  <a:pt x="31915" y="53887"/>
                  <a:pt x="33944" y="54842"/>
                </a:cubicBezTo>
                <a:cubicBezTo>
                  <a:pt x="35973" y="55797"/>
                  <a:pt x="38284" y="56274"/>
                  <a:pt x="40876" y="56274"/>
                </a:cubicBezTo>
                <a:cubicBezTo>
                  <a:pt x="43093" y="56274"/>
                  <a:pt x="45284" y="55746"/>
                  <a:pt x="47450" y="54688"/>
                </a:cubicBezTo>
                <a:cubicBezTo>
                  <a:pt x="49616" y="53631"/>
                  <a:pt x="51534" y="51891"/>
                  <a:pt x="53206" y="49470"/>
                </a:cubicBezTo>
                <a:lnTo>
                  <a:pt x="58680" y="53000"/>
                </a:lnTo>
                <a:cubicBezTo>
                  <a:pt x="57009" y="55592"/>
                  <a:pt x="54672" y="57835"/>
                  <a:pt x="51671" y="59727"/>
                </a:cubicBezTo>
                <a:cubicBezTo>
                  <a:pt x="48670" y="61620"/>
                  <a:pt x="45071" y="62567"/>
                  <a:pt x="40876" y="62567"/>
                </a:cubicBezTo>
                <a:cubicBezTo>
                  <a:pt x="37431" y="62567"/>
                  <a:pt x="34260" y="61970"/>
                  <a:pt x="31360" y="60776"/>
                </a:cubicBezTo>
                <a:cubicBezTo>
                  <a:pt x="28461" y="59583"/>
                  <a:pt x="25963" y="57937"/>
                  <a:pt x="23866" y="55839"/>
                </a:cubicBezTo>
                <a:cubicBezTo>
                  <a:pt x="21768" y="53742"/>
                  <a:pt x="20131" y="51243"/>
                  <a:pt x="18954" y="48344"/>
                </a:cubicBezTo>
                <a:cubicBezTo>
                  <a:pt x="17778" y="45445"/>
                  <a:pt x="17189" y="42291"/>
                  <a:pt x="17189" y="38880"/>
                </a:cubicBezTo>
                <a:cubicBezTo>
                  <a:pt x="17189" y="35435"/>
                  <a:pt x="17778" y="32280"/>
                  <a:pt x="18954" y="29415"/>
                </a:cubicBezTo>
                <a:cubicBezTo>
                  <a:pt x="20131" y="26550"/>
                  <a:pt x="21768" y="24078"/>
                  <a:pt x="23866" y="21997"/>
                </a:cubicBezTo>
                <a:cubicBezTo>
                  <a:pt x="25963" y="19917"/>
                  <a:pt x="28461" y="18280"/>
                  <a:pt x="31360" y="17086"/>
                </a:cubicBezTo>
                <a:cubicBezTo>
                  <a:pt x="34260" y="15892"/>
                  <a:pt x="37431" y="15295"/>
                  <a:pt x="40876" y="15295"/>
                </a:cubicBezTo>
                <a:close/>
                <a:moveTo>
                  <a:pt x="39904" y="5883"/>
                </a:moveTo>
                <a:cubicBezTo>
                  <a:pt x="35300" y="5883"/>
                  <a:pt x="30951" y="6770"/>
                  <a:pt x="26858" y="8543"/>
                </a:cubicBezTo>
                <a:cubicBezTo>
                  <a:pt x="22766" y="10317"/>
                  <a:pt x="19202" y="12721"/>
                  <a:pt x="16166" y="15757"/>
                </a:cubicBezTo>
                <a:cubicBezTo>
                  <a:pt x="13131" y="18792"/>
                  <a:pt x="10726" y="22356"/>
                  <a:pt x="8953" y="26449"/>
                </a:cubicBezTo>
                <a:cubicBezTo>
                  <a:pt x="7179" y="30542"/>
                  <a:pt x="6292" y="34890"/>
                  <a:pt x="6292" y="39495"/>
                </a:cubicBezTo>
                <a:cubicBezTo>
                  <a:pt x="6292" y="44099"/>
                  <a:pt x="7179" y="48431"/>
                  <a:pt x="8953" y="52489"/>
                </a:cubicBezTo>
                <a:cubicBezTo>
                  <a:pt x="10726" y="56548"/>
                  <a:pt x="13131" y="60095"/>
                  <a:pt x="16166" y="63131"/>
                </a:cubicBezTo>
                <a:cubicBezTo>
                  <a:pt x="19202" y="66166"/>
                  <a:pt x="22766" y="68554"/>
                  <a:pt x="26858" y="70293"/>
                </a:cubicBezTo>
                <a:cubicBezTo>
                  <a:pt x="30951" y="72032"/>
                  <a:pt x="35300" y="72902"/>
                  <a:pt x="39904" y="72902"/>
                </a:cubicBezTo>
                <a:cubicBezTo>
                  <a:pt x="44509" y="72902"/>
                  <a:pt x="48840" y="72032"/>
                  <a:pt x="52899" y="70293"/>
                </a:cubicBezTo>
                <a:cubicBezTo>
                  <a:pt x="56957" y="68554"/>
                  <a:pt x="60504" y="66166"/>
                  <a:pt x="63540" y="63131"/>
                </a:cubicBezTo>
                <a:cubicBezTo>
                  <a:pt x="66575" y="60095"/>
                  <a:pt x="68971" y="56548"/>
                  <a:pt x="70728" y="52489"/>
                </a:cubicBezTo>
                <a:cubicBezTo>
                  <a:pt x="72484" y="48431"/>
                  <a:pt x="73363" y="44099"/>
                  <a:pt x="73363" y="39495"/>
                </a:cubicBezTo>
                <a:cubicBezTo>
                  <a:pt x="73363" y="34890"/>
                  <a:pt x="72484" y="30542"/>
                  <a:pt x="70728" y="26449"/>
                </a:cubicBezTo>
                <a:cubicBezTo>
                  <a:pt x="68971" y="22356"/>
                  <a:pt x="66575" y="18792"/>
                  <a:pt x="63540" y="15757"/>
                </a:cubicBezTo>
                <a:cubicBezTo>
                  <a:pt x="60504" y="12721"/>
                  <a:pt x="56957" y="10317"/>
                  <a:pt x="52899" y="8543"/>
                </a:cubicBezTo>
                <a:cubicBezTo>
                  <a:pt x="48840" y="6770"/>
                  <a:pt x="44509" y="5883"/>
                  <a:pt x="39904" y="5883"/>
                </a:cubicBezTo>
                <a:close/>
                <a:moveTo>
                  <a:pt x="39904" y="0"/>
                </a:moveTo>
                <a:cubicBezTo>
                  <a:pt x="45361" y="0"/>
                  <a:pt x="50503" y="1031"/>
                  <a:pt x="55329" y="3095"/>
                </a:cubicBezTo>
                <a:cubicBezTo>
                  <a:pt x="60155" y="5158"/>
                  <a:pt x="64367" y="7972"/>
                  <a:pt x="67965" y="11536"/>
                </a:cubicBezTo>
                <a:cubicBezTo>
                  <a:pt x="71563" y="15100"/>
                  <a:pt x="74403" y="19270"/>
                  <a:pt x="76483" y="24045"/>
                </a:cubicBezTo>
                <a:cubicBezTo>
                  <a:pt x="78564" y="28819"/>
                  <a:pt x="79604" y="33970"/>
                  <a:pt x="79604" y="39495"/>
                </a:cubicBezTo>
                <a:cubicBezTo>
                  <a:pt x="79604" y="44952"/>
                  <a:pt x="78564" y="50068"/>
                  <a:pt x="76483" y="54843"/>
                </a:cubicBezTo>
                <a:cubicBezTo>
                  <a:pt x="74403" y="59618"/>
                  <a:pt x="71563" y="63787"/>
                  <a:pt x="67965" y="67351"/>
                </a:cubicBezTo>
                <a:cubicBezTo>
                  <a:pt x="64367" y="70915"/>
                  <a:pt x="60155" y="73712"/>
                  <a:pt x="55329" y="75741"/>
                </a:cubicBezTo>
                <a:cubicBezTo>
                  <a:pt x="50503" y="77771"/>
                  <a:pt x="45361" y="78785"/>
                  <a:pt x="39904" y="78785"/>
                </a:cubicBezTo>
                <a:cubicBezTo>
                  <a:pt x="34379" y="78785"/>
                  <a:pt x="29195" y="77771"/>
                  <a:pt x="24352" y="75741"/>
                </a:cubicBezTo>
                <a:cubicBezTo>
                  <a:pt x="19508" y="73712"/>
                  <a:pt x="15288" y="70915"/>
                  <a:pt x="11690" y="67351"/>
                </a:cubicBezTo>
                <a:cubicBezTo>
                  <a:pt x="8091" y="63787"/>
                  <a:pt x="5243" y="59618"/>
                  <a:pt x="3146" y="54843"/>
                </a:cubicBezTo>
                <a:cubicBezTo>
                  <a:pt x="1048" y="50068"/>
                  <a:pt x="0" y="44952"/>
                  <a:pt x="0" y="39495"/>
                </a:cubicBezTo>
                <a:cubicBezTo>
                  <a:pt x="0" y="33970"/>
                  <a:pt x="1048" y="28819"/>
                  <a:pt x="3146" y="24045"/>
                </a:cubicBezTo>
                <a:cubicBezTo>
                  <a:pt x="5243" y="19270"/>
                  <a:pt x="8091" y="15100"/>
                  <a:pt x="11690" y="11536"/>
                </a:cubicBezTo>
                <a:cubicBezTo>
                  <a:pt x="15288" y="7972"/>
                  <a:pt x="19508" y="5158"/>
                  <a:pt x="24352" y="3095"/>
                </a:cubicBezTo>
                <a:cubicBezTo>
                  <a:pt x="29195" y="1031"/>
                  <a:pt x="34379" y="0"/>
                  <a:pt x="3990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noFill/>
              </a:defRPr>
            </a:lvl1pPr>
            <a:lvl2pPr marL="227012" indent="0">
              <a:buNone/>
              <a:defRPr sz="400"/>
            </a:lvl2pPr>
            <a:lvl3pPr marL="460375" indent="0">
              <a:buNone/>
              <a:defRPr sz="400"/>
            </a:lvl3pPr>
            <a:lvl4pPr marL="625475" indent="0">
              <a:buNone/>
              <a:defRPr sz="400"/>
            </a:lvl4pPr>
            <a:lvl5pPr marL="798513" indent="0">
              <a:buNone/>
              <a:defRPr sz="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4038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8DF4D-2C25-47CD-B972-F229DD600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677DA-750D-4E26-A317-2E82EE9A7E3B}" type="datetimeyyyy">
              <a:rPr lang="en-US" smtClean="0"/>
              <a:t>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D038B-25CD-4FF4-8116-1F3AAE140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48339-A58D-4E9B-ACEE-43A570960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85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8DF4D-2C25-47CD-B972-F229DD600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004FBB-F6D2-4FB3-A70E-EF890FAC946B}" type="datetimeyyyy">
              <a:rPr lang="en-US" smtClean="0"/>
              <a:t>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D038B-25CD-4FF4-8116-1F3AAE140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48339-A58D-4E9B-ACEE-43A570960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05664DA5-6A87-E42D-982F-335EC8227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1500" y="6472119"/>
            <a:ext cx="562567" cy="145851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6102F70-12D2-5411-17DD-873A6F26A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299707" y="6503670"/>
            <a:ext cx="99087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</a:t>
            </a:r>
          </a:p>
        </p:txBody>
      </p:sp>
    </p:spTree>
    <p:extLst>
      <p:ext uri="{BB962C8B-B14F-4D97-AF65-F5344CB8AC3E}">
        <p14:creationId xmlns:p14="http://schemas.microsoft.com/office/powerpoint/2010/main" val="1863236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Cover + Section Dividers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D0389B-2D1F-4848-A9BB-0548CDA2FD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b="1" cap="all" baseline="0"/>
              <a:t>Additional Cover slides and section divider slides</a:t>
            </a:r>
          </a:p>
        </p:txBody>
      </p:sp>
    </p:spTree>
    <p:extLst>
      <p:ext uri="{BB962C8B-B14F-4D97-AF65-F5344CB8AC3E}">
        <p14:creationId xmlns:p14="http://schemas.microsoft.com/office/powerpoint/2010/main" val="40217455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72A4299-D00F-3114-A9BF-21CB5BF68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976F77-EEC7-5355-89D2-0EB4E2530869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0E43C2-3D05-E0D0-EDD0-9689729A969F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612517-2554-7E7D-8B09-781034E16E32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CEEE22-BC7F-2CBA-4CA7-BD105D048DFA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F96DDF-28E7-25CC-F741-D82D5FDAC78E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pic>
        <p:nvPicPr>
          <p:cNvPr id="19" name="Picture 9">
            <a:extLst>
              <a:ext uri="{FF2B5EF4-FFF2-40B4-BE49-F238E27FC236}">
                <a16:creationId xmlns:a16="http://schemas.microsoft.com/office/drawing/2014/main" id="{0C24EA43-9656-0BCB-9154-2B793130B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328031" y="487391"/>
            <a:ext cx="1296588" cy="336153"/>
          </a:xfrm>
          <a:prstGeom prst="rect">
            <a:avLst/>
          </a:prstGeom>
        </p:spPr>
      </p:pic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F3966E0-AD6A-598F-4966-75FB735E7F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1300" y="971809"/>
            <a:ext cx="8229599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Deck type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550FF99-51BD-82AD-6114-19DC0E899A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11300" y="1216686"/>
            <a:ext cx="8229599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31500D-571A-3F1C-B27F-E4A3E5BC7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300" y="2285999"/>
            <a:ext cx="8229600" cy="1828802"/>
          </a:xfrm>
        </p:spPr>
        <p:txBody>
          <a:bodyPr anchor="b"/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6576DBCF-A908-DA38-4357-C00877BCF6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1300" y="4599050"/>
            <a:ext cx="8229599" cy="503049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C2B27502-C2DC-9A63-9B23-BA9BE99318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1300" y="5627683"/>
            <a:ext cx="3027622" cy="661824"/>
          </a:xfrm>
        </p:spPr>
        <p:txBody>
          <a:bodyPr anchor="ctr"/>
          <a:lstStyle>
            <a:lvl1pPr marL="0" indent="0" algn="ctr">
              <a:buNone/>
              <a:defRPr sz="900" b="1" cap="all" baseline="0"/>
            </a:lvl1pPr>
          </a:lstStyle>
          <a:p>
            <a:r>
              <a:rPr lang="en-US"/>
              <a:t>Click icon to insert Client logo</a:t>
            </a:r>
          </a:p>
        </p:txBody>
      </p:sp>
    </p:spTree>
    <p:extLst>
      <p:ext uri="{BB962C8B-B14F-4D97-AF65-F5344CB8AC3E}">
        <p14:creationId xmlns:p14="http://schemas.microsoft.com/office/powerpoint/2010/main" val="39374397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- Partner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08DAC0-BC9F-FB2B-9ECF-781051E35BF9}"/>
              </a:ext>
            </a:extLst>
          </p:cNvPr>
          <p:cNvCxnSpPr/>
          <p:nvPr userDrawn="1"/>
        </p:nvCxnSpPr>
        <p:spPr>
          <a:xfrm>
            <a:off x="8801100" y="395940"/>
            <a:ext cx="0" cy="518179"/>
          </a:xfrm>
          <a:prstGeom prst="line">
            <a:avLst/>
          </a:prstGeom>
          <a:ln w="9525" cap="flat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9">
            <a:extLst>
              <a:ext uri="{FF2B5EF4-FFF2-40B4-BE49-F238E27FC236}">
                <a16:creationId xmlns:a16="http://schemas.microsoft.com/office/drawing/2014/main" id="{C02014B9-F4F4-8E0F-5847-F64008EAC75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07522" y="486514"/>
            <a:ext cx="1299971" cy="33703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7B9B1A0-930E-F611-6293-BB9611BC6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B48BEB-0E70-AC50-D6E3-4377692B0ADB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1E2F345-BACE-BB10-1BFA-BFDDCD6E15A7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A8C897E-2042-6F06-6844-38D47C67D196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4D4E0F9-F633-6A6E-3158-2D30A479CB08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917D8D6-8AD3-F45E-EE54-5C0F159E2C96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6CE2DE3-ABB9-9B32-E52C-5B71441C16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9243281" y="395938"/>
            <a:ext cx="2370503" cy="518182"/>
          </a:xfrm>
        </p:spPr>
        <p:txBody>
          <a:bodyPr anchor="ctr"/>
          <a:lstStyle>
            <a:lvl1pPr marL="0" indent="0" algn="ctr">
              <a:buNone/>
              <a:defRPr sz="900" b="1" cap="all" baseline="0"/>
            </a:lvl1pPr>
          </a:lstStyle>
          <a:p>
            <a:r>
              <a:rPr lang="en-US"/>
              <a:t>Click icon to insert Partner logo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DBC706B5-DD0D-21FC-8DFC-D9B4B0C039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511300" y="1764475"/>
            <a:ext cx="8229599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Deck type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6C94BFD7-BDCD-196E-6E6A-314E0DFD6E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511300" y="2009352"/>
            <a:ext cx="8229599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6A2F6-09EE-411D-ABA1-2E989674E94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1300" y="2743200"/>
            <a:ext cx="8229600" cy="2362199"/>
          </a:xfr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8D719-2B49-447B-9B7B-DC72A26B39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1300" y="5317795"/>
            <a:ext cx="3759200" cy="28102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8B860-6BB0-B1A5-DE3D-941BE9A2840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511301" y="5628725"/>
            <a:ext cx="3759200" cy="657775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391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 - Partn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72A4299-D00F-3114-A9BF-21CB5BF68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976F77-EEC7-5355-89D2-0EB4E2530869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0E43C2-3D05-E0D0-EDD0-9689729A969F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612517-2554-7E7D-8B09-781034E16E32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CEEE22-BC7F-2CBA-4CA7-BD105D048DFA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F96DDF-28E7-25CC-F741-D82D5FDAC78E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2F818987-3005-3F2C-2E66-DC62D80EAC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43281" y="395938"/>
            <a:ext cx="2370503" cy="518182"/>
          </a:xfrm>
        </p:spPr>
        <p:txBody>
          <a:bodyPr anchor="ctr"/>
          <a:lstStyle>
            <a:lvl1pPr marL="0" indent="0" algn="ctr">
              <a:buNone/>
              <a:defRPr sz="900" b="1" cap="all" baseline="0"/>
            </a:lvl1pPr>
          </a:lstStyle>
          <a:p>
            <a:r>
              <a:rPr lang="en-US"/>
              <a:t>Click icon to insert Partner logo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F3966E0-AD6A-598F-4966-75FB735E7F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1300" y="1752600"/>
            <a:ext cx="8229599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Deck type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550FF99-51BD-82AD-6114-19DC0E899A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11300" y="1997477"/>
            <a:ext cx="8229599" cy="345414"/>
          </a:xfrm>
        </p:spPr>
        <p:txBody>
          <a:bodyPr anchor="ctr"/>
          <a:lstStyle>
            <a:lvl1pPr marL="0" indent="0">
              <a:buNone/>
              <a:defRPr sz="1200" b="1" cap="all" spc="150" baseline="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31500D-571A-3F1C-B27F-E4A3E5BC7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300" y="2741995"/>
            <a:ext cx="8229600" cy="2363405"/>
          </a:xfrm>
        </p:spPr>
        <p:txBody>
          <a:bodyPr anchor="b"/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23208DF-94D6-71EF-9D57-7E591ED72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1300" y="5313390"/>
            <a:ext cx="3759200" cy="28102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6576DBCF-A908-DA38-4357-C00877BCF6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1301" y="5624320"/>
            <a:ext cx="3759200" cy="503049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FD3AA2-1F30-E14C-F3FB-9DA7C50EB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801100" y="395940"/>
            <a:ext cx="0" cy="518179"/>
          </a:xfrm>
          <a:prstGeom prst="line">
            <a:avLst/>
          </a:prstGeom>
          <a:ln w="9525" cap="flat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9">
            <a:extLst>
              <a:ext uri="{FF2B5EF4-FFF2-40B4-BE49-F238E27FC236}">
                <a16:creationId xmlns:a16="http://schemas.microsoft.com/office/drawing/2014/main" id="{F8022471-4462-CE51-9317-A5E00E36C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07521" y="486514"/>
            <a:ext cx="1299973" cy="33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63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72A4299-D00F-3114-A9BF-21CB5BF68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976F77-EEC7-5355-89D2-0EB4E2530869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0E43C2-3D05-E0D0-EDD0-9689729A969F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612517-2554-7E7D-8B09-781034E16E32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CEEE22-BC7F-2CBA-4CA7-BD105D048DFA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F96DDF-28E7-25CC-F741-D82D5FDAC78E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pic>
        <p:nvPicPr>
          <p:cNvPr id="19" name="Picture 9">
            <a:extLst>
              <a:ext uri="{FF2B5EF4-FFF2-40B4-BE49-F238E27FC236}">
                <a16:creationId xmlns:a16="http://schemas.microsoft.com/office/drawing/2014/main" id="{0C24EA43-9656-0BCB-9154-2B793130B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328031" y="487391"/>
            <a:ext cx="1296588" cy="33615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731500D-571A-3F1C-B27F-E4A3E5BC7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300" y="1752601"/>
            <a:ext cx="8229600" cy="3352800"/>
          </a:xfrm>
        </p:spPr>
        <p:txBody>
          <a:bodyPr anchor="t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054F7FC-C80C-E0CC-59AE-79AAAD29A4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1300" y="5873497"/>
            <a:ext cx="1651000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01. Section indicator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DC055F5E-0403-AE46-E374-BD2A8C1AAB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0900" y="5873497"/>
            <a:ext cx="1651000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02. Section indicator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0FABD76-3F00-0FAF-2469-1F2536153E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501" y="5873497"/>
            <a:ext cx="1650999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03. Section indicator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6EA5E727-161E-4C13-B53C-A18124F61C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0104" y="5873497"/>
            <a:ext cx="1650996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04. Section indicator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FCC5001C-8747-ABB4-2ACA-EC2ADE747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30832" y="5873497"/>
            <a:ext cx="1649868" cy="41300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05. Section indicator</a:t>
            </a:r>
          </a:p>
        </p:txBody>
      </p:sp>
    </p:spTree>
    <p:extLst>
      <p:ext uri="{BB962C8B-B14F-4D97-AF65-F5344CB8AC3E}">
        <p14:creationId xmlns:p14="http://schemas.microsoft.com/office/powerpoint/2010/main" val="102105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1FF95A9-5EDA-B440-A493-7CDCA3BDAC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" y="1"/>
            <a:ext cx="120548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77E90E3-1997-9D82-5E31-3DFA5EDB0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1" y="486032"/>
            <a:ext cx="1296588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46D442-FEE4-5315-D46B-E7D0E1E2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328DCD-641F-0DB1-4BF7-4CA3DE5CCADE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38FCF0-958C-AA62-4179-4628EC0C20EA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66CFB0-A388-4BCA-13F2-15D91640A140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BB5DDA-EC53-807C-3F18-F82A5B779BE3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AE19E5-44AC-9FDE-1E06-2C169D18D2F1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42782-C12F-41FC-B1C9-9F1C9D1833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500" y="1781516"/>
            <a:ext cx="1651000" cy="961683"/>
          </a:xfrm>
        </p:spPr>
        <p:txBody>
          <a:bodyPr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5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FD352-4A3C-497F-9D08-51185188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0" y="1781517"/>
            <a:ext cx="7289800" cy="3323883"/>
          </a:xfrm>
        </p:spPr>
        <p:txBody>
          <a:bodyPr anchor="t"/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59855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B4D215-4806-93B4-4DFF-1266156D61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" y="1"/>
            <a:ext cx="12054840" cy="6858000"/>
          </a:xfrm>
          <a:custGeom>
            <a:avLst/>
            <a:gdLst>
              <a:gd name="connsiteX0" fmla="*/ 0 w 12054840"/>
              <a:gd name="connsiteY0" fmla="*/ 0 h 6858000"/>
              <a:gd name="connsiteX1" fmla="*/ 12054840 w 12054840"/>
              <a:gd name="connsiteY1" fmla="*/ 0 h 6858000"/>
              <a:gd name="connsiteX2" fmla="*/ 12054840 w 12054840"/>
              <a:gd name="connsiteY2" fmla="*/ 6858000 h 6858000"/>
              <a:gd name="connsiteX3" fmla="*/ 4904739 w 12054840"/>
              <a:gd name="connsiteY3" fmla="*/ 6858000 h 6858000"/>
              <a:gd name="connsiteX4" fmla="*/ 4904739 w 12054840"/>
              <a:gd name="connsiteY4" fmla="*/ 3393568 h 6858000"/>
              <a:gd name="connsiteX5" fmla="*/ 4253165 w 12054840"/>
              <a:gd name="connsiteY5" fmla="*/ 2741994 h 6858000"/>
              <a:gd name="connsiteX6" fmla="*/ 0 w 12054840"/>
              <a:gd name="connsiteY6" fmla="*/ 27419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54840" h="6858000">
                <a:moveTo>
                  <a:pt x="0" y="0"/>
                </a:moveTo>
                <a:lnTo>
                  <a:pt x="12054840" y="0"/>
                </a:lnTo>
                <a:lnTo>
                  <a:pt x="12054840" y="6858000"/>
                </a:lnTo>
                <a:lnTo>
                  <a:pt x="4904739" y="6858000"/>
                </a:lnTo>
                <a:lnTo>
                  <a:pt x="4904739" y="3393568"/>
                </a:lnTo>
                <a:cubicBezTo>
                  <a:pt x="4904739" y="3033714"/>
                  <a:pt x="4613019" y="2741994"/>
                  <a:pt x="4253165" y="2741994"/>
                </a:cubicBezTo>
                <a:lnTo>
                  <a:pt x="0" y="274199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293365B-26EE-3B4E-F2B1-83D52CFC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1" y="486032"/>
            <a:ext cx="1296588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E415F-3D6F-824E-51E9-FE1F732CF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867A1C-4573-24E2-A635-47EB736F9A65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CB25B-046C-7BE4-92BB-777B0CE1ADE2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B4F13E-E536-EA88-DDA6-4DFB984A29A1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129185-2A37-0B80-7867-8E6D5E36378B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51329C-23BC-6C2C-8B66-8D305246585F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4E77FE82-F7EA-E6B3-C2C8-2FD2E1C23C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418" y="3268436"/>
            <a:ext cx="3767282" cy="65586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400" b="1">
                <a:solidFill>
                  <a:schemeClr val="accent2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/>
            </a:lvl2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05CD95-1A5D-44DF-B377-E197B7DC9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18" y="4114800"/>
            <a:ext cx="3767282" cy="2171702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4400" b="1">
                <a:solidFill>
                  <a:schemeClr val="bg1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116058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B4D215-4806-93B4-4DFF-1266156D61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" y="1"/>
            <a:ext cx="12054840" cy="6858000"/>
          </a:xfrm>
          <a:custGeom>
            <a:avLst/>
            <a:gdLst>
              <a:gd name="connsiteX0" fmla="*/ 0 w 12054840"/>
              <a:gd name="connsiteY0" fmla="*/ 0 h 6858000"/>
              <a:gd name="connsiteX1" fmla="*/ 12054840 w 12054840"/>
              <a:gd name="connsiteY1" fmla="*/ 0 h 6858000"/>
              <a:gd name="connsiteX2" fmla="*/ 12054840 w 12054840"/>
              <a:gd name="connsiteY2" fmla="*/ 6858000 h 6858000"/>
              <a:gd name="connsiteX3" fmla="*/ 4904739 w 12054840"/>
              <a:gd name="connsiteY3" fmla="*/ 6858000 h 6858000"/>
              <a:gd name="connsiteX4" fmla="*/ 4904739 w 12054840"/>
              <a:gd name="connsiteY4" fmla="*/ 3393568 h 6858000"/>
              <a:gd name="connsiteX5" fmla="*/ 4253165 w 12054840"/>
              <a:gd name="connsiteY5" fmla="*/ 2741994 h 6858000"/>
              <a:gd name="connsiteX6" fmla="*/ 0 w 12054840"/>
              <a:gd name="connsiteY6" fmla="*/ 27419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54840" h="6858000">
                <a:moveTo>
                  <a:pt x="0" y="0"/>
                </a:moveTo>
                <a:lnTo>
                  <a:pt x="12054840" y="0"/>
                </a:lnTo>
                <a:lnTo>
                  <a:pt x="12054840" y="6858000"/>
                </a:lnTo>
                <a:lnTo>
                  <a:pt x="4904739" y="6858000"/>
                </a:lnTo>
                <a:lnTo>
                  <a:pt x="4904739" y="3393568"/>
                </a:lnTo>
                <a:cubicBezTo>
                  <a:pt x="4904739" y="3033714"/>
                  <a:pt x="4613019" y="2741994"/>
                  <a:pt x="4253165" y="2741994"/>
                </a:cubicBezTo>
                <a:lnTo>
                  <a:pt x="0" y="274199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E415F-3D6F-824E-51E9-FE1F732CF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867A1C-4573-24E2-A635-47EB736F9A65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CB25B-046C-7BE4-92BB-777B0CE1ADE2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rgbClr val="00B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B4F13E-E536-EA88-DDA6-4DFB984A29A1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129185-2A37-0B80-7867-8E6D5E36378B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51329C-23BC-6C2C-8B66-8D305246585F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293365B-26EE-3B4E-F2B1-83D52CFC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0" y="486032"/>
            <a:ext cx="1296589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4E77FE82-F7EA-E6B3-C2C8-2FD2E1C23C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418" y="3268436"/>
            <a:ext cx="3767282" cy="65586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400" b="1">
                <a:solidFill>
                  <a:srgbClr val="00BAD6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/>
            </a:lvl2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05CD95-1A5D-44DF-B377-E197B7DC9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18" y="4114800"/>
            <a:ext cx="3767282" cy="2171702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4400" b="1">
                <a:solidFill>
                  <a:schemeClr val="tx1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033645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B4D215-4806-93B4-4DFF-1266156D61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" y="1"/>
            <a:ext cx="12054840" cy="6858000"/>
          </a:xfrm>
          <a:custGeom>
            <a:avLst/>
            <a:gdLst>
              <a:gd name="connsiteX0" fmla="*/ 0 w 12054840"/>
              <a:gd name="connsiteY0" fmla="*/ 0 h 6858000"/>
              <a:gd name="connsiteX1" fmla="*/ 12054840 w 12054840"/>
              <a:gd name="connsiteY1" fmla="*/ 0 h 6858000"/>
              <a:gd name="connsiteX2" fmla="*/ 12054840 w 12054840"/>
              <a:gd name="connsiteY2" fmla="*/ 6858000 h 6858000"/>
              <a:gd name="connsiteX3" fmla="*/ 4904739 w 12054840"/>
              <a:gd name="connsiteY3" fmla="*/ 6858000 h 6858000"/>
              <a:gd name="connsiteX4" fmla="*/ 4904739 w 12054840"/>
              <a:gd name="connsiteY4" fmla="*/ 3393568 h 6858000"/>
              <a:gd name="connsiteX5" fmla="*/ 4253165 w 12054840"/>
              <a:gd name="connsiteY5" fmla="*/ 2741994 h 6858000"/>
              <a:gd name="connsiteX6" fmla="*/ 0 w 12054840"/>
              <a:gd name="connsiteY6" fmla="*/ 27419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54840" h="6858000">
                <a:moveTo>
                  <a:pt x="0" y="0"/>
                </a:moveTo>
                <a:lnTo>
                  <a:pt x="12054840" y="0"/>
                </a:lnTo>
                <a:lnTo>
                  <a:pt x="12054840" y="6858000"/>
                </a:lnTo>
                <a:lnTo>
                  <a:pt x="4904739" y="6858000"/>
                </a:lnTo>
                <a:lnTo>
                  <a:pt x="4904739" y="3393568"/>
                </a:lnTo>
                <a:cubicBezTo>
                  <a:pt x="4904739" y="3033714"/>
                  <a:pt x="4613019" y="2741994"/>
                  <a:pt x="4253165" y="2741994"/>
                </a:cubicBezTo>
                <a:lnTo>
                  <a:pt x="0" y="274199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293365B-26EE-3B4E-F2B1-83D52CFC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0" y="486032"/>
            <a:ext cx="1296589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E415F-3D6F-824E-51E9-FE1F732CF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867A1C-4573-24E2-A635-47EB736F9A65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CB25B-046C-7BE4-92BB-777B0CE1ADE2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B4F13E-E536-EA88-DDA6-4DFB984A29A1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rgbClr val="E615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129185-2A37-0B80-7867-8E6D5E36378B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51329C-23BC-6C2C-8B66-8D305246585F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4E77FE82-F7EA-E6B3-C2C8-2FD2E1C23C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418" y="3268436"/>
            <a:ext cx="3767282" cy="65586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400" b="1">
                <a:solidFill>
                  <a:srgbClr val="E6154A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/>
            </a:lvl2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05CD95-1A5D-44DF-B377-E197B7DC9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18" y="4114800"/>
            <a:ext cx="3767282" cy="2171702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4400" b="1">
                <a:solidFill>
                  <a:schemeClr val="tx1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834287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7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B4D215-4806-93B4-4DFF-1266156D61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" y="1"/>
            <a:ext cx="12054840" cy="6858000"/>
          </a:xfrm>
          <a:custGeom>
            <a:avLst/>
            <a:gdLst>
              <a:gd name="connsiteX0" fmla="*/ 0 w 12054840"/>
              <a:gd name="connsiteY0" fmla="*/ 0 h 6858000"/>
              <a:gd name="connsiteX1" fmla="*/ 12054840 w 12054840"/>
              <a:gd name="connsiteY1" fmla="*/ 0 h 6858000"/>
              <a:gd name="connsiteX2" fmla="*/ 12054840 w 12054840"/>
              <a:gd name="connsiteY2" fmla="*/ 6858000 h 6858000"/>
              <a:gd name="connsiteX3" fmla="*/ 4904739 w 12054840"/>
              <a:gd name="connsiteY3" fmla="*/ 6858000 h 6858000"/>
              <a:gd name="connsiteX4" fmla="*/ 4904739 w 12054840"/>
              <a:gd name="connsiteY4" fmla="*/ 3393568 h 6858000"/>
              <a:gd name="connsiteX5" fmla="*/ 4253165 w 12054840"/>
              <a:gd name="connsiteY5" fmla="*/ 2741994 h 6858000"/>
              <a:gd name="connsiteX6" fmla="*/ 0 w 12054840"/>
              <a:gd name="connsiteY6" fmla="*/ 27419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54840" h="6858000">
                <a:moveTo>
                  <a:pt x="0" y="0"/>
                </a:moveTo>
                <a:lnTo>
                  <a:pt x="12054840" y="0"/>
                </a:lnTo>
                <a:lnTo>
                  <a:pt x="12054840" y="6858000"/>
                </a:lnTo>
                <a:lnTo>
                  <a:pt x="4904739" y="6858000"/>
                </a:lnTo>
                <a:lnTo>
                  <a:pt x="4904739" y="3393568"/>
                </a:lnTo>
                <a:cubicBezTo>
                  <a:pt x="4904739" y="3033714"/>
                  <a:pt x="4613019" y="2741994"/>
                  <a:pt x="4253165" y="2741994"/>
                </a:cubicBezTo>
                <a:lnTo>
                  <a:pt x="0" y="274199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E415F-3D6F-824E-51E9-FE1F732CF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867A1C-4573-24E2-A635-47EB736F9A65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CB25B-046C-7BE4-92BB-777B0CE1ADE2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B4F13E-E536-EA88-DDA6-4DFB984A29A1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129185-2A37-0B80-7867-8E6D5E36378B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51329C-23BC-6C2C-8B66-8D305246585F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293365B-26EE-3B4E-F2B1-83D52CFC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0" y="486032"/>
            <a:ext cx="1296589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4E77FE82-F7EA-E6B3-C2C8-2FD2E1C23C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418" y="3268436"/>
            <a:ext cx="3767282" cy="65586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400" b="1">
                <a:solidFill>
                  <a:srgbClr val="9488F0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/>
            </a:lvl2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05CD95-1A5D-44DF-B377-E197B7DC9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18" y="4114800"/>
            <a:ext cx="3767282" cy="2171702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4400" b="1">
                <a:solidFill>
                  <a:schemeClr val="tx1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905013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8B4D215-4806-93B4-4DFF-1266156D61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" y="1"/>
            <a:ext cx="12054840" cy="6858000"/>
          </a:xfrm>
          <a:custGeom>
            <a:avLst/>
            <a:gdLst>
              <a:gd name="connsiteX0" fmla="*/ 0 w 12054840"/>
              <a:gd name="connsiteY0" fmla="*/ 0 h 6858000"/>
              <a:gd name="connsiteX1" fmla="*/ 12054840 w 12054840"/>
              <a:gd name="connsiteY1" fmla="*/ 0 h 6858000"/>
              <a:gd name="connsiteX2" fmla="*/ 12054840 w 12054840"/>
              <a:gd name="connsiteY2" fmla="*/ 6858000 h 6858000"/>
              <a:gd name="connsiteX3" fmla="*/ 4904739 w 12054840"/>
              <a:gd name="connsiteY3" fmla="*/ 6858000 h 6858000"/>
              <a:gd name="connsiteX4" fmla="*/ 4904739 w 12054840"/>
              <a:gd name="connsiteY4" fmla="*/ 3393568 h 6858000"/>
              <a:gd name="connsiteX5" fmla="*/ 4253165 w 12054840"/>
              <a:gd name="connsiteY5" fmla="*/ 2741994 h 6858000"/>
              <a:gd name="connsiteX6" fmla="*/ 0 w 12054840"/>
              <a:gd name="connsiteY6" fmla="*/ 27419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54840" h="6858000">
                <a:moveTo>
                  <a:pt x="0" y="0"/>
                </a:moveTo>
                <a:lnTo>
                  <a:pt x="12054840" y="0"/>
                </a:lnTo>
                <a:lnTo>
                  <a:pt x="12054840" y="6858000"/>
                </a:lnTo>
                <a:lnTo>
                  <a:pt x="4904739" y="6858000"/>
                </a:lnTo>
                <a:lnTo>
                  <a:pt x="4904739" y="3393568"/>
                </a:lnTo>
                <a:cubicBezTo>
                  <a:pt x="4904739" y="3033714"/>
                  <a:pt x="4613019" y="2741994"/>
                  <a:pt x="4253165" y="2741994"/>
                </a:cubicBezTo>
                <a:lnTo>
                  <a:pt x="0" y="274199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293365B-26EE-3B4E-F2B1-83D52CFC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0" y="486032"/>
            <a:ext cx="1296589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E415F-3D6F-824E-51E9-FE1F732CF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867A1C-4573-24E2-A635-47EB736F9A65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9CB25B-046C-7BE4-92BB-777B0CE1ADE2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B4F13E-E536-EA88-DDA6-4DFB984A29A1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129185-2A37-0B80-7867-8E6D5E36378B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51329C-23BC-6C2C-8B66-8D305246585F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4E77FE82-F7EA-E6B3-C2C8-2FD2E1C23C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418" y="3268436"/>
            <a:ext cx="3767282" cy="65586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4400" b="1">
                <a:solidFill>
                  <a:srgbClr val="B3CC3E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/>
            </a:lvl2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05CD95-1A5D-44DF-B377-E197B7DC9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18" y="4114800"/>
            <a:ext cx="3767282" cy="2171702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4400" b="1">
                <a:solidFill>
                  <a:schemeClr val="tx1"/>
                </a:solidFill>
              </a:defRPr>
            </a:lvl1pPr>
            <a:lvl2pPr marL="227012" indent="0">
              <a:lnSpc>
                <a:spcPct val="90000"/>
              </a:lnSpc>
              <a:buNone/>
              <a:defRPr sz="44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80658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9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77E90E3-1997-9D82-5E31-3DFA5EDB0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1" y="486032"/>
            <a:ext cx="1296588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46D442-FEE4-5315-D46B-E7D0E1E2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328DCD-641F-0DB1-4BF7-4CA3DE5CCADE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38FCF0-958C-AA62-4179-4628EC0C20EA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66CFB0-A388-4BCA-13F2-15D91640A140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BB5DDA-EC53-807C-3F18-F82A5B779BE3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AE19E5-44AC-9FDE-1E06-2C169D18D2F1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42782-C12F-41FC-B1C9-9F1C9D1833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500" y="1781516"/>
            <a:ext cx="1651000" cy="961683"/>
          </a:xfrm>
        </p:spPr>
        <p:txBody>
          <a:bodyPr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5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FD352-4A3C-497F-9D08-51185188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0" y="1781517"/>
            <a:ext cx="7289800" cy="3323883"/>
          </a:xfrm>
        </p:spPr>
        <p:txBody>
          <a:bodyPr anchor="t"/>
          <a:lstStyle>
            <a:lvl1pPr>
              <a:lnSpc>
                <a:spcPct val="8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61028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0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77E90E3-1997-9D82-5E31-3DFA5EDB0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1" y="486032"/>
            <a:ext cx="1296588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46D442-FEE4-5315-D46B-E7D0E1E2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328DCD-641F-0DB1-4BF7-4CA3DE5CCADE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38FCF0-958C-AA62-4179-4628EC0C20EA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rgbClr val="00B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66CFB0-A388-4BCA-13F2-15D91640A140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BB5DDA-EC53-807C-3F18-F82A5B779BE3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AE19E5-44AC-9FDE-1E06-2C169D18D2F1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42782-C12F-41FC-B1C9-9F1C9D1833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500" y="1781516"/>
            <a:ext cx="1651000" cy="961683"/>
          </a:xfrm>
        </p:spPr>
        <p:txBody>
          <a:bodyPr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5400" b="1">
                <a:solidFill>
                  <a:srgbClr val="00BAD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FD352-4A3C-497F-9D08-51185188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0" y="1781517"/>
            <a:ext cx="7289800" cy="3323883"/>
          </a:xfrm>
        </p:spPr>
        <p:txBody>
          <a:bodyPr anchor="t"/>
          <a:lstStyle>
            <a:lvl1pPr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126327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77E90E3-1997-9D82-5E31-3DFA5EDB0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1" y="486032"/>
            <a:ext cx="1296588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46D442-FEE4-5315-D46B-E7D0E1E2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328DCD-641F-0DB1-4BF7-4CA3DE5CCADE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38FCF0-958C-AA62-4179-4628EC0C20EA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66CFB0-A388-4BCA-13F2-15D91640A140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rgbClr val="E615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BB5DDA-EC53-807C-3F18-F82A5B779BE3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AE19E5-44AC-9FDE-1E06-2C169D18D2F1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42782-C12F-41FC-B1C9-9F1C9D1833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500" y="1781516"/>
            <a:ext cx="1651000" cy="961683"/>
          </a:xfrm>
        </p:spPr>
        <p:txBody>
          <a:bodyPr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5400" b="1">
                <a:solidFill>
                  <a:srgbClr val="E6154A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FD352-4A3C-497F-9D08-51185188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0" y="1781517"/>
            <a:ext cx="7289800" cy="3323883"/>
          </a:xfrm>
        </p:spPr>
        <p:txBody>
          <a:bodyPr anchor="t"/>
          <a:lstStyle>
            <a:lvl1pPr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17359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77E90E3-1997-9D82-5E31-3DFA5EDB0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1" y="486032"/>
            <a:ext cx="1296588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46D442-FEE4-5315-D46B-E7D0E1E2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328DCD-641F-0DB1-4BF7-4CA3DE5CCADE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38FCF0-958C-AA62-4179-4628EC0C20EA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66CFB0-A388-4BCA-13F2-15D91640A140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BB5DDA-EC53-807C-3F18-F82A5B779BE3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rgbClr val="9488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AE19E5-44AC-9FDE-1E06-2C169D18D2F1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42782-C12F-41FC-B1C9-9F1C9D1833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500" y="1781516"/>
            <a:ext cx="1651000" cy="961683"/>
          </a:xfrm>
        </p:spPr>
        <p:txBody>
          <a:bodyPr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tabLst/>
              <a:defRPr sz="5400" b="1">
                <a:solidFill>
                  <a:srgbClr val="9488F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FD352-4A3C-497F-9D08-51185188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0" y="1781517"/>
            <a:ext cx="7289800" cy="3323883"/>
          </a:xfrm>
        </p:spPr>
        <p:txBody>
          <a:bodyPr anchor="t"/>
          <a:lstStyle>
            <a:lvl1pPr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56399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77E90E3-1997-9D82-5E31-3DFA5EDB0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1" y="486032"/>
            <a:ext cx="1296588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46D442-FEE4-5315-D46B-E7D0E1E2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328DCD-641F-0DB1-4BF7-4CA3DE5CCADE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38FCF0-958C-AA62-4179-4628EC0C20EA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66CFB0-A388-4BCA-13F2-15D91640A140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BB5DDA-EC53-807C-3F18-F82A5B779BE3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AE19E5-44AC-9FDE-1E06-2C169D18D2F1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rgbClr val="B3C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42782-C12F-41FC-B1C9-9F1C9D1833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1500" y="1781516"/>
            <a:ext cx="1651000" cy="961683"/>
          </a:xfrm>
        </p:spPr>
        <p:txBody>
          <a:bodyPr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5400" b="1">
                <a:solidFill>
                  <a:srgbClr val="B3CC3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FD352-4A3C-497F-9D08-51185188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0" y="1781517"/>
            <a:ext cx="7289800" cy="3323883"/>
          </a:xfrm>
        </p:spPr>
        <p:txBody>
          <a:bodyPr anchor="t"/>
          <a:lstStyle>
            <a:lvl1pPr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81123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/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E460B-8492-496E-B905-F2014225D6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38684" y="0"/>
            <a:ext cx="12053316" cy="6858000"/>
          </a:xfrm>
          <a:solidFill>
            <a:schemeClr val="accent2"/>
          </a:solidFill>
        </p:spPr>
        <p:txBody>
          <a:bodyPr/>
          <a:lstStyle>
            <a:lvl1pPr marL="0" indent="0" algn="l">
              <a:buNone/>
              <a:defRPr sz="9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Step 1: Send this box to back by right clicking and choosing “Send to Back” </a:t>
            </a:r>
            <a:br>
              <a:rPr lang="en-US"/>
            </a:br>
            <a:r>
              <a:rPr lang="en-US"/>
              <a:t>Step 2: Click on the picture icon to insert picture</a:t>
            </a:r>
            <a:br>
              <a:rPr lang="en-US"/>
            </a:br>
            <a:r>
              <a:rPr lang="en-US"/>
              <a:t>Step 3: Click the Reset button on the Home tab to reset the position, size and formatting of the slide placeholders to their default setting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8414676-8C2E-4C48-83D5-8CFCC9B8F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685" y="0"/>
            <a:ext cx="12053315" cy="6858000"/>
          </a:xfrm>
          <a:gradFill>
            <a:gsLst>
              <a:gs pos="0">
                <a:schemeClr val="bg1">
                  <a:alpha val="70000"/>
                </a:schemeClr>
              </a:gs>
              <a:gs pos="75000">
                <a:schemeClr val="bg1">
                  <a:alpha val="0"/>
                </a:schemeClr>
              </a:gs>
            </a:gsLst>
            <a:lin ang="0" scaled="1"/>
          </a:gradFill>
        </p:spPr>
        <p:txBody>
          <a:bodyPr/>
          <a:lstStyle>
            <a:lvl1pPr marL="0" indent="0">
              <a:buNone/>
              <a:defRPr sz="600"/>
            </a:lvl1pPr>
          </a:lstStyle>
          <a:p>
            <a:pPr lvl="0"/>
            <a:r>
              <a:rPr lang="en-US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7BA82E3-53D4-FA98-8B44-B71442611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-3360420" y="3360420"/>
            <a:ext cx="6858000" cy="137160"/>
            <a:chOff x="0" y="6720840"/>
            <a:chExt cx="12192000" cy="1371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F59668-927C-BA73-04E1-B56F8B38C3D3}"/>
                </a:ext>
              </a:extLst>
            </p:cNvPr>
            <p:cNvSpPr/>
            <p:nvPr/>
          </p:nvSpPr>
          <p:spPr>
            <a:xfrm>
              <a:off x="0" y="6720840"/>
              <a:ext cx="2442685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E6C88C-0A69-E2C3-4053-0203BF581162}"/>
                </a:ext>
              </a:extLst>
            </p:cNvPr>
            <p:cNvSpPr/>
            <p:nvPr/>
          </p:nvSpPr>
          <p:spPr>
            <a:xfrm>
              <a:off x="2437329" y="6720840"/>
              <a:ext cx="2442685" cy="1371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DFBFF7-0D18-495D-1359-E0223F0F5464}"/>
                </a:ext>
              </a:extLst>
            </p:cNvPr>
            <p:cNvSpPr/>
            <p:nvPr/>
          </p:nvSpPr>
          <p:spPr>
            <a:xfrm>
              <a:off x="4874657" y="6720840"/>
              <a:ext cx="2442685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0F64E6-27FE-4CE9-4E6E-AD1D58A6A01D}"/>
                </a:ext>
              </a:extLst>
            </p:cNvPr>
            <p:cNvSpPr/>
            <p:nvPr/>
          </p:nvSpPr>
          <p:spPr>
            <a:xfrm>
              <a:off x="7311986" y="6720840"/>
              <a:ext cx="2442685" cy="137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33882B-32A2-AB44-06F0-C35E6653745B}"/>
                </a:ext>
              </a:extLst>
            </p:cNvPr>
            <p:cNvSpPr/>
            <p:nvPr/>
          </p:nvSpPr>
          <p:spPr>
            <a:xfrm>
              <a:off x="9749315" y="6720840"/>
              <a:ext cx="2442685" cy="1371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60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6B90333-ACFA-DBAD-5680-2D98FE892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28030" y="486032"/>
            <a:ext cx="1296589" cy="337512"/>
          </a:xfrm>
          <a:custGeom>
            <a:avLst/>
            <a:gdLst>
              <a:gd name="connsiteX0" fmla="*/ 990007 w 1651000"/>
              <a:gd name="connsiteY0" fmla="*/ 186967 h 429768"/>
              <a:gd name="connsiteX1" fmla="*/ 909550 w 1651000"/>
              <a:gd name="connsiteY1" fmla="*/ 270489 h 429768"/>
              <a:gd name="connsiteX2" fmla="*/ 990007 w 1651000"/>
              <a:gd name="connsiteY2" fmla="*/ 354011 h 429768"/>
              <a:gd name="connsiteX3" fmla="*/ 1070464 w 1651000"/>
              <a:gd name="connsiteY3" fmla="*/ 270489 h 429768"/>
              <a:gd name="connsiteX4" fmla="*/ 990007 w 1651000"/>
              <a:gd name="connsiteY4" fmla="*/ 186967 h 429768"/>
              <a:gd name="connsiteX5" fmla="*/ 556303 w 1651000"/>
              <a:gd name="connsiteY5" fmla="*/ 186967 h 429768"/>
              <a:gd name="connsiteX6" fmla="*/ 478145 w 1651000"/>
              <a:gd name="connsiteY6" fmla="*/ 270489 h 429768"/>
              <a:gd name="connsiteX7" fmla="*/ 556303 w 1651000"/>
              <a:gd name="connsiteY7" fmla="*/ 354011 h 429768"/>
              <a:gd name="connsiteX8" fmla="*/ 634463 w 1651000"/>
              <a:gd name="connsiteY8" fmla="*/ 270489 h 429768"/>
              <a:gd name="connsiteX9" fmla="*/ 556303 w 1651000"/>
              <a:gd name="connsiteY9" fmla="*/ 186967 h 429768"/>
              <a:gd name="connsiteX10" fmla="*/ 139459 w 1651000"/>
              <a:gd name="connsiteY10" fmla="*/ 112640 h 429768"/>
              <a:gd name="connsiteX11" fmla="*/ 279684 w 1651000"/>
              <a:gd name="connsiteY11" fmla="*/ 147888 h 429768"/>
              <a:gd name="connsiteX12" fmla="*/ 264359 w 1651000"/>
              <a:gd name="connsiteY12" fmla="*/ 180837 h 429768"/>
              <a:gd name="connsiteX13" fmla="*/ 222215 w 1651000"/>
              <a:gd name="connsiteY13" fmla="*/ 197694 h 429768"/>
              <a:gd name="connsiteX14" fmla="*/ 137927 w 1651000"/>
              <a:gd name="connsiteY14" fmla="*/ 179304 h 429768"/>
              <a:gd name="connsiteX15" fmla="*/ 92717 w 1651000"/>
              <a:gd name="connsiteY15" fmla="*/ 206123 h 429768"/>
              <a:gd name="connsiteX16" fmla="*/ 137160 w 1651000"/>
              <a:gd name="connsiteY16" fmla="*/ 232942 h 429768"/>
              <a:gd name="connsiteX17" fmla="*/ 173941 w 1651000"/>
              <a:gd name="connsiteY17" fmla="*/ 237540 h 429768"/>
              <a:gd name="connsiteX18" fmla="*/ 288113 w 1651000"/>
              <a:gd name="connsiteY18" fmla="*/ 333322 h 429768"/>
              <a:gd name="connsiteX19" fmla="*/ 201047 w 1651000"/>
              <a:gd name="connsiteY19" fmla="*/ 424914 h 429768"/>
              <a:gd name="connsiteX20" fmla="*/ 144262 w 1651000"/>
              <a:gd name="connsiteY20" fmla="*/ 429768 h 429768"/>
              <a:gd name="connsiteX21" fmla="*/ 128271 w 1651000"/>
              <a:gd name="connsiteY21" fmla="*/ 429768 h 429768"/>
              <a:gd name="connsiteX22" fmla="*/ 67335 w 1651000"/>
              <a:gd name="connsiteY22" fmla="*/ 420676 h 429768"/>
              <a:gd name="connsiteX23" fmla="*/ 0 w 1651000"/>
              <a:gd name="connsiteY23" fmla="*/ 392324 h 429768"/>
              <a:gd name="connsiteX24" fmla="*/ 28352 w 1651000"/>
              <a:gd name="connsiteY24" fmla="*/ 329491 h 429768"/>
              <a:gd name="connsiteX25" fmla="*/ 134862 w 1651000"/>
              <a:gd name="connsiteY25" fmla="*/ 362440 h 429768"/>
              <a:gd name="connsiteX26" fmla="*/ 203825 w 1651000"/>
              <a:gd name="connsiteY26" fmla="*/ 333322 h 429768"/>
              <a:gd name="connsiteX27" fmla="*/ 135628 w 1651000"/>
              <a:gd name="connsiteY27" fmla="*/ 304971 h 429768"/>
              <a:gd name="connsiteX28" fmla="*/ 117238 w 1651000"/>
              <a:gd name="connsiteY28" fmla="*/ 302672 h 429768"/>
              <a:gd name="connsiteX29" fmla="*/ 7663 w 1651000"/>
              <a:gd name="connsiteY29" fmla="*/ 206123 h 429768"/>
              <a:gd name="connsiteX30" fmla="*/ 139459 w 1651000"/>
              <a:gd name="connsiteY30" fmla="*/ 112640 h 429768"/>
              <a:gd name="connsiteX31" fmla="*/ 1333291 w 1651000"/>
              <a:gd name="connsiteY31" fmla="*/ 111107 h 429768"/>
              <a:gd name="connsiteX32" fmla="*/ 1432905 w 1651000"/>
              <a:gd name="connsiteY32" fmla="*/ 163213 h 429768"/>
              <a:gd name="connsiteX33" fmla="*/ 1535583 w 1651000"/>
              <a:gd name="connsiteY33" fmla="*/ 111107 h 429768"/>
              <a:gd name="connsiteX34" fmla="*/ 1646464 w 1651000"/>
              <a:gd name="connsiteY34" fmla="*/ 180932 h 429768"/>
              <a:gd name="connsiteX35" fmla="*/ 1651000 w 1651000"/>
              <a:gd name="connsiteY35" fmla="*/ 206180 h 429768"/>
              <a:gd name="connsiteX36" fmla="*/ 1651000 w 1651000"/>
              <a:gd name="connsiteY36" fmla="*/ 421442 h 429768"/>
              <a:gd name="connsiteX37" fmla="*/ 1606845 w 1651000"/>
              <a:gd name="connsiteY37" fmla="*/ 421442 h 429768"/>
              <a:gd name="connsiteX38" fmla="*/ 1573896 w 1651000"/>
              <a:gd name="connsiteY38" fmla="*/ 388493 h 429768"/>
              <a:gd name="connsiteX39" fmla="*/ 1573896 w 1651000"/>
              <a:gd name="connsiteY39" fmla="*/ 255164 h 429768"/>
              <a:gd name="connsiteX40" fmla="*/ 1514894 w 1651000"/>
              <a:gd name="connsiteY40" fmla="*/ 187733 h 429768"/>
              <a:gd name="connsiteX41" fmla="*/ 1450529 w 1651000"/>
              <a:gd name="connsiteY41" fmla="*/ 255930 h 429768"/>
              <a:gd name="connsiteX42" fmla="*/ 1450529 w 1651000"/>
              <a:gd name="connsiteY42" fmla="*/ 421442 h 429768"/>
              <a:gd name="connsiteX43" fmla="*/ 1402254 w 1651000"/>
              <a:gd name="connsiteY43" fmla="*/ 421442 h 429768"/>
              <a:gd name="connsiteX44" fmla="*/ 1369305 w 1651000"/>
              <a:gd name="connsiteY44" fmla="*/ 388493 h 429768"/>
              <a:gd name="connsiteX45" fmla="*/ 1369305 w 1651000"/>
              <a:gd name="connsiteY45" fmla="*/ 255164 h 429768"/>
              <a:gd name="connsiteX46" fmla="*/ 1310303 w 1651000"/>
              <a:gd name="connsiteY46" fmla="*/ 187733 h 429768"/>
              <a:gd name="connsiteX47" fmla="*/ 1245937 w 1651000"/>
              <a:gd name="connsiteY47" fmla="*/ 255930 h 429768"/>
              <a:gd name="connsiteX48" fmla="*/ 1245937 w 1651000"/>
              <a:gd name="connsiteY48" fmla="*/ 422208 h 429768"/>
              <a:gd name="connsiteX49" fmla="*/ 1197663 w 1651000"/>
              <a:gd name="connsiteY49" fmla="*/ 422208 h 429768"/>
              <a:gd name="connsiteX50" fmla="*/ 1164714 w 1651000"/>
              <a:gd name="connsiteY50" fmla="*/ 389259 h 429768"/>
              <a:gd name="connsiteX51" fmla="*/ 1164714 w 1651000"/>
              <a:gd name="connsiteY51" fmla="*/ 119536 h 429768"/>
              <a:gd name="connsiteX52" fmla="*/ 1244405 w 1651000"/>
              <a:gd name="connsiteY52" fmla="*/ 119536 h 429768"/>
              <a:gd name="connsiteX53" fmla="*/ 1244405 w 1651000"/>
              <a:gd name="connsiteY53" fmla="*/ 154784 h 429768"/>
              <a:gd name="connsiteX54" fmla="*/ 1333291 w 1651000"/>
              <a:gd name="connsiteY54" fmla="*/ 111107 h 429768"/>
              <a:gd name="connsiteX55" fmla="*/ 990007 w 1651000"/>
              <a:gd name="connsiteY55" fmla="*/ 111107 h 429768"/>
              <a:gd name="connsiteX56" fmla="*/ 1153987 w 1651000"/>
              <a:gd name="connsiteY56" fmla="*/ 270489 h 429768"/>
              <a:gd name="connsiteX57" fmla="*/ 1055391 w 1651000"/>
              <a:gd name="connsiteY57" fmla="*/ 417790 h 429768"/>
              <a:gd name="connsiteX58" fmla="*/ 990564 w 1651000"/>
              <a:gd name="connsiteY58" fmla="*/ 429768 h 429768"/>
              <a:gd name="connsiteX59" fmla="*/ 989451 w 1651000"/>
              <a:gd name="connsiteY59" fmla="*/ 429768 h 429768"/>
              <a:gd name="connsiteX60" fmla="*/ 924743 w 1651000"/>
              <a:gd name="connsiteY60" fmla="*/ 417790 h 429768"/>
              <a:gd name="connsiteX61" fmla="*/ 826794 w 1651000"/>
              <a:gd name="connsiteY61" fmla="*/ 270489 h 429768"/>
              <a:gd name="connsiteX62" fmla="*/ 990007 w 1651000"/>
              <a:gd name="connsiteY62" fmla="*/ 111107 h 429768"/>
              <a:gd name="connsiteX63" fmla="*/ 541745 w 1651000"/>
              <a:gd name="connsiteY63" fmla="*/ 111107 h 429768"/>
              <a:gd name="connsiteX64" fmla="*/ 632164 w 1651000"/>
              <a:gd name="connsiteY64" fmla="*/ 152485 h 429768"/>
              <a:gd name="connsiteX65" fmla="*/ 631397 w 1651000"/>
              <a:gd name="connsiteY65" fmla="*/ 119536 h 429768"/>
              <a:gd name="connsiteX66" fmla="*/ 711855 w 1651000"/>
              <a:gd name="connsiteY66" fmla="*/ 119536 h 429768"/>
              <a:gd name="connsiteX67" fmla="*/ 711855 w 1651000"/>
              <a:gd name="connsiteY67" fmla="*/ 422208 h 429768"/>
              <a:gd name="connsiteX68" fmla="*/ 665113 w 1651000"/>
              <a:gd name="connsiteY68" fmla="*/ 422208 h 429768"/>
              <a:gd name="connsiteX69" fmla="*/ 632164 w 1651000"/>
              <a:gd name="connsiteY69" fmla="*/ 389259 h 429768"/>
              <a:gd name="connsiteX70" fmla="*/ 632164 w 1651000"/>
              <a:gd name="connsiteY70" fmla="*/ 388493 h 429768"/>
              <a:gd name="connsiteX71" fmla="*/ 595000 w 1651000"/>
              <a:gd name="connsiteY71" fmla="*/ 418377 h 429768"/>
              <a:gd name="connsiteX72" fmla="*/ 542222 w 1651000"/>
              <a:gd name="connsiteY72" fmla="*/ 429768 h 429768"/>
              <a:gd name="connsiteX73" fmla="*/ 541250 w 1651000"/>
              <a:gd name="connsiteY73" fmla="*/ 429768 h 429768"/>
              <a:gd name="connsiteX74" fmla="*/ 483641 w 1651000"/>
              <a:gd name="connsiteY74" fmla="*/ 417790 h 429768"/>
              <a:gd name="connsiteX75" fmla="*/ 395389 w 1651000"/>
              <a:gd name="connsiteY75" fmla="*/ 270489 h 429768"/>
              <a:gd name="connsiteX76" fmla="*/ 541745 w 1651000"/>
              <a:gd name="connsiteY76" fmla="*/ 111107 h 429768"/>
              <a:gd name="connsiteX77" fmla="*/ 732544 w 1651000"/>
              <a:gd name="connsiteY77" fmla="*/ 0 h 429768"/>
              <a:gd name="connsiteX78" fmla="*/ 813767 w 1651000"/>
              <a:gd name="connsiteY78" fmla="*/ 0 h 429768"/>
              <a:gd name="connsiteX79" fmla="*/ 813767 w 1651000"/>
              <a:gd name="connsiteY79" fmla="*/ 421442 h 429768"/>
              <a:gd name="connsiteX80" fmla="*/ 765493 w 1651000"/>
              <a:gd name="connsiteY80" fmla="*/ 421442 h 429768"/>
              <a:gd name="connsiteX81" fmla="*/ 732544 w 1651000"/>
              <a:gd name="connsiteY81" fmla="*/ 388493 h 429768"/>
              <a:gd name="connsiteX82" fmla="*/ 300373 w 1651000"/>
              <a:gd name="connsiteY82" fmla="*/ 0 h 429768"/>
              <a:gd name="connsiteX83" fmla="*/ 381596 w 1651000"/>
              <a:gd name="connsiteY83" fmla="*/ 0 h 429768"/>
              <a:gd name="connsiteX84" fmla="*/ 381596 w 1651000"/>
              <a:gd name="connsiteY84" fmla="*/ 421442 h 429768"/>
              <a:gd name="connsiteX85" fmla="*/ 333322 w 1651000"/>
              <a:gd name="connsiteY85" fmla="*/ 421442 h 429768"/>
              <a:gd name="connsiteX86" fmla="*/ 300373 w 1651000"/>
              <a:gd name="connsiteY86" fmla="*/ 388493 h 42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651000" h="429768">
                <a:moveTo>
                  <a:pt x="990007" y="186967"/>
                </a:moveTo>
                <a:cubicBezTo>
                  <a:pt x="944032" y="186967"/>
                  <a:pt x="909550" y="221448"/>
                  <a:pt x="909550" y="270489"/>
                </a:cubicBezTo>
                <a:cubicBezTo>
                  <a:pt x="909550" y="319529"/>
                  <a:pt x="944032" y="354011"/>
                  <a:pt x="990007" y="354011"/>
                </a:cubicBezTo>
                <a:cubicBezTo>
                  <a:pt x="1035983" y="354011"/>
                  <a:pt x="1070464" y="319529"/>
                  <a:pt x="1070464" y="270489"/>
                </a:cubicBezTo>
                <a:cubicBezTo>
                  <a:pt x="1070464" y="221448"/>
                  <a:pt x="1035983" y="186967"/>
                  <a:pt x="990007" y="186967"/>
                </a:cubicBezTo>
                <a:close/>
                <a:moveTo>
                  <a:pt x="556303" y="186967"/>
                </a:moveTo>
                <a:cubicBezTo>
                  <a:pt x="508795" y="186967"/>
                  <a:pt x="478145" y="224513"/>
                  <a:pt x="478145" y="270489"/>
                </a:cubicBezTo>
                <a:cubicBezTo>
                  <a:pt x="478145" y="316464"/>
                  <a:pt x="508795" y="354011"/>
                  <a:pt x="556303" y="354011"/>
                </a:cubicBezTo>
                <a:cubicBezTo>
                  <a:pt x="603045" y="354011"/>
                  <a:pt x="634463" y="317997"/>
                  <a:pt x="634463" y="270489"/>
                </a:cubicBezTo>
                <a:cubicBezTo>
                  <a:pt x="634463" y="222215"/>
                  <a:pt x="603045" y="186967"/>
                  <a:pt x="556303" y="186967"/>
                </a:cubicBezTo>
                <a:close/>
                <a:moveTo>
                  <a:pt x="139459" y="112640"/>
                </a:moveTo>
                <a:cubicBezTo>
                  <a:pt x="193863" y="113406"/>
                  <a:pt x="239839" y="127199"/>
                  <a:pt x="279684" y="147888"/>
                </a:cubicBezTo>
                <a:lnTo>
                  <a:pt x="264359" y="180837"/>
                </a:lnTo>
                <a:cubicBezTo>
                  <a:pt x="257463" y="196928"/>
                  <a:pt x="238306" y="203824"/>
                  <a:pt x="222215" y="197694"/>
                </a:cubicBezTo>
                <a:cubicBezTo>
                  <a:pt x="198461" y="188499"/>
                  <a:pt x="167811" y="180070"/>
                  <a:pt x="137927" y="179304"/>
                </a:cubicBezTo>
                <a:cubicBezTo>
                  <a:pt x="107276" y="179304"/>
                  <a:pt x="92717" y="189266"/>
                  <a:pt x="92717" y="206123"/>
                </a:cubicBezTo>
                <a:cubicBezTo>
                  <a:pt x="91951" y="223747"/>
                  <a:pt x="109575" y="228345"/>
                  <a:pt x="137160" y="232942"/>
                </a:cubicBezTo>
                <a:lnTo>
                  <a:pt x="173941" y="237540"/>
                </a:lnTo>
                <a:cubicBezTo>
                  <a:pt x="239839" y="245202"/>
                  <a:pt x="288880" y="276619"/>
                  <a:pt x="288113" y="333322"/>
                </a:cubicBezTo>
                <a:cubicBezTo>
                  <a:pt x="287539" y="380447"/>
                  <a:pt x="258517" y="412487"/>
                  <a:pt x="201047" y="424914"/>
                </a:cubicBezTo>
                <a:lnTo>
                  <a:pt x="144262" y="429768"/>
                </a:lnTo>
                <a:lnTo>
                  <a:pt x="128271" y="429768"/>
                </a:lnTo>
                <a:lnTo>
                  <a:pt x="67335" y="420676"/>
                </a:lnTo>
                <a:cubicBezTo>
                  <a:pt x="44251" y="414354"/>
                  <a:pt x="21072" y="404968"/>
                  <a:pt x="0" y="392324"/>
                </a:cubicBezTo>
                <a:lnTo>
                  <a:pt x="28352" y="329491"/>
                </a:lnTo>
                <a:cubicBezTo>
                  <a:pt x="47508" y="340219"/>
                  <a:pt x="89652" y="361674"/>
                  <a:pt x="134862" y="362440"/>
                </a:cubicBezTo>
                <a:cubicBezTo>
                  <a:pt x="180071" y="363206"/>
                  <a:pt x="203059" y="355544"/>
                  <a:pt x="203825" y="333322"/>
                </a:cubicBezTo>
                <a:cubicBezTo>
                  <a:pt x="203825" y="311867"/>
                  <a:pt x="174707" y="310334"/>
                  <a:pt x="135628" y="304971"/>
                </a:cubicBezTo>
                <a:lnTo>
                  <a:pt x="117238" y="302672"/>
                </a:lnTo>
                <a:cubicBezTo>
                  <a:pt x="29118" y="288879"/>
                  <a:pt x="6896" y="255164"/>
                  <a:pt x="7663" y="206123"/>
                </a:cubicBezTo>
                <a:cubicBezTo>
                  <a:pt x="9195" y="143290"/>
                  <a:pt x="68197" y="110341"/>
                  <a:pt x="139459" y="112640"/>
                </a:cubicBezTo>
                <a:close/>
                <a:moveTo>
                  <a:pt x="1333291" y="111107"/>
                </a:moveTo>
                <a:cubicBezTo>
                  <a:pt x="1376968" y="111107"/>
                  <a:pt x="1412982" y="131030"/>
                  <a:pt x="1432905" y="163213"/>
                </a:cubicBezTo>
                <a:cubicBezTo>
                  <a:pt x="1455892" y="124900"/>
                  <a:pt x="1495738" y="111107"/>
                  <a:pt x="1535583" y="111107"/>
                </a:cubicBezTo>
                <a:cubicBezTo>
                  <a:pt x="1589030" y="111107"/>
                  <a:pt x="1629546" y="137830"/>
                  <a:pt x="1646464" y="180932"/>
                </a:cubicBezTo>
                <a:lnTo>
                  <a:pt x="1651000" y="206180"/>
                </a:lnTo>
                <a:lnTo>
                  <a:pt x="1651000" y="421442"/>
                </a:lnTo>
                <a:lnTo>
                  <a:pt x="1606845" y="421442"/>
                </a:lnTo>
                <a:cubicBezTo>
                  <a:pt x="1588455" y="421442"/>
                  <a:pt x="1573896" y="406883"/>
                  <a:pt x="1573896" y="388493"/>
                </a:cubicBezTo>
                <a:lnTo>
                  <a:pt x="1573896" y="255164"/>
                </a:lnTo>
                <a:cubicBezTo>
                  <a:pt x="1573896" y="211487"/>
                  <a:pt x="1551675" y="187733"/>
                  <a:pt x="1514894" y="187733"/>
                </a:cubicBezTo>
                <a:cubicBezTo>
                  <a:pt x="1479646" y="187733"/>
                  <a:pt x="1450529" y="209954"/>
                  <a:pt x="1450529" y="255930"/>
                </a:cubicBezTo>
                <a:lnTo>
                  <a:pt x="1450529" y="421442"/>
                </a:lnTo>
                <a:lnTo>
                  <a:pt x="1402254" y="421442"/>
                </a:lnTo>
                <a:cubicBezTo>
                  <a:pt x="1383864" y="421442"/>
                  <a:pt x="1369305" y="406883"/>
                  <a:pt x="1369305" y="388493"/>
                </a:cubicBezTo>
                <a:lnTo>
                  <a:pt x="1369305" y="255164"/>
                </a:lnTo>
                <a:cubicBezTo>
                  <a:pt x="1369305" y="211487"/>
                  <a:pt x="1347850" y="187733"/>
                  <a:pt x="1310303" y="187733"/>
                </a:cubicBezTo>
                <a:cubicBezTo>
                  <a:pt x="1275055" y="187733"/>
                  <a:pt x="1245937" y="209954"/>
                  <a:pt x="1245937" y="255930"/>
                </a:cubicBezTo>
                <a:lnTo>
                  <a:pt x="1245937" y="422208"/>
                </a:lnTo>
                <a:lnTo>
                  <a:pt x="1197663" y="422208"/>
                </a:lnTo>
                <a:cubicBezTo>
                  <a:pt x="1179273" y="422208"/>
                  <a:pt x="1164714" y="407649"/>
                  <a:pt x="1164714" y="389259"/>
                </a:cubicBezTo>
                <a:lnTo>
                  <a:pt x="1164714" y="119536"/>
                </a:lnTo>
                <a:lnTo>
                  <a:pt x="1244405" y="119536"/>
                </a:lnTo>
                <a:lnTo>
                  <a:pt x="1244405" y="154784"/>
                </a:lnTo>
                <a:cubicBezTo>
                  <a:pt x="1265860" y="122601"/>
                  <a:pt x="1298809" y="111107"/>
                  <a:pt x="1333291" y="111107"/>
                </a:cubicBezTo>
                <a:close/>
                <a:moveTo>
                  <a:pt x="990007" y="111107"/>
                </a:moveTo>
                <a:cubicBezTo>
                  <a:pt x="1084257" y="111107"/>
                  <a:pt x="1153987" y="179304"/>
                  <a:pt x="1153987" y="270489"/>
                </a:cubicBezTo>
                <a:cubicBezTo>
                  <a:pt x="1153987" y="338878"/>
                  <a:pt x="1114764" y="394336"/>
                  <a:pt x="1055391" y="417790"/>
                </a:cubicBezTo>
                <a:lnTo>
                  <a:pt x="990564" y="429768"/>
                </a:lnTo>
                <a:lnTo>
                  <a:pt x="989451" y="429768"/>
                </a:lnTo>
                <a:lnTo>
                  <a:pt x="924743" y="417790"/>
                </a:lnTo>
                <a:cubicBezTo>
                  <a:pt x="865586" y="394336"/>
                  <a:pt x="826794" y="338878"/>
                  <a:pt x="826794" y="270489"/>
                </a:cubicBezTo>
                <a:cubicBezTo>
                  <a:pt x="826794" y="179304"/>
                  <a:pt x="895757" y="111107"/>
                  <a:pt x="990007" y="111107"/>
                </a:cubicBezTo>
                <a:close/>
                <a:moveTo>
                  <a:pt x="541745" y="111107"/>
                </a:moveTo>
                <a:cubicBezTo>
                  <a:pt x="583123" y="111107"/>
                  <a:pt x="612240" y="127965"/>
                  <a:pt x="632164" y="152485"/>
                </a:cubicBezTo>
                <a:lnTo>
                  <a:pt x="631397" y="119536"/>
                </a:lnTo>
                <a:lnTo>
                  <a:pt x="711855" y="119536"/>
                </a:lnTo>
                <a:lnTo>
                  <a:pt x="711855" y="422208"/>
                </a:lnTo>
                <a:lnTo>
                  <a:pt x="665113" y="422208"/>
                </a:lnTo>
                <a:cubicBezTo>
                  <a:pt x="646723" y="422208"/>
                  <a:pt x="632164" y="407649"/>
                  <a:pt x="632164" y="389259"/>
                </a:cubicBezTo>
                <a:lnTo>
                  <a:pt x="632164" y="388493"/>
                </a:lnTo>
                <a:cubicBezTo>
                  <a:pt x="622202" y="400753"/>
                  <a:pt x="609942" y="411097"/>
                  <a:pt x="595000" y="418377"/>
                </a:cubicBezTo>
                <a:lnTo>
                  <a:pt x="542222" y="429768"/>
                </a:lnTo>
                <a:lnTo>
                  <a:pt x="541250" y="429768"/>
                </a:lnTo>
                <a:lnTo>
                  <a:pt x="483641" y="417790"/>
                </a:lnTo>
                <a:cubicBezTo>
                  <a:pt x="430733" y="394336"/>
                  <a:pt x="395389" y="338878"/>
                  <a:pt x="395389" y="270489"/>
                </a:cubicBezTo>
                <a:cubicBezTo>
                  <a:pt x="395389" y="179304"/>
                  <a:pt x="458222" y="111107"/>
                  <a:pt x="541745" y="111107"/>
                </a:cubicBezTo>
                <a:close/>
                <a:moveTo>
                  <a:pt x="732544" y="0"/>
                </a:moveTo>
                <a:lnTo>
                  <a:pt x="813767" y="0"/>
                </a:lnTo>
                <a:lnTo>
                  <a:pt x="813767" y="421442"/>
                </a:lnTo>
                <a:lnTo>
                  <a:pt x="765493" y="421442"/>
                </a:lnTo>
                <a:cubicBezTo>
                  <a:pt x="747103" y="421442"/>
                  <a:pt x="732544" y="406883"/>
                  <a:pt x="732544" y="388493"/>
                </a:cubicBezTo>
                <a:close/>
                <a:moveTo>
                  <a:pt x="300373" y="0"/>
                </a:moveTo>
                <a:lnTo>
                  <a:pt x="381596" y="0"/>
                </a:lnTo>
                <a:lnTo>
                  <a:pt x="381596" y="421442"/>
                </a:lnTo>
                <a:lnTo>
                  <a:pt x="333322" y="421442"/>
                </a:lnTo>
                <a:cubicBezTo>
                  <a:pt x="314932" y="421442"/>
                  <a:pt x="300373" y="406883"/>
                  <a:pt x="300373" y="388493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400">
                <a:noFill/>
              </a:defRPr>
            </a:lvl1pPr>
            <a:lvl2pPr marL="227012" indent="0">
              <a:buNone/>
              <a:defRPr sz="600"/>
            </a:lvl2pPr>
            <a:lvl3pPr marL="460375" indent="0">
              <a:buNone/>
              <a:defRPr sz="600"/>
            </a:lvl3pPr>
            <a:lvl4pPr marL="625475" indent="0">
              <a:buNone/>
              <a:defRPr sz="600"/>
            </a:lvl4pPr>
            <a:lvl5pPr marL="798513" indent="0">
              <a:buNone/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1B977F1-062A-A4B4-E4B5-739EC8B29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418" y="571500"/>
            <a:ext cx="3538682" cy="5715002"/>
          </a:xfrm>
        </p:spPr>
        <p:txBody>
          <a:bodyPr anchor="ctr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6307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End of Layouts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D0389B-2D1F-4848-A9BB-0548CDA2FD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b="1" cap="all" baseline="0"/>
              <a:t>Do not use layouts past this point</a:t>
            </a:r>
          </a:p>
        </p:txBody>
      </p:sp>
    </p:spTree>
    <p:extLst>
      <p:ext uri="{BB962C8B-B14F-4D97-AF65-F5344CB8AC3E}">
        <p14:creationId xmlns:p14="http://schemas.microsoft.com/office/powerpoint/2010/main" val="217453802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photo_third_lef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42FC830-AF6C-FF1B-026D-AFB5BE5E11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102100" cy="6858000"/>
          </a:xfrm>
          <a:custGeom>
            <a:avLst/>
            <a:gdLst>
              <a:gd name="connsiteX0" fmla="*/ 0 w 4102100"/>
              <a:gd name="connsiteY0" fmla="*/ 0 h 6858000"/>
              <a:gd name="connsiteX1" fmla="*/ 3418403 w 4102100"/>
              <a:gd name="connsiteY1" fmla="*/ 0 h 6858000"/>
              <a:gd name="connsiteX2" fmla="*/ 4102100 w 4102100"/>
              <a:gd name="connsiteY2" fmla="*/ 683697 h 6858000"/>
              <a:gd name="connsiteX3" fmla="*/ 4102100 w 4102100"/>
              <a:gd name="connsiteY3" fmla="*/ 6858000 h 6858000"/>
              <a:gd name="connsiteX4" fmla="*/ 0 w 41021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2100" h="6858000">
                <a:moveTo>
                  <a:pt x="0" y="0"/>
                </a:moveTo>
                <a:lnTo>
                  <a:pt x="3418403" y="0"/>
                </a:lnTo>
                <a:cubicBezTo>
                  <a:pt x="3795998" y="0"/>
                  <a:pt x="4102100" y="306102"/>
                  <a:pt x="4102100" y="683697"/>
                </a:cubicBezTo>
                <a:lnTo>
                  <a:pt x="41021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1D7FF-6C4B-FD49-59EA-089A8F916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45936" y="6503670"/>
            <a:ext cx="4389120" cy="1371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8E84-93A4-91B2-ADEB-00836AA8B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080760" y="6503670"/>
            <a:ext cx="255977" cy="1371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9A883A-4ED7-43C0-B9DF-CCC4B6277E4B}" type="datetimeyyyy">
              <a:rPr lang="en-US" smtClean="0"/>
              <a:pPr/>
              <a:t>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0ADE8-13EE-6112-4AAF-E621D3198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22AC1B10-DA7D-7DCE-ED2F-0778C9BB7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998464" y="6503670"/>
            <a:ext cx="99087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©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D9F79E96-81B1-64A5-5C19-08FD0D43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266944" y="6472119"/>
            <a:ext cx="562567" cy="14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842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9">
            <a:extLst>
              <a:ext uri="{FF2B5EF4-FFF2-40B4-BE49-F238E27FC236}">
                <a16:creationId xmlns:a16="http://schemas.microsoft.com/office/drawing/2014/main" id="{B8542C79-3E51-6C46-FD1D-3F5488004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571500" y="6472119"/>
            <a:ext cx="562567" cy="14585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FBA51-83A7-418F-9111-FF640E9D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11049000" cy="990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BDFA8-3817-4733-A7E6-C391835FC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2933700"/>
            <a:ext cx="11049000" cy="335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1261B06-3F99-1DA3-3B13-025F807F7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299707" y="6503670"/>
            <a:ext cx="99087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8890C-677F-4C91-82E6-627D8C881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45217" y="6503670"/>
            <a:ext cx="6518274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Slalom. All Rights Reserved. Proprietary and Confidential.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AF948-68C6-4080-96A4-341B3E726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4477" y="6503670"/>
            <a:ext cx="255977" cy="137160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02D25020-0143-4C28-AF12-D7B43E151733}" type="datetimeyyyy">
              <a:rPr lang="en-US" smtClean="0"/>
              <a:t>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351C1-F417-4576-B405-26A2525BA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1" y="6503670"/>
            <a:ext cx="342898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B2643E34-DC33-45ED-8E33-EC0D5991E9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6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venir Next LT Pro" panose="020B05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37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venir Next LT Pro" panose="020B0504020202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25475" indent="-1651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venir Next LT Pro" panose="020B0504020202020204" pitchFamily="34" charset="0"/>
        <a:buChar char="−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98513" indent="-1730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venir Next LT Pro" panose="020B0504020202020204" pitchFamily="34" charset="0"/>
        <a:buChar char="−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714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venir Next LT Pro" panose="020B0504020202020204" pitchFamily="34" charset="0"/>
        <a:buChar char="−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venir Next LT Pro" panose="020B05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venir Next LT Pro" panose="020B05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venir Next LT Pro" panose="020B05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venir Next LT Pro" panose="020B05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60">
          <p15:clr>
            <a:srgbClr val="F26B43"/>
          </p15:clr>
        </p15:guide>
        <p15:guide id="4" pos="808">
          <p15:clr>
            <a:srgbClr val="A4A3A4"/>
          </p15:clr>
        </p15:guide>
        <p15:guide id="5" pos="952">
          <p15:clr>
            <a:srgbClr val="A4A3A4"/>
          </p15:clr>
        </p15:guide>
        <p15:guide id="6" pos="1400">
          <p15:clr>
            <a:srgbClr val="A4A3A4"/>
          </p15:clr>
        </p15:guide>
        <p15:guide id="7" pos="1536">
          <p15:clr>
            <a:srgbClr val="A4A3A4"/>
          </p15:clr>
        </p15:guide>
        <p15:guide id="8" pos="1992">
          <p15:clr>
            <a:srgbClr val="A4A3A4"/>
          </p15:clr>
        </p15:guide>
        <p15:guide id="9" pos="2136">
          <p15:clr>
            <a:srgbClr val="A4A3A4"/>
          </p15:clr>
        </p15:guide>
        <p15:guide id="10" pos="2584">
          <p15:clr>
            <a:srgbClr val="5ACBF0"/>
          </p15:clr>
        </p15:guide>
        <p15:guide id="11" pos="2728">
          <p15:clr>
            <a:srgbClr val="5ACBF0"/>
          </p15:clr>
        </p15:guide>
        <p15:guide id="12" pos="3176">
          <p15:clr>
            <a:srgbClr val="A4A3A4"/>
          </p15:clr>
        </p15:guide>
        <p15:guide id="13" pos="3320">
          <p15:clr>
            <a:srgbClr val="A4A3A4"/>
          </p15:clr>
        </p15:guide>
        <p15:guide id="14" pos="3768">
          <p15:clr>
            <a:srgbClr val="FBAE40"/>
          </p15:clr>
        </p15:guide>
        <p15:guide id="15" pos="3912">
          <p15:clr>
            <a:srgbClr val="FBAE40"/>
          </p15:clr>
        </p15:guide>
        <p15:guide id="16" pos="4360">
          <p15:clr>
            <a:srgbClr val="A4A3A4"/>
          </p15:clr>
        </p15:guide>
        <p15:guide id="17" pos="4504">
          <p15:clr>
            <a:srgbClr val="A4A3A4"/>
          </p15:clr>
        </p15:guide>
        <p15:guide id="18" pos="4952">
          <p15:clr>
            <a:srgbClr val="5ACBF0"/>
          </p15:clr>
        </p15:guide>
        <p15:guide id="19" pos="5096">
          <p15:clr>
            <a:srgbClr val="5ACBF0"/>
          </p15:clr>
        </p15:guide>
        <p15:guide id="20" pos="5544">
          <p15:clr>
            <a:srgbClr val="A4A3A4"/>
          </p15:clr>
        </p15:guide>
        <p15:guide id="21" pos="5688">
          <p15:clr>
            <a:srgbClr val="A4A3A4"/>
          </p15:clr>
        </p15:guide>
        <p15:guide id="22" pos="6136">
          <p15:clr>
            <a:srgbClr val="A4A3A4"/>
          </p15:clr>
        </p15:guide>
        <p15:guide id="23" pos="6280">
          <p15:clr>
            <a:srgbClr val="A4A3A4"/>
          </p15:clr>
        </p15:guide>
        <p15:guide id="24" pos="6728">
          <p15:clr>
            <a:srgbClr val="A4A3A4"/>
          </p15:clr>
        </p15:guide>
        <p15:guide id="25" pos="6872">
          <p15:clr>
            <a:srgbClr val="A4A3A4"/>
          </p15:clr>
        </p15:guide>
        <p15:guide id="26" pos="7320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360">
          <p15:clr>
            <a:srgbClr val="F26B43"/>
          </p15:clr>
        </p15:guide>
        <p15:guide id="31" orient="horz" pos="3960">
          <p15:clr>
            <a:srgbClr val="F26B43"/>
          </p15:clr>
        </p15:guide>
        <p15:guide id="32" orient="horz" pos="984">
          <p15:clr>
            <a:srgbClr val="F26B43"/>
          </p15:clr>
        </p15:guide>
        <p15:guide id="33" orient="horz" pos="1728">
          <p15:clr>
            <a:srgbClr val="5ACBF0"/>
          </p15:clr>
        </p15:guide>
        <p15:guide id="34" orient="horz" pos="2592">
          <p15:clr>
            <a:srgbClr val="A4A3A4"/>
          </p15:clr>
        </p15:guide>
        <p15:guide id="35" orient="horz" pos="3336">
          <p15:clr>
            <a:srgbClr val="A4A3A4"/>
          </p15:clr>
        </p15:guide>
        <p15:guide id="36" orient="horz" pos="1104">
          <p15:clr>
            <a:srgbClr val="5ACBF0"/>
          </p15:clr>
        </p15:guide>
        <p15:guide id="37" orient="horz" pos="1848">
          <p15:clr>
            <a:srgbClr val="F26B43"/>
          </p15:clr>
        </p15:guide>
        <p15:guide id="38" orient="horz" pos="2472">
          <p15:clr>
            <a:srgbClr val="A4A3A4"/>
          </p15:clr>
        </p15:guide>
        <p15:guide id="39" orient="horz" pos="3216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8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8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BDB30-AA6B-DF63-FF54-7BCDABA056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Value practice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2B0280-3E58-2984-E8F0-B63FC54F00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August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94C1F-3A0D-AEBB-4030-AC1351201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Value Realisation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A57EF-F344-F061-9B3E-0EB42EA3F7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Turning technology investment into measurable business outcomes.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EDB9356-FC75-4C51-BEAC-BFAD2643A22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B2F3B61-1B38-0CCD-0CBC-4D5737C3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7A7722-B1A8-48D7-DA0F-4EFA5EE3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Clients invest for outcomes, then manage the delivery.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7BC5C2D-79A0-5C8A-8181-17CF16147E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This page is the whole argument.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3E916A-75FF-7D53-B23B-6659080F8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 question, the problem, the answer, the method</a:t>
            </a:r>
          </a:p>
          <a:p>
            <a:r>
              <a:rPr lang="en-US"/>
              <a:t>The question: what business outcome is this investment truly driving, and what must change to realise it?</a:t>
            </a:r>
          </a:p>
          <a:p>
            <a:r>
              <a:rPr lang="en-US"/>
              <a:t>The problem: clients manage the delivery, and nobody owns the outcome after go live.</a:t>
            </a:r>
          </a:p>
          <a:p>
            <a:r>
              <a:rPr lang="en-US"/>
              <a:t>The answer: Value Realisation defines the outcomes, manages the change and proves the result.</a:t>
            </a:r>
          </a:p>
          <a:p>
            <a:r>
              <a:rPr lang="en-US"/>
              <a:t>The method: define the outcome, manage what must change, prove the value.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96D2C-6F7A-7843-C25B-3402798B8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0E722-EEB4-423A-A77E-2BF69F7ADEDB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56187-65EB-E237-F202-09E3DEC71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C95D6-1C84-B7C5-CB72-0D42C639B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74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C1F9A55-A3C6-D24F-BA37-D1028780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rgbClr val="F7FFD6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BDD441-C074-6AFD-4397-0E971E83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Value is a measured improvement in a business outcome.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F276BE-152D-0201-EC47-78DF381CF4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ROI is one expression of the improvement; the outcome comes first.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F3FE55-A086-AE61-92F4-5296DB0F99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Every benefit has six working parts</a:t>
            </a:r>
            <a:endParaRPr lang="en-US" b="1"/>
          </a:p>
          <a:p>
            <a:r>
              <a:rPr lang="en-US" err="1"/>
              <a:t>Measurable, in the organisation's own terms.</a:t>
            </a:r>
          </a:p>
          <a:p>
            <a:r>
              <a:rPr lang="en-US" err="1"/>
              <a:t>Baselined before the change starts.</a:t>
            </a:r>
          </a:p>
          <a:p>
            <a:r>
              <a:rPr lang="en-US" err="1"/>
              <a:t>Owned by a named person in the business.</a:t>
            </a:r>
          </a:p>
          <a:p>
            <a:r>
              <a:rPr lang="en-US" err="1"/>
              <a:t>Time bound, with checks after go live.</a:t>
            </a:r>
          </a:p>
          <a:p>
            <a:r>
              <a:rPr lang="en-US" err="1"/>
              <a:t>Tied to a strategic priority.</a:t>
            </a:r>
          </a:p>
          <a:p>
            <a:r>
              <a:rPr lang="en-US" err="1"/>
              <a:t>An outcome, as opposed to an output.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30AFF-2DA2-219C-1834-A96BD1FE1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Where ROI misleads</a:t>
            </a:r>
            <a:endParaRPr lang="en-US" b="1"/>
          </a:p>
          <a:p>
            <a:r>
              <a:rPr lang="en-US" err="1"/>
              <a:t>A ratio hides scale and names no outcome.</a:t>
            </a:r>
          </a:p>
          <a:p>
            <a:r>
              <a:rPr lang="en-US" err="1"/>
              <a:t>Strong ROI against the wrong outcome is still worthless.</a:t>
            </a:r>
          </a:p>
          <a:p>
            <a:r>
              <a:rPr lang="en-US" err="1"/>
              <a:t>Productivity only counts when headcount, volume or price changes.</a:t>
            </a:r>
          </a:p>
          <a:p>
            <a:r>
              <a:rPr lang="en-US" err="1"/>
              <a:t>KPMG concedes value is rarely defined with precision.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D38962-DD7D-45E5-008F-59091A934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D15279-5940-4F66-9711-15877E163695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440C1-52ED-2D03-69AF-46FB45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E77DE-C517-653B-3E9D-40C5EEE1A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9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564FEDB-8EA8-C837-DCCF-2C1F81D6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Value is lost at the case and after go live.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7567A9-FF32-8915-A4E5-BAF96832CA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Delivery discipline improved for decades; benefits discipline never did.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5806586-9D33-2D6D-D672-01F216A743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At the case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5F598-4749-E6F9-C1C1-44F91436E9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err="1"/>
              <a:t>Cases get the dollars, then go nowhere.</a:t>
            </a:r>
          </a:p>
          <a:p>
            <a:r>
              <a:rPr lang="en-US"/>
              <a:t>Benefits are forecast without baselines or owners.</a:t>
            </a:r>
          </a:p>
          <a:p>
            <a:r>
              <a:rPr lang="en-US"/>
              <a:t>A quarter of value is lost here. McKinsey, 2021.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B63E08A-91BB-A11B-2752-18186F8F2D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In delivery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FEC1655-7C67-3DF8-1B47-DC511B0A82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Delivery reports activity while the outcome drifts.</a:t>
            </a:r>
          </a:p>
          <a:p>
            <a:r>
              <a:rPr lang="en-US"/>
              <a:t>88 per cent of transformations miss their ambition. Bain, 2024.</a:t>
            </a:r>
          </a:p>
          <a:p>
            <a:r>
              <a:rPr lang="en-US"/>
              <a:t>A named value owner captures 24 per cent more. Bain, 2024.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0AA5485-A5E0-DF67-1BE3-F926264D2C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After go live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28F940B-2417-3E85-FCA6-246AE2FB2D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err="1"/>
              <a:t>The team disbands; the benefit disbands with it.</a:t>
            </a:r>
          </a:p>
          <a:p>
            <a:r>
              <a:rPr lang="en-US"/>
              <a:t>Only 42 per cent deliver full benefits. Wellingtone, 2026.</a:t>
            </a:r>
          </a:p>
          <a:p>
            <a:r>
              <a:rPr lang="en-US"/>
              <a:t>The post go live check is the most skipped practice.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3C291-4791-D30D-3E3E-3608F19F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8B7981-6CA8-469D-944D-8370E747B618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DF632-22B8-CFAE-7645-F7F9E9884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B4331-6B37-2548-EB45-CA3A69518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25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564FEDB-8EA8-C837-DCCF-2C1F81D6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output is only value when three tests pass.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7567A9-FF32-8915-A4E5-BAF96832CA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Activity, adoption, throughput and time saved are progress signals; none is the outcome.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5806586-9D33-2D6D-D672-01F216A743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Quality holds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5F598-4749-E6F9-C1C1-44F91436E9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err="1"/>
              <a:t>Pair every speed measure with a quality counterweight.</a:t>
            </a:r>
          </a:p>
          <a:p>
            <a:r>
              <a:rPr lang="en-US"/>
              <a:t>AI adoption lifted output and lowered stability. DORA, 2024.</a:t>
            </a:r>
          </a:p>
          <a:p>
            <a:r>
              <a:rPr lang="en-US"/>
              <a:t>Klarna reversed a forty million dollar case on quality.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B63E08A-91BB-A11B-2752-18186F8F2D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Capacity is redeployed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FEC1655-7C67-3DF8-1B47-DC511B0A82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40 per cent of time saved is lost to rework. Workday, 2025.</a:t>
            </a:r>
          </a:p>
          <a:p>
            <a:r>
              <a:rPr lang="en-US"/>
              <a:t>Value lands when headcount, volume or price changes.</a:t>
            </a:r>
          </a:p>
          <a:p>
            <a:r>
              <a:rPr lang="en-US"/>
              <a:t>Every use case names its conversion lever up front.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0AA5485-A5E0-DF67-1BE3-F926264D2C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Finance can see it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28F940B-2417-3E85-FCA6-246AE2FB2D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err="1"/>
              <a:t>Baseline before deployment; attribution agreed at the start.</a:t>
            </a:r>
          </a:p>
          <a:p>
            <a:r>
              <a:rPr lang="en-US"/>
              <a:t>Finance books the result monthly, against the baseline.</a:t>
            </a:r>
          </a:p>
          <a:p>
            <a:r>
              <a:rPr lang="en-US"/>
              <a:t>Nine in ten firms detect no impact; the machinery was never built. NBER, 2026.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3C291-4791-D30D-3E3E-3608F19F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8B7981-6CA8-469D-944D-8370E747B618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DF632-22B8-CFAE-7645-F7F9E9884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B4331-6B37-2548-EB45-CA3A69518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256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C1F9A55-A3C6-D24F-BA37-D1028780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rgbClr val="F7FFD6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BDD441-C074-6AFD-4397-0E971E83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designs the value; realisation delivers and proves it.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F276BE-152D-0201-EC47-78DF381CF4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One discipline; it is not benefits reporting added at the end.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F3FE55-A086-AE61-92F4-5296DB0F99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Value architecture, before the money</a:t>
            </a:r>
            <a:endParaRPr lang="en-US" b="1"/>
          </a:p>
          <a:p>
            <a:r>
              <a:rPr lang="en-US" err="1"/>
              <a:t>Turns the business case into a value case.</a:t>
            </a:r>
          </a:p>
          <a:p>
            <a:r>
              <a:rPr lang="en-US" err="1"/>
              <a:t>Outcomes, baselines, owners and dates.</a:t>
            </a:r>
          </a:p>
          <a:p>
            <a:r>
              <a:rPr lang="en-US" err="1"/>
              <a:t>Kill conditions and the measurement plan, set up front.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30AFF-2DA2-219C-1834-A96BD1FE1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Value realisation, through delivery and beyond</a:t>
            </a:r>
            <a:endParaRPr lang="en-US" b="1"/>
          </a:p>
          <a:p>
            <a:r>
              <a:rPr lang="en-US" err="1"/>
              <a:t>Changes how people work; that is where the value is.</a:t>
            </a:r>
          </a:p>
          <a:p>
            <a:r>
              <a:rPr lang="en-US" err="1"/>
              <a:t>Tracks outcomes against baseline on a fixed cadence.</a:t>
            </a:r>
          </a:p>
          <a:p>
            <a:r>
              <a:rPr lang="en-US" err="1"/>
              <a:t>Finance verifies monthly; owners keep the numbers after go live.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D38962-DD7D-45E5-008F-59091A934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D15279-5940-4F66-9711-15877E163695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440C1-52ED-2D03-69AF-46FB45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E77DE-C517-653B-3E9D-40C5EEE1A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9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564FEDB-8EA8-C837-DCCF-2C1F81D6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Define the outcome. Manage what must change. Prove the value.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7567A9-FF32-8915-A4E5-BAF96832CA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One structure from the first conversation to business as usual.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5806586-9D33-2D6D-D672-01F216A743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Define the outcome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5F598-4749-E6F9-C1C1-44F91436E9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err="1"/>
              <a:t>What must improve, by how much, by when, owned by whom.</a:t>
            </a:r>
          </a:p>
          <a:p>
            <a:r>
              <a:rPr lang="en-US"/>
              <a:t>The baseline is built from the client's own data.</a:t>
            </a:r>
          </a:p>
          <a:p>
            <a:r>
              <a:rPr lang="en-US"/>
              <a:t>The output is a value case a CFO can sign.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B63E08A-91BB-A11B-2752-18186F8F2D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Manage what must change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FEC1655-7C67-3DF8-1B47-DC511B0A82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Name the process and behaviour changes the outcome needs.</a:t>
            </a:r>
          </a:p>
          <a:p>
            <a:r>
              <a:rPr lang="en-US"/>
              <a:t>Watch leading indicators; intervene early.</a:t>
            </a:r>
          </a:p>
          <a:p>
            <a:r>
              <a:rPr lang="en-US"/>
              <a:t>Release funding in tranches against evidence.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0AA5485-A5E0-DF67-1BE3-F926264D2C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Prove the value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28F940B-2417-3E85-FCA6-246AE2FB2D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err="1"/>
              <a:t>Six tests, from baseline to verification.</a:t>
            </a:r>
          </a:p>
          <a:p>
            <a:r>
              <a:rPr lang="en-US"/>
              <a:t>Forecast and booked value never mix.</a:t>
            </a:r>
          </a:p>
          <a:p>
            <a:r>
              <a:rPr lang="en-US"/>
              <a:t>Evidence comes from the platforms we build 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3C291-4791-D30D-3E3E-3608F19F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8B7981-6CA8-469D-944D-8370E747B618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DF632-22B8-CFAE-7645-F7F9E9884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B4331-6B37-2548-EB45-CA3A69518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256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AE756A-20B4-54B9-3F74-6EDEFE99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 offers, one ten day entry.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BCF1E93-4431-84E6-FF43-CE89349E10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Demand sits in AI, platforms already owned, post merger value and transformations.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273A30D8-F392-D19E-4EBB-1B37E5FFBB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The Value Case Review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0566A5B-9C08-1FDE-4551-84B4D5535B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Ten days, fixed fee, one live investment.</a:t>
            </a:r>
          </a:p>
          <a:p>
            <a:r>
              <a:rPr lang="en-US"/>
              <a:t>What is credible, what must change, what to decide.</a:t>
            </a:r>
          </a:p>
          <a:p>
            <a:r>
              <a:rPr lang="en-US" err="1"/>
              <a:t>The entry to everything else.</a:t>
            </a:r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F47BF0A-B445-F942-892C-293A2CF440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The value case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59A3AF9E-D6A0-993C-937A-31713B5EEC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Before the money.</a:t>
            </a:r>
          </a:p>
          <a:p>
            <a:r>
              <a:rPr lang="en-US"/>
              <a:t>Outcomes, baselines, owners, kill conditions.</a:t>
            </a:r>
          </a:p>
          <a:p>
            <a:r>
              <a:rPr lang="en-US" err="1"/>
              <a:t>Set before funding, so value survives approval.</a:t>
            </a:r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46C679D7-1195-747F-4025-9DAD2526D8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Tracking and the value office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608841B6-BF91-E0D4-79A4-F591C4A916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During delivery.</a:t>
            </a:r>
          </a:p>
          <a:p>
            <a:r>
              <a:rPr lang="en-US"/>
              <a:t>Value tracking, reporting cadence and governance.</a:t>
            </a:r>
          </a:p>
          <a:p>
            <a:r>
              <a:rPr lang="en-US" err="1"/>
              <a:t>The value realisation office, built with the client, then handed over.</a:t>
            </a:r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D464C4D5-F7B4-2C9B-1F7B-3ECFBDEEAD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Value recovery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1DF400F-3FF4-7A99-CCCC-D478ADB873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Already live.</a:t>
            </a:r>
          </a:p>
          <a:p>
            <a:r>
              <a:rPr lang="en-US"/>
              <a:t>Unlock platforms already owned; no upgrade spend.</a:t>
            </a:r>
          </a:p>
          <a:p>
            <a:r>
              <a:rPr lang="en-US" err="1"/>
              <a:t>46 per cent of licences sit unused. Zylo, 2026.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406C3-67D1-374A-DB2B-A29A35609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A7A0BC-2C3C-4674-BBB1-C06418BCE61A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CD236-07E2-DA9C-5B20-B0B93A2B1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C42F1-03AD-F467-4A9C-5D61D81D4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9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B2F3B61-1B38-0CCD-0CBC-4D5737C3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7A7722-B1A8-48D7-DA0F-4EFA5EE3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Make value the first question in every client conversation.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7BC5C2D-79A0-5C8A-8181-17CF16147E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Each answer brings the next executive into the room.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3E916A-75FF-7D53-B23B-6659080F8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Three questions, each naming a person</a:t>
            </a:r>
          </a:p>
          <a:p>
            <a:r>
              <a:rPr lang="en-US"/>
              <a:t>Which outcome must change, and what is its baseline? The outcome owner joins.</a:t>
            </a:r>
          </a:p>
          <a:p>
            <a:r>
              <a:rPr lang="en-US"/>
              <a:t>Would finance sign that baseline? The CFO team co authors the proof.</a:t>
            </a:r>
          </a:p>
          <a:p>
            <a:r>
              <a:rPr lang="en-US"/>
              <a:t>Who owns the outcome after go live? A standing relationship is created.</a:t>
            </a:r>
          </a:p>
          <a:p>
            <a:r>
              <a:rPr lang="en-US"/>
              <a:t>The CTO is the door; proving value protects their funding and opens the C suite.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96D2C-6F7A-7843-C25B-3402798B8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0E722-EEB4-423A-A77E-2BF69F7ADEDB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56187-65EB-E237-F202-09E3DEC71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C95D6-1C84-B7C5-CB72-0D42C639B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74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564FEDB-8EA8-C837-DCCF-2C1F81D6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lighthouse accounts this year.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7567A9-FF32-8915-A4E5-BAF96832CA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Start where we already deliver; productise what repeats.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5806586-9D33-2D6D-D672-01F216A743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Start where we deliver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5F598-4749-E6F9-C1C1-44F91436E9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err="1"/>
              <a:t>Every proposal carries a value case option.</a:t>
            </a:r>
          </a:p>
          <a:p>
            <a:r>
              <a:rPr lang="en-US"/>
              <a:t>Every gate, renewal and underused platform is an entry.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B63E08A-91BB-A11B-2752-18186F8F2D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Prove it in three accounts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FEC1655-7C67-3DF8-1B47-DC511B0A82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Live decisions, trusted sponsors, accessible evidence.</a:t>
            </a:r>
          </a:p>
          <a:p>
            <a:r>
              <a:rPr lang="en-US"/>
              <a:t>Charter terms with contractual reference rights.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0AA5485-A5E0-DF67-1BE3-F926264D2C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Hold the standard we sell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28F940B-2417-3E85-FCA6-246AE2FB2D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err="1"/>
              <a:t>The practice runs its own value case.</a:t>
            </a:r>
          </a:p>
          <a:p>
            <a:r>
              <a:rPr lang="en-US"/>
              <a:t>Monthly go, hold, kill or accelerate, same as we sell.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3C291-4791-D30D-3E3E-3608F19F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8B7981-6CA8-469D-944D-8370E747B618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DF632-22B8-CFAE-7645-F7F9E9884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Slalom. All Rights Reserved. Proprietary and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B4331-6B37-2548-EB45-CA3A69518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3E34-DC33-45ED-8E33-EC0D5991E9A4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256940"/>
      </p:ext>
    </p:extLst>
  </p:cSld>
  <p:clrMapOvr>
    <a:masterClrMapping/>
  </p:clrMapOvr>
</p:sld>
</file>

<file path=ppt/theme/theme1.xml><?xml version="1.0" encoding="utf-8"?>
<a:theme xmlns:a="http://schemas.openxmlformats.org/drawingml/2006/main" name="Slalom 2022">
  <a:themeElements>
    <a:clrScheme name="Custom 1">
      <a:dk1>
        <a:srgbClr val="000000"/>
      </a:dk1>
      <a:lt1>
        <a:sysClr val="window" lastClr="FFFFFF"/>
      </a:lt1>
      <a:dk2>
        <a:srgbClr val="666666"/>
      </a:dk2>
      <a:lt2>
        <a:srgbClr val="E6E6E6"/>
      </a:lt2>
      <a:accent1>
        <a:srgbClr val="0C62FB"/>
      </a:accent1>
      <a:accent2>
        <a:srgbClr val="002FAF"/>
      </a:accent2>
      <a:accent3>
        <a:srgbClr val="1BE1F2"/>
      </a:accent3>
      <a:accent4>
        <a:srgbClr val="FF4D5F"/>
      </a:accent4>
      <a:accent5>
        <a:srgbClr val="C7B9FF"/>
      </a:accent5>
      <a:accent6>
        <a:srgbClr val="DEFF4D"/>
      </a:accent6>
      <a:hlink>
        <a:srgbClr val="0C62FB"/>
      </a:hlink>
      <a:folHlink>
        <a:srgbClr val="0C62FB"/>
      </a:folHlink>
    </a:clrScheme>
    <a:fontScheme name="Avenir Next LT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10000"/>
          </a:lnSpc>
          <a:spcBef>
            <a:spcPts val="1000"/>
          </a:spcBef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dirty="0"/>
        </a:defPPr>
      </a:lstStyle>
    </a:txDef>
  </a:objectDefaults>
  <a:extraClrSchemeLst/>
  <a:custClrLst>
    <a:custClr name="Cyan Dark 3">
      <a:srgbClr val="00BAD6"/>
    </a:custClr>
    <a:custClr name="Cyan Dark 2">
      <a:srgbClr val="05C4DE"/>
    </a:custClr>
    <a:custClr name="Cyan Dark 1">
      <a:srgbClr val="0ED3EB"/>
    </a:custClr>
    <a:custClr name="Cyan Light 1">
      <a:srgbClr val="60EAF5"/>
    </a:custClr>
    <a:custClr name="Cyan Light 2">
      <a:srgbClr val="8CF0F9"/>
    </a:custClr>
    <a:custClr name="Cyan Light 3">
      <a:srgbClr val="D1F9F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Coral Red Dark 3">
      <a:srgbClr val="E6154A"/>
    </a:custClr>
    <a:custClr name="Coral Red Dark 2">
      <a:srgbClr val="F1214B"/>
    </a:custClr>
    <a:custClr name="Coral Red Dark 1">
      <a:srgbClr val="F53958"/>
    </a:custClr>
    <a:custClr name="Coral Red Light 1">
      <a:srgbClr val="FF5F6F"/>
    </a:custClr>
    <a:custClr name="Coral Red Light 2">
      <a:srgbClr val="FF7F8C"/>
    </a:custClr>
    <a:custClr name="Coral Red Light 3">
      <a:srgbClr val="FFDBD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Purple Dark 3">
      <a:srgbClr val="9488F0"/>
    </a:custClr>
    <a:custClr name="Purple Dark 2">
      <a:srgbClr val="A099F8"/>
    </a:custClr>
    <a:custClr name="Purple Dark 1">
      <a:srgbClr val="B6ACF9"/>
    </a:custClr>
    <a:custClr name="Purple Light 1">
      <a:srgbClr val="CCBFFF"/>
    </a:custClr>
    <a:custClr name="Purple Light 2">
      <a:srgbClr val="D3C7FF"/>
    </a:custClr>
    <a:custClr name="Purple Light 3">
      <a:srgbClr val="EEE9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Chartreuse Dark 3">
      <a:srgbClr val="B3CC3E"/>
    </a:custClr>
    <a:custClr name="Chartreuse Dark 2">
      <a:srgbClr val="BDDD07"/>
    </a:custClr>
    <a:custClr name="Chartreuse Dark 1">
      <a:srgbClr val="CBEB0F"/>
    </a:custClr>
    <a:custClr name="Chartreuse Light 1">
      <a:srgbClr val="E7FF80"/>
    </a:custClr>
    <a:custClr name="Chartreuse Light 2">
      <a:srgbClr val="EFFFAA"/>
    </a:custClr>
    <a:custClr name="Chartreuse Light 3">
      <a:srgbClr val="F7FFD6"/>
    </a:custClr>
  </a:custClrLst>
  <a:extLst>
    <a:ext uri="{05A4C25C-085E-4340-85A3-A5531E510DB2}">
      <thm15:themeFamily xmlns:thm15="http://schemas.microsoft.com/office/thememl/2012/main" name="Slalom_PowerPoint_16x9_Working (1)" id="{29024B6F-69C8-B448-8D3A-DA3FE971AF52}" vid="{D2EAC8E2-AA45-4248-9518-F8C957CF4D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7578</Words>
  <Application>Microsoft Office PowerPoint</Application>
  <PresentationFormat>Widescreen</PresentationFormat>
  <Paragraphs>1124</Paragraphs>
  <Slides>62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</vt:lpstr>
      <vt:lpstr>Arial</vt:lpstr>
      <vt:lpstr>Avenir Next LT Pro</vt:lpstr>
      <vt:lpstr>Slalom Sans Bold</vt:lpstr>
      <vt:lpstr>Slalom 2022</vt:lpstr>
      <vt:lpstr>Formatting and design guidance available within this template</vt:lpstr>
      <vt:lpstr>General presentation tips</vt:lpstr>
      <vt:lpstr>Bringing previous content into this template</vt:lpstr>
      <vt:lpstr>Quick formatting trick for non-placeholder content</vt:lpstr>
      <vt:lpstr>Working with the background shapes on some layouts</vt:lpstr>
      <vt:lpstr>Using Smart Art for charts </vt:lpstr>
      <vt:lpstr>Recommendations for translation</vt:lpstr>
      <vt:lpstr>Accessibility tips Learn more about Slalom’s accessibility guidelines in our brand guide on Slalom One.</vt:lpstr>
      <vt:lpstr>Optional: How to use color blocks for navigation</vt:lpstr>
      <vt:lpstr>PowerPoint Presentation</vt:lpstr>
      <vt:lpstr>Notice of copyright</vt:lpstr>
      <vt:lpstr>Finalizing for delivery</vt:lpstr>
      <vt:lpstr>Cover slide headline two lines</vt:lpstr>
      <vt:lpstr>Cover slide  headline two lines</vt:lpstr>
      <vt:lpstr>Cover slide Partner logo</vt:lpstr>
      <vt:lpstr>Cover slide   Partner logo</vt:lpstr>
      <vt:lpstr>Cover slide with image</vt:lpstr>
      <vt:lpstr>Cover slide with image</vt:lpstr>
      <vt:lpstr>Cover slide with image</vt:lpstr>
      <vt:lpstr>Cover slide with image</vt:lpstr>
      <vt:lpstr>Cover slide with image</vt:lpstr>
      <vt:lpstr>Cover slide with image</vt:lpstr>
      <vt:lpstr>Longer slide headline.  Should not exceed two lines.</vt:lpstr>
      <vt:lpstr>Slide headline.  Should not  exceed three lines. </vt:lpstr>
      <vt:lpstr>Shorter slide headline.  Should not exceed two lines. </vt:lpstr>
      <vt:lpstr>Shorter slide headline.  Should not exceed two lines. </vt:lpstr>
      <vt:lpstr>Shorter slide headline.  Should not exceed two lines. </vt:lpstr>
      <vt:lpstr>Shorter slide headline.  Should not exceed two lines.</vt:lpstr>
      <vt:lpstr>Shorter slide headline.  Should not exceed two lines. </vt:lpstr>
      <vt:lpstr>Shorter slide headline.  Should not exceed two lines. </vt:lpstr>
      <vt:lpstr>Shorter slide headline.  Should not exceed two lines. </vt:lpstr>
      <vt:lpstr>Shorter slide headline.  Should not exceed two lines. </vt:lpstr>
      <vt:lpstr>Slide headline. One line only.</vt:lpstr>
      <vt:lpstr>Slide headline. One line only.</vt:lpstr>
      <vt:lpstr>Slide headline. One line only.</vt:lpstr>
      <vt:lpstr>Slide headline. One line only.</vt:lpstr>
      <vt:lpstr>Longer slide headline.  Should not exceed two lines. </vt:lpstr>
      <vt:lpstr>Longer slide headline.  Should not exceed two lines. </vt:lpstr>
      <vt:lpstr>Longer slide headline.  Should not exceed two lines. </vt:lpstr>
      <vt:lpstr>Slide headline.  Should not  exceed three lines. </vt:lpstr>
      <vt:lpstr>Slide headline.  Should not  exceed three lines. </vt:lpstr>
      <vt:lpstr>Slide headline. One line only.</vt:lpstr>
      <vt:lpstr>Slide headline. One line only.</vt:lpstr>
      <vt:lpstr>Slide headline.  Four or five lines will fit in this space. </vt:lpstr>
      <vt:lpstr>Comparison table   </vt:lpstr>
      <vt:lpstr>Chevron process</vt:lpstr>
      <vt:lpstr>Chevron process</vt:lpstr>
      <vt:lpstr>Gantt chart example</vt:lpstr>
      <vt:lpstr>Process visual</vt:lpstr>
      <vt:lpstr>Key activities during first [x] weeks</vt:lpstr>
      <vt:lpstr>Timeline slide 1</vt:lpstr>
      <vt:lpstr>Timeline slide 2</vt:lpstr>
      <vt:lpstr>Pricing slide.  No more than three lines.</vt:lpstr>
      <vt:lpstr>Estimated discovery cost</vt:lpstr>
      <vt:lpstr>Diagram with 3 icons.</vt:lpstr>
      <vt:lpstr>Diagram with 4 icons.</vt:lpstr>
      <vt:lpstr>Diagram with 5 icons.</vt:lpstr>
      <vt:lpstr>Diagram with 6 icons.</vt:lpstr>
      <vt:lpstr>Device frame slide.  Image to be replaced.</vt:lpstr>
      <vt:lpstr>Device frame slide.  Image to be replaced.</vt:lpstr>
      <vt:lpstr>Device frame slide.  Image to be replaced.</vt:lpstr>
      <vt:lpstr>Device frame slide.  Image to be replaced.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Leewaine Scott</dc:creator>
  <cp:lastModifiedBy>Leewaine Scott</cp:lastModifiedBy>
  <cp:revision>1</cp:revision>
  <dcterms:created xsi:type="dcterms:W3CDTF">2026-08-20T22:44:04Z</dcterms:created>
  <dcterms:modified xsi:type="dcterms:W3CDTF">2026-08-20T22:45:43Z</dcterms:modified>
</cp:coreProperties>
</file>