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svg" ContentType="image/svg+xml"/>
  <Override PartName="/ppt/media/image2.svg" ContentType="image/svg+xml"/>
  <Override PartName="/ppt/media/image3.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7"/>
    <p:sldId id="257" r:id="rId8"/>
    <p:sldId id="258" r:id="rId9"/>
    <p:sldId id="259" r:id="rId10"/>
    <p:sldId id="260" r:id="rId6"/>
    <p:sldId id="261" r:id="rId5"/>
    <p:sldId id="262" r:id="rId4"/>
    <p:sldId id="263" r:id="rId3"/>
    <p:sldId id="264" r:id="rId2"/>
    <p:sldId id="265" r:id="rId16"/>
    <p:sldId id="266" r:id="rId17"/>
    <p:sldId id="26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5" d="100"/>
          <a:sy n="65" d="100"/>
        </p:scale>
        <p:origin x="5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287B72-BE44-4288-B9DC-6CE156DF4CCC}" type="datetimeFigureOut">
              <a:rPr lang="en-AU" smtClean="0"/>
              <a:t>21/05/2026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B31840-8F9D-4867-8296-6E89CD562CDD}" type="slidenum">
              <a:rPr lang="en-AU" smtClean="0"/>
              <a:t>‹#›</a:t>
            </a:fld>
            <a:endParaRPr lang="en-AU"/>
          </a:p>
        </p:txBody>
      </p:sp>
    </p:spTree>
    <p:extLst>
      <p:ext uri="{BB962C8B-B14F-4D97-AF65-F5344CB8AC3E}">
        <p14:creationId xmlns:p14="http://schemas.microsoft.com/office/powerpoint/2010/main" val="348263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bg>
      <p:bgPr>
        <a:solidFill>
          <a:schemeClr val="accent1"/>
        </a:solidFill>
        <a:effectLst/>
      </p:bgPr>
    </p:bg>
    <p:spTree>
      <p:nvGrpSpPr>
        <p:cNvPr id="1" name=""/>
        <p:cNvGrpSpPr/>
        <p:nvPr/>
      </p:nvGrpSpPr>
      <p:grpSpPr>
        <a:xfrm>
          <a:off x="0" y="0"/>
          <a:ext cx="0" cy="0"/>
          <a:chOff x="0" y="0"/>
          <a:chExt cx="0" cy="0"/>
        </a:xfrm>
      </p:grpSpPr>
      <p:sp>
        <p:nvSpPr>
          <p:cNvPr id="37" name="Text Placeholder 4">
            <a:extLst>
              <a:ext uri="{FF2B5EF4-FFF2-40B4-BE49-F238E27FC236}">
                <a16:creationId xmlns:a16="http://schemas.microsoft.com/office/drawing/2014/main" id="{DBC706B5-DD0D-21FC-8DFC-D9B4B0C03970}"/>
              </a:ext>
            </a:extLst>
          </p:cNvPr>
          <p:cNvSpPr>
            <a:spLocks noGrp="1"/>
          </p:cNvSpPr>
          <p:nvPr>
            <p:ph type="body" sz="quarter" idx="14" hasCustomPrompt="1"/>
          </p:nvPr>
        </p:nvSpPr>
        <p:spPr>
          <a:xfrm>
            <a:off x="1511300" y="978084"/>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Lst>
          </p:cNvPr>
          <p:cNvSpPr>
            <a:spLocks noGrp="1"/>
          </p:cNvSpPr>
          <p:nvPr>
            <p:ph type="body" sz="quarter" idx="15" hasCustomPrompt="1"/>
          </p:nvPr>
        </p:nvSpPr>
        <p:spPr>
          <a:xfrm>
            <a:off x="1511300" y="1222961"/>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p:ph type="ctrTitle"/>
          </p:nvPr>
        </p:nvSpPr>
        <p:spPr>
          <a:xfrm>
            <a:off x="1511300" y="2285999"/>
            <a:ext cx="8229600" cy="1828802"/>
          </a:xfrm>
        </p:spPr>
        <p:txBody>
          <a:bodyPr anchor="b"/>
          <a:lstStyle>
            <a:lvl1pPr algn="l">
              <a:defRPr sz="6600"/>
            </a:lvl1pPr>
          </a:lstStyle>
          <a:p>
            <a:r>
              <a:rPr lang="en-US"/>
              <a:t>Click to edit Master 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p:ph type="body" sz="quarter" idx="13"/>
          </p:nvPr>
        </p:nvSpPr>
        <p:spPr>
          <a:xfrm>
            <a:off x="1511300" y="4596115"/>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4" name="Picture Placeholder 5">
            <a:extLst>
              <a:ext uri="{FF2B5EF4-FFF2-40B4-BE49-F238E27FC236}">
                <a16:creationId xmlns:a16="http://schemas.microsoft.com/office/drawing/2014/main" id="{AD295C37-A67F-85DD-1EA6-C16F8D707D28}"/>
              </a:ext>
            </a:extLst>
          </p:cNvPr>
          <p:cNvSpPr>
            <a:spLocks noGrp="1"/>
          </p:cNvSpPr>
          <p:nvPr>
            <p:ph type="pic" sz="quarter" idx="16" hasCustomPrompt="1"/>
          </p:nvPr>
        </p:nvSpPr>
        <p:spPr>
          <a:xfrm>
            <a:off x="1511300" y="5627683"/>
            <a:ext cx="3027622" cy="661824"/>
          </a:xfrm>
        </p:spPr>
        <p:txBody>
          <a:bodyPr anchor="ctr"/>
          <a:lstStyle>
            <a:lvl1pPr marL="0" indent="0" algn="ctr">
              <a:buNone/>
              <a:defRPr sz="900" b="1" cap="all" baseline="0"/>
            </a:lvl1pPr>
          </a:lstStyle>
          <a:p>
            <a:r>
              <a:rPr lang="en-US"/>
              <a:t>Click icon to insert Client logo</a:t>
            </a:r>
          </a:p>
        </p:txBody>
      </p:sp>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30" name="Picture 9">
            <a:extLst>
              <a:ext uri="{FF2B5EF4-FFF2-40B4-BE49-F238E27FC236}">
                <a16:creationId xmlns:a16="http://schemas.microsoft.com/office/drawing/2014/main" id="{AC202CA2-841E-B2A5-A6D3-46104332A1B2}"/>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420896109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1"/>
              </a:ext>
            </a:extLst>
          </p:cNvPr>
          <p:cNvSpPr>
            <a:spLocks noGrp="1"/>
          </p:cNvSpPr>
          <p:nvPr>
            <p:ph type="pic" idx="1" hasCustomPrompt="1"/>
          </p:nvPr>
        </p:nvSpPr>
        <p:spPr>
          <a:xfrm>
            <a:off x="138684" y="0"/>
            <a:ext cx="12053316" cy="6858000"/>
          </a:xfrm>
          <a:solidFill>
            <a:schemeClr val="accent2"/>
          </a:solidFill>
        </p:spPr>
        <p:txBody>
          <a:bodyPr/>
          <a:lstStyle>
            <a:lvl1pPr marL="0" indent="0" algn="l">
              <a:buNone/>
              <a:defRPr sz="9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10328030" y="487104"/>
            <a:ext cx="1292469" cy="336440"/>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3" name="Text Placeholder 4">
            <a:extLst>
              <a:ext uri="{FF2B5EF4-FFF2-40B4-BE49-F238E27FC236}">
                <a16:creationId xmlns:a16="http://schemas.microsoft.com/office/drawing/2014/main" id="{F1FB8FC4-A6F7-F57C-F441-E6B1F67BF010}"/>
              </a:ext>
              <a:ext uri="{C183D7F6-B498-43B3-948B-1728B52AA6E4}">
                <adec:decorative xmlns:adec="http://schemas.microsoft.com/office/drawing/2017/decorative" val="0"/>
              </a:ext>
            </a:extLst>
          </p:cNvPr>
          <p:cNvSpPr>
            <a:spLocks noGrp="1"/>
          </p:cNvSpPr>
          <p:nvPr>
            <p:ph type="body" sz="quarter" idx="14" hasCustomPrompt="1"/>
          </p:nvPr>
        </p:nvSpPr>
        <p:spPr>
          <a:xfrm>
            <a:off x="563419" y="565621"/>
            <a:ext cx="3538682"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4" name="Text Placeholder 4">
            <a:extLst>
              <a:ext uri="{FF2B5EF4-FFF2-40B4-BE49-F238E27FC236}">
                <a16:creationId xmlns:a16="http://schemas.microsoft.com/office/drawing/2014/main" id="{BB7B25CB-74BE-4D5A-17D6-D0109DEB0460}"/>
              </a:ext>
              <a:ext uri="{C183D7F6-B498-43B3-948B-1728B52AA6E4}">
                <adec:decorative xmlns:adec="http://schemas.microsoft.com/office/drawing/2017/decorative" val="0"/>
              </a:ext>
            </a:extLst>
          </p:cNvPr>
          <p:cNvSpPr>
            <a:spLocks noGrp="1"/>
          </p:cNvSpPr>
          <p:nvPr>
            <p:ph type="body" sz="quarter" idx="17" hasCustomPrompt="1"/>
          </p:nvPr>
        </p:nvSpPr>
        <p:spPr>
          <a:xfrm>
            <a:off x="563419" y="810955"/>
            <a:ext cx="3538682"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8" y="1771428"/>
            <a:ext cx="3538682" cy="3303344"/>
          </a:xfrm>
        </p:spPr>
        <p:txBody>
          <a:bodyPr anchor="b"/>
          <a:lstStyle>
            <a:lvl1pPr algn="l">
              <a:defRPr sz="5400">
                <a:solidFill>
                  <a:schemeClr val="tx1"/>
                </a:solidFill>
              </a:defRPr>
            </a:lvl1pPr>
          </a:lstStyle>
          <a:p>
            <a:r>
              <a:rPr lang="en-US"/>
              <a:t>Click to edit Master title style</a:t>
            </a:r>
          </a:p>
        </p:txBody>
      </p:sp>
      <p:sp>
        <p:nvSpPr>
          <p:cNvPr id="21" name="Subtitle 2">
            <a:extLst>
              <a:ext uri="{FF2B5EF4-FFF2-40B4-BE49-F238E27FC236}">
                <a16:creationId xmlns:a16="http://schemas.microsoft.com/office/drawing/2014/main" id="{835A53F7-8D58-2C59-47EC-36F5C4D66C1D}"/>
              </a:ext>
            </a:extLst>
          </p:cNvPr>
          <p:cNvSpPr>
            <a:spLocks noGrp="1"/>
          </p:cNvSpPr>
          <p:nvPr>
            <p:ph type="subTitle" idx="16"/>
          </p:nvPr>
        </p:nvSpPr>
        <p:spPr>
          <a:xfrm>
            <a:off x="563418" y="5305365"/>
            <a:ext cx="3530599"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2" name="Text Placeholder 4">
            <a:extLst>
              <a:ext uri="{FF2B5EF4-FFF2-40B4-BE49-F238E27FC236}">
                <a16:creationId xmlns:a16="http://schemas.microsoft.com/office/drawing/2014/main" id="{4D624161-1603-24F0-E65F-7939967C247B}"/>
              </a:ext>
            </a:extLst>
          </p:cNvPr>
          <p:cNvSpPr>
            <a:spLocks noGrp="1"/>
          </p:cNvSpPr>
          <p:nvPr>
            <p:ph type="body" sz="quarter" idx="13"/>
          </p:nvPr>
        </p:nvSpPr>
        <p:spPr>
          <a:xfrm>
            <a:off x="563419" y="5646272"/>
            <a:ext cx="3530599" cy="640228"/>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3916233839"/>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1"/>
            <a:ext cx="8229600" cy="3352799"/>
          </a:xfrm>
        </p:spPr>
        <p:txBody>
          <a:bodyPr anchor="t"/>
          <a:lstStyle>
            <a:lvl1pPr algn="l">
              <a:defRPr sz="5400">
                <a:solidFill>
                  <a:schemeClr val="tx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hasCustomPrompt="1"/>
          </p:nvPr>
        </p:nvSpPr>
        <p:spPr>
          <a:xfrm>
            <a:off x="1511300"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01. Section indicator</a:t>
            </a:r>
          </a:p>
        </p:txBody>
      </p:sp>
      <p:sp>
        <p:nvSpPr>
          <p:cNvPr id="68" name="Text Placeholder 4">
            <a:extLst>
              <a:ext uri="{FF2B5EF4-FFF2-40B4-BE49-F238E27FC236}">
                <a16:creationId xmlns:a16="http://schemas.microsoft.com/office/drawing/2014/main" id="{5F557AF5-01BB-32BE-5F8C-7D8A32ACFF51}"/>
              </a:ext>
            </a:extLst>
          </p:cNvPr>
          <p:cNvSpPr>
            <a:spLocks noGrp="1"/>
          </p:cNvSpPr>
          <p:nvPr>
            <p:ph type="body" sz="quarter" idx="15" hasCustomPrompt="1"/>
          </p:nvPr>
        </p:nvSpPr>
        <p:spPr>
          <a:xfrm>
            <a:off x="3390900"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02. Section indicator</a:t>
            </a:r>
          </a:p>
        </p:txBody>
      </p:sp>
      <p:sp>
        <p:nvSpPr>
          <p:cNvPr id="69" name="Text Placeholder 4">
            <a:extLst>
              <a:ext uri="{FF2B5EF4-FFF2-40B4-BE49-F238E27FC236}">
                <a16:creationId xmlns:a16="http://schemas.microsoft.com/office/drawing/2014/main" id="{EA8DA443-6290-9DB9-04F2-9B1A96CA4F76}"/>
              </a:ext>
            </a:extLst>
          </p:cNvPr>
          <p:cNvSpPr>
            <a:spLocks noGrp="1"/>
          </p:cNvSpPr>
          <p:nvPr>
            <p:ph type="body" sz="quarter" idx="16" hasCustomPrompt="1"/>
          </p:nvPr>
        </p:nvSpPr>
        <p:spPr>
          <a:xfrm>
            <a:off x="5270501" y="5873497"/>
            <a:ext cx="1651000"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03. Section indicator</a:t>
            </a:r>
          </a:p>
        </p:txBody>
      </p:sp>
      <p:sp>
        <p:nvSpPr>
          <p:cNvPr id="70" name="Text Placeholder 4">
            <a:extLst>
              <a:ext uri="{FF2B5EF4-FFF2-40B4-BE49-F238E27FC236}">
                <a16:creationId xmlns:a16="http://schemas.microsoft.com/office/drawing/2014/main" id="{00260703-D34F-5A7C-904B-8C2EF0DF100D}"/>
              </a:ext>
            </a:extLst>
          </p:cNvPr>
          <p:cNvSpPr>
            <a:spLocks noGrp="1"/>
          </p:cNvSpPr>
          <p:nvPr>
            <p:ph type="body" sz="quarter" idx="17" hasCustomPrompt="1"/>
          </p:nvPr>
        </p:nvSpPr>
        <p:spPr>
          <a:xfrm>
            <a:off x="7150104" y="5873497"/>
            <a:ext cx="1650996"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04. Section indicator</a:t>
            </a:r>
          </a:p>
        </p:txBody>
      </p:sp>
      <p:sp>
        <p:nvSpPr>
          <p:cNvPr id="71" name="Text Placeholder 4">
            <a:extLst>
              <a:ext uri="{FF2B5EF4-FFF2-40B4-BE49-F238E27FC236}">
                <a16:creationId xmlns:a16="http://schemas.microsoft.com/office/drawing/2014/main" id="{D30A30D2-FDB9-3F99-7B2E-D9B09BD1B4BE}"/>
              </a:ext>
            </a:extLst>
          </p:cNvPr>
          <p:cNvSpPr>
            <a:spLocks noGrp="1"/>
          </p:cNvSpPr>
          <p:nvPr>
            <p:ph type="body" sz="quarter" idx="18" hasCustomPrompt="1"/>
          </p:nvPr>
        </p:nvSpPr>
        <p:spPr>
          <a:xfrm>
            <a:off x="9030832" y="5873497"/>
            <a:ext cx="1649868" cy="413004"/>
          </a:xfrm>
        </p:spPr>
        <p:txBody>
          <a:bodyPr/>
          <a:lstStyle>
            <a:lvl1pPr marL="0" indent="0">
              <a:lnSpc>
                <a:spcPct val="100000"/>
              </a:lnSpc>
              <a:buNone/>
              <a:defRPr sz="1400" b="1"/>
            </a:lvl1pPr>
            <a:lvl2pPr>
              <a:defRPr sz="1100"/>
            </a:lvl2pPr>
            <a:lvl3pPr>
              <a:defRPr sz="800"/>
            </a:lvl3pPr>
            <a:lvl4pPr>
              <a:defRPr sz="800"/>
            </a:lvl4pPr>
            <a:lvl5pPr>
              <a:defRPr sz="800"/>
            </a:lvl5pPr>
          </a:lstStyle>
          <a:p>
            <a:pPr lvl="0"/>
            <a:r>
              <a:rPr lang="en-US"/>
              <a:t>05. Section indicator</a:t>
            </a:r>
          </a:p>
        </p:txBody>
      </p:sp>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2155245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w/ Bulle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BC4A6-2BC8-FD0B-DA9C-2BDC78F77957}"/>
              </a:ext>
            </a:extLst>
          </p:cNvPr>
          <p:cNvSpPr>
            <a:spLocks noGrp="1"/>
          </p:cNvSpPr>
          <p:nvPr>
            <p:ph type="title"/>
          </p:nvPr>
        </p:nvSpPr>
        <p:spPr>
          <a:xfrm>
            <a:off x="571500" y="571500"/>
            <a:ext cx="3530600" cy="2857500"/>
          </a:xfrm>
        </p:spPr>
        <p:txBody>
          <a:bodyPr/>
          <a:lstStyle>
            <a:lvl1pPr>
              <a:defRPr sz="5400"/>
            </a:lvl1pPr>
          </a:lstStyle>
          <a:p>
            <a:r>
              <a:rPr lang="en-US"/>
              <a:t>Click to edit Master title style</a:t>
            </a:r>
          </a:p>
        </p:txBody>
      </p:sp>
      <p:sp>
        <p:nvSpPr>
          <p:cNvPr id="14" name="Text Placeholder 11">
            <a:extLst>
              <a:ext uri="{FF2B5EF4-FFF2-40B4-BE49-F238E27FC236}">
                <a16:creationId xmlns:a16="http://schemas.microsoft.com/office/drawing/2014/main" id="{86B577CB-5AFB-0B98-8BEA-5872C2FF677E}"/>
              </a:ext>
            </a:extLst>
          </p:cNvPr>
          <p:cNvSpPr>
            <a:spLocks noGrp="1"/>
          </p:cNvSpPr>
          <p:nvPr>
            <p:ph type="body" sz="quarter" idx="20"/>
          </p:nvPr>
        </p:nvSpPr>
        <p:spPr>
          <a:xfrm>
            <a:off x="571501" y="4114800"/>
            <a:ext cx="3530600" cy="9906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7D74199A-1D70-C562-62E1-637EF591F1EA}"/>
              </a:ext>
            </a:extLst>
          </p:cNvPr>
          <p:cNvSpPr>
            <a:spLocks noGrp="1"/>
          </p:cNvSpPr>
          <p:nvPr>
            <p:ph type="body" sz="quarter" idx="13"/>
          </p:nvPr>
        </p:nvSpPr>
        <p:spPr>
          <a:xfrm>
            <a:off x="6210300" y="1752600"/>
            <a:ext cx="5410200" cy="3352800"/>
          </a:xfrm>
        </p:spPr>
        <p:txBody>
          <a:bodyPr/>
          <a:lstStyle>
            <a:lvl1pPr marL="287338" indent="-287338">
              <a:spcBef>
                <a:spcPts val="0"/>
              </a:spcBef>
              <a:buSzPct val="85000"/>
              <a:defRPr sz="2200"/>
            </a:lvl1pPr>
            <a:lvl2pPr marL="514350" indent="-174625">
              <a:defRPr sz="1400"/>
            </a:lvl2pPr>
            <a:lvl3pPr marL="739775" indent="-165100">
              <a:defRPr sz="1200"/>
            </a:lvl3pPr>
            <a:lvl4pPr marL="976313" indent="-174625">
              <a:defRPr sz="1000"/>
            </a:lvl4pPr>
            <a:lvl5pPr marL="1201738" indent="-174625">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ADE46F07-9C9C-47CE-B42A-F6A276963F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F2D65486-4CAF-D8E0-DC46-EFC5FB8C97B1}"/>
              </a:ext>
              <a:ext uri="{C183D7F6-B498-43B3-948B-1728B52AA6E4}">
                <adec:decorative xmlns:adec="http://schemas.microsoft.com/office/drawing/2017/decorative" val="1"/>
              </a:ext>
            </a:extLst>
          </p:cNvPr>
          <p:cNvSpPr>
            <a:spLocks noGrp="1"/>
          </p:cNvSpPr>
          <p:nvPr>
            <p:ph type="dt" sz="half" idx="11"/>
          </p:nvPr>
        </p:nvSpPr>
        <p:spPr/>
        <p:txBody>
          <a:bodyPr/>
          <a:lstStyle/>
          <a:p>
            <a:fld id="{A844713A-762C-46FB-AFEA-BF5BC39F2835}" type="datetimeyyyy">
              <a:rPr lang="en-US" smtClean="0"/>
              <a:t>2026</a:t>
            </a:fld>
            <a:endParaRPr lang="en-US"/>
          </a:p>
        </p:txBody>
      </p:sp>
      <p:sp>
        <p:nvSpPr>
          <p:cNvPr id="5" name="Slide Number Placeholder 4">
            <a:extLst>
              <a:ext uri="{FF2B5EF4-FFF2-40B4-BE49-F238E27FC236}">
                <a16:creationId xmlns:a16="http://schemas.microsoft.com/office/drawing/2014/main" id="{DCC32286-3989-F722-CA5F-7B056F277CC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pic>
        <p:nvPicPr>
          <p:cNvPr id="6" name="Picture 9">
            <a:extLst>
              <a:ext uri="{FF2B5EF4-FFF2-40B4-BE49-F238E27FC236}">
                <a16:creationId xmlns:a16="http://schemas.microsoft.com/office/drawing/2014/main" id="{1D8CAAE5-215B-97D0-E026-DB1041BC6C29}"/>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328031" y="487391"/>
            <a:ext cx="1296588" cy="336153"/>
          </a:xfrm>
          <a:prstGeom prst="rect">
            <a:avLst/>
          </a:prstGeom>
        </p:spPr>
      </p:pic>
    </p:spTree>
    <p:extLst>
      <p:ext uri="{BB962C8B-B14F-4D97-AF65-F5344CB8AC3E}">
        <p14:creationId xmlns:p14="http://schemas.microsoft.com/office/powerpoint/2010/main" val="11687156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87A5D98-A155-4A2C-A9E2-FF413A52CD58}"/>
              </a:ext>
            </a:extLst>
          </p:cNvPr>
          <p:cNvSpPr>
            <a:spLocks noGrp="1"/>
          </p:cNvSpPr>
          <p:nvPr>
            <p:ph type="title"/>
          </p:nvPr>
        </p:nvSpPr>
        <p:spPr/>
        <p:txBody>
          <a:bodyPr/>
          <a:lstStyle/>
          <a:p>
            <a:r>
              <a:rPr lang="en-US"/>
              <a:t>Click to edit Master title style</a:t>
            </a:r>
          </a:p>
        </p:txBody>
      </p:sp>
      <p:sp>
        <p:nvSpPr>
          <p:cNvPr id="8" name="Text Placeholder 11">
            <a:extLst>
              <a:ext uri="{FF2B5EF4-FFF2-40B4-BE49-F238E27FC236}">
                <a16:creationId xmlns:a16="http://schemas.microsoft.com/office/drawing/2014/main" id="{52D34A87-0769-3C03-D1EA-BEFE5F31F9BC}"/>
              </a:ext>
            </a:extLst>
          </p:cNvPr>
          <p:cNvSpPr>
            <a:spLocks noGrp="1"/>
          </p:cNvSpPr>
          <p:nvPr>
            <p:ph type="body" sz="quarter" idx="14"/>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5" name="Content Placeholder 4">
            <a:extLst>
              <a:ext uri="{FF2B5EF4-FFF2-40B4-BE49-F238E27FC236}">
                <a16:creationId xmlns:a16="http://schemas.microsoft.com/office/drawing/2014/main" id="{AFA20EAA-86AC-4480-9CAA-88657F3D94ED}"/>
              </a:ext>
            </a:extLst>
          </p:cNvPr>
          <p:cNvSpPr>
            <a:spLocks noGrp="1"/>
          </p:cNvSpPr>
          <p:nvPr>
            <p:ph sz="quarter" idx="13"/>
          </p:nvPr>
        </p:nvSpPr>
        <p:spPr>
          <a:xfrm>
            <a:off x="571499" y="2933700"/>
            <a:ext cx="11048999"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4418CA-82D1-4D77-BF0D-0416BC54B411}"/>
              </a:ext>
              <a:ext uri="{C183D7F6-B498-43B3-948B-1728B52AA6E4}">
                <adec:decorative xmlns:adec="http://schemas.microsoft.com/office/drawing/2017/decorative" val="1"/>
              </a:ext>
            </a:extLst>
          </p:cNvPr>
          <p:cNvSpPr>
            <a:spLocks noGrp="1"/>
          </p:cNvSpPr>
          <p:nvPr>
            <p:ph type="dt" sz="half" idx="10"/>
          </p:nvPr>
        </p:nvSpPr>
        <p:spPr/>
        <p:txBody>
          <a:bodyPr/>
          <a:lstStyle/>
          <a:p>
            <a:fld id="{A95765D1-9DCC-4E17-9905-A51AC45E71E0}" type="datetimeyyyy">
              <a:rPr lang="en-US" smtClean="0"/>
              <a:t>2026</a:t>
            </a:fld>
            <a:endParaRPr lang="en-US"/>
          </a:p>
        </p:txBody>
      </p:sp>
      <p:sp>
        <p:nvSpPr>
          <p:cNvPr id="9" name="Footer Placeholder 8">
            <a:extLst>
              <a:ext uri="{FF2B5EF4-FFF2-40B4-BE49-F238E27FC236}">
                <a16:creationId xmlns:a16="http://schemas.microsoft.com/office/drawing/2014/main" id="{921A5836-40BC-4565-9B91-02610BB2DEDB}"/>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0" name="Slide Number Placeholder 9">
            <a:extLst>
              <a:ext uri="{FF2B5EF4-FFF2-40B4-BE49-F238E27FC236}">
                <a16:creationId xmlns:a16="http://schemas.microsoft.com/office/drawing/2014/main" id="{CBD6848A-A4A5-4326-A71B-8EF2FF7C4F3E}"/>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975968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Content 2">
    <p:bg>
      <p:bgPr>
        <a:solidFill>
          <a:schemeClr val="accent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BA6A42-67C9-3DA2-AAE7-C5530FE646E6}"/>
              </a:ext>
              <a:ext uri="{C183D7F6-B498-43B3-948B-1728B52AA6E4}">
                <adec:decorative xmlns:adec="http://schemas.microsoft.com/office/drawing/2017/decorative" val="1"/>
              </a:ext>
            </a:extLst>
          </p:cNvPr>
          <p:cNvSpPr/>
          <p:nvPr userDrawn="1"/>
        </p:nvSpPr>
        <p:spPr>
          <a:xfrm>
            <a:off x="4559300" y="0"/>
            <a:ext cx="76326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 name="Title 1">
            <a:extLst>
              <a:ext uri="{FF2B5EF4-FFF2-40B4-BE49-F238E27FC236}">
                <a16:creationId xmlns:a16="http://schemas.microsoft.com/office/drawing/2014/main" id="{4151AB39-5D36-0881-CBCF-7839008FF240}"/>
              </a:ext>
            </a:extLst>
          </p:cNvPr>
          <p:cNvSpPr>
            <a:spLocks noGrp="1"/>
          </p:cNvSpPr>
          <p:nvPr>
            <p:ph type="title"/>
          </p:nvPr>
        </p:nvSpPr>
        <p:spPr>
          <a:xfrm>
            <a:off x="571500" y="571500"/>
            <a:ext cx="2819400" cy="2857500"/>
          </a:xfrm>
        </p:spPr>
        <p:txBody>
          <a:bodyPr/>
          <a:lstStyle/>
          <a:p>
            <a:r>
              <a:rPr lang="en-US"/>
              <a:t>Click to edit Master title style</a:t>
            </a:r>
          </a:p>
        </p:txBody>
      </p:sp>
      <p:sp>
        <p:nvSpPr>
          <p:cNvPr id="11" name="Text Placeholder 10">
            <a:extLst>
              <a:ext uri="{FF2B5EF4-FFF2-40B4-BE49-F238E27FC236}">
                <a16:creationId xmlns:a16="http://schemas.microsoft.com/office/drawing/2014/main" id="{BD4BE7AC-B8E8-B90D-53BF-AA6DB0C0ECAF}"/>
              </a:ext>
            </a:extLst>
          </p:cNvPr>
          <p:cNvSpPr>
            <a:spLocks noGrp="1"/>
          </p:cNvSpPr>
          <p:nvPr>
            <p:ph type="body" sz="quarter" idx="13"/>
          </p:nvPr>
        </p:nvSpPr>
        <p:spPr>
          <a:xfrm>
            <a:off x="571500" y="4114799"/>
            <a:ext cx="2819400" cy="21717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1">
            <a:extLst>
              <a:ext uri="{FF2B5EF4-FFF2-40B4-BE49-F238E27FC236}">
                <a16:creationId xmlns:a16="http://schemas.microsoft.com/office/drawing/2014/main" id="{23F41AAA-F21A-3BB2-9278-FE4B403424CD}"/>
              </a:ext>
            </a:extLst>
          </p:cNvPr>
          <p:cNvSpPr>
            <a:spLocks noGrp="1"/>
          </p:cNvSpPr>
          <p:nvPr>
            <p:ph type="body" sz="quarter" idx="15"/>
          </p:nvPr>
        </p:nvSpPr>
        <p:spPr>
          <a:xfrm>
            <a:off x="5270500" y="571500"/>
            <a:ext cx="5410200" cy="457200"/>
          </a:xfrm>
        </p:spPr>
        <p:txBody>
          <a:bodyPr/>
          <a:lstStyle>
            <a:lvl1pPr marL="0" indent="0">
              <a:lnSpc>
                <a:spcPct val="90000"/>
              </a:lnSpc>
              <a:buNone/>
              <a:defRPr sz="2200">
                <a:solidFill>
                  <a:schemeClr val="bg1"/>
                </a:solidFill>
              </a:defRPr>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8" name="Text Placeholder 17">
            <a:extLst>
              <a:ext uri="{FF2B5EF4-FFF2-40B4-BE49-F238E27FC236}">
                <a16:creationId xmlns:a16="http://schemas.microsoft.com/office/drawing/2014/main" id="{B8D158A6-5206-4DC5-FE96-95B04D8E8AF1}"/>
              </a:ext>
              <a:ext uri="{C183D7F6-B498-43B3-948B-1728B52AA6E4}">
                <adec:decorative xmlns:adec="http://schemas.microsoft.com/office/drawing/2017/decorative" val="1"/>
              </a:ext>
            </a:extLst>
          </p:cNvPr>
          <p:cNvSpPr>
            <a:spLocks noGrp="1"/>
          </p:cNvSpPr>
          <p:nvPr>
            <p:ph type="body" sz="quarter" idx="18"/>
          </p:nvPr>
        </p:nvSpPr>
        <p:spPr>
          <a:xfrm>
            <a:off x="9381262" y="4277504"/>
            <a:ext cx="2810740" cy="2580496"/>
          </a:xfrm>
          <a:custGeom>
            <a:avLst/>
            <a:gdLst>
              <a:gd name="connsiteX0" fmla="*/ 2454858 w 2810740"/>
              <a:gd name="connsiteY0" fmla="*/ 46 h 2580496"/>
              <a:gd name="connsiteX1" fmla="*/ 2724648 w 2810740"/>
              <a:gd name="connsiteY1" fmla="*/ 24068 h 2580496"/>
              <a:gd name="connsiteX2" fmla="*/ 2810740 w 2810740"/>
              <a:gd name="connsiteY2" fmla="*/ 44700 h 2580496"/>
              <a:gd name="connsiteX3" fmla="*/ 2810740 w 2810740"/>
              <a:gd name="connsiteY3" fmla="*/ 664418 h 2580496"/>
              <a:gd name="connsiteX4" fmla="*/ 2770611 w 2810740"/>
              <a:gd name="connsiteY4" fmla="*/ 643239 h 2580496"/>
              <a:gd name="connsiteX5" fmla="*/ 1783822 w 2810740"/>
              <a:gd name="connsiteY5" fmla="*/ 949432 h 2580496"/>
              <a:gd name="connsiteX6" fmla="*/ 700923 w 2810740"/>
              <a:gd name="connsiteY6" fmla="*/ 2580496 h 2580496"/>
              <a:gd name="connsiteX7" fmla="*/ 0 w 2810740"/>
              <a:gd name="connsiteY7" fmla="*/ 2580496 h 2580496"/>
              <a:gd name="connsiteX8" fmla="*/ 1297316 w 2810740"/>
              <a:gd name="connsiteY8" fmla="*/ 626437 h 2580496"/>
              <a:gd name="connsiteX9" fmla="*/ 2454858 w 2810740"/>
              <a:gd name="connsiteY9" fmla="*/ 46 h 2580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10740" h="2580496">
                <a:moveTo>
                  <a:pt x="2454858" y="46"/>
                </a:moveTo>
                <a:cubicBezTo>
                  <a:pt x="2544831" y="-679"/>
                  <a:pt x="2635195" y="7240"/>
                  <a:pt x="2724648" y="24068"/>
                </a:cubicBezTo>
                <a:lnTo>
                  <a:pt x="2810740" y="44700"/>
                </a:lnTo>
                <a:lnTo>
                  <a:pt x="2810740" y="664418"/>
                </a:lnTo>
                <a:lnTo>
                  <a:pt x="2770611" y="643239"/>
                </a:lnTo>
                <a:cubicBezTo>
                  <a:pt x="2418095" y="500699"/>
                  <a:pt x="2002334" y="620303"/>
                  <a:pt x="1783822" y="949432"/>
                </a:cubicBezTo>
                <a:lnTo>
                  <a:pt x="700923" y="2580496"/>
                </a:lnTo>
                <a:lnTo>
                  <a:pt x="0" y="2580496"/>
                </a:lnTo>
                <a:lnTo>
                  <a:pt x="1297316" y="626437"/>
                </a:lnTo>
                <a:cubicBezTo>
                  <a:pt x="1564896" y="223429"/>
                  <a:pt x="2004992" y="3675"/>
                  <a:pt x="2454858" y="4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13" name="Text Placeholder 12">
            <a:extLst>
              <a:ext uri="{FF2B5EF4-FFF2-40B4-BE49-F238E27FC236}">
                <a16:creationId xmlns:a16="http://schemas.microsoft.com/office/drawing/2014/main" id="{9CAA9D8F-EBCC-F115-0711-A1D7885B7DBA}"/>
              </a:ext>
            </a:extLst>
          </p:cNvPr>
          <p:cNvSpPr>
            <a:spLocks noGrp="1"/>
          </p:cNvSpPr>
          <p:nvPr>
            <p:ph type="body" sz="quarter" idx="14"/>
          </p:nvPr>
        </p:nvSpPr>
        <p:spPr>
          <a:xfrm>
            <a:off x="5270500" y="1752600"/>
            <a:ext cx="5410200" cy="45339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1846C56A-AFFD-5EF5-83B3-C8D68964BE82}"/>
              </a:ext>
              <a:ext uri="{C183D7F6-B498-43B3-948B-1728B52AA6E4}">
                <adec:decorative xmlns:adec="http://schemas.microsoft.com/office/drawing/2017/decorative" val="1"/>
              </a:ext>
            </a:extLst>
          </p:cNvPr>
          <p:cNvSpPr>
            <a:spLocks noGrp="1"/>
          </p:cNvSpPr>
          <p:nvPr>
            <p:ph type="ftr" sz="quarter" idx="10"/>
          </p:nvPr>
        </p:nvSpPr>
        <p:spPr>
          <a:xfrm>
            <a:off x="1645217" y="6503670"/>
            <a:ext cx="2743200" cy="137160"/>
          </a:xfrm>
        </p:spPr>
        <p:txBody>
          <a:bodyPr/>
          <a:lstStyle>
            <a:lvl1pPr>
              <a:defRPr>
                <a:solidFill>
                  <a:schemeClr val="tx1"/>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A52D393A-8980-E579-A0EC-A080720B843B}"/>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1"/>
                </a:solidFill>
              </a:defRPr>
            </a:lvl1pPr>
          </a:lstStyle>
          <a:p>
            <a:fld id="{45FBCCCF-693E-4A1A-BFCB-FADBC04A55F2}" type="datetimeyyyy">
              <a:rPr lang="en-US" smtClean="0"/>
              <a:t>2026</a:t>
            </a:fld>
            <a:endParaRPr lang="en-US"/>
          </a:p>
        </p:txBody>
      </p:sp>
      <p:sp>
        <p:nvSpPr>
          <p:cNvPr id="5" name="Slide Number Placeholder 4">
            <a:extLst>
              <a:ext uri="{FF2B5EF4-FFF2-40B4-BE49-F238E27FC236}">
                <a16:creationId xmlns:a16="http://schemas.microsoft.com/office/drawing/2014/main" id="{8C4ADD89-C976-6DB8-EBFF-971ECFA635A4}"/>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bg2"/>
                </a:solidFill>
              </a:defRPr>
            </a:lvl1pPr>
          </a:lstStyle>
          <a:p>
            <a:fld id="{B2643E34-DC33-45ED-8E33-EC0D5991E9A4}" type="slidenum">
              <a:rPr lang="en-US" smtClean="0"/>
              <a:pPr/>
              <a:t>‹#›</a:t>
            </a:fld>
            <a:endParaRPr lang="en-US"/>
          </a:p>
        </p:txBody>
      </p:sp>
      <p:pic>
        <p:nvPicPr>
          <p:cNvPr id="9" name="Picture 9">
            <a:extLst>
              <a:ext uri="{FF2B5EF4-FFF2-40B4-BE49-F238E27FC236}">
                <a16:creationId xmlns:a16="http://schemas.microsoft.com/office/drawing/2014/main" id="{2D8E0F5B-E7F1-0403-7367-36B8F1937D84}"/>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71500" y="6472119"/>
            <a:ext cx="562567" cy="145851"/>
          </a:xfrm>
          <a:prstGeom prst="rect">
            <a:avLst/>
          </a:prstGeom>
        </p:spPr>
      </p:pic>
      <p:sp>
        <p:nvSpPr>
          <p:cNvPr id="10" name="Footer Placeholder 3">
            <a:extLst>
              <a:ext uri="{FF2B5EF4-FFF2-40B4-BE49-F238E27FC236}">
                <a16:creationId xmlns:a16="http://schemas.microsoft.com/office/drawing/2014/main" id="{AE7DEBBC-53DD-BDE3-155C-162C1926A6D1}"/>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2106313894"/>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8A64D-EC33-80B9-F80A-68A80FC6609E}"/>
              </a:ext>
            </a:extLst>
          </p:cNvPr>
          <p:cNvSpPr>
            <a:spLocks noGrp="1"/>
          </p:cNvSpPr>
          <p:nvPr>
            <p:ph type="title"/>
          </p:nvPr>
        </p:nvSpPr>
        <p:spPr/>
        <p:txBody>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4871E354-1003-F7B6-2E4E-FF83E0B7B3E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FB7E0A99-1A28-4D24-A585-99C2E027D9DC}"/>
              </a:ext>
            </a:extLst>
          </p:cNvPr>
          <p:cNvSpPr>
            <a:spLocks noGrp="1"/>
          </p:cNvSpPr>
          <p:nvPr>
            <p:ph sz="half" idx="1"/>
          </p:nvPr>
        </p:nvSpPr>
        <p:spPr>
          <a:xfrm>
            <a:off x="571500" y="2933701"/>
            <a:ext cx="4470400"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0E6115-4384-41EE-B6B2-940A4649995F}"/>
              </a:ext>
            </a:extLst>
          </p:cNvPr>
          <p:cNvSpPr>
            <a:spLocks noGrp="1"/>
          </p:cNvSpPr>
          <p:nvPr>
            <p:ph sz="half" idx="2"/>
          </p:nvPr>
        </p:nvSpPr>
        <p:spPr>
          <a:xfrm>
            <a:off x="6210301" y="2933701"/>
            <a:ext cx="4470399" cy="29564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FEA81D9C-1714-41EC-AB5C-54E1320D367A}"/>
              </a:ext>
              <a:ext uri="{C183D7F6-B498-43B3-948B-1728B52AA6E4}">
                <adec:decorative xmlns:adec="http://schemas.microsoft.com/office/drawing/2017/decorative" val="1"/>
              </a:ext>
            </a:extLst>
          </p:cNvPr>
          <p:cNvSpPr>
            <a:spLocks noGrp="1"/>
          </p:cNvSpPr>
          <p:nvPr>
            <p:ph type="dt" sz="half" idx="10"/>
          </p:nvPr>
        </p:nvSpPr>
        <p:spPr/>
        <p:txBody>
          <a:bodyPr/>
          <a:lstStyle/>
          <a:p>
            <a:fld id="{A955F345-CD5E-454A-A42B-3900DCEC4A8E}" type="datetimeyyyy">
              <a:rPr lang="en-US" smtClean="0"/>
              <a:t>2026</a:t>
            </a:fld>
            <a:endParaRPr lang="en-US"/>
          </a:p>
        </p:txBody>
      </p:sp>
      <p:sp>
        <p:nvSpPr>
          <p:cNvPr id="9" name="Footer Placeholder 8">
            <a:extLst>
              <a:ext uri="{FF2B5EF4-FFF2-40B4-BE49-F238E27FC236}">
                <a16:creationId xmlns:a16="http://schemas.microsoft.com/office/drawing/2014/main" id="{138C60D4-B5E0-4E33-9DD7-8166677DEA07}"/>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11" name="Slide Number Placeholder 10">
            <a:extLst>
              <a:ext uri="{FF2B5EF4-FFF2-40B4-BE49-F238E27FC236}">
                <a16:creationId xmlns:a16="http://schemas.microsoft.com/office/drawing/2014/main" id="{F9FE130B-2CDC-422E-A384-1923087EC34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60049289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5270-F0A7-41DD-AB7A-83D81B515BC4}"/>
              </a:ext>
            </a:extLst>
          </p:cNvPr>
          <p:cNvSpPr>
            <a:spLocks noGrp="1"/>
          </p:cNvSpPr>
          <p:nvPr>
            <p:ph type="title"/>
          </p:nvPr>
        </p:nvSpPr>
        <p:spPr/>
        <p:txBody>
          <a:bodyPr/>
          <a:lstStyle/>
          <a:p>
            <a:r>
              <a:rPr lang="en-US"/>
              <a:t>Click to edit Master title style</a:t>
            </a:r>
          </a:p>
        </p:txBody>
      </p:sp>
      <p:sp>
        <p:nvSpPr>
          <p:cNvPr id="6" name="Text Placeholder 11">
            <a:extLst>
              <a:ext uri="{FF2B5EF4-FFF2-40B4-BE49-F238E27FC236}">
                <a16:creationId xmlns:a16="http://schemas.microsoft.com/office/drawing/2014/main" id="{C8E43266-992D-58F3-73FE-E38797027945}"/>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p>
            <a:fld id="{8549838B-8FB6-4A1D-8FF7-A75B50B468EC}"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643070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Only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p:txBody>
          <a:bodyPr/>
          <a:lstStyle/>
          <a:p>
            <a:r>
              <a:rPr lang="en-US"/>
              <a:t>Click to edit Master title style</a:t>
            </a:r>
          </a:p>
        </p:txBody>
      </p:sp>
      <p:sp>
        <p:nvSpPr>
          <p:cNvPr id="10" name="Text Placeholder 11">
            <a:extLst>
              <a:ext uri="{FF2B5EF4-FFF2-40B4-BE49-F238E27FC236}">
                <a16:creationId xmlns:a16="http://schemas.microsoft.com/office/drawing/2014/main" id="{41876296-E753-8C3F-8271-24B8BC7D6807}"/>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E193F512-0A29-4898-ADD2-68AB1CCB9D38}"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44E6FEBF-F4D5-5A80-8815-323B4D094155}"/>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805BD35B-1532-6D8C-1C69-50D653A5A9A1}"/>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358948222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94779F9C-2379-4946-84FF-DBB76193FE00}" type="datetimeyyyy">
              <a:rPr lang="en-US" smtClean="0"/>
              <a:t>2026</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7097172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 Only 2 Navy">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AF437A6-3202-4573-9F9E-294DF702E2DC}"/>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11" name="Text Placeholder 11">
            <a:extLst>
              <a:ext uri="{FF2B5EF4-FFF2-40B4-BE49-F238E27FC236}">
                <a16:creationId xmlns:a16="http://schemas.microsoft.com/office/drawing/2014/main" id="{B6F22CC2-F0CD-4BD6-0CCC-0649DDDBC07C}"/>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Date Placeholder 6">
            <a:extLst>
              <a:ext uri="{FF2B5EF4-FFF2-40B4-BE49-F238E27FC236}">
                <a16:creationId xmlns:a16="http://schemas.microsoft.com/office/drawing/2014/main" id="{C9F6B6E0-7C6E-4B17-A633-3073EAE2F852}"/>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27079A0E-CCE3-4425-B76E-96DE74F8AAFE}" type="datetimeyyyy">
              <a:rPr lang="en-US" smtClean="0"/>
              <a:t>2026</a:t>
            </a:fld>
            <a:endParaRPr lang="en-US"/>
          </a:p>
        </p:txBody>
      </p:sp>
      <p:sp>
        <p:nvSpPr>
          <p:cNvPr id="8" name="Footer Placeholder 7">
            <a:extLst>
              <a:ext uri="{FF2B5EF4-FFF2-40B4-BE49-F238E27FC236}">
                <a16:creationId xmlns:a16="http://schemas.microsoft.com/office/drawing/2014/main" id="{59D9042D-6A38-4BB0-9C68-8B691AEB356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9" name="Slide Number Placeholder 8">
            <a:extLst>
              <a:ext uri="{FF2B5EF4-FFF2-40B4-BE49-F238E27FC236}">
                <a16:creationId xmlns:a16="http://schemas.microsoft.com/office/drawing/2014/main" id="{87C00F53-14B3-42D2-97CB-017D015B001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BB1E46AE-9929-DF1E-3349-716244BD62E8}"/>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879FECB6-62BE-FB89-8C3B-6CDBAA4FF694}"/>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1260455851"/>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ictur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p:nvPr>
        </p:nvSpPr>
        <p:spPr>
          <a:xfrm>
            <a:off x="1524" y="0"/>
            <a:ext cx="12190476" cy="6858000"/>
          </a:xfrm>
        </p:spPr>
        <p:txBody>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5" name="Title 4">
            <a:extLst>
              <a:ext uri="{FF2B5EF4-FFF2-40B4-BE49-F238E27FC236}">
                <a16:creationId xmlns:a16="http://schemas.microsoft.com/office/drawing/2014/main" id="{AD5942FC-23BA-B387-C59E-F125CE318EC6}"/>
              </a:ext>
            </a:extLst>
          </p:cNvPr>
          <p:cNvSpPr>
            <a:spLocks noGrp="1"/>
          </p:cNvSpPr>
          <p:nvPr>
            <p:ph type="title"/>
          </p:nvPr>
        </p:nvSpPr>
        <p:spPr>
          <a:xfrm>
            <a:off x="571500" y="571500"/>
            <a:ext cx="3530600" cy="2857500"/>
          </a:xfrm>
        </p:spPr>
        <p:txBody>
          <a:bodyPr/>
          <a:lstStyle>
            <a:lvl1pPr>
              <a:defRPr sz="5400"/>
            </a:lvl1pPr>
          </a:lstStyle>
          <a:p>
            <a:r>
              <a:rPr lang="en-US"/>
              <a:t>Click to edit Master title style</a:t>
            </a:r>
          </a:p>
        </p:txBody>
      </p:sp>
      <p:sp>
        <p:nvSpPr>
          <p:cNvPr id="10" name="Text Placeholder 11">
            <a:extLst>
              <a:ext uri="{FF2B5EF4-FFF2-40B4-BE49-F238E27FC236}">
                <a16:creationId xmlns:a16="http://schemas.microsoft.com/office/drawing/2014/main" id="{5DA49D23-12E6-9B2C-2FA3-23A5E9401889}"/>
              </a:ext>
            </a:extLst>
          </p:cNvPr>
          <p:cNvSpPr>
            <a:spLocks noGrp="1"/>
          </p:cNvSpPr>
          <p:nvPr>
            <p:ph type="body" sz="quarter" idx="20"/>
          </p:nvPr>
        </p:nvSpPr>
        <p:spPr>
          <a:xfrm>
            <a:off x="571501" y="4114800"/>
            <a:ext cx="3530600" cy="13716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DBEB2FE4-B8E6-4397-B43C-A951254865D3}"/>
              </a:ext>
              <a:ext uri="{C183D7F6-B498-43B3-948B-1728B52AA6E4}">
                <adec:decorative xmlns:adec="http://schemas.microsoft.com/office/drawing/2017/decorative" val="1"/>
              </a:ext>
            </a:extLst>
          </p:cNvPr>
          <p:cNvSpPr>
            <a:spLocks noGrp="1"/>
          </p:cNvSpPr>
          <p:nvPr>
            <p:ph type="dt" sz="half" idx="10"/>
          </p:nvPr>
        </p:nvSpPr>
        <p:spPr>
          <a:xfrm>
            <a:off x="1380744" y="6503670"/>
            <a:ext cx="255977" cy="137160"/>
          </a:xfrm>
        </p:spPr>
        <p:txBody>
          <a:bodyPr/>
          <a:lstStyle>
            <a:lvl1pPr>
              <a:defRPr>
                <a:solidFill>
                  <a:schemeClr val="tx2"/>
                </a:solidFill>
              </a:defRPr>
            </a:lvl1pPr>
          </a:lstStyle>
          <a:p>
            <a:fld id="{ACEE45C4-16CC-4860-B21C-588F11E490F7}" type="datetimeyyyy">
              <a:rPr lang="en-US" smtClean="0"/>
              <a:t>2026</a:t>
            </a:fld>
            <a:endParaRPr lang="en-US"/>
          </a:p>
        </p:txBody>
      </p:sp>
      <p:sp>
        <p:nvSpPr>
          <p:cNvPr id="4" name="Footer Placeholder 3">
            <a:extLst>
              <a:ext uri="{FF2B5EF4-FFF2-40B4-BE49-F238E27FC236}">
                <a16:creationId xmlns:a16="http://schemas.microsoft.com/office/drawing/2014/main" id="{93A581C9-28B8-425E-BDF8-FDE4555EF626}"/>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2"/>
                </a:solidFill>
              </a:defRPr>
            </a:lvl1pPr>
          </a:lstStyle>
          <a:p>
            <a:r>
              <a:rPr lang="en-US"/>
              <a:t>Slalom. All Rights Reserved. Proprietary and Confidential.</a:t>
            </a:r>
          </a:p>
        </p:txBody>
      </p:sp>
      <p:sp>
        <p:nvSpPr>
          <p:cNvPr id="8" name="Slide Number Placeholder 7">
            <a:extLst>
              <a:ext uri="{FF2B5EF4-FFF2-40B4-BE49-F238E27FC236}">
                <a16:creationId xmlns:a16="http://schemas.microsoft.com/office/drawing/2014/main" id="{71C5BAEF-23A3-460A-8B57-7064A775252E}"/>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2"/>
                </a:solidFill>
              </a:defRPr>
            </a:lvl1pPr>
          </a:lstStyle>
          <a:p>
            <a:fld id="{B2643E34-DC33-45ED-8E33-EC0D5991E9A4}" type="slidenum">
              <a:rPr lang="en-US" smtClean="0"/>
              <a:pPr/>
              <a:t>‹#›</a:t>
            </a:fld>
            <a:endParaRPr lang="en-US"/>
          </a:p>
        </p:txBody>
      </p:sp>
      <p:sp>
        <p:nvSpPr>
          <p:cNvPr id="11" name="Text Placeholder 28">
            <a:extLst>
              <a:ext uri="{FF2B5EF4-FFF2-40B4-BE49-F238E27FC236}">
                <a16:creationId xmlns:a16="http://schemas.microsoft.com/office/drawing/2014/main" id="{02CC2885-3797-8372-6B64-6C12785E4E35}"/>
              </a:ext>
              <a:ext uri="{C183D7F6-B498-43B3-948B-1728B52AA6E4}">
                <adec:decorative xmlns:adec="http://schemas.microsoft.com/office/drawing/2017/decorative" val="1"/>
              </a:ext>
            </a:extLst>
          </p:cNvPr>
          <p:cNvSpPr>
            <a:spLocks noGrp="1" noChangeAspect="1"/>
          </p:cNvSpPr>
          <p:nvPr>
            <p:ph type="body" sz="quarter" idx="21"/>
          </p:nvPr>
        </p:nvSpPr>
        <p:spPr>
          <a:xfrm>
            <a:off x="569541" y="6473952"/>
            <a:ext cx="564315"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13" name="Text Placeholder 12">
            <a:extLst>
              <a:ext uri="{FF2B5EF4-FFF2-40B4-BE49-F238E27FC236}">
                <a16:creationId xmlns:a16="http://schemas.microsoft.com/office/drawing/2014/main" id="{73286862-F721-844E-EC7F-D03976B2436C}"/>
              </a:ext>
            </a:extLst>
          </p:cNvPr>
          <p:cNvSpPr>
            <a:spLocks noGrp="1"/>
          </p:cNvSpPr>
          <p:nvPr>
            <p:ph type="body" sz="quarter" idx="22"/>
          </p:nvPr>
        </p:nvSpPr>
        <p:spPr>
          <a:xfrm>
            <a:off x="1298448" y="6539765"/>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227012" indent="0">
              <a:buNone/>
              <a:defRPr sz="400"/>
            </a:lvl2pPr>
            <a:lvl3pPr marL="460375" indent="0">
              <a:buNone/>
              <a:defRPr sz="400"/>
            </a:lvl3pPr>
            <a:lvl4pPr marL="625475" indent="0">
              <a:buNone/>
              <a:defRPr sz="400"/>
            </a:lvl4pPr>
            <a:lvl5pPr marL="798513" indent="0">
              <a:buNone/>
              <a:defRPr sz="400"/>
            </a:lvl5pPr>
          </a:lstStyle>
          <a:p>
            <a:pPr lvl="0"/>
            <a:r>
              <a:rPr lang="en-US"/>
              <a:t>Click to edit Master text styles</a:t>
            </a:r>
          </a:p>
        </p:txBody>
      </p:sp>
    </p:spTree>
    <p:extLst>
      <p:ext uri="{BB962C8B-B14F-4D97-AF65-F5344CB8AC3E}">
        <p14:creationId xmlns:p14="http://schemas.microsoft.com/office/powerpoint/2010/main" val="1631273928"/>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CCFB3A36-D926-A156-1D21-30320063F9AE}"/>
              </a:ext>
              <a:ext uri="{C183D7F6-B498-43B3-948B-1728B52AA6E4}">
                <adec:decorative xmlns:adec="http://schemas.microsoft.com/office/drawing/2017/decorative" val="1"/>
              </a:ext>
            </a:extLst>
          </p:cNvPr>
          <p:cNvSpPr>
            <a:spLocks noGrp="1"/>
          </p:cNvSpPr>
          <p:nvPr>
            <p:ph type="body" sz="quarter" idx="17"/>
          </p:nvPr>
        </p:nvSpPr>
        <p:spPr>
          <a:xfrm>
            <a:off x="8539769"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7285037"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4268CAAE-222C-45DC-BDCB-F913E123D7BC}"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148594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 Column with Icons">
    <p:spTree>
      <p:nvGrpSpPr>
        <p:cNvPr id="1" name=""/>
        <p:cNvGrpSpPr/>
        <p:nvPr/>
      </p:nvGrpSpPr>
      <p:grpSpPr>
        <a:xfrm>
          <a:off x="0" y="0"/>
          <a:ext cx="0" cy="0"/>
          <a:chOff x="0" y="0"/>
          <a:chExt cx="0" cy="0"/>
        </a:xfrm>
      </p:grpSpPr>
      <p:sp>
        <p:nvSpPr>
          <p:cNvPr id="44" name="Text Placeholder 43">
            <a:extLst>
              <a:ext uri="{FF2B5EF4-FFF2-40B4-BE49-F238E27FC236}">
                <a16:creationId xmlns:a16="http://schemas.microsoft.com/office/drawing/2014/main" id="{DE9A50A5-7EAE-1378-5468-24F26723BF26}"/>
              </a:ext>
              <a:ext uri="{C183D7F6-B498-43B3-948B-1728B52AA6E4}">
                <adec:decorative xmlns:adec="http://schemas.microsoft.com/office/drawing/2017/decorative" val="1"/>
              </a:ext>
            </a:extLst>
          </p:cNvPr>
          <p:cNvSpPr>
            <a:spLocks noGrp="1"/>
          </p:cNvSpPr>
          <p:nvPr>
            <p:ph type="body" sz="quarter" idx="17"/>
          </p:nvPr>
        </p:nvSpPr>
        <p:spPr>
          <a:xfrm>
            <a:off x="8539769" y="0"/>
            <a:ext cx="3652233" cy="6858000"/>
          </a:xfrm>
          <a:custGeom>
            <a:avLst/>
            <a:gdLst>
              <a:gd name="connsiteX0" fmla="*/ 382772 w 3652233"/>
              <a:gd name="connsiteY0" fmla="*/ 0 h 6858000"/>
              <a:gd name="connsiteX1" fmla="*/ 1083678 w 3652233"/>
              <a:gd name="connsiteY1" fmla="*/ 0 h 6858000"/>
              <a:gd name="connsiteX2" fmla="*/ 720530 w 3652233"/>
              <a:gd name="connsiteY2" fmla="*/ 546997 h 6858000"/>
              <a:gd name="connsiteX3" fmla="*/ 949431 w 3652233"/>
              <a:gd name="connsiteY3" fmla="*/ 1680232 h 6858000"/>
              <a:gd name="connsiteX4" fmla="*/ 3284499 w 3652233"/>
              <a:gd name="connsiteY4" fmla="*/ 3230534 h 6858000"/>
              <a:gd name="connsiteX5" fmla="*/ 3284521 w 3652233"/>
              <a:gd name="connsiteY5" fmla="*/ 3230453 h 6858000"/>
              <a:gd name="connsiteX6" fmla="*/ 3596862 w 3652233"/>
              <a:gd name="connsiteY6" fmla="*/ 3513460 h 6858000"/>
              <a:gd name="connsiteX7" fmla="*/ 3652233 w 3652233"/>
              <a:gd name="connsiteY7" fmla="*/ 3588795 h 6858000"/>
              <a:gd name="connsiteX8" fmla="*/ 3652233 w 3652233"/>
              <a:gd name="connsiteY8" fmla="*/ 5210346 h 6858000"/>
              <a:gd name="connsiteX9" fmla="*/ 2558343 w 3652233"/>
              <a:gd name="connsiteY9" fmla="*/ 6858000 h 6858000"/>
              <a:gd name="connsiteX10" fmla="*/ 1857466 w 3652233"/>
              <a:gd name="connsiteY10" fmla="*/ 6858000 h 6858000"/>
              <a:gd name="connsiteX11" fmla="*/ 3190442 w 3652233"/>
              <a:gd name="connsiteY11" fmla="*/ 4850269 h 6858000"/>
              <a:gd name="connsiteX12" fmla="*/ 2961540 w 3652233"/>
              <a:gd name="connsiteY12" fmla="*/ 3717033 h 6858000"/>
              <a:gd name="connsiteX13" fmla="*/ 626436 w 3652233"/>
              <a:gd name="connsiteY13" fmla="*/ 2166738 h 6858000"/>
              <a:gd name="connsiteX14" fmla="*/ 234031 w 3652233"/>
              <a:gd name="connsiteY14" fmla="*/ 22403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233" h="6858000">
                <a:moveTo>
                  <a:pt x="382772" y="0"/>
                </a:moveTo>
                <a:lnTo>
                  <a:pt x="1083678" y="0"/>
                </a:lnTo>
                <a:lnTo>
                  <a:pt x="720530" y="546997"/>
                </a:lnTo>
                <a:cubicBezTo>
                  <a:pt x="470802" y="923144"/>
                  <a:pt x="573284" y="1430505"/>
                  <a:pt x="949431" y="1680232"/>
                </a:cubicBezTo>
                <a:lnTo>
                  <a:pt x="3284499" y="3230534"/>
                </a:lnTo>
                <a:lnTo>
                  <a:pt x="3284521" y="3230453"/>
                </a:lnTo>
                <a:cubicBezTo>
                  <a:pt x="3405423" y="3310727"/>
                  <a:pt x="3509833" y="3406527"/>
                  <a:pt x="3596862" y="3513460"/>
                </a:cubicBezTo>
                <a:lnTo>
                  <a:pt x="3652233" y="3588795"/>
                </a:lnTo>
                <a:lnTo>
                  <a:pt x="3652233" y="5210346"/>
                </a:lnTo>
                <a:lnTo>
                  <a:pt x="2558343" y="6858000"/>
                </a:lnTo>
                <a:lnTo>
                  <a:pt x="1857466" y="6858000"/>
                </a:lnTo>
                <a:lnTo>
                  <a:pt x="3190442" y="4850269"/>
                </a:lnTo>
                <a:cubicBezTo>
                  <a:pt x="3440170" y="4474121"/>
                  <a:pt x="3337688" y="3966760"/>
                  <a:pt x="2961540" y="3717033"/>
                </a:cubicBezTo>
                <a:lnTo>
                  <a:pt x="626436" y="2166738"/>
                </a:lnTo>
                <a:cubicBezTo>
                  <a:pt x="-18376" y="1738610"/>
                  <a:pt x="-194060" y="868843"/>
                  <a:pt x="234031" y="224039"/>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4114800"/>
            <a:ext cx="7285037" cy="2171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12">
            <a:extLst>
              <a:ext uri="{FF2B5EF4-FFF2-40B4-BE49-F238E27FC236}">
                <a16:creationId xmlns:a16="http://schemas.microsoft.com/office/drawing/2014/main" id="{9669B77A-99FD-2D60-4C94-FE5D13797052}"/>
              </a:ext>
              <a:ext uri="{C183D7F6-B498-43B3-948B-1728B52AA6E4}">
                <adec:decorative xmlns:adec="http://schemas.microsoft.com/office/drawing/2017/decorative" val="1"/>
              </a:ext>
            </a:extLst>
          </p:cNvPr>
          <p:cNvSpPr>
            <a:spLocks noGrp="1"/>
          </p:cNvSpPr>
          <p:nvPr>
            <p:ph type="pic" sz="quarter" idx="19" hasCustomPrompt="1"/>
          </p:nvPr>
        </p:nvSpPr>
        <p:spPr>
          <a:xfrm>
            <a:off x="571499" y="2947760"/>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9995676-25F6-4543-9E5B-989E05823773}"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9454413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6495F953-AF61-3220-6737-C1F6862DC298}"/>
              </a:ext>
              <a:ext uri="{C183D7F6-B498-43B3-948B-1728B52AA6E4}">
                <adec:decorative xmlns:adec="http://schemas.microsoft.com/office/drawing/2017/decorative" val="1"/>
              </a:ext>
            </a:extLst>
          </p:cNvPr>
          <p:cNvSpPr>
            <a:spLocks noGrp="1"/>
          </p:cNvSpPr>
          <p:nvPr>
            <p:ph type="body" sz="quarter" idx="18"/>
          </p:nvPr>
        </p:nvSpPr>
        <p:spPr>
          <a:xfrm>
            <a:off x="8089902"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0457AE57-F2D8-437C-AC9C-E6ECCE2C3002}"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603332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Column with Icons">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B0C507CE-6937-A24E-0092-2FAE7F2631F0}"/>
              </a:ext>
              <a:ext uri="{C183D7F6-B498-43B3-948B-1728B52AA6E4}">
                <adec:decorative xmlns:adec="http://schemas.microsoft.com/office/drawing/2017/decorative" val="1"/>
              </a:ext>
            </a:extLst>
          </p:cNvPr>
          <p:cNvSpPr>
            <a:spLocks noGrp="1"/>
          </p:cNvSpPr>
          <p:nvPr>
            <p:ph type="body" sz="quarter" idx="18"/>
          </p:nvPr>
        </p:nvSpPr>
        <p:spPr>
          <a:xfrm>
            <a:off x="8089902" y="0"/>
            <a:ext cx="3681791" cy="6858000"/>
          </a:xfrm>
          <a:custGeom>
            <a:avLst/>
            <a:gdLst>
              <a:gd name="connsiteX0" fmla="*/ 2392972 w 3681791"/>
              <a:gd name="connsiteY0" fmla="*/ 0 h 6858000"/>
              <a:gd name="connsiteX1" fmla="*/ 3681791 w 3681791"/>
              <a:gd name="connsiteY1" fmla="*/ 0 h 6858000"/>
              <a:gd name="connsiteX2" fmla="*/ 1816033 w 3681791"/>
              <a:gd name="connsiteY2" fmla="*/ 948232 h 6858000"/>
              <a:gd name="connsiteX3" fmla="*/ 1457629 w 3681791"/>
              <a:gd name="connsiteY3" fmla="*/ 2047397 h 6858000"/>
              <a:gd name="connsiteX4" fmla="*/ 2727476 w 3681791"/>
              <a:gd name="connsiteY4" fmla="*/ 4546089 h 6858000"/>
              <a:gd name="connsiteX5" fmla="*/ 2727535 w 3681791"/>
              <a:gd name="connsiteY5" fmla="*/ 4546030 h 6858000"/>
              <a:gd name="connsiteX6" fmla="*/ 2113124 w 3681791"/>
              <a:gd name="connsiteY6" fmla="*/ 6430324 h 6858000"/>
              <a:gd name="connsiteX7" fmla="*/ 1271600 w 3681791"/>
              <a:gd name="connsiteY7" fmla="*/ 6858000 h 6858000"/>
              <a:gd name="connsiteX8" fmla="*/ 0 w 3681791"/>
              <a:gd name="connsiteY8" fmla="*/ 6858000 h 6858000"/>
              <a:gd name="connsiteX9" fmla="*/ 0 w 3681791"/>
              <a:gd name="connsiteY9" fmla="*/ 6849265 h 6858000"/>
              <a:gd name="connsiteX10" fmla="*/ 1848516 w 3681791"/>
              <a:gd name="connsiteY10" fmla="*/ 5909840 h 6858000"/>
              <a:gd name="connsiteX11" fmla="*/ 2206921 w 3681791"/>
              <a:gd name="connsiteY11" fmla="*/ 4810674 h 6858000"/>
              <a:gd name="connsiteX12" fmla="*/ 937038 w 3681791"/>
              <a:gd name="connsiteY12" fmla="*/ 2311970 h 6858000"/>
              <a:gd name="connsiteX13" fmla="*/ 1551449 w 3681791"/>
              <a:gd name="connsiteY13" fmla="*/ 427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81791" h="6858000">
                <a:moveTo>
                  <a:pt x="2392972" y="0"/>
                </a:moveTo>
                <a:lnTo>
                  <a:pt x="3681791" y="0"/>
                </a:lnTo>
                <a:lnTo>
                  <a:pt x="1816033" y="948232"/>
                </a:lnTo>
                <a:cubicBezTo>
                  <a:pt x="1413533" y="1152789"/>
                  <a:pt x="1253072" y="1644896"/>
                  <a:pt x="1457629" y="2047397"/>
                </a:cubicBezTo>
                <a:lnTo>
                  <a:pt x="2727476" y="4546089"/>
                </a:lnTo>
                <a:lnTo>
                  <a:pt x="2727535" y="4546030"/>
                </a:lnTo>
                <a:cubicBezTo>
                  <a:pt x="3078183" y="5236046"/>
                  <a:pt x="2803104" y="6079665"/>
                  <a:pt x="2113124" y="6430324"/>
                </a:cubicBezTo>
                <a:lnTo>
                  <a:pt x="1271600" y="6858000"/>
                </a:lnTo>
                <a:lnTo>
                  <a:pt x="0" y="6858000"/>
                </a:lnTo>
                <a:lnTo>
                  <a:pt x="0" y="6849265"/>
                </a:lnTo>
                <a:lnTo>
                  <a:pt x="1848516" y="5909840"/>
                </a:lnTo>
                <a:cubicBezTo>
                  <a:pt x="2251017" y="5705283"/>
                  <a:pt x="2411478" y="5213175"/>
                  <a:pt x="2206921" y="4810674"/>
                </a:cubicBezTo>
                <a:lnTo>
                  <a:pt x="937038" y="2311970"/>
                </a:lnTo>
                <a:cubicBezTo>
                  <a:pt x="586390" y="1621954"/>
                  <a:pt x="861468" y="778335"/>
                  <a:pt x="1551449" y="427676"/>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1"/>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4114799"/>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4114799"/>
            <a:ext cx="3530601"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1E944DCE-BD3F-5994-51CD-692924824449}"/>
              </a:ext>
              <a:ext uri="{C183D7F6-B498-43B3-948B-1728B52AA6E4}">
                <adec:decorative xmlns:adec="http://schemas.microsoft.com/office/drawing/2017/decorative" val="1"/>
              </a:ext>
            </a:extLst>
          </p:cNvPr>
          <p:cNvSpPr>
            <a:spLocks noGrp="1"/>
          </p:cNvSpPr>
          <p:nvPr>
            <p:ph type="pic" sz="quarter" idx="19" hasCustomPrompt="1"/>
          </p:nvPr>
        </p:nvSpPr>
        <p:spPr>
          <a:xfrm>
            <a:off x="5714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15" name="Picture Placeholder 12">
            <a:extLst>
              <a:ext uri="{FF2B5EF4-FFF2-40B4-BE49-F238E27FC236}">
                <a16:creationId xmlns:a16="http://schemas.microsoft.com/office/drawing/2014/main" id="{94E4368B-BFE1-F75C-8C3E-DE2A86940FED}"/>
              </a:ext>
              <a:ext uri="{C183D7F6-B498-43B3-948B-1728B52AA6E4}">
                <adec:decorative xmlns:adec="http://schemas.microsoft.com/office/drawing/2017/decorative" val="1"/>
              </a:ext>
            </a:extLst>
          </p:cNvPr>
          <p:cNvSpPr>
            <a:spLocks noGrp="1"/>
          </p:cNvSpPr>
          <p:nvPr>
            <p:ph type="pic" sz="quarter" idx="20" hasCustomPrompt="1"/>
          </p:nvPr>
        </p:nvSpPr>
        <p:spPr>
          <a:xfrm>
            <a:off x="4330699" y="2947759"/>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C1F2051F-B99E-43D1-BA66-EAD627E85373}"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9855580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 1/4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F44A8-AD82-4AF7-203E-212BBB52AAAD}"/>
              </a:ext>
            </a:extLst>
          </p:cNvPr>
          <p:cNvSpPr>
            <a:spLocks noGrp="1"/>
          </p:cNvSpPr>
          <p:nvPr>
            <p:ph type="title"/>
          </p:nvPr>
        </p:nvSpPr>
        <p:spPr>
          <a:xfrm>
            <a:off x="571500" y="571500"/>
            <a:ext cx="7285037" cy="9906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6096F732-E72A-840F-3D79-7051722E0480}"/>
              </a:ext>
            </a:extLst>
          </p:cNvPr>
          <p:cNvSpPr>
            <a:spLocks noGrp="1"/>
          </p:cNvSpPr>
          <p:nvPr>
            <p:ph type="body" sz="quarter" idx="13"/>
          </p:nvPr>
        </p:nvSpPr>
        <p:spPr>
          <a:xfrm>
            <a:off x="571500" y="1752600"/>
            <a:ext cx="7285037"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32">
            <a:extLst>
              <a:ext uri="{FF2B5EF4-FFF2-40B4-BE49-F238E27FC236}">
                <a16:creationId xmlns:a16="http://schemas.microsoft.com/office/drawing/2014/main" id="{1FDEFD3A-5D85-2A44-25C8-737F5901F4FF}"/>
              </a:ext>
            </a:extLst>
          </p:cNvPr>
          <p:cNvSpPr>
            <a:spLocks noGrp="1"/>
          </p:cNvSpPr>
          <p:nvPr>
            <p:ph type="body" sz="quarter" idx="16"/>
          </p:nvPr>
        </p:nvSpPr>
        <p:spPr>
          <a:xfrm>
            <a:off x="5714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32">
            <a:extLst>
              <a:ext uri="{FF2B5EF4-FFF2-40B4-BE49-F238E27FC236}">
                <a16:creationId xmlns:a16="http://schemas.microsoft.com/office/drawing/2014/main" id="{38B2091C-8A4F-4EAE-4E71-3B0D8175E6A8}"/>
              </a:ext>
            </a:extLst>
          </p:cNvPr>
          <p:cNvSpPr>
            <a:spLocks noGrp="1"/>
          </p:cNvSpPr>
          <p:nvPr>
            <p:ph type="body" sz="quarter" idx="17"/>
          </p:nvPr>
        </p:nvSpPr>
        <p:spPr>
          <a:xfrm>
            <a:off x="4330699" y="2933700"/>
            <a:ext cx="3530601" cy="33527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28">
            <a:extLst>
              <a:ext uri="{FF2B5EF4-FFF2-40B4-BE49-F238E27FC236}">
                <a16:creationId xmlns:a16="http://schemas.microsoft.com/office/drawing/2014/main" id="{49CF629A-7AF3-66CD-0D32-3BE10848832C}"/>
              </a:ext>
              <a:ext uri="{C183D7F6-B498-43B3-948B-1728B52AA6E4}">
                <adec:decorative xmlns:adec="http://schemas.microsoft.com/office/drawing/2017/decorative" val="0"/>
              </a:ext>
            </a:extLst>
          </p:cNvPr>
          <p:cNvSpPr>
            <a:spLocks noGrp="1"/>
          </p:cNvSpPr>
          <p:nvPr>
            <p:ph type="pic" sz="quarter" idx="24"/>
          </p:nvPr>
        </p:nvSpPr>
        <p:spPr>
          <a:xfrm>
            <a:off x="9029700"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B52A9230-F1FC-C523-A53B-9667414B381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C55ECD6A-8E2E-A223-3E39-72993526B860}"/>
              </a:ext>
              <a:ext uri="{C183D7F6-B498-43B3-948B-1728B52AA6E4}">
                <adec:decorative xmlns:adec="http://schemas.microsoft.com/office/drawing/2017/decorative" val="1"/>
              </a:ext>
            </a:extLst>
          </p:cNvPr>
          <p:cNvSpPr>
            <a:spLocks noGrp="1"/>
          </p:cNvSpPr>
          <p:nvPr>
            <p:ph type="dt" sz="half" idx="11"/>
          </p:nvPr>
        </p:nvSpPr>
        <p:spPr/>
        <p:txBody>
          <a:bodyPr/>
          <a:lstStyle/>
          <a:p>
            <a:fld id="{1406CC75-83FE-41F5-AD12-F41B02F537B4}" type="datetimeyyyy">
              <a:rPr lang="en-US" smtClean="0"/>
              <a:t>2026</a:t>
            </a:fld>
            <a:endParaRPr lang="en-US"/>
          </a:p>
        </p:txBody>
      </p:sp>
      <p:sp>
        <p:nvSpPr>
          <p:cNvPr id="5" name="Slide Number Placeholder 4">
            <a:extLst>
              <a:ext uri="{FF2B5EF4-FFF2-40B4-BE49-F238E27FC236}">
                <a16:creationId xmlns:a16="http://schemas.microsoft.com/office/drawing/2014/main" id="{65356671-D16F-7EC8-7C74-947979083AD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906717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s with Ic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1"/>
            <a:ext cx="11049000" cy="45455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0"/>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8"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8"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0" y="2944981"/>
            <a:ext cx="2790012" cy="460545"/>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0" y="3537896"/>
            <a:ext cx="2800646" cy="27486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2">
            <a:extLst>
              <a:ext uri="{FF2B5EF4-FFF2-40B4-BE49-F238E27FC236}">
                <a16:creationId xmlns:a16="http://schemas.microsoft.com/office/drawing/2014/main" id="{38387850-D4C4-CFC2-9884-391073D7ACF7}"/>
              </a:ext>
              <a:ext uri="{C183D7F6-B498-43B3-948B-1728B52AA6E4}">
                <adec:decorative xmlns:adec="http://schemas.microsoft.com/office/drawing/2017/decorative" val="1"/>
              </a:ext>
            </a:extLst>
          </p:cNvPr>
          <p:cNvSpPr>
            <a:spLocks noGrp="1"/>
          </p:cNvSpPr>
          <p:nvPr>
            <p:ph type="pic" sz="quarter" idx="21" hasCustomPrompt="1"/>
          </p:nvPr>
        </p:nvSpPr>
        <p:spPr>
          <a:xfrm>
            <a:off x="571499"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2" name="Picture Placeholder 12">
            <a:extLst>
              <a:ext uri="{FF2B5EF4-FFF2-40B4-BE49-F238E27FC236}">
                <a16:creationId xmlns:a16="http://schemas.microsoft.com/office/drawing/2014/main" id="{775C6465-934F-ACEA-12FC-D1028AC527BD}"/>
              </a:ext>
              <a:ext uri="{C183D7F6-B498-43B3-948B-1728B52AA6E4}">
                <adec:decorative xmlns:adec="http://schemas.microsoft.com/office/drawing/2017/decorative" val="1"/>
              </a:ext>
            </a:extLst>
          </p:cNvPr>
          <p:cNvSpPr>
            <a:spLocks noGrp="1"/>
          </p:cNvSpPr>
          <p:nvPr>
            <p:ph type="pic" sz="quarter" idx="22" hasCustomPrompt="1"/>
          </p:nvPr>
        </p:nvSpPr>
        <p:spPr>
          <a:xfrm>
            <a:off x="4342368"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23" name="Picture Placeholder 12">
            <a:extLst>
              <a:ext uri="{FF2B5EF4-FFF2-40B4-BE49-F238E27FC236}">
                <a16:creationId xmlns:a16="http://schemas.microsoft.com/office/drawing/2014/main" id="{0EDE01F0-DBB5-382D-6E34-A289FEEDBB73}"/>
              </a:ext>
              <a:ext uri="{C183D7F6-B498-43B3-948B-1728B52AA6E4}">
                <adec:decorative xmlns:adec="http://schemas.microsoft.com/office/drawing/2017/decorative" val="1"/>
              </a:ext>
            </a:extLst>
          </p:cNvPr>
          <p:cNvSpPr>
            <a:spLocks noGrp="1"/>
          </p:cNvSpPr>
          <p:nvPr>
            <p:ph type="pic" sz="quarter" idx="23" hasCustomPrompt="1"/>
          </p:nvPr>
        </p:nvSpPr>
        <p:spPr>
          <a:xfrm>
            <a:off x="8089900" y="2053902"/>
            <a:ext cx="914400" cy="914400"/>
          </a:xfrm>
        </p:spPr>
        <p:txBody>
          <a:bodyPr/>
          <a:lstStyle>
            <a:lvl1pPr marL="0" indent="0">
              <a:lnSpc>
                <a:spcPct val="90000"/>
              </a:lnSpc>
              <a:buNone/>
              <a:defRPr sz="1100" b="1">
                <a:solidFill>
                  <a:schemeClr val="accent1"/>
                </a:solidFill>
              </a:defRPr>
            </a:lvl1pPr>
          </a:lstStyle>
          <a:p>
            <a:r>
              <a:rPr lang="en-US"/>
              <a:t>Click placeholder and paste icon</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88966114-2432-4825-B9DE-9DD8135F3778}"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4804365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AACBF-6D40-5AA4-5BDF-2C861821D128}"/>
              </a:ext>
            </a:extLst>
          </p:cNvPr>
          <p:cNvSpPr>
            <a:spLocks noGrp="1"/>
          </p:cNvSpPr>
          <p:nvPr>
            <p:ph type="title"/>
          </p:nvPr>
        </p:nvSpPr>
        <p:spPr>
          <a:xfrm>
            <a:off x="571500" y="571501"/>
            <a:ext cx="11049000" cy="45455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C818C551-152F-2103-3EE7-3B2D997C9840}"/>
              </a:ext>
            </a:extLst>
          </p:cNvPr>
          <p:cNvSpPr>
            <a:spLocks noGrp="1"/>
          </p:cNvSpPr>
          <p:nvPr>
            <p:ph type="body" sz="quarter" idx="13"/>
          </p:nvPr>
        </p:nvSpPr>
        <p:spPr>
          <a:xfrm>
            <a:off x="571500" y="1158420"/>
            <a:ext cx="11049000" cy="956604"/>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4342368"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4342368"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8089900" y="2342179"/>
            <a:ext cx="2790012" cy="401022"/>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8089900" y="2935092"/>
            <a:ext cx="2800646" cy="33514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B62A884F-2D3B-4906-A93D-BA8920D5E7AD}"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3782549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 Columns">
    <p:spTree>
      <p:nvGrpSpPr>
        <p:cNvPr id="1" name=""/>
        <p:cNvGrpSpPr/>
        <p:nvPr/>
      </p:nvGrpSpPr>
      <p:grpSpPr>
        <a:xfrm>
          <a:off x="0" y="0"/>
          <a:ext cx="0" cy="0"/>
          <a:chOff x="0" y="0"/>
          <a:chExt cx="0" cy="0"/>
        </a:xfrm>
      </p:grpSpPr>
      <p:sp>
        <p:nvSpPr>
          <p:cNvPr id="23" name="Title 6">
            <a:extLst>
              <a:ext uri="{FF2B5EF4-FFF2-40B4-BE49-F238E27FC236}">
                <a16:creationId xmlns:a16="http://schemas.microsoft.com/office/drawing/2014/main" id="{0091A866-C45E-09D3-028F-31000BAE4888}"/>
              </a:ext>
            </a:extLst>
          </p:cNvPr>
          <p:cNvSpPr>
            <a:spLocks noGrp="1"/>
          </p:cNvSpPr>
          <p:nvPr>
            <p:ph type="title"/>
          </p:nvPr>
        </p:nvSpPr>
        <p:spPr>
          <a:xfrm>
            <a:off x="571500" y="571501"/>
            <a:ext cx="11049000" cy="990600"/>
          </a:xfrm>
        </p:spPr>
        <p:txBody>
          <a:bodyPr/>
          <a:lstStyle/>
          <a:p>
            <a:r>
              <a:rPr lang="en-US"/>
              <a:t>Click to edit Master title style</a:t>
            </a:r>
          </a:p>
        </p:txBody>
      </p:sp>
      <p:sp>
        <p:nvSpPr>
          <p:cNvPr id="22" name="Text Placeholder 11">
            <a:extLst>
              <a:ext uri="{FF2B5EF4-FFF2-40B4-BE49-F238E27FC236}">
                <a16:creationId xmlns:a16="http://schemas.microsoft.com/office/drawing/2014/main" id="{069ABE66-0172-A4A5-8CD5-A84CFD199B7D}"/>
              </a:ext>
            </a:extLst>
          </p:cNvPr>
          <p:cNvSpPr>
            <a:spLocks noGrp="1"/>
          </p:cNvSpPr>
          <p:nvPr>
            <p:ph type="body" sz="quarter" idx="13"/>
          </p:nvPr>
        </p:nvSpPr>
        <p:spPr>
          <a:xfrm>
            <a:off x="571500" y="1752601"/>
            <a:ext cx="11049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30">
            <a:extLst>
              <a:ext uri="{FF2B5EF4-FFF2-40B4-BE49-F238E27FC236}">
                <a16:creationId xmlns:a16="http://schemas.microsoft.com/office/drawing/2014/main" id="{B330C6E8-74AC-027F-4137-DDDB3B919DD4}"/>
              </a:ext>
            </a:extLst>
          </p:cNvPr>
          <p:cNvSpPr>
            <a:spLocks noGrp="1"/>
          </p:cNvSpPr>
          <p:nvPr>
            <p:ph type="body" sz="quarter" idx="15"/>
          </p:nvPr>
        </p:nvSpPr>
        <p:spPr>
          <a:xfrm>
            <a:off x="571500"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5" name="Text Placeholder 32">
            <a:extLst>
              <a:ext uri="{FF2B5EF4-FFF2-40B4-BE49-F238E27FC236}">
                <a16:creationId xmlns:a16="http://schemas.microsoft.com/office/drawing/2014/main" id="{D83F64D3-BC10-CDE1-A07C-0E1F9785B35D}"/>
              </a:ext>
            </a:extLst>
          </p:cNvPr>
          <p:cNvSpPr>
            <a:spLocks noGrp="1"/>
          </p:cNvSpPr>
          <p:nvPr>
            <p:ph type="body" sz="quarter" idx="16"/>
          </p:nvPr>
        </p:nvSpPr>
        <p:spPr>
          <a:xfrm>
            <a:off x="571500"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30">
            <a:extLst>
              <a:ext uri="{FF2B5EF4-FFF2-40B4-BE49-F238E27FC236}">
                <a16:creationId xmlns:a16="http://schemas.microsoft.com/office/drawing/2014/main" id="{285225B3-273F-7279-EB8A-741B150620CE}"/>
              </a:ext>
            </a:extLst>
          </p:cNvPr>
          <p:cNvSpPr>
            <a:spLocks noGrp="1"/>
          </p:cNvSpPr>
          <p:nvPr>
            <p:ph type="body" sz="quarter" idx="17"/>
          </p:nvPr>
        </p:nvSpPr>
        <p:spPr>
          <a:xfrm>
            <a:off x="342028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7" name="Text Placeholder 32">
            <a:extLst>
              <a:ext uri="{FF2B5EF4-FFF2-40B4-BE49-F238E27FC236}">
                <a16:creationId xmlns:a16="http://schemas.microsoft.com/office/drawing/2014/main" id="{4D4D2E13-2787-F1B2-E5AE-1D85E0E1A10C}"/>
              </a:ext>
            </a:extLst>
          </p:cNvPr>
          <p:cNvSpPr>
            <a:spLocks noGrp="1"/>
          </p:cNvSpPr>
          <p:nvPr>
            <p:ph type="body" sz="quarter" idx="18"/>
          </p:nvPr>
        </p:nvSpPr>
        <p:spPr>
          <a:xfrm>
            <a:off x="342028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30">
            <a:extLst>
              <a:ext uri="{FF2B5EF4-FFF2-40B4-BE49-F238E27FC236}">
                <a16:creationId xmlns:a16="http://schemas.microsoft.com/office/drawing/2014/main" id="{4AC21DC7-D60D-0236-284B-EEDFCD026BF8}"/>
              </a:ext>
            </a:extLst>
          </p:cNvPr>
          <p:cNvSpPr>
            <a:spLocks noGrp="1"/>
          </p:cNvSpPr>
          <p:nvPr>
            <p:ph type="body" sz="quarter" idx="19"/>
          </p:nvPr>
        </p:nvSpPr>
        <p:spPr>
          <a:xfrm>
            <a:off x="622571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19" name="Text Placeholder 32">
            <a:extLst>
              <a:ext uri="{FF2B5EF4-FFF2-40B4-BE49-F238E27FC236}">
                <a16:creationId xmlns:a16="http://schemas.microsoft.com/office/drawing/2014/main" id="{E58BEA09-D3EA-AF02-14FF-FB6E0CD6889D}"/>
              </a:ext>
            </a:extLst>
          </p:cNvPr>
          <p:cNvSpPr>
            <a:spLocks noGrp="1"/>
          </p:cNvSpPr>
          <p:nvPr>
            <p:ph type="body" sz="quarter" idx="20"/>
          </p:nvPr>
        </p:nvSpPr>
        <p:spPr>
          <a:xfrm>
            <a:off x="622571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30">
            <a:extLst>
              <a:ext uri="{FF2B5EF4-FFF2-40B4-BE49-F238E27FC236}">
                <a16:creationId xmlns:a16="http://schemas.microsoft.com/office/drawing/2014/main" id="{77BA680D-F489-978C-F5CD-6158E522CC5A}"/>
              </a:ext>
            </a:extLst>
          </p:cNvPr>
          <p:cNvSpPr>
            <a:spLocks noGrp="1"/>
          </p:cNvSpPr>
          <p:nvPr>
            <p:ph type="body" sz="quarter" idx="21"/>
          </p:nvPr>
        </p:nvSpPr>
        <p:spPr>
          <a:xfrm>
            <a:off x="9031148" y="2933701"/>
            <a:ext cx="2220387" cy="495299"/>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21" name="Text Placeholder 32">
            <a:extLst>
              <a:ext uri="{FF2B5EF4-FFF2-40B4-BE49-F238E27FC236}">
                <a16:creationId xmlns:a16="http://schemas.microsoft.com/office/drawing/2014/main" id="{08AD6B44-29E7-20A2-4157-96C73CB757D1}"/>
              </a:ext>
            </a:extLst>
          </p:cNvPr>
          <p:cNvSpPr>
            <a:spLocks noGrp="1"/>
          </p:cNvSpPr>
          <p:nvPr>
            <p:ph type="body" sz="quarter" idx="22"/>
          </p:nvPr>
        </p:nvSpPr>
        <p:spPr>
          <a:xfrm>
            <a:off x="9031148" y="3670852"/>
            <a:ext cx="2228850" cy="2615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40649E68-BC25-D2D1-1D0F-B01C708E1215}"/>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8A3C6947-7372-563F-E959-9B77637A771C}"/>
              </a:ext>
              <a:ext uri="{C183D7F6-B498-43B3-948B-1728B52AA6E4}">
                <adec:decorative xmlns:adec="http://schemas.microsoft.com/office/drawing/2017/decorative" val="1"/>
              </a:ext>
            </a:extLst>
          </p:cNvPr>
          <p:cNvSpPr>
            <a:spLocks noGrp="1"/>
          </p:cNvSpPr>
          <p:nvPr>
            <p:ph type="dt" sz="half" idx="11"/>
          </p:nvPr>
        </p:nvSpPr>
        <p:spPr/>
        <p:txBody>
          <a:bodyPr/>
          <a:lstStyle/>
          <a:p>
            <a:fld id="{91619182-094A-423A-8918-33FFBFDD20BE}" type="datetimeyyyy">
              <a:rPr lang="en-US" smtClean="0"/>
              <a:t>2026</a:t>
            </a:fld>
            <a:endParaRPr lang="en-US"/>
          </a:p>
        </p:txBody>
      </p:sp>
      <p:sp>
        <p:nvSpPr>
          <p:cNvPr id="5" name="Slide Number Placeholder 4">
            <a:extLst>
              <a:ext uri="{FF2B5EF4-FFF2-40B4-BE49-F238E27FC236}">
                <a16:creationId xmlns:a16="http://schemas.microsoft.com/office/drawing/2014/main" id="{329EE3E0-A687-5F1F-65C8-1C61972957C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6719044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_half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0"/>
            <a:ext cx="4698999" cy="1496014"/>
          </a:xfrm>
        </p:spPr>
        <p:txBody>
          <a:bodyPr/>
          <a:lstStyle>
            <a:lvl1pPr>
              <a:defRPr/>
            </a:lvl1pPr>
          </a:lstStyle>
          <a:p>
            <a:r>
              <a:rPr lang="en-US"/>
              <a:t>Click to edit Master title style</a:t>
            </a:r>
          </a:p>
        </p:txBody>
      </p:sp>
      <p:sp>
        <p:nvSpPr>
          <p:cNvPr id="14" name="Text Placeholder 11">
            <a:extLst>
              <a:ext uri="{FF2B5EF4-FFF2-40B4-BE49-F238E27FC236}">
                <a16:creationId xmlns:a16="http://schemas.microsoft.com/office/drawing/2014/main" id="{3922D895-6DAC-3F6B-92F7-49BE4290E8EC}"/>
              </a:ext>
            </a:extLst>
          </p:cNvPr>
          <p:cNvSpPr>
            <a:spLocks noGrp="1"/>
          </p:cNvSpPr>
          <p:nvPr>
            <p:ph type="body" sz="quarter" idx="20"/>
          </p:nvPr>
        </p:nvSpPr>
        <p:spPr>
          <a:xfrm>
            <a:off x="571500" y="2284684"/>
            <a:ext cx="4698999"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7" name="Text Placeholder 6">
            <a:extLst>
              <a:ext uri="{FF2B5EF4-FFF2-40B4-BE49-F238E27FC236}">
                <a16:creationId xmlns:a16="http://schemas.microsoft.com/office/drawing/2014/main" id="{43FDA7E4-F9DC-BAAE-7246-750660152250}"/>
              </a:ext>
            </a:extLst>
          </p:cNvPr>
          <p:cNvSpPr>
            <a:spLocks noGrp="1"/>
          </p:cNvSpPr>
          <p:nvPr>
            <p:ph type="body" sz="quarter" idx="21"/>
          </p:nvPr>
        </p:nvSpPr>
        <p:spPr>
          <a:xfrm>
            <a:off x="571500" y="2933700"/>
            <a:ext cx="4698998" cy="3352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9362EC05-C04F-9300-5A42-D37C44DB5F08}"/>
              </a:ext>
              <a:ext uri="{C183D7F6-B498-43B3-948B-1728B52AA6E4}">
                <adec:decorative xmlns:adec="http://schemas.microsoft.com/office/drawing/2017/decorative" val="0"/>
              </a:ext>
            </a:extLst>
          </p:cNvPr>
          <p:cNvSpPr>
            <a:spLocks noGrp="1"/>
          </p:cNvSpPr>
          <p:nvPr>
            <p:ph type="pic" sz="quarter" idx="13"/>
          </p:nvPr>
        </p:nvSpPr>
        <p:spPr>
          <a:xfrm>
            <a:off x="6921500" y="2"/>
            <a:ext cx="5270500" cy="6857998"/>
          </a:xfrm>
          <a:custGeom>
            <a:avLst/>
            <a:gdLst>
              <a:gd name="connsiteX0" fmla="*/ 878414 w 5270500"/>
              <a:gd name="connsiteY0" fmla="*/ 0 h 6857998"/>
              <a:gd name="connsiteX1" fmla="*/ 5270500 w 5270500"/>
              <a:gd name="connsiteY1" fmla="*/ 0 h 6857998"/>
              <a:gd name="connsiteX2" fmla="*/ 5270500 w 5270500"/>
              <a:gd name="connsiteY2" fmla="*/ 6857998 h 6857998"/>
              <a:gd name="connsiteX3" fmla="*/ 0 w 5270500"/>
              <a:gd name="connsiteY3" fmla="*/ 6857998 h 6857998"/>
              <a:gd name="connsiteX4" fmla="*/ 0 w 5270500"/>
              <a:gd name="connsiteY4" fmla="*/ 878432 h 6857998"/>
              <a:gd name="connsiteX5" fmla="*/ 701399 w 5270500"/>
              <a:gd name="connsiteY5" fmla="*/ 17845 h 6857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0500" h="6857998">
                <a:moveTo>
                  <a:pt x="878414" y="0"/>
                </a:moveTo>
                <a:lnTo>
                  <a:pt x="5270500" y="0"/>
                </a:lnTo>
                <a:lnTo>
                  <a:pt x="5270500" y="6857998"/>
                </a:lnTo>
                <a:lnTo>
                  <a:pt x="0" y="6857998"/>
                </a:lnTo>
                <a:lnTo>
                  <a:pt x="0" y="878432"/>
                </a:lnTo>
                <a:cubicBezTo>
                  <a:pt x="0" y="453929"/>
                  <a:pt x="301111" y="99755"/>
                  <a:pt x="701399" y="17845"/>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6C970766-A0DE-4D3D-9297-AE4E4A3F0010}"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8026978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_third_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4" name="Text Placeholder 11">
            <a:extLst>
              <a:ext uri="{FF2B5EF4-FFF2-40B4-BE49-F238E27FC236}">
                <a16:creationId xmlns:a16="http://schemas.microsoft.com/office/drawing/2014/main" id="{C27851C0-8280-23F1-C1F1-61A42B09F85B}"/>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2" name="Subtitle 2">
            <a:extLst>
              <a:ext uri="{FF2B5EF4-FFF2-40B4-BE49-F238E27FC236}">
                <a16:creationId xmlns:a16="http://schemas.microsoft.com/office/drawing/2014/main" id="{16225857-C4D6-9156-FF86-1348FDCB6D11}"/>
              </a:ext>
            </a:extLst>
          </p:cNvPr>
          <p:cNvSpPr>
            <a:spLocks noGrp="1"/>
          </p:cNvSpPr>
          <p:nvPr>
            <p:ph type="subTitle" idx="1" hasCustomPrompt="1"/>
          </p:nvPr>
        </p:nvSpPr>
        <p:spPr>
          <a:xfrm>
            <a:off x="571500" y="2918121"/>
            <a:ext cx="6350000" cy="293709"/>
          </a:xfrm>
        </p:spPr>
        <p:txBody>
          <a:bodyPr anchor="b"/>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71501" y="3429000"/>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0" y="2"/>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9" name="Text Placeholder 32">
            <a:extLst>
              <a:ext uri="{FF2B5EF4-FFF2-40B4-BE49-F238E27FC236}">
                <a16:creationId xmlns:a16="http://schemas.microsoft.com/office/drawing/2014/main" id="{6395F50F-03AE-E8C0-39C5-4765FEF8C0E1}"/>
              </a:ext>
              <a:ext uri="{C183D7F6-B498-43B3-948B-1728B52AA6E4}">
                <adec:decorative xmlns:adec="http://schemas.microsoft.com/office/drawing/2017/decorative" val="1"/>
              </a:ext>
            </a:extLst>
          </p:cNvPr>
          <p:cNvSpPr>
            <a:spLocks noGrp="1"/>
          </p:cNvSpPr>
          <p:nvPr>
            <p:ph type="body" sz="quarter" idx="18"/>
          </p:nvPr>
        </p:nvSpPr>
        <p:spPr>
          <a:xfrm>
            <a:off x="8089900"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400">
                <a:noFill/>
              </a:defRPr>
            </a:lvl1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4AB02D3-C7A9-454D-B586-FE573B7831BC}"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6499861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_third_righ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ECC70FFE-BF3E-02B9-699B-53E272819994}"/>
              </a:ext>
              <a:ext uri="{C183D7F6-B498-43B3-948B-1728B52AA6E4}">
                <adec:decorative xmlns:adec="http://schemas.microsoft.com/office/drawing/2017/decorative" val="1"/>
              </a:ext>
            </a:extLst>
          </p:cNvPr>
          <p:cNvSpPr>
            <a:spLocks noGrp="1"/>
          </p:cNvSpPr>
          <p:nvPr>
            <p:ph type="body" sz="quarter" idx="21"/>
          </p:nvPr>
        </p:nvSpPr>
        <p:spPr>
          <a:xfrm flipV="1">
            <a:off x="7883196"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71500" y="571501"/>
            <a:ext cx="6350000" cy="990600"/>
          </a:xfrm>
        </p:spPr>
        <p:txBody>
          <a:bodyPr/>
          <a:lstStyle/>
          <a:p>
            <a:r>
              <a:rPr lang="en-US"/>
              <a:t>Click to edit Master title style</a:t>
            </a:r>
          </a:p>
        </p:txBody>
      </p:sp>
      <p:sp>
        <p:nvSpPr>
          <p:cNvPr id="17" name="Text Placeholder 11">
            <a:extLst>
              <a:ext uri="{FF2B5EF4-FFF2-40B4-BE49-F238E27FC236}">
                <a16:creationId xmlns:a16="http://schemas.microsoft.com/office/drawing/2014/main" id="{EAE323B5-0A5C-89A7-C0D7-30257C0D5146}"/>
              </a:ext>
            </a:extLst>
          </p:cNvPr>
          <p:cNvSpPr>
            <a:spLocks noGrp="1"/>
          </p:cNvSpPr>
          <p:nvPr>
            <p:ph type="body" sz="quarter" idx="20"/>
          </p:nvPr>
        </p:nvSpPr>
        <p:spPr>
          <a:xfrm>
            <a:off x="571500"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4">
            <a:extLst>
              <a:ext uri="{FF2B5EF4-FFF2-40B4-BE49-F238E27FC236}">
                <a16:creationId xmlns:a16="http://schemas.microsoft.com/office/drawing/2014/main" id="{195D5926-FB0E-C7F6-1983-73CB44AB727C}"/>
              </a:ext>
            </a:extLst>
          </p:cNvPr>
          <p:cNvSpPr>
            <a:spLocks noGrp="1"/>
          </p:cNvSpPr>
          <p:nvPr>
            <p:ph type="body" sz="quarter" idx="17"/>
          </p:nvPr>
        </p:nvSpPr>
        <p:spPr>
          <a:xfrm>
            <a:off x="571500"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9" name="Text Placeholder 4">
            <a:extLst>
              <a:ext uri="{FF2B5EF4-FFF2-40B4-BE49-F238E27FC236}">
                <a16:creationId xmlns:a16="http://schemas.microsoft.com/office/drawing/2014/main" id="{81D78CD3-B954-C0DB-3DDF-CD9A9BB6C47B}"/>
              </a:ext>
            </a:extLst>
          </p:cNvPr>
          <p:cNvSpPr>
            <a:spLocks noGrp="1"/>
          </p:cNvSpPr>
          <p:nvPr>
            <p:ph type="body" sz="quarter" idx="14"/>
          </p:nvPr>
        </p:nvSpPr>
        <p:spPr>
          <a:xfrm>
            <a:off x="571500"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5" name="Text Placeholder 4">
            <a:extLst>
              <a:ext uri="{FF2B5EF4-FFF2-40B4-BE49-F238E27FC236}">
                <a16:creationId xmlns:a16="http://schemas.microsoft.com/office/drawing/2014/main" id="{1D1623CA-F223-1E5B-6F17-3723B18F9018}"/>
              </a:ext>
            </a:extLst>
          </p:cNvPr>
          <p:cNvSpPr>
            <a:spLocks noGrp="1"/>
          </p:cNvSpPr>
          <p:nvPr>
            <p:ph type="body" sz="quarter" idx="18"/>
          </p:nvPr>
        </p:nvSpPr>
        <p:spPr>
          <a:xfrm>
            <a:off x="4102099"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0" name="Text Placeholder 4">
            <a:extLst>
              <a:ext uri="{FF2B5EF4-FFF2-40B4-BE49-F238E27FC236}">
                <a16:creationId xmlns:a16="http://schemas.microsoft.com/office/drawing/2014/main" id="{4FD2E3CA-F145-A813-AECE-20ED6EF76227}"/>
              </a:ext>
            </a:extLst>
          </p:cNvPr>
          <p:cNvSpPr>
            <a:spLocks noGrp="1"/>
          </p:cNvSpPr>
          <p:nvPr>
            <p:ph type="body" sz="quarter" idx="15"/>
          </p:nvPr>
        </p:nvSpPr>
        <p:spPr>
          <a:xfrm>
            <a:off x="4102099"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11" name="Picture Placeholder 10">
            <a:extLst>
              <a:ext uri="{FF2B5EF4-FFF2-40B4-BE49-F238E27FC236}">
                <a16:creationId xmlns:a16="http://schemas.microsoft.com/office/drawing/2014/main" id="{DAF971B9-F6F4-0334-F6C8-7F32C179DD8F}"/>
              </a:ext>
              <a:ext uri="{C183D7F6-B498-43B3-948B-1728B52AA6E4}">
                <adec:decorative xmlns:adec="http://schemas.microsoft.com/office/drawing/2017/decorative" val="0"/>
              </a:ext>
            </a:extLst>
          </p:cNvPr>
          <p:cNvSpPr>
            <a:spLocks noGrp="1"/>
          </p:cNvSpPr>
          <p:nvPr>
            <p:ph type="pic" sz="quarter" idx="13"/>
          </p:nvPr>
        </p:nvSpPr>
        <p:spPr>
          <a:xfrm>
            <a:off x="8089900" y="2"/>
            <a:ext cx="4102099" cy="6857999"/>
          </a:xfrm>
          <a:custGeom>
            <a:avLst/>
            <a:gdLst>
              <a:gd name="connsiteX0" fmla="*/ 683687 w 4102099"/>
              <a:gd name="connsiteY0" fmla="*/ 0 h 6857999"/>
              <a:gd name="connsiteX1" fmla="*/ 4102099 w 4102099"/>
              <a:gd name="connsiteY1" fmla="*/ 0 h 6857999"/>
              <a:gd name="connsiteX2" fmla="*/ 4102099 w 4102099"/>
              <a:gd name="connsiteY2" fmla="*/ 6857999 h 6857999"/>
              <a:gd name="connsiteX3" fmla="*/ 0 w 4102099"/>
              <a:gd name="connsiteY3" fmla="*/ 6857999 h 6857999"/>
              <a:gd name="connsiteX4" fmla="*/ 0 w 4102099"/>
              <a:gd name="connsiteY4" fmla="*/ 683696 h 6857999"/>
              <a:gd name="connsiteX5" fmla="*/ 545908 w 4102099"/>
              <a:gd name="connsiteY5" fmla="*/ 1388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02099" h="6857999">
                <a:moveTo>
                  <a:pt x="683687" y="0"/>
                </a:moveTo>
                <a:lnTo>
                  <a:pt x="4102099" y="0"/>
                </a:lnTo>
                <a:lnTo>
                  <a:pt x="4102099" y="6857999"/>
                </a:lnTo>
                <a:lnTo>
                  <a:pt x="0" y="6857999"/>
                </a:lnTo>
                <a:lnTo>
                  <a:pt x="0" y="683696"/>
                </a:lnTo>
                <a:cubicBezTo>
                  <a:pt x="0" y="353300"/>
                  <a:pt x="234360" y="77642"/>
                  <a:pt x="545908" y="13889"/>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1645217" y="6503670"/>
            <a:ext cx="53035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p:txBody>
          <a:bodyPr/>
          <a:lstStyle/>
          <a:p>
            <a:fld id="{B81796AC-88DE-4A9D-94D8-870B53E7B69C}"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5838810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hoto_third_left">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11" name="Text Placeholder 32">
            <a:extLst>
              <a:ext uri="{FF2B5EF4-FFF2-40B4-BE49-F238E27FC236}">
                <a16:creationId xmlns:a16="http://schemas.microsoft.com/office/drawing/2014/main" id="{AB7D0DB1-254B-5D9D-D5C0-6D4E1D686204}"/>
              </a:ext>
              <a:ext uri="{C183D7F6-B498-43B3-948B-1728B52AA6E4}">
                <adec:decorative xmlns:adec="http://schemas.microsoft.com/office/drawing/2017/decorative" val="1"/>
              </a:ext>
            </a:extLst>
          </p:cNvPr>
          <p:cNvSpPr>
            <a:spLocks noGrp="1"/>
          </p:cNvSpPr>
          <p:nvPr>
            <p:ph type="body" sz="quarter" idx="18"/>
          </p:nvPr>
        </p:nvSpPr>
        <p:spPr>
          <a:xfrm flipH="1">
            <a:off x="0" y="4820720"/>
            <a:ext cx="4102100" cy="2037280"/>
          </a:xfrm>
          <a:custGeom>
            <a:avLst/>
            <a:gdLst>
              <a:gd name="connsiteX0" fmla="*/ 3703977 w 4102100"/>
              <a:gd name="connsiteY0" fmla="*/ 0 h 2037280"/>
              <a:gd name="connsiteX1" fmla="*/ 4084763 w 4102100"/>
              <a:gd name="connsiteY1" fmla="*/ 74093 h 2037280"/>
              <a:gd name="connsiteX2" fmla="*/ 4102100 w 4102100"/>
              <a:gd name="connsiteY2" fmla="*/ 82140 h 2037280"/>
              <a:gd name="connsiteX3" fmla="*/ 4102100 w 4102100"/>
              <a:gd name="connsiteY3" fmla="*/ 578782 h 2037280"/>
              <a:gd name="connsiteX4" fmla="*/ 4028776 w 4102100"/>
              <a:gd name="connsiteY4" fmla="*/ 518888 h 2037280"/>
              <a:gd name="connsiteX5" fmla="*/ 3286584 w 4102100"/>
              <a:gd name="connsiteY5" fmla="*/ 594528 h 2037280"/>
              <a:gd name="connsiteX6" fmla="*/ 1855500 w 4102100"/>
              <a:gd name="connsiteY6" fmla="*/ 2025562 h 2037280"/>
              <a:gd name="connsiteX7" fmla="*/ 1855554 w 4102100"/>
              <a:gd name="connsiteY7" fmla="*/ 2025589 h 2037280"/>
              <a:gd name="connsiteX8" fmla="*/ 1842618 w 4102100"/>
              <a:gd name="connsiteY8" fmla="*/ 2037280 h 2037280"/>
              <a:gd name="connsiteX9" fmla="*/ 437407 w 4102100"/>
              <a:gd name="connsiteY9" fmla="*/ 2037280 h 2037280"/>
              <a:gd name="connsiteX10" fmla="*/ 424472 w 4102100"/>
              <a:gd name="connsiteY10" fmla="*/ 2025589 h 2037280"/>
              <a:gd name="connsiteX11" fmla="*/ 0 w 4102100"/>
              <a:gd name="connsiteY11" fmla="*/ 1601123 h 2037280"/>
              <a:gd name="connsiteX12" fmla="*/ 0 w 4102100"/>
              <a:gd name="connsiteY12" fmla="*/ 1004884 h 2037280"/>
              <a:gd name="connsiteX13" fmla="*/ 722548 w 4102100"/>
              <a:gd name="connsiteY13" fmla="*/ 1727436 h 2037280"/>
              <a:gd name="connsiteX14" fmla="*/ 1557342 w 4102100"/>
              <a:gd name="connsiteY14" fmla="*/ 1727436 h 2037280"/>
              <a:gd name="connsiteX15" fmla="*/ 2988426 w 4102100"/>
              <a:gd name="connsiteY15" fmla="*/ 296375 h 2037280"/>
              <a:gd name="connsiteX16" fmla="*/ 3703977 w 4102100"/>
              <a:gd name="connsiteY16" fmla="*/ 0 h 2037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102100" h="2037280">
                <a:moveTo>
                  <a:pt x="3703977" y="0"/>
                </a:moveTo>
                <a:cubicBezTo>
                  <a:pt x="3833464" y="0"/>
                  <a:pt x="3962950" y="24697"/>
                  <a:pt x="4084763" y="74093"/>
                </a:cubicBezTo>
                <a:lnTo>
                  <a:pt x="4102100" y="82140"/>
                </a:lnTo>
                <a:lnTo>
                  <a:pt x="4102100" y="578782"/>
                </a:lnTo>
                <a:lnTo>
                  <a:pt x="4028776" y="518888"/>
                </a:lnTo>
                <a:cubicBezTo>
                  <a:pt x="3799655" y="367610"/>
                  <a:pt x="3488293" y="392823"/>
                  <a:pt x="3286584" y="594528"/>
                </a:cubicBezTo>
                <a:lnTo>
                  <a:pt x="1855500" y="2025562"/>
                </a:lnTo>
                <a:lnTo>
                  <a:pt x="1855554" y="2025589"/>
                </a:lnTo>
                <a:lnTo>
                  <a:pt x="1842618" y="2037280"/>
                </a:lnTo>
                <a:lnTo>
                  <a:pt x="437407" y="2037280"/>
                </a:lnTo>
                <a:lnTo>
                  <a:pt x="424472" y="2025589"/>
                </a:lnTo>
                <a:lnTo>
                  <a:pt x="0" y="1601123"/>
                </a:lnTo>
                <a:lnTo>
                  <a:pt x="0" y="1004884"/>
                </a:lnTo>
                <a:lnTo>
                  <a:pt x="722548" y="1727436"/>
                </a:lnTo>
                <a:cubicBezTo>
                  <a:pt x="953072" y="1957956"/>
                  <a:pt x="1326818" y="1957956"/>
                  <a:pt x="1557342" y="1727436"/>
                </a:cubicBezTo>
                <a:lnTo>
                  <a:pt x="2988426" y="296375"/>
                </a:lnTo>
                <a:cubicBezTo>
                  <a:pt x="3186025" y="98791"/>
                  <a:pt x="3445003" y="0"/>
                  <a:pt x="3703977" y="0"/>
                </a:cubicBezTo>
                <a:close/>
              </a:path>
            </a:pathLst>
          </a:custGeom>
          <a:solidFill>
            <a:schemeClr val="accent1">
              <a:alpha val="50000"/>
            </a:schemeClr>
          </a:solidFill>
        </p:spPr>
        <p:txBody>
          <a:bodyPr wrap="square" anchor="b">
            <a:noAutofit/>
          </a:bodyPr>
          <a:lstStyle>
            <a:lvl1pPr marL="0" indent="0" algn="r">
              <a:buNone/>
              <a:defRPr sz="400">
                <a:noFill/>
              </a:defRPr>
            </a:lvl1pPr>
          </a:lstStyle>
          <a:p>
            <a:pPr lvl="0"/>
            <a:r>
              <a:rPr lang="en-US"/>
              <a:t>Click to edit Master text styles</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3" name="Text Placeholder 11">
            <a:extLst>
              <a:ext uri="{FF2B5EF4-FFF2-40B4-BE49-F238E27FC236}">
                <a16:creationId xmlns:a16="http://schemas.microsoft.com/office/drawing/2014/main" id="{4CB9A307-4C15-CC3B-D099-CDF4FB8FE8B4}"/>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6" name="Subtitle 2">
            <a:extLst>
              <a:ext uri="{FF2B5EF4-FFF2-40B4-BE49-F238E27FC236}">
                <a16:creationId xmlns:a16="http://schemas.microsoft.com/office/drawing/2014/main" id="{DFE5D373-AD47-DABF-439C-D2AAFBBB14F0}"/>
              </a:ext>
            </a:extLst>
          </p:cNvPr>
          <p:cNvSpPr>
            <a:spLocks noGrp="1"/>
          </p:cNvSpPr>
          <p:nvPr>
            <p:ph type="subTitle" idx="1"/>
          </p:nvPr>
        </p:nvSpPr>
        <p:spPr>
          <a:xfrm>
            <a:off x="5270499" y="2933700"/>
            <a:ext cx="6350000" cy="278130"/>
          </a:xfrm>
        </p:spPr>
        <p:txBody>
          <a:bodyPr anchor="b"/>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5" name="Text Placeholder 4">
            <a:extLst>
              <a:ext uri="{FF2B5EF4-FFF2-40B4-BE49-F238E27FC236}">
                <a16:creationId xmlns:a16="http://schemas.microsoft.com/office/drawing/2014/main" id="{0C4347A8-EF40-BE1A-C026-0D94EDDEA20D}"/>
              </a:ext>
            </a:extLst>
          </p:cNvPr>
          <p:cNvSpPr>
            <a:spLocks noGrp="1"/>
          </p:cNvSpPr>
          <p:nvPr>
            <p:ph type="body" sz="quarter" idx="14"/>
          </p:nvPr>
        </p:nvSpPr>
        <p:spPr>
          <a:xfrm>
            <a:off x="5270499" y="3429000"/>
            <a:ext cx="6350000"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p>
            <a:fld id="{1BB77172-0749-4E0E-9B6A-F413C259FECA}"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pic>
        <p:nvPicPr>
          <p:cNvPr id="6" name="Picture 9">
            <a:extLst>
              <a:ext uri="{FF2B5EF4-FFF2-40B4-BE49-F238E27FC236}">
                <a16:creationId xmlns:a16="http://schemas.microsoft.com/office/drawing/2014/main" id="{3F372DAC-5C00-6EBC-F47E-16BDB956F2E9}"/>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1126839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photo_third_left 2">
    <p:spTree>
      <p:nvGrpSpPr>
        <p:cNvPr id="1" name=""/>
        <p:cNvGrpSpPr/>
        <p:nvPr/>
      </p:nvGrpSpPr>
      <p:grpSpPr>
        <a:xfrm>
          <a:off x="0" y="0"/>
          <a:ext cx="0" cy="0"/>
          <a:chOff x="0" y="0"/>
          <a:chExt cx="0" cy="0"/>
        </a:xfrm>
      </p:grpSpPr>
      <p:sp>
        <p:nvSpPr>
          <p:cNvPr id="16" name="Text Placeholder 13">
            <a:extLst>
              <a:ext uri="{FF2B5EF4-FFF2-40B4-BE49-F238E27FC236}">
                <a16:creationId xmlns:a16="http://schemas.microsoft.com/office/drawing/2014/main" id="{95E3C691-3C6F-16D9-CD11-E29E483EF7E6}"/>
              </a:ext>
              <a:ext uri="{C183D7F6-B498-43B3-948B-1728B52AA6E4}">
                <adec:decorative xmlns:adec="http://schemas.microsoft.com/office/drawing/2017/decorative" val="1"/>
              </a:ext>
            </a:extLst>
          </p:cNvPr>
          <p:cNvSpPr>
            <a:spLocks noGrp="1"/>
          </p:cNvSpPr>
          <p:nvPr>
            <p:ph type="body" sz="quarter" idx="21"/>
          </p:nvPr>
        </p:nvSpPr>
        <p:spPr>
          <a:xfrm flipH="1" flipV="1">
            <a:off x="4104352" y="1371600"/>
            <a:ext cx="218279" cy="5486400"/>
          </a:xfrm>
          <a:custGeom>
            <a:avLst/>
            <a:gdLst>
              <a:gd name="connsiteX0" fmla="*/ 0 w 215896"/>
              <a:gd name="connsiteY0" fmla="*/ 0 h 5426504"/>
              <a:gd name="connsiteX1" fmla="*/ 215896 w 215896"/>
              <a:gd name="connsiteY1" fmla="*/ 0 h 5426504"/>
              <a:gd name="connsiteX2" fmla="*/ 215896 w 215896"/>
              <a:gd name="connsiteY2" fmla="*/ 5426504 h 5426504"/>
              <a:gd name="connsiteX3" fmla="*/ 190376 w 215896"/>
              <a:gd name="connsiteY3" fmla="*/ 5412652 h 5426504"/>
              <a:gd name="connsiteX4" fmla="*/ 0 w 215896"/>
              <a:gd name="connsiteY4" fmla="*/ 5054597 h 5426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5896" h="5426504">
                <a:moveTo>
                  <a:pt x="0" y="0"/>
                </a:moveTo>
                <a:lnTo>
                  <a:pt x="215896" y="0"/>
                </a:lnTo>
                <a:lnTo>
                  <a:pt x="215896" y="5426504"/>
                </a:lnTo>
                <a:lnTo>
                  <a:pt x="190376" y="5412652"/>
                </a:lnTo>
                <a:cubicBezTo>
                  <a:pt x="75517" y="5335055"/>
                  <a:pt x="0" y="5203645"/>
                  <a:pt x="0" y="5054597"/>
                </a:cubicBezTo>
                <a:close/>
              </a:path>
            </a:pathLst>
          </a:custGeom>
          <a:solidFill>
            <a:srgbClr val="EEE9FF"/>
          </a:solidFill>
        </p:spPr>
        <p:txBody>
          <a:bodyPr wrap="square">
            <a:noAutofit/>
          </a:bodyPr>
          <a:lstStyle>
            <a:lvl1pPr marL="0" indent="0">
              <a:buNone/>
              <a:defRPr sz="400">
                <a:noFill/>
              </a:defRPr>
            </a:lvl1pPr>
          </a:lstStyle>
          <a:p>
            <a:pPr lvl="0"/>
            <a:r>
              <a:rPr lang="en-US"/>
              <a:t>Click to edit Master text styles</a:t>
            </a:r>
          </a:p>
        </p:txBody>
      </p:sp>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2" name="Title 1">
            <a:extLst>
              <a:ext uri="{FF2B5EF4-FFF2-40B4-BE49-F238E27FC236}">
                <a16:creationId xmlns:a16="http://schemas.microsoft.com/office/drawing/2014/main" id="{6730DD45-DDDF-68D8-A609-7326324CCFFA}"/>
              </a:ext>
            </a:extLst>
          </p:cNvPr>
          <p:cNvSpPr>
            <a:spLocks noGrp="1"/>
          </p:cNvSpPr>
          <p:nvPr>
            <p:ph type="title"/>
          </p:nvPr>
        </p:nvSpPr>
        <p:spPr>
          <a:xfrm>
            <a:off x="5270499" y="571501"/>
            <a:ext cx="6350000" cy="990600"/>
          </a:xfrm>
        </p:spPr>
        <p:txBody>
          <a:bodyPr/>
          <a:lstStyle/>
          <a:p>
            <a:r>
              <a:rPr lang="en-US"/>
              <a:t>Click to edit Master title style</a:t>
            </a:r>
          </a:p>
        </p:txBody>
      </p:sp>
      <p:sp>
        <p:nvSpPr>
          <p:cNvPr id="18" name="Text Placeholder 11">
            <a:extLst>
              <a:ext uri="{FF2B5EF4-FFF2-40B4-BE49-F238E27FC236}">
                <a16:creationId xmlns:a16="http://schemas.microsoft.com/office/drawing/2014/main" id="{885CA1CD-9BBA-9285-E1BD-B5AB570B458E}"/>
              </a:ext>
            </a:extLst>
          </p:cNvPr>
          <p:cNvSpPr>
            <a:spLocks noGrp="1"/>
          </p:cNvSpPr>
          <p:nvPr>
            <p:ph type="body" sz="quarter" idx="20"/>
          </p:nvPr>
        </p:nvSpPr>
        <p:spPr>
          <a:xfrm>
            <a:off x="5270499" y="1752601"/>
            <a:ext cx="63500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3" name="Text Placeholder 4">
            <a:extLst>
              <a:ext uri="{FF2B5EF4-FFF2-40B4-BE49-F238E27FC236}">
                <a16:creationId xmlns:a16="http://schemas.microsoft.com/office/drawing/2014/main" id="{A9B2EE4D-8894-FFF6-81F9-09770B6A942B}"/>
              </a:ext>
            </a:extLst>
          </p:cNvPr>
          <p:cNvSpPr>
            <a:spLocks noGrp="1"/>
          </p:cNvSpPr>
          <p:nvPr>
            <p:ph type="body" sz="quarter" idx="17"/>
          </p:nvPr>
        </p:nvSpPr>
        <p:spPr>
          <a:xfrm>
            <a:off x="5270499"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3" name="Text Placeholder 4">
            <a:extLst>
              <a:ext uri="{FF2B5EF4-FFF2-40B4-BE49-F238E27FC236}">
                <a16:creationId xmlns:a16="http://schemas.microsoft.com/office/drawing/2014/main" id="{2D05E4BD-23C9-BDF3-DAD0-982C8714FBDC}"/>
              </a:ext>
            </a:extLst>
          </p:cNvPr>
          <p:cNvSpPr>
            <a:spLocks noGrp="1"/>
          </p:cNvSpPr>
          <p:nvPr>
            <p:ph type="body" sz="quarter" idx="14"/>
          </p:nvPr>
        </p:nvSpPr>
        <p:spPr>
          <a:xfrm>
            <a:off x="5270499" y="3429000"/>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4" name="Text Placeholder 4">
            <a:extLst>
              <a:ext uri="{FF2B5EF4-FFF2-40B4-BE49-F238E27FC236}">
                <a16:creationId xmlns:a16="http://schemas.microsoft.com/office/drawing/2014/main" id="{65493958-D063-A5AB-FF6D-6B0870D48633}"/>
              </a:ext>
            </a:extLst>
          </p:cNvPr>
          <p:cNvSpPr>
            <a:spLocks noGrp="1"/>
          </p:cNvSpPr>
          <p:nvPr>
            <p:ph type="body" sz="quarter" idx="18"/>
          </p:nvPr>
        </p:nvSpPr>
        <p:spPr>
          <a:xfrm>
            <a:off x="8801098" y="2933700"/>
            <a:ext cx="2819401" cy="278129"/>
          </a:xfrm>
        </p:spPr>
        <p:txBody>
          <a:bodyPr anchor="b"/>
          <a:lstStyle>
            <a:lvl1pPr marL="0" indent="0">
              <a:lnSpc>
                <a:spcPct val="90000"/>
              </a:lnSpc>
              <a:buNone/>
              <a:defRPr sz="1400" b="1"/>
            </a:lvl1pPr>
            <a:lvl2pPr>
              <a:defRPr sz="1100"/>
            </a:lvl2pPr>
            <a:lvl3pPr>
              <a:defRPr sz="800"/>
            </a:lvl3pPr>
            <a:lvl4pPr>
              <a:defRPr sz="800"/>
            </a:lvl4pPr>
            <a:lvl5pPr>
              <a:defRPr sz="800"/>
            </a:lvl5pPr>
          </a:lstStyle>
          <a:p>
            <a:pPr lvl="0"/>
            <a:r>
              <a:rPr lang="en-US"/>
              <a:t>Click to edit Master text styles</a:t>
            </a:r>
          </a:p>
        </p:txBody>
      </p:sp>
      <p:sp>
        <p:nvSpPr>
          <p:cNvPr id="17" name="Text Placeholder 4">
            <a:extLst>
              <a:ext uri="{FF2B5EF4-FFF2-40B4-BE49-F238E27FC236}">
                <a16:creationId xmlns:a16="http://schemas.microsoft.com/office/drawing/2014/main" id="{3C7D1E9E-C87F-6281-20CA-A6F4971CF76C}"/>
              </a:ext>
            </a:extLst>
          </p:cNvPr>
          <p:cNvSpPr>
            <a:spLocks noGrp="1"/>
          </p:cNvSpPr>
          <p:nvPr>
            <p:ph type="body" sz="quarter" idx="15"/>
          </p:nvPr>
        </p:nvSpPr>
        <p:spPr>
          <a:xfrm>
            <a:off x="8801098" y="3395132"/>
            <a:ext cx="2819401" cy="2857500"/>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p>
            <a:fld id="{9D9A883A-4ED7-43C0-B9DF-CCC4B6277E4B}" type="datetimeyyyy">
              <a:rPr lang="en-US" smtClean="0"/>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pic>
        <p:nvPicPr>
          <p:cNvPr id="6" name="Picture 9">
            <a:extLst>
              <a:ext uri="{FF2B5EF4-FFF2-40B4-BE49-F238E27FC236}">
                <a16:creationId xmlns:a16="http://schemas.microsoft.com/office/drawing/2014/main" id="{D9F79E96-81B1-64A5-5C19-08FD0D4330EA}"/>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3936207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ient Log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DDC99-F1D8-5639-4F64-74567F887E69}"/>
              </a:ext>
            </a:extLst>
          </p:cNvPr>
          <p:cNvSpPr>
            <a:spLocks noGrp="1"/>
          </p:cNvSpPr>
          <p:nvPr>
            <p:ph type="title"/>
          </p:nvPr>
        </p:nvSpPr>
        <p:spPr>
          <a:xfrm>
            <a:off x="571500" y="571500"/>
            <a:ext cx="3530600" cy="3352800"/>
          </a:xfrm>
        </p:spPr>
        <p:txBody>
          <a:bodyPr/>
          <a:lstStyle/>
          <a:p>
            <a:r>
              <a:rPr lang="en-US"/>
              <a:t>Click to edit Master title style</a:t>
            </a:r>
          </a:p>
        </p:txBody>
      </p:sp>
      <p:sp>
        <p:nvSpPr>
          <p:cNvPr id="8" name="Text Placeholder 7">
            <a:extLst>
              <a:ext uri="{FF2B5EF4-FFF2-40B4-BE49-F238E27FC236}">
                <a16:creationId xmlns:a16="http://schemas.microsoft.com/office/drawing/2014/main" id="{0A764630-7F5E-DBF9-276D-57EE727943FC}"/>
              </a:ext>
            </a:extLst>
          </p:cNvPr>
          <p:cNvSpPr>
            <a:spLocks noGrp="1"/>
          </p:cNvSpPr>
          <p:nvPr>
            <p:ph type="body" sz="quarter" idx="13"/>
          </p:nvPr>
        </p:nvSpPr>
        <p:spPr>
          <a:xfrm>
            <a:off x="571500" y="4114800"/>
            <a:ext cx="3530600" cy="1371600"/>
          </a:xfrm>
        </p:spPr>
        <p:txBody>
          <a:bodyPr/>
          <a:lstStyle>
            <a:lvl1pPr marL="0" indent="0">
              <a:lnSpc>
                <a:spcPct val="90000"/>
              </a:lnSpc>
              <a:buNone/>
              <a:defRPr sz="2200" b="0"/>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25" name="Picture Placeholder 24">
            <a:extLst>
              <a:ext uri="{FF2B5EF4-FFF2-40B4-BE49-F238E27FC236}">
                <a16:creationId xmlns:a16="http://schemas.microsoft.com/office/drawing/2014/main" id="{D5173095-388F-9E87-760D-6E1513F2D5A4}"/>
              </a:ext>
              <a:ext uri="{C183D7F6-B498-43B3-948B-1728B52AA6E4}">
                <adec:decorative xmlns:adec="http://schemas.microsoft.com/office/drawing/2017/decorative" val="0"/>
              </a:ext>
            </a:extLst>
          </p:cNvPr>
          <p:cNvSpPr>
            <a:spLocks noGrp="1"/>
          </p:cNvSpPr>
          <p:nvPr>
            <p:ph type="pic" sz="quarter" idx="14"/>
          </p:nvPr>
        </p:nvSpPr>
        <p:spPr>
          <a:xfrm>
            <a:off x="5276850" y="571500"/>
            <a:ext cx="1644650" cy="548640"/>
          </a:xfrm>
        </p:spPr>
        <p:txBody>
          <a:bodyPr/>
          <a:lstStyle>
            <a:lvl1pPr marL="0" indent="0">
              <a:buNone/>
              <a:defRPr sz="1000"/>
            </a:lvl1pPr>
          </a:lstStyle>
          <a:p>
            <a:r>
              <a:rPr lang="en-US"/>
              <a:t>Click icon to add picture</a:t>
            </a:r>
          </a:p>
        </p:txBody>
      </p:sp>
      <p:sp>
        <p:nvSpPr>
          <p:cNvPr id="26" name="Picture Placeholder 24">
            <a:extLst>
              <a:ext uri="{FF2B5EF4-FFF2-40B4-BE49-F238E27FC236}">
                <a16:creationId xmlns:a16="http://schemas.microsoft.com/office/drawing/2014/main" id="{52EFFE21-F8F5-392E-7641-CB8AE1CB4480}"/>
              </a:ext>
              <a:ext uri="{C183D7F6-B498-43B3-948B-1728B52AA6E4}">
                <adec:decorative xmlns:adec="http://schemas.microsoft.com/office/drawing/2017/decorative" val="0"/>
              </a:ext>
            </a:extLst>
          </p:cNvPr>
          <p:cNvSpPr>
            <a:spLocks noGrp="1"/>
          </p:cNvSpPr>
          <p:nvPr>
            <p:ph type="pic" sz="quarter" idx="15"/>
          </p:nvPr>
        </p:nvSpPr>
        <p:spPr>
          <a:xfrm>
            <a:off x="7623602" y="571500"/>
            <a:ext cx="1644650" cy="548640"/>
          </a:xfrm>
        </p:spPr>
        <p:txBody>
          <a:bodyPr/>
          <a:lstStyle>
            <a:lvl1pPr marL="0" indent="0">
              <a:buNone/>
              <a:defRPr sz="1000"/>
            </a:lvl1pPr>
          </a:lstStyle>
          <a:p>
            <a:r>
              <a:rPr lang="en-US"/>
              <a:t>Click icon to add picture</a:t>
            </a:r>
          </a:p>
        </p:txBody>
      </p:sp>
      <p:sp>
        <p:nvSpPr>
          <p:cNvPr id="27" name="Picture Placeholder 24">
            <a:extLst>
              <a:ext uri="{FF2B5EF4-FFF2-40B4-BE49-F238E27FC236}">
                <a16:creationId xmlns:a16="http://schemas.microsoft.com/office/drawing/2014/main" id="{B07B539B-6B6D-B160-FED9-9960E8760269}"/>
              </a:ext>
              <a:ext uri="{C183D7F6-B498-43B3-948B-1728B52AA6E4}">
                <adec:decorative xmlns:adec="http://schemas.microsoft.com/office/drawing/2017/decorative" val="0"/>
              </a:ext>
            </a:extLst>
          </p:cNvPr>
          <p:cNvSpPr>
            <a:spLocks noGrp="1"/>
          </p:cNvSpPr>
          <p:nvPr>
            <p:ph type="pic" sz="quarter" idx="16"/>
          </p:nvPr>
        </p:nvSpPr>
        <p:spPr>
          <a:xfrm>
            <a:off x="9970355" y="571500"/>
            <a:ext cx="1644650" cy="548640"/>
          </a:xfrm>
        </p:spPr>
        <p:txBody>
          <a:bodyPr/>
          <a:lstStyle>
            <a:lvl1pPr marL="0" indent="0">
              <a:buNone/>
              <a:defRPr sz="1000"/>
            </a:lvl1pPr>
          </a:lstStyle>
          <a:p>
            <a:r>
              <a:rPr lang="en-US"/>
              <a:t>Click icon to add picture</a:t>
            </a:r>
          </a:p>
        </p:txBody>
      </p:sp>
      <p:sp>
        <p:nvSpPr>
          <p:cNvPr id="28" name="Picture Placeholder 24">
            <a:extLst>
              <a:ext uri="{FF2B5EF4-FFF2-40B4-BE49-F238E27FC236}">
                <a16:creationId xmlns:a16="http://schemas.microsoft.com/office/drawing/2014/main" id="{8D69C67D-40FC-9076-CFD4-F5730D1D7D01}"/>
              </a:ext>
              <a:ext uri="{C183D7F6-B498-43B3-948B-1728B52AA6E4}">
                <adec:decorative xmlns:adec="http://schemas.microsoft.com/office/drawing/2017/decorative" val="0"/>
              </a:ext>
            </a:extLst>
          </p:cNvPr>
          <p:cNvSpPr>
            <a:spLocks noGrp="1"/>
          </p:cNvSpPr>
          <p:nvPr>
            <p:ph type="pic" sz="quarter" idx="17"/>
          </p:nvPr>
        </p:nvSpPr>
        <p:spPr>
          <a:xfrm>
            <a:off x="5276850" y="1731657"/>
            <a:ext cx="1644650" cy="548640"/>
          </a:xfrm>
        </p:spPr>
        <p:txBody>
          <a:bodyPr/>
          <a:lstStyle>
            <a:lvl1pPr marL="0" indent="0">
              <a:buNone/>
              <a:defRPr sz="1000"/>
            </a:lvl1pPr>
          </a:lstStyle>
          <a:p>
            <a:r>
              <a:rPr lang="en-US"/>
              <a:t>Click icon to add picture</a:t>
            </a:r>
          </a:p>
        </p:txBody>
      </p:sp>
      <p:sp>
        <p:nvSpPr>
          <p:cNvPr id="29" name="Picture Placeholder 24">
            <a:extLst>
              <a:ext uri="{FF2B5EF4-FFF2-40B4-BE49-F238E27FC236}">
                <a16:creationId xmlns:a16="http://schemas.microsoft.com/office/drawing/2014/main" id="{5790B19A-3C34-B845-1A01-5EEA0290B8C5}"/>
              </a:ext>
              <a:ext uri="{C183D7F6-B498-43B3-948B-1728B52AA6E4}">
                <adec:decorative xmlns:adec="http://schemas.microsoft.com/office/drawing/2017/decorative" val="0"/>
              </a:ext>
            </a:extLst>
          </p:cNvPr>
          <p:cNvSpPr>
            <a:spLocks noGrp="1"/>
          </p:cNvSpPr>
          <p:nvPr>
            <p:ph type="pic" sz="quarter" idx="18"/>
          </p:nvPr>
        </p:nvSpPr>
        <p:spPr>
          <a:xfrm>
            <a:off x="7623602" y="1731657"/>
            <a:ext cx="1644650" cy="548640"/>
          </a:xfrm>
        </p:spPr>
        <p:txBody>
          <a:bodyPr/>
          <a:lstStyle>
            <a:lvl1pPr marL="0" indent="0">
              <a:buNone/>
              <a:defRPr sz="1000"/>
            </a:lvl1pPr>
          </a:lstStyle>
          <a:p>
            <a:r>
              <a:rPr lang="en-US"/>
              <a:t>Click icon to add picture</a:t>
            </a:r>
          </a:p>
        </p:txBody>
      </p:sp>
      <p:sp>
        <p:nvSpPr>
          <p:cNvPr id="30" name="Picture Placeholder 24">
            <a:extLst>
              <a:ext uri="{FF2B5EF4-FFF2-40B4-BE49-F238E27FC236}">
                <a16:creationId xmlns:a16="http://schemas.microsoft.com/office/drawing/2014/main" id="{F434CBE1-526D-B01C-F4A7-A2A17928CF11}"/>
              </a:ext>
              <a:ext uri="{C183D7F6-B498-43B3-948B-1728B52AA6E4}">
                <adec:decorative xmlns:adec="http://schemas.microsoft.com/office/drawing/2017/decorative" val="0"/>
              </a:ext>
            </a:extLst>
          </p:cNvPr>
          <p:cNvSpPr>
            <a:spLocks noGrp="1"/>
          </p:cNvSpPr>
          <p:nvPr>
            <p:ph type="pic" sz="quarter" idx="19"/>
          </p:nvPr>
        </p:nvSpPr>
        <p:spPr>
          <a:xfrm>
            <a:off x="9970355" y="1731657"/>
            <a:ext cx="1644650" cy="548640"/>
          </a:xfrm>
        </p:spPr>
        <p:txBody>
          <a:bodyPr/>
          <a:lstStyle>
            <a:lvl1pPr marL="0" indent="0">
              <a:buNone/>
              <a:defRPr sz="1000"/>
            </a:lvl1pPr>
          </a:lstStyle>
          <a:p>
            <a:r>
              <a:rPr lang="en-US"/>
              <a:t>Click icon to add picture</a:t>
            </a:r>
          </a:p>
        </p:txBody>
      </p:sp>
      <p:sp>
        <p:nvSpPr>
          <p:cNvPr id="31" name="Picture Placeholder 24">
            <a:extLst>
              <a:ext uri="{FF2B5EF4-FFF2-40B4-BE49-F238E27FC236}">
                <a16:creationId xmlns:a16="http://schemas.microsoft.com/office/drawing/2014/main" id="{A707561E-5916-786D-8742-34F322CC63A6}"/>
              </a:ext>
              <a:ext uri="{C183D7F6-B498-43B3-948B-1728B52AA6E4}">
                <adec:decorative xmlns:adec="http://schemas.microsoft.com/office/drawing/2017/decorative" val="0"/>
              </a:ext>
            </a:extLst>
          </p:cNvPr>
          <p:cNvSpPr>
            <a:spLocks noGrp="1"/>
          </p:cNvSpPr>
          <p:nvPr>
            <p:ph type="pic" sz="quarter" idx="20"/>
          </p:nvPr>
        </p:nvSpPr>
        <p:spPr>
          <a:xfrm>
            <a:off x="5276850" y="2891814"/>
            <a:ext cx="1644650" cy="548640"/>
          </a:xfrm>
        </p:spPr>
        <p:txBody>
          <a:bodyPr/>
          <a:lstStyle>
            <a:lvl1pPr marL="0" indent="0">
              <a:buNone/>
              <a:defRPr sz="1000"/>
            </a:lvl1pPr>
          </a:lstStyle>
          <a:p>
            <a:r>
              <a:rPr lang="en-US"/>
              <a:t>Click icon to add picture</a:t>
            </a:r>
          </a:p>
        </p:txBody>
      </p:sp>
      <p:sp>
        <p:nvSpPr>
          <p:cNvPr id="32" name="Picture Placeholder 24">
            <a:extLst>
              <a:ext uri="{FF2B5EF4-FFF2-40B4-BE49-F238E27FC236}">
                <a16:creationId xmlns:a16="http://schemas.microsoft.com/office/drawing/2014/main" id="{DDC5815B-E2FE-F8D4-A3F1-C8E45F43D45C}"/>
              </a:ext>
              <a:ext uri="{C183D7F6-B498-43B3-948B-1728B52AA6E4}">
                <adec:decorative xmlns:adec="http://schemas.microsoft.com/office/drawing/2017/decorative" val="0"/>
              </a:ext>
            </a:extLst>
          </p:cNvPr>
          <p:cNvSpPr>
            <a:spLocks noGrp="1"/>
          </p:cNvSpPr>
          <p:nvPr>
            <p:ph type="pic" sz="quarter" idx="21"/>
          </p:nvPr>
        </p:nvSpPr>
        <p:spPr>
          <a:xfrm>
            <a:off x="7623602" y="2891814"/>
            <a:ext cx="1644650" cy="548640"/>
          </a:xfrm>
        </p:spPr>
        <p:txBody>
          <a:bodyPr/>
          <a:lstStyle>
            <a:lvl1pPr marL="0" indent="0">
              <a:buNone/>
              <a:defRPr sz="1000"/>
            </a:lvl1pPr>
          </a:lstStyle>
          <a:p>
            <a:r>
              <a:rPr lang="en-US"/>
              <a:t>Click icon to add picture</a:t>
            </a:r>
          </a:p>
        </p:txBody>
      </p:sp>
      <p:sp>
        <p:nvSpPr>
          <p:cNvPr id="33" name="Picture Placeholder 24">
            <a:extLst>
              <a:ext uri="{FF2B5EF4-FFF2-40B4-BE49-F238E27FC236}">
                <a16:creationId xmlns:a16="http://schemas.microsoft.com/office/drawing/2014/main" id="{AD12602F-26DC-0185-2333-B1171B64AB04}"/>
              </a:ext>
              <a:ext uri="{C183D7F6-B498-43B3-948B-1728B52AA6E4}">
                <adec:decorative xmlns:adec="http://schemas.microsoft.com/office/drawing/2017/decorative" val="0"/>
              </a:ext>
            </a:extLst>
          </p:cNvPr>
          <p:cNvSpPr>
            <a:spLocks noGrp="1"/>
          </p:cNvSpPr>
          <p:nvPr>
            <p:ph type="pic" sz="quarter" idx="22"/>
          </p:nvPr>
        </p:nvSpPr>
        <p:spPr>
          <a:xfrm>
            <a:off x="9970355" y="2891814"/>
            <a:ext cx="1644650" cy="548640"/>
          </a:xfrm>
        </p:spPr>
        <p:txBody>
          <a:bodyPr/>
          <a:lstStyle>
            <a:lvl1pPr marL="0" indent="0">
              <a:buNone/>
              <a:defRPr sz="1000"/>
            </a:lvl1pPr>
          </a:lstStyle>
          <a:p>
            <a:r>
              <a:rPr lang="en-US"/>
              <a:t>Click icon to add picture</a:t>
            </a:r>
          </a:p>
        </p:txBody>
      </p:sp>
      <p:sp>
        <p:nvSpPr>
          <p:cNvPr id="34" name="Picture Placeholder 24">
            <a:extLst>
              <a:ext uri="{FF2B5EF4-FFF2-40B4-BE49-F238E27FC236}">
                <a16:creationId xmlns:a16="http://schemas.microsoft.com/office/drawing/2014/main" id="{E898C53E-ACB6-1B62-7DCB-A1B05274278D}"/>
              </a:ext>
              <a:ext uri="{C183D7F6-B498-43B3-948B-1728B52AA6E4}">
                <adec:decorative xmlns:adec="http://schemas.microsoft.com/office/drawing/2017/decorative" val="0"/>
              </a:ext>
            </a:extLst>
          </p:cNvPr>
          <p:cNvSpPr>
            <a:spLocks noGrp="1"/>
          </p:cNvSpPr>
          <p:nvPr>
            <p:ph type="pic" sz="quarter" idx="23"/>
          </p:nvPr>
        </p:nvSpPr>
        <p:spPr>
          <a:xfrm>
            <a:off x="5276850" y="4051971"/>
            <a:ext cx="1644650" cy="548640"/>
          </a:xfrm>
        </p:spPr>
        <p:txBody>
          <a:bodyPr/>
          <a:lstStyle>
            <a:lvl1pPr marL="0" indent="0">
              <a:buNone/>
              <a:defRPr sz="1000"/>
            </a:lvl1pPr>
          </a:lstStyle>
          <a:p>
            <a:r>
              <a:rPr lang="en-US"/>
              <a:t>Click icon to add picture</a:t>
            </a:r>
          </a:p>
        </p:txBody>
      </p:sp>
      <p:sp>
        <p:nvSpPr>
          <p:cNvPr id="35" name="Picture Placeholder 24">
            <a:extLst>
              <a:ext uri="{FF2B5EF4-FFF2-40B4-BE49-F238E27FC236}">
                <a16:creationId xmlns:a16="http://schemas.microsoft.com/office/drawing/2014/main" id="{731E74E5-141E-80AB-9B00-1B5E0FEED1BC}"/>
              </a:ext>
              <a:ext uri="{C183D7F6-B498-43B3-948B-1728B52AA6E4}">
                <adec:decorative xmlns:adec="http://schemas.microsoft.com/office/drawing/2017/decorative" val="0"/>
              </a:ext>
            </a:extLst>
          </p:cNvPr>
          <p:cNvSpPr>
            <a:spLocks noGrp="1"/>
          </p:cNvSpPr>
          <p:nvPr>
            <p:ph type="pic" sz="quarter" idx="24"/>
          </p:nvPr>
        </p:nvSpPr>
        <p:spPr>
          <a:xfrm>
            <a:off x="7623602" y="4051971"/>
            <a:ext cx="1644650" cy="548640"/>
          </a:xfrm>
        </p:spPr>
        <p:txBody>
          <a:bodyPr/>
          <a:lstStyle>
            <a:lvl1pPr marL="0" indent="0">
              <a:buNone/>
              <a:defRPr sz="1000"/>
            </a:lvl1pPr>
          </a:lstStyle>
          <a:p>
            <a:r>
              <a:rPr lang="en-US"/>
              <a:t>Click icon to add picture</a:t>
            </a:r>
          </a:p>
        </p:txBody>
      </p:sp>
      <p:sp>
        <p:nvSpPr>
          <p:cNvPr id="36" name="Picture Placeholder 24">
            <a:extLst>
              <a:ext uri="{FF2B5EF4-FFF2-40B4-BE49-F238E27FC236}">
                <a16:creationId xmlns:a16="http://schemas.microsoft.com/office/drawing/2014/main" id="{826937F0-56E3-26CF-5EC8-F8F85E77D05F}"/>
              </a:ext>
              <a:ext uri="{C183D7F6-B498-43B3-948B-1728B52AA6E4}">
                <adec:decorative xmlns:adec="http://schemas.microsoft.com/office/drawing/2017/decorative" val="0"/>
              </a:ext>
            </a:extLst>
          </p:cNvPr>
          <p:cNvSpPr>
            <a:spLocks noGrp="1"/>
          </p:cNvSpPr>
          <p:nvPr>
            <p:ph type="pic" sz="quarter" idx="25"/>
          </p:nvPr>
        </p:nvSpPr>
        <p:spPr>
          <a:xfrm>
            <a:off x="9970355" y="4051971"/>
            <a:ext cx="1644650" cy="548640"/>
          </a:xfrm>
        </p:spPr>
        <p:txBody>
          <a:bodyPr/>
          <a:lstStyle>
            <a:lvl1pPr marL="0" indent="0">
              <a:buNone/>
              <a:defRPr sz="1000"/>
            </a:lvl1pPr>
          </a:lstStyle>
          <a:p>
            <a:r>
              <a:rPr lang="en-US"/>
              <a:t>Click icon to add picture</a:t>
            </a:r>
          </a:p>
        </p:txBody>
      </p:sp>
      <p:sp>
        <p:nvSpPr>
          <p:cNvPr id="37" name="Picture Placeholder 24">
            <a:extLst>
              <a:ext uri="{FF2B5EF4-FFF2-40B4-BE49-F238E27FC236}">
                <a16:creationId xmlns:a16="http://schemas.microsoft.com/office/drawing/2014/main" id="{211A642A-7EAD-CCEF-F33A-96AAD329D781}"/>
              </a:ext>
              <a:ext uri="{C183D7F6-B498-43B3-948B-1728B52AA6E4}">
                <adec:decorative xmlns:adec="http://schemas.microsoft.com/office/drawing/2017/decorative" val="0"/>
              </a:ext>
            </a:extLst>
          </p:cNvPr>
          <p:cNvSpPr>
            <a:spLocks noGrp="1"/>
          </p:cNvSpPr>
          <p:nvPr>
            <p:ph type="pic" sz="quarter" idx="26"/>
          </p:nvPr>
        </p:nvSpPr>
        <p:spPr>
          <a:xfrm>
            <a:off x="5276850" y="5212128"/>
            <a:ext cx="1644650" cy="548640"/>
          </a:xfrm>
        </p:spPr>
        <p:txBody>
          <a:bodyPr/>
          <a:lstStyle>
            <a:lvl1pPr marL="0" indent="0">
              <a:buNone/>
              <a:defRPr sz="1000"/>
            </a:lvl1pPr>
          </a:lstStyle>
          <a:p>
            <a:r>
              <a:rPr lang="en-US"/>
              <a:t>Click icon to add picture</a:t>
            </a:r>
          </a:p>
        </p:txBody>
      </p:sp>
      <p:sp>
        <p:nvSpPr>
          <p:cNvPr id="38" name="Picture Placeholder 24">
            <a:extLst>
              <a:ext uri="{FF2B5EF4-FFF2-40B4-BE49-F238E27FC236}">
                <a16:creationId xmlns:a16="http://schemas.microsoft.com/office/drawing/2014/main" id="{7BE237C6-6445-AFAD-D53B-7AB8EEECD1C3}"/>
              </a:ext>
              <a:ext uri="{C183D7F6-B498-43B3-948B-1728B52AA6E4}">
                <adec:decorative xmlns:adec="http://schemas.microsoft.com/office/drawing/2017/decorative" val="0"/>
              </a:ext>
            </a:extLst>
          </p:cNvPr>
          <p:cNvSpPr>
            <a:spLocks noGrp="1"/>
          </p:cNvSpPr>
          <p:nvPr>
            <p:ph type="pic" sz="quarter" idx="27"/>
          </p:nvPr>
        </p:nvSpPr>
        <p:spPr>
          <a:xfrm>
            <a:off x="7623602" y="5212128"/>
            <a:ext cx="1644650" cy="548640"/>
          </a:xfrm>
        </p:spPr>
        <p:txBody>
          <a:bodyPr/>
          <a:lstStyle>
            <a:lvl1pPr marL="0" indent="0">
              <a:buNone/>
              <a:defRPr sz="1000"/>
            </a:lvl1pPr>
          </a:lstStyle>
          <a:p>
            <a:r>
              <a:rPr lang="en-US"/>
              <a:t>Click icon to add picture</a:t>
            </a:r>
          </a:p>
        </p:txBody>
      </p:sp>
      <p:sp>
        <p:nvSpPr>
          <p:cNvPr id="39" name="Picture Placeholder 24">
            <a:extLst>
              <a:ext uri="{FF2B5EF4-FFF2-40B4-BE49-F238E27FC236}">
                <a16:creationId xmlns:a16="http://schemas.microsoft.com/office/drawing/2014/main" id="{710208B8-A8C4-C336-539B-0CE006BB08E2}"/>
              </a:ext>
              <a:ext uri="{C183D7F6-B498-43B3-948B-1728B52AA6E4}">
                <adec:decorative xmlns:adec="http://schemas.microsoft.com/office/drawing/2017/decorative" val="0"/>
              </a:ext>
            </a:extLst>
          </p:cNvPr>
          <p:cNvSpPr>
            <a:spLocks noGrp="1"/>
          </p:cNvSpPr>
          <p:nvPr>
            <p:ph type="pic" sz="quarter" idx="28"/>
          </p:nvPr>
        </p:nvSpPr>
        <p:spPr>
          <a:xfrm>
            <a:off x="9970355" y="5212128"/>
            <a:ext cx="1644650" cy="548640"/>
          </a:xfrm>
        </p:spPr>
        <p:txBody>
          <a:bodyPr/>
          <a:lstStyle>
            <a:lvl1pPr marL="0" indent="0">
              <a:buNone/>
              <a:defRPr sz="1000"/>
            </a:lvl1pPr>
          </a:lstStyle>
          <a:p>
            <a:r>
              <a:rPr lang="en-US"/>
              <a:t>Click icon to add picture</a:t>
            </a:r>
          </a:p>
        </p:txBody>
      </p:sp>
      <p:sp>
        <p:nvSpPr>
          <p:cNvPr id="3" name="Footer Placeholder 2">
            <a:extLst>
              <a:ext uri="{FF2B5EF4-FFF2-40B4-BE49-F238E27FC236}">
                <a16:creationId xmlns:a16="http://schemas.microsoft.com/office/drawing/2014/main" id="{E592B8AC-3FEF-FB3D-1D35-1B4C85E09DA6}"/>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933CB4A-84D4-4E7D-54A8-19F4902C3786}"/>
              </a:ext>
              <a:ext uri="{C183D7F6-B498-43B3-948B-1728B52AA6E4}">
                <adec:decorative xmlns:adec="http://schemas.microsoft.com/office/drawing/2017/decorative" val="1"/>
              </a:ext>
            </a:extLst>
          </p:cNvPr>
          <p:cNvSpPr>
            <a:spLocks noGrp="1"/>
          </p:cNvSpPr>
          <p:nvPr>
            <p:ph type="dt" sz="half" idx="11"/>
          </p:nvPr>
        </p:nvSpPr>
        <p:spPr/>
        <p:txBody>
          <a:bodyPr/>
          <a:lstStyle/>
          <a:p>
            <a:fld id="{034FF75C-945A-404E-922B-DD0D4CEAAB34}" type="datetimeyyyy">
              <a:rPr lang="en-US" smtClean="0"/>
              <a:t>2026</a:t>
            </a:fld>
            <a:endParaRPr lang="en-US"/>
          </a:p>
        </p:txBody>
      </p:sp>
      <p:sp>
        <p:nvSpPr>
          <p:cNvPr id="5" name="Slide Number Placeholder 4">
            <a:extLst>
              <a:ext uri="{FF2B5EF4-FFF2-40B4-BE49-F238E27FC236}">
                <a16:creationId xmlns:a16="http://schemas.microsoft.com/office/drawing/2014/main" id="{7817C489-13B1-1C9F-21CB-50298948F791}"/>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602807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am - 8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8"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56487"/>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3" name="Picture Placeholder 22">
            <a:extLst>
              <a:ext uri="{FF2B5EF4-FFF2-40B4-BE49-F238E27FC236}">
                <a16:creationId xmlns:a16="http://schemas.microsoft.com/office/drawing/2014/main" id="{31C2DDE3-086E-E146-B791-BBB36081FB9C}"/>
              </a:ext>
              <a:ext uri="{C183D7F6-B498-43B3-948B-1728B52AA6E4}">
                <adec:decorative xmlns:adec="http://schemas.microsoft.com/office/drawing/2017/decorative" val="1"/>
              </a:ext>
            </a:extLst>
          </p:cNvPr>
          <p:cNvSpPr>
            <a:spLocks noGrp="1"/>
          </p:cNvSpPr>
          <p:nvPr>
            <p:ph type="pic" sz="quarter" idx="17"/>
          </p:nvPr>
        </p:nvSpPr>
        <p:spPr>
          <a:xfrm>
            <a:off x="571500"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4" name="Picture Placeholder 23">
            <a:extLst>
              <a:ext uri="{FF2B5EF4-FFF2-40B4-BE49-F238E27FC236}">
                <a16:creationId xmlns:a16="http://schemas.microsoft.com/office/drawing/2014/main" id="{02F7C068-F923-EAA3-C4BB-ADE119399EE0}"/>
              </a:ext>
              <a:ext uri="{C183D7F6-B498-43B3-948B-1728B52AA6E4}">
                <adec:decorative xmlns:adec="http://schemas.microsoft.com/office/drawing/2017/decorative" val="1"/>
              </a:ext>
            </a:extLst>
          </p:cNvPr>
          <p:cNvSpPr>
            <a:spLocks noGrp="1"/>
          </p:cNvSpPr>
          <p:nvPr>
            <p:ph type="pic" sz="quarter" idx="18"/>
          </p:nvPr>
        </p:nvSpPr>
        <p:spPr>
          <a:xfrm>
            <a:off x="3390319"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E2E9DC41-D3E6-09CD-8FC9-3373998130BF}"/>
              </a:ext>
              <a:ext uri="{C183D7F6-B498-43B3-948B-1728B52AA6E4}">
                <adec:decorative xmlns:adec="http://schemas.microsoft.com/office/drawing/2017/decorative" val="1"/>
              </a:ext>
            </a:extLst>
          </p:cNvPr>
          <p:cNvSpPr>
            <a:spLocks noGrp="1"/>
          </p:cNvSpPr>
          <p:nvPr>
            <p:ph type="pic" sz="quarter" idx="19"/>
          </p:nvPr>
        </p:nvSpPr>
        <p:spPr>
          <a:xfrm>
            <a:off x="6209138"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03C6B952-490C-B36C-6A23-D2EC13A63FC6}"/>
              </a:ext>
              <a:ext uri="{C183D7F6-B498-43B3-948B-1728B52AA6E4}">
                <adec:decorative xmlns:adec="http://schemas.microsoft.com/office/drawing/2017/decorative" val="1"/>
              </a:ext>
            </a:extLst>
          </p:cNvPr>
          <p:cNvSpPr>
            <a:spLocks noGrp="1"/>
          </p:cNvSpPr>
          <p:nvPr>
            <p:ph type="pic" sz="quarter" idx="20"/>
          </p:nvPr>
        </p:nvSpPr>
        <p:spPr>
          <a:xfrm>
            <a:off x="9027957" y="4127389"/>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3" name="Text Placeholder 29">
            <a:extLst>
              <a:ext uri="{FF2B5EF4-FFF2-40B4-BE49-F238E27FC236}">
                <a16:creationId xmlns:a16="http://schemas.microsoft.com/office/drawing/2014/main" id="{09C3EDD5-6423-9D73-E04B-18305794F5AD}"/>
              </a:ext>
            </a:extLst>
          </p:cNvPr>
          <p:cNvSpPr>
            <a:spLocks noGrp="1"/>
          </p:cNvSpPr>
          <p:nvPr>
            <p:ph type="body" sz="quarter" idx="23" hasCustomPrompt="1"/>
          </p:nvPr>
        </p:nvSpPr>
        <p:spPr>
          <a:xfrm>
            <a:off x="3390319"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4" name="Text Placeholder 29">
            <a:extLst>
              <a:ext uri="{FF2B5EF4-FFF2-40B4-BE49-F238E27FC236}">
                <a16:creationId xmlns:a16="http://schemas.microsoft.com/office/drawing/2014/main" id="{849A018A-C5DB-67B7-A0AD-0FD08CCC77BC}"/>
              </a:ext>
            </a:extLst>
          </p:cNvPr>
          <p:cNvSpPr>
            <a:spLocks noGrp="1"/>
          </p:cNvSpPr>
          <p:nvPr>
            <p:ph type="body" sz="quarter" idx="24" hasCustomPrompt="1"/>
          </p:nvPr>
        </p:nvSpPr>
        <p:spPr>
          <a:xfrm>
            <a:off x="3390319"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5" name="Text Placeholder 29">
            <a:extLst>
              <a:ext uri="{FF2B5EF4-FFF2-40B4-BE49-F238E27FC236}">
                <a16:creationId xmlns:a16="http://schemas.microsoft.com/office/drawing/2014/main" id="{D2DA37E6-256C-E209-2D5A-7AA1463214D5}"/>
              </a:ext>
            </a:extLst>
          </p:cNvPr>
          <p:cNvSpPr>
            <a:spLocks noGrp="1"/>
          </p:cNvSpPr>
          <p:nvPr>
            <p:ph type="body" sz="quarter" idx="25" hasCustomPrompt="1"/>
          </p:nvPr>
        </p:nvSpPr>
        <p:spPr>
          <a:xfrm>
            <a:off x="6205537"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B01156E7-E12F-C745-4F58-ACE51E79F219}"/>
              </a:ext>
            </a:extLst>
          </p:cNvPr>
          <p:cNvSpPr>
            <a:spLocks noGrp="1"/>
          </p:cNvSpPr>
          <p:nvPr>
            <p:ph type="body" sz="quarter" idx="26" hasCustomPrompt="1"/>
          </p:nvPr>
        </p:nvSpPr>
        <p:spPr>
          <a:xfrm>
            <a:off x="6205537"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1903F326-5D5C-7561-2ED1-4FCC6C836F5E}"/>
              </a:ext>
            </a:extLst>
          </p:cNvPr>
          <p:cNvSpPr>
            <a:spLocks noGrp="1"/>
          </p:cNvSpPr>
          <p:nvPr>
            <p:ph type="body" sz="quarter" idx="27" hasCustomPrompt="1"/>
          </p:nvPr>
        </p:nvSpPr>
        <p:spPr>
          <a:xfrm>
            <a:off x="9029700" y="3209501"/>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8" name="Text Placeholder 29">
            <a:extLst>
              <a:ext uri="{FF2B5EF4-FFF2-40B4-BE49-F238E27FC236}">
                <a16:creationId xmlns:a16="http://schemas.microsoft.com/office/drawing/2014/main" id="{77BEE49F-9F5E-B189-1168-EB25FD4B59C9}"/>
              </a:ext>
            </a:extLst>
          </p:cNvPr>
          <p:cNvSpPr>
            <a:spLocks noGrp="1"/>
          </p:cNvSpPr>
          <p:nvPr>
            <p:ph type="body" sz="quarter" idx="28" hasCustomPrompt="1"/>
          </p:nvPr>
        </p:nvSpPr>
        <p:spPr>
          <a:xfrm>
            <a:off x="9029700" y="3652530"/>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9" name="Text Placeholder 29">
            <a:extLst>
              <a:ext uri="{FF2B5EF4-FFF2-40B4-BE49-F238E27FC236}">
                <a16:creationId xmlns:a16="http://schemas.microsoft.com/office/drawing/2014/main" id="{9AFF5847-59CC-9117-F220-ABEB80472A15}"/>
              </a:ext>
            </a:extLst>
          </p:cNvPr>
          <p:cNvSpPr>
            <a:spLocks noGrp="1"/>
          </p:cNvSpPr>
          <p:nvPr>
            <p:ph type="body" sz="quarter" idx="29" hasCustomPrompt="1"/>
          </p:nvPr>
        </p:nvSpPr>
        <p:spPr>
          <a:xfrm>
            <a:off x="571500"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0" name="Text Placeholder 29">
            <a:extLst>
              <a:ext uri="{FF2B5EF4-FFF2-40B4-BE49-F238E27FC236}">
                <a16:creationId xmlns:a16="http://schemas.microsoft.com/office/drawing/2014/main" id="{C9A6D246-836A-8EB5-DCCA-AB185DD887CA}"/>
              </a:ext>
            </a:extLst>
          </p:cNvPr>
          <p:cNvSpPr>
            <a:spLocks noGrp="1"/>
          </p:cNvSpPr>
          <p:nvPr>
            <p:ph type="body" sz="quarter" idx="30" hasCustomPrompt="1"/>
          </p:nvPr>
        </p:nvSpPr>
        <p:spPr>
          <a:xfrm>
            <a:off x="5715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1" name="Text Placeholder 29">
            <a:extLst>
              <a:ext uri="{FF2B5EF4-FFF2-40B4-BE49-F238E27FC236}">
                <a16:creationId xmlns:a16="http://schemas.microsoft.com/office/drawing/2014/main" id="{E4C3CF32-A213-FB27-CF24-B1733FD0163D}"/>
              </a:ext>
            </a:extLst>
          </p:cNvPr>
          <p:cNvSpPr>
            <a:spLocks noGrp="1"/>
          </p:cNvSpPr>
          <p:nvPr>
            <p:ph type="body" sz="quarter" idx="31" hasCustomPrompt="1"/>
          </p:nvPr>
        </p:nvSpPr>
        <p:spPr>
          <a:xfrm>
            <a:off x="3390319"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2" name="Text Placeholder 29">
            <a:extLst>
              <a:ext uri="{FF2B5EF4-FFF2-40B4-BE49-F238E27FC236}">
                <a16:creationId xmlns:a16="http://schemas.microsoft.com/office/drawing/2014/main" id="{2DFBD71D-6C87-1331-C546-8BBA13EE5CD1}"/>
              </a:ext>
            </a:extLst>
          </p:cNvPr>
          <p:cNvSpPr>
            <a:spLocks noGrp="1"/>
          </p:cNvSpPr>
          <p:nvPr>
            <p:ph type="body" sz="quarter" idx="32" hasCustomPrompt="1"/>
          </p:nvPr>
        </p:nvSpPr>
        <p:spPr>
          <a:xfrm>
            <a:off x="3390319"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3" name="Text Placeholder 29">
            <a:extLst>
              <a:ext uri="{FF2B5EF4-FFF2-40B4-BE49-F238E27FC236}">
                <a16:creationId xmlns:a16="http://schemas.microsoft.com/office/drawing/2014/main" id="{90CE59B6-C93C-63CE-4ACB-DE48DD6C39DE}"/>
              </a:ext>
            </a:extLst>
          </p:cNvPr>
          <p:cNvSpPr>
            <a:spLocks noGrp="1"/>
          </p:cNvSpPr>
          <p:nvPr>
            <p:ph type="body" sz="quarter" idx="33" hasCustomPrompt="1"/>
          </p:nvPr>
        </p:nvSpPr>
        <p:spPr>
          <a:xfrm>
            <a:off x="6205537"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4" name="Text Placeholder 29">
            <a:extLst>
              <a:ext uri="{FF2B5EF4-FFF2-40B4-BE49-F238E27FC236}">
                <a16:creationId xmlns:a16="http://schemas.microsoft.com/office/drawing/2014/main" id="{5846DF4B-CBE1-62A0-2F49-F0857ACBFADD}"/>
              </a:ext>
            </a:extLst>
          </p:cNvPr>
          <p:cNvSpPr>
            <a:spLocks noGrp="1"/>
          </p:cNvSpPr>
          <p:nvPr>
            <p:ph type="body" sz="quarter" idx="34" hasCustomPrompt="1"/>
          </p:nvPr>
        </p:nvSpPr>
        <p:spPr>
          <a:xfrm>
            <a:off x="6205537"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5" name="Text Placeholder 29">
            <a:extLst>
              <a:ext uri="{FF2B5EF4-FFF2-40B4-BE49-F238E27FC236}">
                <a16:creationId xmlns:a16="http://schemas.microsoft.com/office/drawing/2014/main" id="{BCF83C4F-2508-7C3E-9572-07DDACE7BCCB}"/>
              </a:ext>
            </a:extLst>
          </p:cNvPr>
          <p:cNvSpPr>
            <a:spLocks noGrp="1"/>
          </p:cNvSpPr>
          <p:nvPr>
            <p:ph type="body" sz="quarter" idx="35" hasCustomPrompt="1"/>
          </p:nvPr>
        </p:nvSpPr>
        <p:spPr>
          <a:xfrm>
            <a:off x="9029700" y="5580139"/>
            <a:ext cx="1651000" cy="388885"/>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46" name="Text Placeholder 29">
            <a:extLst>
              <a:ext uri="{FF2B5EF4-FFF2-40B4-BE49-F238E27FC236}">
                <a16:creationId xmlns:a16="http://schemas.microsoft.com/office/drawing/2014/main" id="{DABC7021-E87B-0B73-07B1-666928B4B917}"/>
              </a:ext>
            </a:extLst>
          </p:cNvPr>
          <p:cNvSpPr>
            <a:spLocks noGrp="1"/>
          </p:cNvSpPr>
          <p:nvPr>
            <p:ph type="body" sz="quarter" idx="36" hasCustomPrompt="1"/>
          </p:nvPr>
        </p:nvSpPr>
        <p:spPr>
          <a:xfrm>
            <a:off x="9029700" y="6023168"/>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2B028AD8-4CF2-4196-8A65-CA9402213F34}" type="datetimeyyyy">
              <a:rPr lang="en-US" smtClean="0"/>
              <a:t>2026</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E31267F3-E735-3F79-7AC7-C9575738CD9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7113511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am - 4 person">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5CE9FF50-70E0-2CCE-6E77-0022E17F7C1A}"/>
              </a:ext>
              <a:ext uri="{C183D7F6-B498-43B3-948B-1728B52AA6E4}">
                <adec:decorative xmlns:adec="http://schemas.microsoft.com/office/drawing/2017/decorative" val="1"/>
              </a:ext>
            </a:extLst>
          </p:cNvPr>
          <p:cNvSpPr>
            <a:spLocks noGrp="1"/>
          </p:cNvSpPr>
          <p:nvPr>
            <p:ph type="pic" sz="quarter" idx="13"/>
          </p:nvPr>
        </p:nvSpPr>
        <p:spPr>
          <a:xfrm>
            <a:off x="571500"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0" name="Picture Placeholder 19">
            <a:extLst>
              <a:ext uri="{FF2B5EF4-FFF2-40B4-BE49-F238E27FC236}">
                <a16:creationId xmlns:a16="http://schemas.microsoft.com/office/drawing/2014/main" id="{C240F27D-5779-1E27-590B-71936CBDB04E}"/>
              </a:ext>
              <a:ext uri="{C183D7F6-B498-43B3-948B-1728B52AA6E4}">
                <adec:decorative xmlns:adec="http://schemas.microsoft.com/office/drawing/2017/decorative" val="1"/>
              </a:ext>
            </a:extLst>
          </p:cNvPr>
          <p:cNvSpPr>
            <a:spLocks noGrp="1"/>
          </p:cNvSpPr>
          <p:nvPr>
            <p:ph type="pic" sz="quarter" idx="14"/>
          </p:nvPr>
        </p:nvSpPr>
        <p:spPr>
          <a:xfrm>
            <a:off x="3390319"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1" name="Picture Placeholder 20">
            <a:extLst>
              <a:ext uri="{FF2B5EF4-FFF2-40B4-BE49-F238E27FC236}">
                <a16:creationId xmlns:a16="http://schemas.microsoft.com/office/drawing/2014/main" id="{D3A24291-D251-7565-BFF2-837FF47E8064}"/>
              </a:ext>
              <a:ext uri="{C183D7F6-B498-43B3-948B-1728B52AA6E4}">
                <adec:decorative xmlns:adec="http://schemas.microsoft.com/office/drawing/2017/decorative" val="1"/>
              </a:ext>
            </a:extLst>
          </p:cNvPr>
          <p:cNvSpPr>
            <a:spLocks noGrp="1"/>
          </p:cNvSpPr>
          <p:nvPr>
            <p:ph type="pic" sz="quarter" idx="15"/>
          </p:nvPr>
        </p:nvSpPr>
        <p:spPr>
          <a:xfrm>
            <a:off x="6209138"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22" name="Picture Placeholder 21">
            <a:extLst>
              <a:ext uri="{FF2B5EF4-FFF2-40B4-BE49-F238E27FC236}">
                <a16:creationId xmlns:a16="http://schemas.microsoft.com/office/drawing/2014/main" id="{6703D4C6-AB94-F0A0-FC41-48D4BF1B0C7F}"/>
              </a:ext>
              <a:ext uri="{C183D7F6-B498-43B3-948B-1728B52AA6E4}">
                <adec:decorative xmlns:adec="http://schemas.microsoft.com/office/drawing/2017/decorative" val="1"/>
              </a:ext>
            </a:extLst>
          </p:cNvPr>
          <p:cNvSpPr>
            <a:spLocks noGrp="1"/>
          </p:cNvSpPr>
          <p:nvPr>
            <p:ph type="pic" sz="quarter" idx="16"/>
          </p:nvPr>
        </p:nvSpPr>
        <p:spPr>
          <a:xfrm>
            <a:off x="9027957" y="1761931"/>
            <a:ext cx="1651000" cy="1373005"/>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sz="1400"/>
            </a:lvl1pPr>
          </a:lstStyle>
          <a:p>
            <a:r>
              <a:rPr lang="en-US"/>
              <a:t>Click icon to add picture</a:t>
            </a:r>
          </a:p>
        </p:txBody>
      </p:sp>
      <p:sp>
        <p:nvSpPr>
          <p:cNvPr id="30" name="Text Placeholder 29">
            <a:extLst>
              <a:ext uri="{FF2B5EF4-FFF2-40B4-BE49-F238E27FC236}">
                <a16:creationId xmlns:a16="http://schemas.microsoft.com/office/drawing/2014/main" id="{322AA6C2-88FC-582A-DAEC-25C4BF445B60}"/>
              </a:ext>
            </a:extLst>
          </p:cNvPr>
          <p:cNvSpPr>
            <a:spLocks noGrp="1"/>
          </p:cNvSpPr>
          <p:nvPr>
            <p:ph type="body" sz="quarter" idx="21" hasCustomPrompt="1"/>
          </p:nvPr>
        </p:nvSpPr>
        <p:spPr>
          <a:xfrm>
            <a:off x="571500"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2" name="Text Placeholder 29">
            <a:extLst>
              <a:ext uri="{FF2B5EF4-FFF2-40B4-BE49-F238E27FC236}">
                <a16:creationId xmlns:a16="http://schemas.microsoft.com/office/drawing/2014/main" id="{5C9E9D1E-4205-04E9-2768-C883ACF93E15}"/>
              </a:ext>
            </a:extLst>
          </p:cNvPr>
          <p:cNvSpPr>
            <a:spLocks noGrp="1"/>
          </p:cNvSpPr>
          <p:nvPr>
            <p:ph type="body" sz="quarter" idx="22" hasCustomPrompt="1"/>
          </p:nvPr>
        </p:nvSpPr>
        <p:spPr>
          <a:xfrm>
            <a:off x="571500"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2" name="Text Placeholder 29">
            <a:extLst>
              <a:ext uri="{FF2B5EF4-FFF2-40B4-BE49-F238E27FC236}">
                <a16:creationId xmlns:a16="http://schemas.microsoft.com/office/drawing/2014/main" id="{BCB86024-F111-557E-0E55-68FDF7795825}"/>
              </a:ext>
            </a:extLst>
          </p:cNvPr>
          <p:cNvSpPr>
            <a:spLocks noGrp="1"/>
          </p:cNvSpPr>
          <p:nvPr>
            <p:ph type="body" sz="quarter" idx="23" hasCustomPrompt="1"/>
          </p:nvPr>
        </p:nvSpPr>
        <p:spPr>
          <a:xfrm>
            <a:off x="571500"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3" name="Text Placeholder 29">
            <a:extLst>
              <a:ext uri="{FF2B5EF4-FFF2-40B4-BE49-F238E27FC236}">
                <a16:creationId xmlns:a16="http://schemas.microsoft.com/office/drawing/2014/main" id="{B50DEAE6-2C58-BC47-506B-B8868DFDAE67}"/>
              </a:ext>
            </a:extLst>
          </p:cNvPr>
          <p:cNvSpPr>
            <a:spLocks noGrp="1"/>
          </p:cNvSpPr>
          <p:nvPr>
            <p:ph type="body" sz="quarter" idx="24" hasCustomPrompt="1"/>
          </p:nvPr>
        </p:nvSpPr>
        <p:spPr>
          <a:xfrm>
            <a:off x="3390319"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4" name="Text Placeholder 29">
            <a:extLst>
              <a:ext uri="{FF2B5EF4-FFF2-40B4-BE49-F238E27FC236}">
                <a16:creationId xmlns:a16="http://schemas.microsoft.com/office/drawing/2014/main" id="{8F21AF40-C706-A292-8F00-E5F596203588}"/>
              </a:ext>
            </a:extLst>
          </p:cNvPr>
          <p:cNvSpPr>
            <a:spLocks noGrp="1"/>
          </p:cNvSpPr>
          <p:nvPr>
            <p:ph type="body" sz="quarter" idx="25" hasCustomPrompt="1"/>
          </p:nvPr>
        </p:nvSpPr>
        <p:spPr>
          <a:xfrm>
            <a:off x="3390319"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5" name="Text Placeholder 29">
            <a:extLst>
              <a:ext uri="{FF2B5EF4-FFF2-40B4-BE49-F238E27FC236}">
                <a16:creationId xmlns:a16="http://schemas.microsoft.com/office/drawing/2014/main" id="{C0AF9FB2-1C42-DCB1-8DF0-7DF2EF9E0C49}"/>
              </a:ext>
            </a:extLst>
          </p:cNvPr>
          <p:cNvSpPr>
            <a:spLocks noGrp="1"/>
          </p:cNvSpPr>
          <p:nvPr>
            <p:ph type="body" sz="quarter" idx="26" hasCustomPrompt="1"/>
          </p:nvPr>
        </p:nvSpPr>
        <p:spPr>
          <a:xfrm>
            <a:off x="3390319"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6" name="Text Placeholder 29">
            <a:extLst>
              <a:ext uri="{FF2B5EF4-FFF2-40B4-BE49-F238E27FC236}">
                <a16:creationId xmlns:a16="http://schemas.microsoft.com/office/drawing/2014/main" id="{AEDEE7CB-9E7C-F5DB-6191-00C40ABA3DC2}"/>
              </a:ext>
            </a:extLst>
          </p:cNvPr>
          <p:cNvSpPr>
            <a:spLocks noGrp="1"/>
          </p:cNvSpPr>
          <p:nvPr>
            <p:ph type="body" sz="quarter" idx="27" hasCustomPrompt="1"/>
          </p:nvPr>
        </p:nvSpPr>
        <p:spPr>
          <a:xfrm>
            <a:off x="620553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57" name="Text Placeholder 29">
            <a:extLst>
              <a:ext uri="{FF2B5EF4-FFF2-40B4-BE49-F238E27FC236}">
                <a16:creationId xmlns:a16="http://schemas.microsoft.com/office/drawing/2014/main" id="{ABC84951-C16D-031B-A452-860FEA5D4FB9}"/>
              </a:ext>
            </a:extLst>
          </p:cNvPr>
          <p:cNvSpPr>
            <a:spLocks noGrp="1"/>
          </p:cNvSpPr>
          <p:nvPr>
            <p:ph type="body" sz="quarter" idx="28" hasCustomPrompt="1"/>
          </p:nvPr>
        </p:nvSpPr>
        <p:spPr>
          <a:xfrm>
            <a:off x="6205537"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58" name="Text Placeholder 29">
            <a:extLst>
              <a:ext uri="{FF2B5EF4-FFF2-40B4-BE49-F238E27FC236}">
                <a16:creationId xmlns:a16="http://schemas.microsoft.com/office/drawing/2014/main" id="{5080CFCE-893F-75AB-B974-5963C9E30D60}"/>
              </a:ext>
            </a:extLst>
          </p:cNvPr>
          <p:cNvSpPr>
            <a:spLocks noGrp="1"/>
          </p:cNvSpPr>
          <p:nvPr>
            <p:ph type="body" sz="quarter" idx="29" hasCustomPrompt="1"/>
          </p:nvPr>
        </p:nvSpPr>
        <p:spPr>
          <a:xfrm>
            <a:off x="6205537"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59" name="Text Placeholder 29">
            <a:extLst>
              <a:ext uri="{FF2B5EF4-FFF2-40B4-BE49-F238E27FC236}">
                <a16:creationId xmlns:a16="http://schemas.microsoft.com/office/drawing/2014/main" id="{753E1418-8E20-FE77-9F69-3D8A7C329799}"/>
              </a:ext>
            </a:extLst>
          </p:cNvPr>
          <p:cNvSpPr>
            <a:spLocks noGrp="1"/>
          </p:cNvSpPr>
          <p:nvPr>
            <p:ph type="body" sz="quarter" idx="30" hasCustomPrompt="1"/>
          </p:nvPr>
        </p:nvSpPr>
        <p:spPr>
          <a:xfrm>
            <a:off x="9027957" y="3212527"/>
            <a:ext cx="1651000" cy="385584"/>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60" name="Text Placeholder 29">
            <a:extLst>
              <a:ext uri="{FF2B5EF4-FFF2-40B4-BE49-F238E27FC236}">
                <a16:creationId xmlns:a16="http://schemas.microsoft.com/office/drawing/2014/main" id="{D590C100-6B2C-FC2E-D160-987DC43723DB}"/>
              </a:ext>
            </a:extLst>
          </p:cNvPr>
          <p:cNvSpPr>
            <a:spLocks noGrp="1"/>
          </p:cNvSpPr>
          <p:nvPr>
            <p:ph type="body" sz="quarter" idx="31" hasCustomPrompt="1"/>
          </p:nvPr>
        </p:nvSpPr>
        <p:spPr>
          <a:xfrm>
            <a:off x="9027957" y="3652254"/>
            <a:ext cx="1651000"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61" name="Text Placeholder 29">
            <a:extLst>
              <a:ext uri="{FF2B5EF4-FFF2-40B4-BE49-F238E27FC236}">
                <a16:creationId xmlns:a16="http://schemas.microsoft.com/office/drawing/2014/main" id="{4595D31D-B356-2316-C6C1-64C52CAF31BE}"/>
              </a:ext>
            </a:extLst>
          </p:cNvPr>
          <p:cNvSpPr>
            <a:spLocks noGrp="1"/>
          </p:cNvSpPr>
          <p:nvPr>
            <p:ph type="body" sz="quarter" idx="32" hasCustomPrompt="1"/>
          </p:nvPr>
        </p:nvSpPr>
        <p:spPr>
          <a:xfrm>
            <a:off x="9027957" y="4114800"/>
            <a:ext cx="1651000" cy="2171700"/>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6D990987-52BA-F4D4-B640-3E5B5D59B75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1FDEABB8-6EF7-F904-C193-4D6DCE6364EC}"/>
              </a:ext>
              <a:ext uri="{C183D7F6-B498-43B3-948B-1728B52AA6E4}">
                <adec:decorative xmlns:adec="http://schemas.microsoft.com/office/drawing/2017/decorative" val="1"/>
              </a:ext>
            </a:extLst>
          </p:cNvPr>
          <p:cNvSpPr>
            <a:spLocks noGrp="1"/>
          </p:cNvSpPr>
          <p:nvPr>
            <p:ph type="dt" sz="half" idx="11"/>
          </p:nvPr>
        </p:nvSpPr>
        <p:spPr/>
        <p:txBody>
          <a:bodyPr/>
          <a:lstStyle/>
          <a:p>
            <a:fld id="{0B443848-4945-4173-A7DE-F060D70BDD13}" type="datetimeyyyy">
              <a:rPr lang="en-US" smtClean="0"/>
              <a:t>2026</a:t>
            </a:fld>
            <a:endParaRPr lang="en-US"/>
          </a:p>
        </p:txBody>
      </p:sp>
      <p:sp>
        <p:nvSpPr>
          <p:cNvPr id="5" name="Slide Number Placeholder 4">
            <a:extLst>
              <a:ext uri="{FF2B5EF4-FFF2-40B4-BE49-F238E27FC236}">
                <a16:creationId xmlns:a16="http://schemas.microsoft.com/office/drawing/2014/main" id="{B3B239D8-3317-3B15-3BAE-2ADF547150D2}"/>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6" name="Title 5">
            <a:extLst>
              <a:ext uri="{FF2B5EF4-FFF2-40B4-BE49-F238E27FC236}">
                <a16:creationId xmlns:a16="http://schemas.microsoft.com/office/drawing/2014/main" id="{80D9BCA4-CA11-332E-A634-2B2C259973E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5232850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 4 person w/ shape">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2D363E5E-49E6-EE0A-E24E-20695AC8D63D}"/>
              </a:ext>
              <a:ext uri="{C183D7F6-B498-43B3-948B-1728B52AA6E4}">
                <adec:decorative xmlns:adec="http://schemas.microsoft.com/office/drawing/2017/decorative" val="1"/>
              </a:ext>
            </a:extLst>
          </p:cNvPr>
          <p:cNvSpPr>
            <a:spLocks noGrp="1"/>
          </p:cNvSpPr>
          <p:nvPr>
            <p:ph type="body" sz="quarter" idx="38"/>
          </p:nvPr>
        </p:nvSpPr>
        <p:spPr>
          <a:xfrm>
            <a:off x="7513738" y="0"/>
            <a:ext cx="4338333" cy="6858000"/>
          </a:xfrm>
          <a:custGeom>
            <a:avLst/>
            <a:gdLst>
              <a:gd name="connsiteX0" fmla="*/ 868715 w 4338333"/>
              <a:gd name="connsiteY0" fmla="*/ 0 h 6858000"/>
              <a:gd name="connsiteX1" fmla="*/ 1558917 w 4338333"/>
              <a:gd name="connsiteY1" fmla="*/ 0 h 6858000"/>
              <a:gd name="connsiteX2" fmla="*/ 709870 w 4338333"/>
              <a:gd name="connsiteY2" fmla="*/ 1543003 h 6858000"/>
              <a:gd name="connsiteX3" fmla="*/ 1043440 w 4338333"/>
              <a:gd name="connsiteY3" fmla="*/ 2692852 h 6858000"/>
              <a:gd name="connsiteX4" fmla="*/ 3586424 w 4338333"/>
              <a:gd name="connsiteY4" fmla="*/ 4092206 h 6858000"/>
              <a:gd name="connsiteX5" fmla="*/ 3586439 w 4338333"/>
              <a:gd name="connsiteY5" fmla="*/ 4092121 h 6858000"/>
              <a:gd name="connsiteX6" fmla="*/ 4158277 w 4338333"/>
              <a:gd name="connsiteY6" fmla="*/ 6063302 h 6858000"/>
              <a:gd name="connsiteX7" fmla="*/ 3720979 w 4338333"/>
              <a:gd name="connsiteY7" fmla="*/ 6858000 h 6858000"/>
              <a:gd name="connsiteX8" fmla="*/ 3030809 w 4338333"/>
              <a:gd name="connsiteY8" fmla="*/ 6858000 h 6858000"/>
              <a:gd name="connsiteX9" fmla="*/ 3628486 w 4338333"/>
              <a:gd name="connsiteY9" fmla="*/ 5771869 h 6858000"/>
              <a:gd name="connsiteX10" fmla="*/ 3294915 w 4338333"/>
              <a:gd name="connsiteY10" fmla="*/ 4622019 h 6858000"/>
              <a:gd name="connsiteX11" fmla="*/ 751895 w 4338333"/>
              <a:gd name="connsiteY11" fmla="*/ 3222676 h 6858000"/>
              <a:gd name="connsiteX12" fmla="*/ 180057 w 4338333"/>
              <a:gd name="connsiteY12" fmla="*/ 125149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38333" h="6858000">
                <a:moveTo>
                  <a:pt x="868715" y="0"/>
                </a:moveTo>
                <a:lnTo>
                  <a:pt x="1558917" y="0"/>
                </a:lnTo>
                <a:lnTo>
                  <a:pt x="709870" y="1543003"/>
                </a:lnTo>
                <a:cubicBezTo>
                  <a:pt x="484459" y="1952642"/>
                  <a:pt x="633801" y="2467440"/>
                  <a:pt x="1043440" y="2692852"/>
                </a:cubicBezTo>
                <a:lnTo>
                  <a:pt x="3586424" y="4092206"/>
                </a:lnTo>
                <a:lnTo>
                  <a:pt x="3586439" y="4092121"/>
                </a:lnTo>
                <a:cubicBezTo>
                  <a:pt x="4288668" y="4478565"/>
                  <a:pt x="4544686" y="5361086"/>
                  <a:pt x="4158277" y="6063302"/>
                </a:cubicBezTo>
                <a:lnTo>
                  <a:pt x="3720979" y="6858000"/>
                </a:lnTo>
                <a:lnTo>
                  <a:pt x="3030809" y="6858000"/>
                </a:lnTo>
                <a:lnTo>
                  <a:pt x="3628486" y="5771869"/>
                </a:lnTo>
                <a:cubicBezTo>
                  <a:pt x="3853898" y="5362230"/>
                  <a:pt x="3704555" y="4847430"/>
                  <a:pt x="3294915" y="4622019"/>
                </a:cubicBezTo>
                <a:lnTo>
                  <a:pt x="751895" y="3222676"/>
                </a:lnTo>
                <a:cubicBezTo>
                  <a:pt x="49666" y="2836231"/>
                  <a:pt x="-206351" y="1953712"/>
                  <a:pt x="180057" y="1251495"/>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4" name="Picture Placeholder 23">
            <a:extLst>
              <a:ext uri="{FF2B5EF4-FFF2-40B4-BE49-F238E27FC236}">
                <a16:creationId xmlns:a16="http://schemas.microsoft.com/office/drawing/2014/main" id="{506A0EAF-FE1F-201F-A700-DD3EBC8F4FF1}"/>
              </a:ext>
              <a:ext uri="{C183D7F6-B498-43B3-948B-1728B52AA6E4}">
                <adec:decorative xmlns:adec="http://schemas.microsoft.com/office/drawing/2017/decorative" val="1"/>
              </a:ext>
            </a:extLst>
          </p:cNvPr>
          <p:cNvSpPr>
            <a:spLocks noGrp="1"/>
          </p:cNvSpPr>
          <p:nvPr>
            <p:ph type="pic" sz="quarter" idx="13"/>
          </p:nvPr>
        </p:nvSpPr>
        <p:spPr>
          <a:xfrm>
            <a:off x="571500" y="1762125"/>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5" name="Picture Placeholder 24">
            <a:extLst>
              <a:ext uri="{FF2B5EF4-FFF2-40B4-BE49-F238E27FC236}">
                <a16:creationId xmlns:a16="http://schemas.microsoft.com/office/drawing/2014/main" id="{0506C182-28E4-A150-CAF7-DD168C08E9A6}"/>
              </a:ext>
              <a:ext uri="{C183D7F6-B498-43B3-948B-1728B52AA6E4}">
                <adec:decorative xmlns:adec="http://schemas.microsoft.com/office/drawing/2017/decorative" val="1"/>
              </a:ext>
            </a:extLst>
          </p:cNvPr>
          <p:cNvSpPr>
            <a:spLocks noGrp="1"/>
          </p:cNvSpPr>
          <p:nvPr>
            <p:ph type="pic" sz="quarter" idx="14"/>
          </p:nvPr>
        </p:nvSpPr>
        <p:spPr>
          <a:xfrm>
            <a:off x="6238773" y="1762125"/>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6" name="Picture Placeholder 25">
            <a:extLst>
              <a:ext uri="{FF2B5EF4-FFF2-40B4-BE49-F238E27FC236}">
                <a16:creationId xmlns:a16="http://schemas.microsoft.com/office/drawing/2014/main" id="{1659FD7B-65AE-308F-0507-2F6A5A8E8D51}"/>
              </a:ext>
              <a:ext uri="{C183D7F6-B498-43B3-948B-1728B52AA6E4}">
                <adec:decorative xmlns:adec="http://schemas.microsoft.com/office/drawing/2017/decorative" val="1"/>
              </a:ext>
            </a:extLst>
          </p:cNvPr>
          <p:cNvSpPr>
            <a:spLocks noGrp="1"/>
          </p:cNvSpPr>
          <p:nvPr>
            <p:ph type="pic" sz="quarter" idx="15"/>
          </p:nvPr>
        </p:nvSpPr>
        <p:spPr>
          <a:xfrm>
            <a:off x="571500" y="4218170"/>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7" name="Picture Placeholder 26">
            <a:extLst>
              <a:ext uri="{FF2B5EF4-FFF2-40B4-BE49-F238E27FC236}">
                <a16:creationId xmlns:a16="http://schemas.microsoft.com/office/drawing/2014/main" id="{CE6231C8-8C1E-C76A-72A0-8ABB1B1F2B91}"/>
              </a:ext>
              <a:ext uri="{C183D7F6-B498-43B3-948B-1728B52AA6E4}">
                <adec:decorative xmlns:adec="http://schemas.microsoft.com/office/drawing/2017/decorative" val="1"/>
              </a:ext>
            </a:extLst>
          </p:cNvPr>
          <p:cNvSpPr>
            <a:spLocks noGrp="1"/>
          </p:cNvSpPr>
          <p:nvPr>
            <p:ph type="pic" sz="quarter" idx="16"/>
          </p:nvPr>
        </p:nvSpPr>
        <p:spPr>
          <a:xfrm>
            <a:off x="6238773" y="4218170"/>
            <a:ext cx="2590800" cy="2058805"/>
          </a:xfrm>
          <a:custGeom>
            <a:avLst/>
            <a:gdLst>
              <a:gd name="connsiteX0" fmla="*/ 0 w 2590800"/>
              <a:gd name="connsiteY0" fmla="*/ 0 h 2058805"/>
              <a:gd name="connsiteX1" fmla="*/ 2247659 w 2590800"/>
              <a:gd name="connsiteY1" fmla="*/ 0 h 2058805"/>
              <a:gd name="connsiteX2" fmla="*/ 2590800 w 2590800"/>
              <a:gd name="connsiteY2" fmla="*/ 343141 h 2058805"/>
              <a:gd name="connsiteX3" fmla="*/ 2590800 w 2590800"/>
              <a:gd name="connsiteY3" fmla="*/ 2058805 h 2058805"/>
              <a:gd name="connsiteX4" fmla="*/ 0 w 2590800"/>
              <a:gd name="connsiteY4" fmla="*/ 2058805 h 2058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90800" h="2058805">
                <a:moveTo>
                  <a:pt x="0" y="0"/>
                </a:moveTo>
                <a:lnTo>
                  <a:pt x="2247659" y="0"/>
                </a:lnTo>
                <a:cubicBezTo>
                  <a:pt x="2437171" y="0"/>
                  <a:pt x="2590800" y="153629"/>
                  <a:pt x="2590800" y="343141"/>
                </a:cubicBezTo>
                <a:lnTo>
                  <a:pt x="2590800" y="2058805"/>
                </a:lnTo>
                <a:lnTo>
                  <a:pt x="0" y="2058805"/>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75D1B7E5-EAD4-76CB-D39C-FCCA6F3E6E5C}"/>
              </a:ext>
            </a:extLst>
          </p:cNvPr>
          <p:cNvSpPr>
            <a:spLocks noGrp="1"/>
          </p:cNvSpPr>
          <p:nvPr>
            <p:ph type="title"/>
          </p:nvPr>
        </p:nvSpPr>
        <p:spPr>
          <a:xfrm>
            <a:off x="571500" y="571501"/>
            <a:ext cx="11049000" cy="811996"/>
          </a:xfrm>
        </p:spPr>
        <p:txBody>
          <a:bodyPr/>
          <a:lstStyle/>
          <a:p>
            <a:r>
              <a:rPr lang="en-US"/>
              <a:t>Click to edit Master title style</a:t>
            </a:r>
          </a:p>
        </p:txBody>
      </p:sp>
      <p:sp>
        <p:nvSpPr>
          <p:cNvPr id="28" name="Text Placeholder 29">
            <a:extLst>
              <a:ext uri="{FF2B5EF4-FFF2-40B4-BE49-F238E27FC236}">
                <a16:creationId xmlns:a16="http://schemas.microsoft.com/office/drawing/2014/main" id="{C7B09D6C-1E31-88D1-F191-C0911F3BF41C}"/>
              </a:ext>
            </a:extLst>
          </p:cNvPr>
          <p:cNvSpPr>
            <a:spLocks noGrp="1"/>
          </p:cNvSpPr>
          <p:nvPr>
            <p:ph type="body" sz="quarter" idx="21" hasCustomPrompt="1"/>
          </p:nvPr>
        </p:nvSpPr>
        <p:spPr>
          <a:xfrm>
            <a:off x="3415284" y="1890529"/>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29" name="Text Placeholder 29">
            <a:extLst>
              <a:ext uri="{FF2B5EF4-FFF2-40B4-BE49-F238E27FC236}">
                <a16:creationId xmlns:a16="http://schemas.microsoft.com/office/drawing/2014/main" id="{320BFB83-6A55-5691-C4B0-3F7416554927}"/>
              </a:ext>
            </a:extLst>
          </p:cNvPr>
          <p:cNvSpPr>
            <a:spLocks noGrp="1"/>
          </p:cNvSpPr>
          <p:nvPr>
            <p:ph type="body" sz="quarter" idx="22" hasCustomPrompt="1"/>
          </p:nvPr>
        </p:nvSpPr>
        <p:spPr>
          <a:xfrm>
            <a:off x="3415284" y="2449330"/>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0" name="Text Placeholder 29">
            <a:extLst>
              <a:ext uri="{FF2B5EF4-FFF2-40B4-BE49-F238E27FC236}">
                <a16:creationId xmlns:a16="http://schemas.microsoft.com/office/drawing/2014/main" id="{50C6830F-D0AB-D117-86FE-AC716B9D3BD4}"/>
              </a:ext>
            </a:extLst>
          </p:cNvPr>
          <p:cNvSpPr>
            <a:spLocks noGrp="1"/>
          </p:cNvSpPr>
          <p:nvPr>
            <p:ph type="body" sz="quarter" idx="23" hasCustomPrompt="1"/>
          </p:nvPr>
        </p:nvSpPr>
        <p:spPr>
          <a:xfrm>
            <a:off x="3415284" y="2818434"/>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2" name="Text Placeholder 29">
            <a:extLst>
              <a:ext uri="{FF2B5EF4-FFF2-40B4-BE49-F238E27FC236}">
                <a16:creationId xmlns:a16="http://schemas.microsoft.com/office/drawing/2014/main" id="{3ED25CCF-5A2F-84CE-387F-5F481D6A23C2}"/>
              </a:ext>
            </a:extLst>
          </p:cNvPr>
          <p:cNvSpPr>
            <a:spLocks noGrp="1"/>
          </p:cNvSpPr>
          <p:nvPr>
            <p:ph type="body" sz="quarter" idx="24" hasCustomPrompt="1"/>
          </p:nvPr>
        </p:nvSpPr>
        <p:spPr>
          <a:xfrm>
            <a:off x="9029700" y="1890529"/>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3" name="Text Placeholder 29">
            <a:extLst>
              <a:ext uri="{FF2B5EF4-FFF2-40B4-BE49-F238E27FC236}">
                <a16:creationId xmlns:a16="http://schemas.microsoft.com/office/drawing/2014/main" id="{AD5F2723-D00A-AF22-CD14-B72733F8272E}"/>
              </a:ext>
            </a:extLst>
          </p:cNvPr>
          <p:cNvSpPr>
            <a:spLocks noGrp="1"/>
          </p:cNvSpPr>
          <p:nvPr>
            <p:ph type="body" sz="quarter" idx="25" hasCustomPrompt="1"/>
          </p:nvPr>
        </p:nvSpPr>
        <p:spPr>
          <a:xfrm>
            <a:off x="9029700" y="2449330"/>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4" name="Text Placeholder 29">
            <a:extLst>
              <a:ext uri="{FF2B5EF4-FFF2-40B4-BE49-F238E27FC236}">
                <a16:creationId xmlns:a16="http://schemas.microsoft.com/office/drawing/2014/main" id="{AD8C0D09-5C2D-1DD2-1F5F-5839528725EA}"/>
              </a:ext>
            </a:extLst>
          </p:cNvPr>
          <p:cNvSpPr>
            <a:spLocks noGrp="1"/>
          </p:cNvSpPr>
          <p:nvPr>
            <p:ph type="body" sz="quarter" idx="26" hasCustomPrompt="1"/>
          </p:nvPr>
        </p:nvSpPr>
        <p:spPr>
          <a:xfrm>
            <a:off x="9029700" y="2818434"/>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5" name="Text Placeholder 29">
            <a:extLst>
              <a:ext uri="{FF2B5EF4-FFF2-40B4-BE49-F238E27FC236}">
                <a16:creationId xmlns:a16="http://schemas.microsoft.com/office/drawing/2014/main" id="{DEC876F0-1AA1-A3E2-EC2B-11FDFAB8CC7E}"/>
              </a:ext>
            </a:extLst>
          </p:cNvPr>
          <p:cNvSpPr>
            <a:spLocks noGrp="1"/>
          </p:cNvSpPr>
          <p:nvPr>
            <p:ph type="body" sz="quarter" idx="27" hasCustomPrompt="1"/>
          </p:nvPr>
        </p:nvSpPr>
        <p:spPr>
          <a:xfrm>
            <a:off x="3415284" y="4346575"/>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6" name="Text Placeholder 29">
            <a:extLst>
              <a:ext uri="{FF2B5EF4-FFF2-40B4-BE49-F238E27FC236}">
                <a16:creationId xmlns:a16="http://schemas.microsoft.com/office/drawing/2014/main" id="{E0A73F5B-D18A-30F7-DB3A-CC53569088EB}"/>
              </a:ext>
            </a:extLst>
          </p:cNvPr>
          <p:cNvSpPr>
            <a:spLocks noGrp="1"/>
          </p:cNvSpPr>
          <p:nvPr>
            <p:ph type="body" sz="quarter" idx="28" hasCustomPrompt="1"/>
          </p:nvPr>
        </p:nvSpPr>
        <p:spPr>
          <a:xfrm>
            <a:off x="3415284"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37" name="Text Placeholder 29">
            <a:extLst>
              <a:ext uri="{FF2B5EF4-FFF2-40B4-BE49-F238E27FC236}">
                <a16:creationId xmlns:a16="http://schemas.microsoft.com/office/drawing/2014/main" id="{2A7B1F0A-1695-F042-987C-9C516EBA6E27}"/>
              </a:ext>
            </a:extLst>
          </p:cNvPr>
          <p:cNvSpPr>
            <a:spLocks noGrp="1"/>
          </p:cNvSpPr>
          <p:nvPr>
            <p:ph type="body" sz="quarter" idx="29" hasCustomPrompt="1"/>
          </p:nvPr>
        </p:nvSpPr>
        <p:spPr>
          <a:xfrm>
            <a:off x="3415284" y="5274480"/>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8" name="Text Placeholder 29">
            <a:extLst>
              <a:ext uri="{FF2B5EF4-FFF2-40B4-BE49-F238E27FC236}">
                <a16:creationId xmlns:a16="http://schemas.microsoft.com/office/drawing/2014/main" id="{E1EEB885-29BB-5000-B0B9-7EB826FBE62B}"/>
              </a:ext>
            </a:extLst>
          </p:cNvPr>
          <p:cNvSpPr>
            <a:spLocks noGrp="1"/>
          </p:cNvSpPr>
          <p:nvPr>
            <p:ph type="body" sz="quarter" idx="30" hasCustomPrompt="1"/>
          </p:nvPr>
        </p:nvSpPr>
        <p:spPr>
          <a:xfrm>
            <a:off x="9029700" y="4346575"/>
            <a:ext cx="2363724" cy="504658"/>
          </a:xfrm>
        </p:spPr>
        <p:txBody>
          <a:bodyPr anchor="b"/>
          <a:lstStyle>
            <a:lvl1pPr marL="0" indent="0">
              <a:lnSpc>
                <a:spcPct val="90000"/>
              </a:lnSpc>
              <a:buNone/>
              <a:defRPr sz="1200" b="1"/>
            </a:lvl1pPr>
            <a:lvl2pPr>
              <a:defRPr sz="1200"/>
            </a:lvl2pPr>
            <a:lvl3pPr>
              <a:defRPr sz="1200"/>
            </a:lvl3pPr>
            <a:lvl4pPr>
              <a:defRPr sz="1200"/>
            </a:lvl4pPr>
            <a:lvl5pPr>
              <a:defRPr sz="1200"/>
            </a:lvl5pPr>
          </a:lstStyle>
          <a:p>
            <a:pPr lvl="0"/>
            <a:r>
              <a:rPr lang="en-US" err="1"/>
              <a:t>Firstname</a:t>
            </a:r>
            <a:r>
              <a:rPr lang="en-US"/>
              <a:t> </a:t>
            </a:r>
            <a:r>
              <a:rPr lang="en-US" err="1"/>
              <a:t>Lastname</a:t>
            </a:r>
            <a:r>
              <a:rPr lang="en-US"/>
              <a:t> (pronouns)</a:t>
            </a:r>
          </a:p>
        </p:txBody>
      </p:sp>
      <p:sp>
        <p:nvSpPr>
          <p:cNvPr id="39" name="Text Placeholder 29">
            <a:extLst>
              <a:ext uri="{FF2B5EF4-FFF2-40B4-BE49-F238E27FC236}">
                <a16:creationId xmlns:a16="http://schemas.microsoft.com/office/drawing/2014/main" id="{4487B338-D044-4463-E4B7-C740382E1D5D}"/>
              </a:ext>
            </a:extLst>
          </p:cNvPr>
          <p:cNvSpPr>
            <a:spLocks noGrp="1"/>
          </p:cNvSpPr>
          <p:nvPr>
            <p:ph type="body" sz="quarter" idx="31" hasCustomPrompt="1"/>
          </p:nvPr>
        </p:nvSpPr>
        <p:spPr>
          <a:xfrm>
            <a:off x="9029700" y="4905376"/>
            <a:ext cx="2363724" cy="254000"/>
          </a:xfrm>
        </p:spPr>
        <p:txBody>
          <a:bodyPr anchor="t"/>
          <a:lstStyle>
            <a:lvl1pPr marL="0" indent="0">
              <a:lnSpc>
                <a:spcPct val="90000"/>
              </a:lnSpc>
              <a:buNone/>
              <a:defRPr sz="1200" b="0"/>
            </a:lvl1pPr>
            <a:lvl2pPr>
              <a:defRPr sz="1200"/>
            </a:lvl2pPr>
            <a:lvl3pPr>
              <a:defRPr sz="1200"/>
            </a:lvl3pPr>
            <a:lvl4pPr>
              <a:defRPr sz="1200"/>
            </a:lvl4pPr>
            <a:lvl5pPr>
              <a:defRPr sz="1200"/>
            </a:lvl5pPr>
          </a:lstStyle>
          <a:p>
            <a:pPr lvl="0"/>
            <a:r>
              <a:rPr lang="en-US"/>
              <a:t>Position / title</a:t>
            </a:r>
          </a:p>
        </p:txBody>
      </p:sp>
      <p:sp>
        <p:nvSpPr>
          <p:cNvPr id="40" name="Text Placeholder 29">
            <a:extLst>
              <a:ext uri="{FF2B5EF4-FFF2-40B4-BE49-F238E27FC236}">
                <a16:creationId xmlns:a16="http://schemas.microsoft.com/office/drawing/2014/main" id="{26C97FD7-12D4-4A50-F5CF-FA9144C7BC86}"/>
              </a:ext>
            </a:extLst>
          </p:cNvPr>
          <p:cNvSpPr>
            <a:spLocks noGrp="1"/>
          </p:cNvSpPr>
          <p:nvPr>
            <p:ph type="body" sz="quarter" idx="32" hasCustomPrompt="1"/>
          </p:nvPr>
        </p:nvSpPr>
        <p:spPr>
          <a:xfrm>
            <a:off x="9029700" y="5274480"/>
            <a:ext cx="2363724" cy="1002495"/>
          </a:xfrm>
        </p:spPr>
        <p:txBody>
          <a:bodyPr anchor="t"/>
          <a:lstStyle>
            <a:lvl1pPr marL="0" indent="0">
              <a:lnSpc>
                <a:spcPct val="110000"/>
              </a:lnSpc>
              <a:buNone/>
              <a:defRPr sz="1200" b="0"/>
            </a:lvl1pPr>
            <a:lvl2pPr>
              <a:defRPr sz="1200"/>
            </a:lvl2pPr>
            <a:lvl3pPr>
              <a:defRPr sz="1200"/>
            </a:lvl3pPr>
            <a:lvl4pPr>
              <a:defRPr sz="1200"/>
            </a:lvl4pPr>
            <a:lvl5pPr>
              <a:defRPr sz="1200"/>
            </a:lvl5pPr>
          </a:lstStyle>
          <a:p>
            <a:pPr lvl="0"/>
            <a:r>
              <a:rPr lang="en-US"/>
              <a:t>Description or bio text</a:t>
            </a:r>
          </a:p>
        </p:txBody>
      </p:sp>
      <p:sp>
        <p:nvSpPr>
          <p:cNvPr id="3" name="Footer Placeholder 2">
            <a:extLst>
              <a:ext uri="{FF2B5EF4-FFF2-40B4-BE49-F238E27FC236}">
                <a16:creationId xmlns:a16="http://schemas.microsoft.com/office/drawing/2014/main" id="{9F3A52C8-2D44-6D60-6E10-B7020A361338}"/>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9019F079-AF58-93B3-C64F-359B26110959}"/>
              </a:ext>
              <a:ext uri="{C183D7F6-B498-43B3-948B-1728B52AA6E4}">
                <adec:decorative xmlns:adec="http://schemas.microsoft.com/office/drawing/2017/decorative" val="1"/>
              </a:ext>
            </a:extLst>
          </p:cNvPr>
          <p:cNvSpPr>
            <a:spLocks noGrp="1"/>
          </p:cNvSpPr>
          <p:nvPr>
            <p:ph type="dt" sz="half" idx="11"/>
          </p:nvPr>
        </p:nvSpPr>
        <p:spPr/>
        <p:txBody>
          <a:bodyPr/>
          <a:lstStyle/>
          <a:p>
            <a:fld id="{7A7E3F2A-E245-4470-B0FD-BD5E47E1890B}" type="datetimeyyyy">
              <a:rPr lang="en-US" smtClean="0"/>
              <a:t>2026</a:t>
            </a:fld>
            <a:endParaRPr lang="en-US"/>
          </a:p>
        </p:txBody>
      </p:sp>
      <p:sp>
        <p:nvSpPr>
          <p:cNvPr id="5" name="Slide Number Placeholder 4">
            <a:extLst>
              <a:ext uri="{FF2B5EF4-FFF2-40B4-BE49-F238E27FC236}">
                <a16:creationId xmlns:a16="http://schemas.microsoft.com/office/drawing/2014/main" id="{1BAA3A45-16AC-4EB1-489C-37DD301A233B}"/>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8538102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hart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537E1F2-21C5-4EF7-034F-863A1FA79B68}"/>
              </a:ext>
            </a:extLst>
          </p:cNvPr>
          <p:cNvSpPr>
            <a:spLocks noGrp="1"/>
          </p:cNvSpPr>
          <p:nvPr>
            <p:ph type="title"/>
          </p:nvPr>
        </p:nvSpPr>
        <p:spPr>
          <a:xfrm>
            <a:off x="571500" y="571501"/>
            <a:ext cx="4470400" cy="1509885"/>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3608"/>
            <a:ext cx="44704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2943030"/>
            <a:ext cx="1651000" cy="981268"/>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13744CA5-DA43-852C-4ED6-6F5BA9AF0DCD}"/>
              </a:ext>
            </a:extLst>
          </p:cNvPr>
          <p:cNvSpPr>
            <a:spLocks noGrp="1"/>
          </p:cNvSpPr>
          <p:nvPr>
            <p:ph type="body" sz="quarter" idx="15"/>
          </p:nvPr>
        </p:nvSpPr>
        <p:spPr>
          <a:xfrm>
            <a:off x="2451100" y="2943030"/>
            <a:ext cx="1651000" cy="981268"/>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6" name="Text Placeholder 13">
            <a:extLst>
              <a:ext uri="{FF2B5EF4-FFF2-40B4-BE49-F238E27FC236}">
                <a16:creationId xmlns:a16="http://schemas.microsoft.com/office/drawing/2014/main" id="{97A67808-DA53-97D4-CD87-DCE5FB9BAE6A}"/>
              </a:ext>
            </a:extLst>
          </p:cNvPr>
          <p:cNvSpPr>
            <a:spLocks noGrp="1"/>
          </p:cNvSpPr>
          <p:nvPr>
            <p:ph type="body" sz="quarter" idx="16"/>
          </p:nvPr>
        </p:nvSpPr>
        <p:spPr>
          <a:xfrm>
            <a:off x="571500" y="4114797"/>
            <a:ext cx="1651000" cy="980623"/>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7" name="Text Placeholder 13">
            <a:extLst>
              <a:ext uri="{FF2B5EF4-FFF2-40B4-BE49-F238E27FC236}">
                <a16:creationId xmlns:a16="http://schemas.microsoft.com/office/drawing/2014/main" id="{A88B629E-A765-6008-E6E4-91BA2D0A49F3}"/>
              </a:ext>
            </a:extLst>
          </p:cNvPr>
          <p:cNvSpPr>
            <a:spLocks noGrp="1"/>
          </p:cNvSpPr>
          <p:nvPr>
            <p:ph type="body" sz="quarter" idx="17"/>
          </p:nvPr>
        </p:nvSpPr>
        <p:spPr>
          <a:xfrm>
            <a:off x="2451100" y="4114797"/>
            <a:ext cx="1651000" cy="980623"/>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 uri="{C183D7F6-B498-43B3-948B-1728B52AA6E4}">
                <adec:decorative xmlns:adec="http://schemas.microsoft.com/office/drawing/2017/decorative" val="0"/>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C43B174-C524-4093-8BF8-E98777F91AA9}" type="datetimeyyyy">
              <a:rPr lang="en-US" smtClean="0"/>
              <a:t>2026</a:t>
            </a:fld>
            <a:endParaRPr lang="en-US"/>
          </a:p>
        </p:txBody>
      </p:sp>
    </p:spTree>
    <p:extLst>
      <p:ext uri="{BB962C8B-B14F-4D97-AF65-F5344CB8AC3E}">
        <p14:creationId xmlns:p14="http://schemas.microsoft.com/office/powerpoint/2010/main" val="8236281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hart righ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229D9-8EB6-4FB4-8418-1779953A3564}"/>
              </a:ext>
            </a:extLst>
          </p:cNvPr>
          <p:cNvSpPr>
            <a:spLocks noGrp="1"/>
          </p:cNvSpPr>
          <p:nvPr>
            <p:ph type="title"/>
          </p:nvPr>
        </p:nvSpPr>
        <p:spPr>
          <a:xfrm>
            <a:off x="571500" y="571500"/>
            <a:ext cx="4470400" cy="1497329"/>
          </a:xfrm>
        </p:spPr>
        <p:txBody>
          <a:bodyPr/>
          <a:lstStyle/>
          <a:p>
            <a:r>
              <a:rPr lang="en-US"/>
              <a:t>Click to edit Master title style</a:t>
            </a:r>
          </a:p>
        </p:txBody>
      </p:sp>
      <p:sp>
        <p:nvSpPr>
          <p:cNvPr id="12" name="Text Placeholder 11">
            <a:extLst>
              <a:ext uri="{FF2B5EF4-FFF2-40B4-BE49-F238E27FC236}">
                <a16:creationId xmlns:a16="http://schemas.microsoft.com/office/drawing/2014/main" id="{000B248F-E60C-EF6F-E67B-18E9C4AE457A}"/>
              </a:ext>
            </a:extLst>
          </p:cNvPr>
          <p:cNvSpPr>
            <a:spLocks noGrp="1"/>
          </p:cNvSpPr>
          <p:nvPr>
            <p:ph type="body" sz="quarter" idx="13"/>
          </p:nvPr>
        </p:nvSpPr>
        <p:spPr>
          <a:xfrm>
            <a:off x="571500" y="2286000"/>
            <a:ext cx="44704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14" name="Text Placeholder 13">
            <a:extLst>
              <a:ext uri="{FF2B5EF4-FFF2-40B4-BE49-F238E27FC236}">
                <a16:creationId xmlns:a16="http://schemas.microsoft.com/office/drawing/2014/main" id="{A0544774-89B6-E928-C7DB-4C62F09014B7}"/>
              </a:ext>
            </a:extLst>
          </p:cNvPr>
          <p:cNvSpPr>
            <a:spLocks noGrp="1"/>
          </p:cNvSpPr>
          <p:nvPr>
            <p:ph type="body" sz="quarter" idx="14"/>
          </p:nvPr>
        </p:nvSpPr>
        <p:spPr>
          <a:xfrm>
            <a:off x="571500" y="4114800"/>
            <a:ext cx="4470400" cy="2171700"/>
          </a:xfrm>
        </p:spPr>
        <p:txBody>
          <a:bodyPr/>
          <a:lstStyle>
            <a:lvl1pPr marL="0" indent="0">
              <a:buNone/>
              <a:defRPr sz="14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9" name="Chart Placeholder 18">
            <a:extLst>
              <a:ext uri="{FF2B5EF4-FFF2-40B4-BE49-F238E27FC236}">
                <a16:creationId xmlns:a16="http://schemas.microsoft.com/office/drawing/2014/main" id="{EA8A3EB3-BF83-A36F-EAA1-6919F7A7F607}"/>
              </a:ext>
            </a:extLst>
          </p:cNvPr>
          <p:cNvSpPr>
            <a:spLocks noGrp="1"/>
          </p:cNvSpPr>
          <p:nvPr>
            <p:ph type="chart" sz="quarter" idx="18"/>
          </p:nvPr>
        </p:nvSpPr>
        <p:spPr>
          <a:xfrm>
            <a:off x="6210300" y="571500"/>
            <a:ext cx="5410200" cy="5715000"/>
          </a:xfrm>
        </p:spPr>
        <p:txBody>
          <a:bodyPr/>
          <a:lstStyle/>
          <a:p>
            <a:r>
              <a:rPr lang="en-US"/>
              <a:t>Click icon to add chart</a:t>
            </a:r>
          </a:p>
        </p:txBody>
      </p:sp>
      <p:sp>
        <p:nvSpPr>
          <p:cNvPr id="3" name="Footer Placeholder 2">
            <a:extLst>
              <a:ext uri="{FF2B5EF4-FFF2-40B4-BE49-F238E27FC236}">
                <a16:creationId xmlns:a16="http://schemas.microsoft.com/office/drawing/2014/main" id="{F7FD58B8-F5C6-AF7B-B5EE-FE1BA15B7154}"/>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EAAF3D9-2EF5-95BF-D72C-FCC0A2E8412A}"/>
              </a:ext>
              <a:ext uri="{C183D7F6-B498-43B3-948B-1728B52AA6E4}">
                <adec:decorative xmlns:adec="http://schemas.microsoft.com/office/drawing/2017/decorative" val="1"/>
              </a:ext>
            </a:extLst>
          </p:cNvPr>
          <p:cNvSpPr>
            <a:spLocks noGrp="1"/>
          </p:cNvSpPr>
          <p:nvPr>
            <p:ph type="dt" sz="half" idx="11"/>
          </p:nvPr>
        </p:nvSpPr>
        <p:spPr/>
        <p:txBody>
          <a:bodyPr/>
          <a:lstStyle/>
          <a:p>
            <a:fld id="{F623D960-D293-41E6-A8A3-B3C44C04DBE1}" type="datetimeyyyy">
              <a:rPr lang="en-US" smtClean="0"/>
              <a:t>2026</a:t>
            </a:fld>
            <a:endParaRPr lang="en-US"/>
          </a:p>
        </p:txBody>
      </p:sp>
      <p:sp>
        <p:nvSpPr>
          <p:cNvPr id="5" name="Slide Number Placeholder 4">
            <a:extLst>
              <a:ext uri="{FF2B5EF4-FFF2-40B4-BE49-F238E27FC236}">
                <a16:creationId xmlns:a16="http://schemas.microsoft.com/office/drawing/2014/main" id="{654599C5-0F5E-C5EB-47FB-0DC6EFD39A20}"/>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665130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hart top">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3B2AB18-C027-F9C0-44AF-60C2A249C0D1}"/>
              </a:ext>
            </a:extLst>
          </p:cNvPr>
          <p:cNvSpPr>
            <a:spLocks noGrp="1"/>
          </p:cNvSpPr>
          <p:nvPr>
            <p:ph type="title"/>
          </p:nvPr>
        </p:nvSpPr>
        <p:spPr/>
        <p:txBody>
          <a:bodyPr/>
          <a:lstStyle/>
          <a:p>
            <a:r>
              <a:rPr lang="en-US"/>
              <a:t>Click to edit Master title style</a:t>
            </a:r>
          </a:p>
        </p:txBody>
      </p:sp>
      <p:sp>
        <p:nvSpPr>
          <p:cNvPr id="16" name="Text Placeholder 13">
            <a:extLst>
              <a:ext uri="{FF2B5EF4-FFF2-40B4-BE49-F238E27FC236}">
                <a16:creationId xmlns:a16="http://schemas.microsoft.com/office/drawing/2014/main" id="{80F5F842-5C3D-54CD-F990-11896C740B6D}"/>
              </a:ext>
            </a:extLst>
          </p:cNvPr>
          <p:cNvSpPr>
            <a:spLocks noGrp="1"/>
          </p:cNvSpPr>
          <p:nvPr>
            <p:ph type="body" sz="quarter" idx="18"/>
          </p:nvPr>
        </p:nvSpPr>
        <p:spPr>
          <a:xfrm>
            <a:off x="571500" y="1752601"/>
            <a:ext cx="11049000" cy="457200"/>
          </a:xfrm>
        </p:spPr>
        <p:txBody>
          <a:bodyPr/>
          <a:lstStyle>
            <a:lvl1pPr marL="0" indent="0">
              <a:buNone/>
              <a:defRPr sz="1200" b="1" cap="all" spc="150" baseline="0">
                <a:solidFill>
                  <a:schemeClr val="accent1"/>
                </a:solidFill>
              </a:defRPr>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8" name="Chart Placeholder 17">
            <a:extLst>
              <a:ext uri="{FF2B5EF4-FFF2-40B4-BE49-F238E27FC236}">
                <a16:creationId xmlns:a16="http://schemas.microsoft.com/office/drawing/2014/main" id="{40F477FE-DE1B-B705-DA9D-CA5D1127C9E2}"/>
              </a:ext>
            </a:extLst>
          </p:cNvPr>
          <p:cNvSpPr>
            <a:spLocks noGrp="1"/>
          </p:cNvSpPr>
          <p:nvPr>
            <p:ph type="chart" sz="quarter" idx="19"/>
          </p:nvPr>
        </p:nvSpPr>
        <p:spPr>
          <a:xfrm>
            <a:off x="571498" y="2426972"/>
            <a:ext cx="11049000" cy="2679750"/>
          </a:xfrm>
        </p:spPr>
        <p:txBody>
          <a:bodyPr/>
          <a:lstStyle>
            <a:lvl1pPr marL="0" indent="0">
              <a:buNone/>
              <a:defRPr sz="1400"/>
            </a:lvl1pPr>
          </a:lstStyle>
          <a:p>
            <a:r>
              <a:rPr lang="en-US"/>
              <a:t>Click icon to add chart</a:t>
            </a:r>
          </a:p>
        </p:txBody>
      </p:sp>
      <p:sp>
        <p:nvSpPr>
          <p:cNvPr id="12" name="Text Placeholder 13">
            <a:extLst>
              <a:ext uri="{FF2B5EF4-FFF2-40B4-BE49-F238E27FC236}">
                <a16:creationId xmlns:a16="http://schemas.microsoft.com/office/drawing/2014/main" id="{D23B8D11-F0D0-9E49-D780-D95250CB95E7}"/>
              </a:ext>
            </a:extLst>
          </p:cNvPr>
          <p:cNvSpPr>
            <a:spLocks noGrp="1"/>
          </p:cNvSpPr>
          <p:nvPr>
            <p:ph type="body" sz="quarter" idx="14"/>
          </p:nvPr>
        </p:nvSpPr>
        <p:spPr>
          <a:xfrm>
            <a:off x="5715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3" name="Text Placeholder 13">
            <a:extLst>
              <a:ext uri="{FF2B5EF4-FFF2-40B4-BE49-F238E27FC236}">
                <a16:creationId xmlns:a16="http://schemas.microsoft.com/office/drawing/2014/main" id="{06435C4E-9CF4-8E6B-07C7-B67C32B83496}"/>
              </a:ext>
            </a:extLst>
          </p:cNvPr>
          <p:cNvSpPr>
            <a:spLocks noGrp="1"/>
          </p:cNvSpPr>
          <p:nvPr>
            <p:ph type="body" sz="quarter" idx="15"/>
          </p:nvPr>
        </p:nvSpPr>
        <p:spPr>
          <a:xfrm>
            <a:off x="33909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4" name="Text Placeholder 13">
            <a:extLst>
              <a:ext uri="{FF2B5EF4-FFF2-40B4-BE49-F238E27FC236}">
                <a16:creationId xmlns:a16="http://schemas.microsoft.com/office/drawing/2014/main" id="{02A9E9F2-9991-1F6B-4DDA-F4871CF8CA34}"/>
              </a:ext>
            </a:extLst>
          </p:cNvPr>
          <p:cNvSpPr>
            <a:spLocks noGrp="1"/>
          </p:cNvSpPr>
          <p:nvPr>
            <p:ph type="body" sz="quarter" idx="16"/>
          </p:nvPr>
        </p:nvSpPr>
        <p:spPr>
          <a:xfrm>
            <a:off x="6210300"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15" name="Text Placeholder 13">
            <a:extLst>
              <a:ext uri="{FF2B5EF4-FFF2-40B4-BE49-F238E27FC236}">
                <a16:creationId xmlns:a16="http://schemas.microsoft.com/office/drawing/2014/main" id="{C606F0E7-6085-6A74-ED76-8108DFFE19E9}"/>
              </a:ext>
            </a:extLst>
          </p:cNvPr>
          <p:cNvSpPr>
            <a:spLocks noGrp="1"/>
          </p:cNvSpPr>
          <p:nvPr>
            <p:ph type="body" sz="quarter" idx="17"/>
          </p:nvPr>
        </p:nvSpPr>
        <p:spPr>
          <a:xfrm>
            <a:off x="9029699" y="5295900"/>
            <a:ext cx="2590800" cy="990599"/>
          </a:xfrm>
        </p:spPr>
        <p:txBody>
          <a:bodyPr/>
          <a:lstStyle>
            <a:lvl1pPr marL="0" indent="0">
              <a:buNone/>
              <a:defRPr sz="1200"/>
            </a:lvl1pPr>
            <a:lvl2pPr marL="227012" indent="0">
              <a:buNone/>
              <a:defRPr sz="1200"/>
            </a:lvl2pPr>
            <a:lvl3pPr marL="460375" indent="0">
              <a:buNone/>
              <a:defRPr sz="1200"/>
            </a:lvl3pPr>
            <a:lvl4pPr marL="625475" indent="0">
              <a:buNone/>
              <a:defRPr sz="1200"/>
            </a:lvl4pPr>
            <a:lvl5pPr marL="798513" indent="0">
              <a:buNone/>
              <a:defRPr sz="1200"/>
            </a:lvl5pPr>
          </a:lstStyle>
          <a:p>
            <a:pPr lvl="0"/>
            <a:r>
              <a:rPr lang="en-US"/>
              <a:t>Click to edit Master text styles</a:t>
            </a:r>
          </a:p>
        </p:txBody>
      </p:sp>
      <p:sp>
        <p:nvSpPr>
          <p:cNvPr id="3" name="Footer Placeholder 2">
            <a:extLst>
              <a:ext uri="{FF2B5EF4-FFF2-40B4-BE49-F238E27FC236}">
                <a16:creationId xmlns:a16="http://schemas.microsoft.com/office/drawing/2014/main" id="{14BDE212-F330-FC7D-6D5B-C8DC1F1F1EB1}"/>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653DFA9B-B82D-4565-0656-280DB1B2F5EA}"/>
              </a:ext>
              <a:ext uri="{C183D7F6-B498-43B3-948B-1728B52AA6E4}">
                <adec:decorative xmlns:adec="http://schemas.microsoft.com/office/drawing/2017/decorative" val="1"/>
              </a:ext>
            </a:extLst>
          </p:cNvPr>
          <p:cNvSpPr>
            <a:spLocks noGrp="1"/>
          </p:cNvSpPr>
          <p:nvPr>
            <p:ph type="dt" sz="half" idx="11"/>
          </p:nvPr>
        </p:nvSpPr>
        <p:spPr/>
        <p:txBody>
          <a:bodyPr/>
          <a:lstStyle/>
          <a:p>
            <a:fld id="{751FF448-7BD4-4A3C-887C-8315F8261568}" type="datetimeyyyy">
              <a:rPr lang="en-US" smtClean="0"/>
              <a:t>2026</a:t>
            </a:fld>
            <a:endParaRPr lang="en-US"/>
          </a:p>
        </p:txBody>
      </p:sp>
      <p:sp>
        <p:nvSpPr>
          <p:cNvPr id="5" name="Slide Number Placeholder 4">
            <a:extLst>
              <a:ext uri="{FF2B5EF4-FFF2-40B4-BE49-F238E27FC236}">
                <a16:creationId xmlns:a16="http://schemas.microsoft.com/office/drawing/2014/main" id="{9DEC7FC2-9C6E-D8AB-DD0B-79D0E2499F5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9583036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E89F-C984-5EC9-C88A-F8A37D1B7BF9}"/>
              </a:ext>
            </a:extLst>
          </p:cNvPr>
          <p:cNvSpPr>
            <a:spLocks noGrp="1"/>
          </p:cNvSpPr>
          <p:nvPr>
            <p:ph type="title"/>
          </p:nvPr>
        </p:nvSpPr>
        <p:spPr>
          <a:xfrm>
            <a:off x="571500" y="571500"/>
            <a:ext cx="11049000" cy="457200"/>
          </a:xfrm>
        </p:spPr>
        <p:txBody>
          <a:bodyPr/>
          <a:lstStyle/>
          <a:p>
            <a:r>
              <a:rPr lang="en-US"/>
              <a:t>Click to edit Master title style</a:t>
            </a:r>
          </a:p>
        </p:txBody>
      </p:sp>
      <p:sp>
        <p:nvSpPr>
          <p:cNvPr id="6" name="Text Placeholder 11">
            <a:extLst>
              <a:ext uri="{FF2B5EF4-FFF2-40B4-BE49-F238E27FC236}">
                <a16:creationId xmlns:a16="http://schemas.microsoft.com/office/drawing/2014/main" id="{EABBFFFC-4A62-D7DA-D186-A68A2AF381C9}"/>
              </a:ext>
            </a:extLst>
          </p:cNvPr>
          <p:cNvSpPr>
            <a:spLocks noGrp="1"/>
          </p:cNvSpPr>
          <p:nvPr>
            <p:ph type="body" sz="quarter" idx="13"/>
          </p:nvPr>
        </p:nvSpPr>
        <p:spPr>
          <a:xfrm>
            <a:off x="571500" y="1158420"/>
            <a:ext cx="11049000" cy="40368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 name="Footer Placeholder 2">
            <a:extLst>
              <a:ext uri="{FF2B5EF4-FFF2-40B4-BE49-F238E27FC236}">
                <a16:creationId xmlns:a16="http://schemas.microsoft.com/office/drawing/2014/main" id="{E233D797-4FB2-4DE2-244F-66B8D169D160}"/>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4379A54F-D44C-840B-946D-8F1906CFCA0E}"/>
              </a:ext>
              <a:ext uri="{C183D7F6-B498-43B3-948B-1728B52AA6E4}">
                <adec:decorative xmlns:adec="http://schemas.microsoft.com/office/drawing/2017/decorative" val="1"/>
              </a:ext>
            </a:extLst>
          </p:cNvPr>
          <p:cNvSpPr>
            <a:spLocks noGrp="1"/>
          </p:cNvSpPr>
          <p:nvPr>
            <p:ph type="dt" sz="half" idx="11"/>
          </p:nvPr>
        </p:nvSpPr>
        <p:spPr/>
        <p:txBody>
          <a:bodyPr/>
          <a:lstStyle/>
          <a:p>
            <a:fld id="{DACD981F-320C-42DF-ABA7-85C0575B7353}" type="datetimeyyyy">
              <a:rPr lang="en-US" smtClean="0"/>
              <a:t>2026</a:t>
            </a:fld>
            <a:endParaRPr lang="en-US"/>
          </a:p>
        </p:txBody>
      </p:sp>
      <p:sp>
        <p:nvSpPr>
          <p:cNvPr id="5" name="Slide Number Placeholder 4">
            <a:extLst>
              <a:ext uri="{FF2B5EF4-FFF2-40B4-BE49-F238E27FC236}">
                <a16:creationId xmlns:a16="http://schemas.microsoft.com/office/drawing/2014/main" id="{A360216C-BF44-E98D-DA57-6EC6F458EB3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8" name="Table Placeholder 7">
            <a:extLst>
              <a:ext uri="{FF2B5EF4-FFF2-40B4-BE49-F238E27FC236}">
                <a16:creationId xmlns:a16="http://schemas.microsoft.com/office/drawing/2014/main" id="{DA8972DC-88B1-3220-E576-DCAE491F1082}"/>
              </a:ext>
            </a:extLst>
          </p:cNvPr>
          <p:cNvSpPr>
            <a:spLocks noGrp="1"/>
          </p:cNvSpPr>
          <p:nvPr>
            <p:ph type="tbl" sz="quarter" idx="14"/>
          </p:nvPr>
        </p:nvSpPr>
        <p:spPr>
          <a:xfrm>
            <a:off x="571500" y="1752600"/>
            <a:ext cx="11049000" cy="4533900"/>
          </a:xfrm>
        </p:spPr>
        <p:txBody>
          <a:bodyPr/>
          <a:lstStyle/>
          <a:p>
            <a:r>
              <a:rPr lang="en-US"/>
              <a:t>Click icon to add table</a:t>
            </a:r>
          </a:p>
        </p:txBody>
      </p:sp>
    </p:spTree>
    <p:extLst>
      <p:ext uri="{BB962C8B-B14F-4D97-AF65-F5344CB8AC3E}">
        <p14:creationId xmlns:p14="http://schemas.microsoft.com/office/powerpoint/2010/main" val="14473760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ient Story 1">
    <p:spTree>
      <p:nvGrpSpPr>
        <p:cNvPr id="1" name=""/>
        <p:cNvGrpSpPr/>
        <p:nvPr/>
      </p:nvGrpSpPr>
      <p:grpSpPr>
        <a:xfrm>
          <a:off x="0" y="0"/>
          <a:ext cx="0" cy="0"/>
          <a:chOff x="0" y="0"/>
          <a:chExt cx="0" cy="0"/>
        </a:xfrm>
      </p:grpSpPr>
      <p:sp>
        <p:nvSpPr>
          <p:cNvPr id="30" name="Text Placeholder 29">
            <a:extLst>
              <a:ext uri="{FF2B5EF4-FFF2-40B4-BE49-F238E27FC236}">
                <a16:creationId xmlns:a16="http://schemas.microsoft.com/office/drawing/2014/main" id="{F7E06554-8B2A-F1F4-1E23-A12DC2EABB15}"/>
              </a:ext>
              <a:ext uri="{C183D7F6-B498-43B3-948B-1728B52AA6E4}">
                <adec:decorative xmlns:adec="http://schemas.microsoft.com/office/drawing/2017/decorative" val="1"/>
              </a:ext>
            </a:extLst>
          </p:cNvPr>
          <p:cNvSpPr>
            <a:spLocks noGrp="1"/>
          </p:cNvSpPr>
          <p:nvPr>
            <p:ph type="body" sz="quarter" idx="31"/>
          </p:nvPr>
        </p:nvSpPr>
        <p:spPr>
          <a:xfrm>
            <a:off x="6224657" y="0"/>
            <a:ext cx="5967344" cy="2441050"/>
          </a:xfrm>
          <a:custGeom>
            <a:avLst/>
            <a:gdLst>
              <a:gd name="connsiteX0" fmla="*/ 0 w 5967344"/>
              <a:gd name="connsiteY0" fmla="*/ 0 h 2441050"/>
              <a:gd name="connsiteX1" fmla="*/ 609304 w 5967344"/>
              <a:gd name="connsiteY1" fmla="*/ 0 h 2441050"/>
              <a:gd name="connsiteX2" fmla="*/ 750541 w 5967344"/>
              <a:gd name="connsiteY2" fmla="*/ 473990 h 2441050"/>
              <a:gd name="connsiteX3" fmla="*/ 1767447 w 5967344"/>
              <a:gd name="connsiteY3" fmla="*/ 1024007 h 2441050"/>
              <a:gd name="connsiteX4" fmla="*/ 4453598 w 5967344"/>
              <a:gd name="connsiteY4" fmla="*/ 223654 h 2441050"/>
              <a:gd name="connsiteX5" fmla="*/ 4453551 w 5967344"/>
              <a:gd name="connsiteY5" fmla="*/ 223585 h 2441050"/>
              <a:gd name="connsiteX6" fmla="*/ 5935514 w 5967344"/>
              <a:gd name="connsiteY6" fmla="*/ 675148 h 2441050"/>
              <a:gd name="connsiteX7" fmla="*/ 5967344 w 5967344"/>
              <a:gd name="connsiteY7" fmla="*/ 717859 h 2441050"/>
              <a:gd name="connsiteX8" fmla="*/ 5967344 w 5967344"/>
              <a:gd name="connsiteY8" fmla="*/ 2441050 h 2441050"/>
              <a:gd name="connsiteX9" fmla="*/ 5637280 w 5967344"/>
              <a:gd name="connsiteY9" fmla="*/ 1333287 h 2441050"/>
              <a:gd name="connsiteX10" fmla="*/ 4620373 w 5967344"/>
              <a:gd name="connsiteY10" fmla="*/ 783269 h 2441050"/>
              <a:gd name="connsiteX11" fmla="*/ 1934203 w 5967344"/>
              <a:gd name="connsiteY11" fmla="*/ 1583655 h 2441050"/>
              <a:gd name="connsiteX12" fmla="*/ 190925 w 5967344"/>
              <a:gd name="connsiteY12" fmla="*/ 640763 h 2441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67344" h="2441050">
                <a:moveTo>
                  <a:pt x="0" y="0"/>
                </a:moveTo>
                <a:lnTo>
                  <a:pt x="609304" y="0"/>
                </a:lnTo>
                <a:lnTo>
                  <a:pt x="750541" y="473990"/>
                </a:lnTo>
                <a:cubicBezTo>
                  <a:pt x="879470" y="906687"/>
                  <a:pt x="1334749" y="1152935"/>
                  <a:pt x="1767447" y="1024007"/>
                </a:cubicBezTo>
                <a:lnTo>
                  <a:pt x="4453598" y="223654"/>
                </a:lnTo>
                <a:lnTo>
                  <a:pt x="4453551" y="223585"/>
                </a:lnTo>
                <a:cubicBezTo>
                  <a:pt x="5009885" y="57837"/>
                  <a:pt x="5587992" y="253856"/>
                  <a:pt x="5935514" y="675148"/>
                </a:cubicBezTo>
                <a:lnTo>
                  <a:pt x="5967344" y="717859"/>
                </a:lnTo>
                <a:lnTo>
                  <a:pt x="5967344" y="2441050"/>
                </a:lnTo>
                <a:lnTo>
                  <a:pt x="5637280" y="1333287"/>
                </a:lnTo>
                <a:cubicBezTo>
                  <a:pt x="5508351" y="900588"/>
                  <a:pt x="5053071" y="654340"/>
                  <a:pt x="4620373" y="783269"/>
                </a:cubicBezTo>
                <a:lnTo>
                  <a:pt x="1934203" y="1583655"/>
                </a:lnTo>
                <a:cubicBezTo>
                  <a:pt x="1192424" y="1804652"/>
                  <a:pt x="411939" y="1382510"/>
                  <a:pt x="190925" y="640763"/>
                </a:cubicBezTo>
                <a:close/>
              </a:path>
            </a:pathLst>
          </a:custGeom>
          <a:solidFill>
            <a:srgbClr val="E7EFFF"/>
          </a:solidFill>
        </p:spPr>
        <p:txBody>
          <a:bodyPr wrap="square">
            <a:noAutofit/>
          </a:bodyPr>
          <a:lstStyle>
            <a:lvl1pPr marL="0" indent="0">
              <a:buNone/>
              <a:defRPr sz="500">
                <a:noFill/>
              </a:defRPr>
            </a:lvl1pPr>
          </a:lstStyle>
          <a:p>
            <a:pPr lvl="0"/>
            <a:r>
              <a:rPr lang="en-US"/>
              <a:t>Click to edit Master text styles</a:t>
            </a:r>
          </a:p>
        </p:txBody>
      </p:sp>
      <p:sp>
        <p:nvSpPr>
          <p:cNvPr id="26" name="Picture Placeholder 25">
            <a:extLst>
              <a:ext uri="{FF2B5EF4-FFF2-40B4-BE49-F238E27FC236}">
                <a16:creationId xmlns:a16="http://schemas.microsoft.com/office/drawing/2014/main" id="{EE4616B2-C2FA-4CA9-E6AC-2DAF2058548D}"/>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9" name="Picture Placeholder 28">
            <a:extLst>
              <a:ext uri="{FF2B5EF4-FFF2-40B4-BE49-F238E27FC236}">
                <a16:creationId xmlns:a16="http://schemas.microsoft.com/office/drawing/2014/main" id="{CF535E5E-710C-7CB7-1A56-23F58718852E}"/>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206"/>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2" name="Title 1">
            <a:extLst>
              <a:ext uri="{FF2B5EF4-FFF2-40B4-BE49-F238E27FC236}">
                <a16:creationId xmlns:a16="http://schemas.microsoft.com/office/drawing/2014/main" id="{17C8946E-1E61-63FF-CE8A-7801BA52B64D}"/>
              </a:ext>
            </a:extLst>
          </p:cNvPr>
          <p:cNvSpPr>
            <a:spLocks noGrp="1"/>
          </p:cNvSpPr>
          <p:nvPr>
            <p:ph type="title"/>
          </p:nvPr>
        </p:nvSpPr>
        <p:spPr>
          <a:xfrm>
            <a:off x="571500" y="1231650"/>
            <a:ext cx="4699000" cy="841248"/>
          </a:xfrm>
        </p:spPr>
        <p:txBody>
          <a:bodyPr/>
          <a:lstStyle/>
          <a:p>
            <a:r>
              <a:rPr lang="en-US"/>
              <a:t>Click to edit Master title style</a:t>
            </a:r>
          </a:p>
        </p:txBody>
      </p:sp>
      <p:sp>
        <p:nvSpPr>
          <p:cNvPr id="31" name="Text Placeholder 30">
            <a:extLst>
              <a:ext uri="{FF2B5EF4-FFF2-40B4-BE49-F238E27FC236}">
                <a16:creationId xmlns:a16="http://schemas.microsoft.com/office/drawing/2014/main" id="{85EE684F-811A-48D0-19CC-E99DA92385FA}"/>
              </a:ext>
            </a:extLst>
          </p:cNvPr>
          <p:cNvSpPr>
            <a:spLocks noGrp="1"/>
          </p:cNvSpPr>
          <p:nvPr>
            <p:ph type="body" sz="quarter" idx="15"/>
          </p:nvPr>
        </p:nvSpPr>
        <p:spPr>
          <a:xfrm>
            <a:off x="571500" y="2933700"/>
            <a:ext cx="4699000"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33" name="Text Placeholder 32">
            <a:extLst>
              <a:ext uri="{FF2B5EF4-FFF2-40B4-BE49-F238E27FC236}">
                <a16:creationId xmlns:a16="http://schemas.microsoft.com/office/drawing/2014/main" id="{D8DDE2F4-F352-152F-C83A-6DE995D4188D}"/>
              </a:ext>
            </a:extLst>
          </p:cNvPr>
          <p:cNvSpPr>
            <a:spLocks noGrp="1"/>
          </p:cNvSpPr>
          <p:nvPr>
            <p:ph type="body" sz="quarter" idx="16"/>
          </p:nvPr>
        </p:nvSpPr>
        <p:spPr>
          <a:xfrm>
            <a:off x="571500" y="3618981"/>
            <a:ext cx="4680246" cy="2043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5" name="Text Placeholder 34">
            <a:extLst>
              <a:ext uri="{FF2B5EF4-FFF2-40B4-BE49-F238E27FC236}">
                <a16:creationId xmlns:a16="http://schemas.microsoft.com/office/drawing/2014/main" id="{69DE830F-F48B-DDC3-4AC8-190DF5D262D7}"/>
              </a:ext>
            </a:extLst>
          </p:cNvPr>
          <p:cNvSpPr>
            <a:spLocks noGrp="1"/>
          </p:cNvSpPr>
          <p:nvPr>
            <p:ph type="body" sz="quarter" idx="17"/>
          </p:nvPr>
        </p:nvSpPr>
        <p:spPr>
          <a:xfrm>
            <a:off x="571500" y="5879600"/>
            <a:ext cx="4699000" cy="406900"/>
          </a:xfrm>
        </p:spPr>
        <p:txBody>
          <a:bodyPr/>
          <a:lstStyle>
            <a:lvl1pPr marL="0" indent="0">
              <a:spcBef>
                <a:spcPts val="0"/>
              </a:spcBef>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6" name="Text Placeholder 30">
            <a:extLst>
              <a:ext uri="{FF2B5EF4-FFF2-40B4-BE49-F238E27FC236}">
                <a16:creationId xmlns:a16="http://schemas.microsoft.com/office/drawing/2014/main" id="{67610148-7BEF-2C77-A659-FE99E5E60F45}"/>
              </a:ext>
            </a:extLst>
          </p:cNvPr>
          <p:cNvSpPr>
            <a:spLocks noGrp="1"/>
          </p:cNvSpPr>
          <p:nvPr>
            <p:ph type="body" sz="quarter" idx="18"/>
          </p:nvPr>
        </p:nvSpPr>
        <p:spPr>
          <a:xfrm>
            <a:off x="6210434" y="2933700"/>
            <a:ext cx="5403684" cy="396296"/>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7" name="Text Placeholder 30">
            <a:extLst>
              <a:ext uri="{FF2B5EF4-FFF2-40B4-BE49-F238E27FC236}">
                <a16:creationId xmlns:a16="http://schemas.microsoft.com/office/drawing/2014/main" id="{4D7C565C-FB69-81FC-3387-FDBCEF8CF0DE}"/>
              </a:ext>
            </a:extLst>
          </p:cNvPr>
          <p:cNvSpPr>
            <a:spLocks noGrp="1"/>
          </p:cNvSpPr>
          <p:nvPr>
            <p:ph type="body" sz="quarter" idx="27" hasCustomPrompt="1"/>
          </p:nvPr>
        </p:nvSpPr>
        <p:spPr>
          <a:xfrm>
            <a:off x="6210434"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4" name="Text Placeholder 43">
            <a:extLst>
              <a:ext uri="{FF2B5EF4-FFF2-40B4-BE49-F238E27FC236}">
                <a16:creationId xmlns:a16="http://schemas.microsoft.com/office/drawing/2014/main" id="{A00253E8-F1B3-656B-7561-20CCCBA2FD17}"/>
              </a:ext>
            </a:extLst>
          </p:cNvPr>
          <p:cNvSpPr>
            <a:spLocks noGrp="1"/>
          </p:cNvSpPr>
          <p:nvPr>
            <p:ph type="body" sz="quarter" idx="24"/>
          </p:nvPr>
        </p:nvSpPr>
        <p:spPr>
          <a:xfrm>
            <a:off x="6198108"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8" name="Text Placeholder 30">
            <a:extLst>
              <a:ext uri="{FF2B5EF4-FFF2-40B4-BE49-F238E27FC236}">
                <a16:creationId xmlns:a16="http://schemas.microsoft.com/office/drawing/2014/main" id="{93C2E08B-E391-01B0-CF7F-5B9B9CD623CC}"/>
              </a:ext>
            </a:extLst>
          </p:cNvPr>
          <p:cNvSpPr>
            <a:spLocks noGrp="1"/>
          </p:cNvSpPr>
          <p:nvPr>
            <p:ph type="body" sz="quarter" idx="28" hasCustomPrompt="1"/>
          </p:nvPr>
        </p:nvSpPr>
        <p:spPr>
          <a:xfrm>
            <a:off x="8097350"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5" name="Text Placeholder 43">
            <a:extLst>
              <a:ext uri="{FF2B5EF4-FFF2-40B4-BE49-F238E27FC236}">
                <a16:creationId xmlns:a16="http://schemas.microsoft.com/office/drawing/2014/main" id="{C4A198CB-E184-6266-9D43-9BFE575CFEDF}"/>
              </a:ext>
            </a:extLst>
          </p:cNvPr>
          <p:cNvSpPr>
            <a:spLocks noGrp="1"/>
          </p:cNvSpPr>
          <p:nvPr>
            <p:ph type="body" sz="quarter" idx="25"/>
          </p:nvPr>
        </p:nvSpPr>
        <p:spPr>
          <a:xfrm>
            <a:off x="8097350"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49" name="Text Placeholder 30">
            <a:extLst>
              <a:ext uri="{FF2B5EF4-FFF2-40B4-BE49-F238E27FC236}">
                <a16:creationId xmlns:a16="http://schemas.microsoft.com/office/drawing/2014/main" id="{E8698B52-FB70-A72E-D78D-CA176B9E9274}"/>
              </a:ext>
            </a:extLst>
          </p:cNvPr>
          <p:cNvSpPr>
            <a:spLocks noGrp="1"/>
          </p:cNvSpPr>
          <p:nvPr>
            <p:ph type="body" sz="quarter" idx="29" hasCustomPrompt="1"/>
          </p:nvPr>
        </p:nvSpPr>
        <p:spPr>
          <a:xfrm>
            <a:off x="9996592" y="3570500"/>
            <a:ext cx="1556124" cy="506337"/>
          </a:xfrm>
        </p:spPr>
        <p:txBody>
          <a:bodyPr anchor="b"/>
          <a:lstStyle>
            <a:lvl1pPr marL="0" indent="0">
              <a:lnSpc>
                <a:spcPct val="90000"/>
              </a:lnSpc>
              <a:buNone/>
              <a:defRPr sz="3200" b="1">
                <a:solidFill>
                  <a:schemeClr val="accent1"/>
                </a:solidFill>
              </a:defRPr>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a:t>
            </a:r>
          </a:p>
        </p:txBody>
      </p:sp>
      <p:sp>
        <p:nvSpPr>
          <p:cNvPr id="46" name="Text Placeholder 43">
            <a:extLst>
              <a:ext uri="{FF2B5EF4-FFF2-40B4-BE49-F238E27FC236}">
                <a16:creationId xmlns:a16="http://schemas.microsoft.com/office/drawing/2014/main" id="{4915718C-0352-5306-2873-FA4B3CEC050D}"/>
              </a:ext>
            </a:extLst>
          </p:cNvPr>
          <p:cNvSpPr>
            <a:spLocks noGrp="1"/>
          </p:cNvSpPr>
          <p:nvPr>
            <p:ph type="body" sz="quarter" idx="26"/>
          </p:nvPr>
        </p:nvSpPr>
        <p:spPr>
          <a:xfrm>
            <a:off x="9996592" y="4052045"/>
            <a:ext cx="1568450" cy="409438"/>
          </a:xfrm>
        </p:spPr>
        <p:txBody>
          <a:bodyPr/>
          <a:lstStyle>
            <a:lvl1pPr marL="0" indent="0">
              <a:buNone/>
              <a:defRPr sz="1200"/>
            </a:lvl1pPr>
            <a:lvl2pPr marL="227012" indent="0">
              <a:buNone/>
              <a:defRPr sz="1100"/>
            </a:lvl2pPr>
            <a:lvl3pPr marL="460375" indent="0">
              <a:buNone/>
              <a:defRPr sz="800"/>
            </a:lvl3pPr>
            <a:lvl4pPr marL="625475" indent="0">
              <a:buNone/>
              <a:defRPr sz="800"/>
            </a:lvl4pPr>
            <a:lvl5pPr marL="798513" indent="0">
              <a:buNone/>
              <a:defRPr sz="800"/>
            </a:lvl5pPr>
          </a:lstStyle>
          <a:p>
            <a:pPr lvl="0"/>
            <a:r>
              <a:rPr lang="en-US"/>
              <a:t>Click to edit Master text styles</a:t>
            </a:r>
          </a:p>
        </p:txBody>
      </p:sp>
      <p:sp>
        <p:nvSpPr>
          <p:cNvPr id="37" name="Text Placeholder 30">
            <a:extLst>
              <a:ext uri="{FF2B5EF4-FFF2-40B4-BE49-F238E27FC236}">
                <a16:creationId xmlns:a16="http://schemas.microsoft.com/office/drawing/2014/main" id="{4A7A2D0C-59FF-6E64-7E59-CB2DD2E4E9EF}"/>
              </a:ext>
            </a:extLst>
          </p:cNvPr>
          <p:cNvSpPr>
            <a:spLocks noGrp="1"/>
          </p:cNvSpPr>
          <p:nvPr>
            <p:ph type="body" sz="quarter" idx="19"/>
          </p:nvPr>
        </p:nvSpPr>
        <p:spPr>
          <a:xfrm>
            <a:off x="6210434" y="4813737"/>
            <a:ext cx="3530600"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0" name="Text Placeholder 39">
            <a:extLst>
              <a:ext uri="{FF2B5EF4-FFF2-40B4-BE49-F238E27FC236}">
                <a16:creationId xmlns:a16="http://schemas.microsoft.com/office/drawing/2014/main" id="{0B704EC8-58FF-EF26-C73A-793CB6E991F7}"/>
              </a:ext>
            </a:extLst>
          </p:cNvPr>
          <p:cNvSpPr>
            <a:spLocks noGrp="1"/>
          </p:cNvSpPr>
          <p:nvPr>
            <p:ph type="body" sz="quarter" idx="21"/>
          </p:nvPr>
        </p:nvSpPr>
        <p:spPr>
          <a:xfrm>
            <a:off x="623411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41" name="Text Placeholder 39">
            <a:extLst>
              <a:ext uri="{FF2B5EF4-FFF2-40B4-BE49-F238E27FC236}">
                <a16:creationId xmlns:a16="http://schemas.microsoft.com/office/drawing/2014/main" id="{D8261159-5E0A-9E29-FB01-E298D1EB21F3}"/>
              </a:ext>
            </a:extLst>
          </p:cNvPr>
          <p:cNvSpPr>
            <a:spLocks noGrp="1"/>
          </p:cNvSpPr>
          <p:nvPr>
            <p:ph type="body" sz="quarter" idx="22"/>
          </p:nvPr>
        </p:nvSpPr>
        <p:spPr>
          <a:xfrm>
            <a:off x="8113573"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8" name="Text Placeholder 30">
            <a:extLst>
              <a:ext uri="{FF2B5EF4-FFF2-40B4-BE49-F238E27FC236}">
                <a16:creationId xmlns:a16="http://schemas.microsoft.com/office/drawing/2014/main" id="{92698414-2769-0F62-8C6D-677E45CC565E}"/>
              </a:ext>
            </a:extLst>
          </p:cNvPr>
          <p:cNvSpPr>
            <a:spLocks noGrp="1"/>
          </p:cNvSpPr>
          <p:nvPr>
            <p:ph type="body" sz="quarter" idx="20"/>
          </p:nvPr>
        </p:nvSpPr>
        <p:spPr>
          <a:xfrm>
            <a:off x="9996592" y="4813737"/>
            <a:ext cx="1632246" cy="291317"/>
          </a:xfrm>
        </p:spPr>
        <p:txBody>
          <a:bodyPr anchor="b"/>
          <a:lstStyle>
            <a:lvl1pPr marL="0" indent="0">
              <a:lnSpc>
                <a:spcPct val="90000"/>
              </a:lnSpc>
              <a:buNone/>
              <a:defRPr sz="1400" b="1"/>
            </a:lvl1pPr>
            <a:lvl2pPr marL="227012" indent="0">
              <a:buNone/>
              <a:defRPr sz="1400"/>
            </a:lvl2pPr>
            <a:lvl3pPr marL="460375" indent="0">
              <a:buNone/>
              <a:defRPr sz="1400"/>
            </a:lvl3pPr>
            <a:lvl4pPr marL="625475" indent="0">
              <a:buNone/>
              <a:defRPr sz="1400"/>
            </a:lvl4pPr>
            <a:lvl5pPr marL="798513" indent="0">
              <a:buNone/>
              <a:defRPr sz="1400"/>
            </a:lvl5pPr>
          </a:lstStyle>
          <a:p>
            <a:pPr lvl="0"/>
            <a:r>
              <a:rPr lang="en-US"/>
              <a:t>Click to edit Master text styles</a:t>
            </a:r>
          </a:p>
        </p:txBody>
      </p:sp>
      <p:sp>
        <p:nvSpPr>
          <p:cNvPr id="42" name="Text Placeholder 39">
            <a:extLst>
              <a:ext uri="{FF2B5EF4-FFF2-40B4-BE49-F238E27FC236}">
                <a16:creationId xmlns:a16="http://schemas.microsoft.com/office/drawing/2014/main" id="{0DB1A218-C29A-46F6-7AF4-00BDBD1315B6}"/>
              </a:ext>
            </a:extLst>
          </p:cNvPr>
          <p:cNvSpPr>
            <a:spLocks noGrp="1"/>
          </p:cNvSpPr>
          <p:nvPr>
            <p:ph type="body" sz="quarter" idx="23"/>
          </p:nvPr>
        </p:nvSpPr>
        <p:spPr>
          <a:xfrm>
            <a:off x="9996592" y="5436843"/>
            <a:ext cx="1622425" cy="849657"/>
          </a:xfrm>
        </p:spPr>
        <p:txBody>
          <a:bodyPr/>
          <a:lstStyle>
            <a:lvl1pPr>
              <a:defRPr sz="1200"/>
            </a:lvl1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Footer Placeholder 2">
            <a:extLst>
              <a:ext uri="{FF2B5EF4-FFF2-40B4-BE49-F238E27FC236}">
                <a16:creationId xmlns:a16="http://schemas.microsoft.com/office/drawing/2014/main" id="{AE8E4323-CFF6-B391-006E-9EF76EE21BDA}"/>
              </a:ext>
              <a:ext uri="{C183D7F6-B498-43B3-948B-1728B52AA6E4}">
                <adec:decorative xmlns:adec="http://schemas.microsoft.com/office/drawing/2017/decorative" val="1"/>
              </a:ext>
            </a:extLst>
          </p:cNvPr>
          <p:cNvSpPr>
            <a:spLocks noGrp="1"/>
          </p:cNvSpPr>
          <p:nvPr>
            <p:ph type="ftr" sz="quarter" idx="10"/>
          </p:nvPr>
        </p:nvSpPr>
        <p:spPr>
          <a:xfrm>
            <a:off x="1645217" y="6503670"/>
            <a:ext cx="3566160" cy="137160"/>
          </a:xfrm>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B6B0CE59-FD96-EE8E-27DA-A04146B442BF}"/>
              </a:ext>
              <a:ext uri="{C183D7F6-B498-43B3-948B-1728B52AA6E4}">
                <adec:decorative xmlns:adec="http://schemas.microsoft.com/office/drawing/2017/decorative" val="1"/>
              </a:ext>
            </a:extLst>
          </p:cNvPr>
          <p:cNvSpPr>
            <a:spLocks noGrp="1"/>
          </p:cNvSpPr>
          <p:nvPr>
            <p:ph type="dt" sz="half" idx="11"/>
          </p:nvPr>
        </p:nvSpPr>
        <p:spPr/>
        <p:txBody>
          <a:bodyPr/>
          <a:lstStyle/>
          <a:p>
            <a:fld id="{EDCB7403-3BEC-41FB-8685-4356821C5A54}" type="datetimeyyyy">
              <a:rPr lang="en-US" smtClean="0"/>
              <a:t>2026</a:t>
            </a:fld>
            <a:endParaRPr lang="en-US"/>
          </a:p>
        </p:txBody>
      </p:sp>
      <p:sp>
        <p:nvSpPr>
          <p:cNvPr id="5" name="Slide Number Placeholder 4">
            <a:extLst>
              <a:ext uri="{FF2B5EF4-FFF2-40B4-BE49-F238E27FC236}">
                <a16:creationId xmlns:a16="http://schemas.microsoft.com/office/drawing/2014/main" id="{39ED4119-12F7-B9E8-8CF0-BABCFDC20026}"/>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30305807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ient Story 2">
    <p:spTree>
      <p:nvGrpSpPr>
        <p:cNvPr id="1" name=""/>
        <p:cNvGrpSpPr/>
        <p:nvPr/>
      </p:nvGrpSpPr>
      <p:grpSpPr>
        <a:xfrm>
          <a:off x="0" y="0"/>
          <a:ext cx="0" cy="0"/>
          <a:chOff x="0" y="0"/>
          <a:chExt cx="0" cy="0"/>
        </a:xfrm>
      </p:grpSpPr>
      <p:sp>
        <p:nvSpPr>
          <p:cNvPr id="24" name="Picture Placeholder 25">
            <a:extLst>
              <a:ext uri="{FF2B5EF4-FFF2-40B4-BE49-F238E27FC236}">
                <a16:creationId xmlns:a16="http://schemas.microsoft.com/office/drawing/2014/main" id="{F59290A7-70C3-BCB6-9242-671EA21CA209}"/>
              </a:ext>
              <a:ext uri="{C183D7F6-B498-43B3-948B-1728B52AA6E4}">
                <adec:decorative xmlns:adec="http://schemas.microsoft.com/office/drawing/2017/decorative" val="1"/>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25" name="Title 1">
            <a:extLst>
              <a:ext uri="{FF2B5EF4-FFF2-40B4-BE49-F238E27FC236}">
                <a16:creationId xmlns:a16="http://schemas.microsoft.com/office/drawing/2014/main" id="{6BFB49F6-16B3-E139-059A-7C11BD17D22E}"/>
              </a:ext>
            </a:extLst>
          </p:cNvPr>
          <p:cNvSpPr>
            <a:spLocks noGrp="1"/>
          </p:cNvSpPr>
          <p:nvPr>
            <p:ph type="title"/>
          </p:nvPr>
        </p:nvSpPr>
        <p:spPr>
          <a:xfrm>
            <a:off x="571499" y="1231650"/>
            <a:ext cx="7285037" cy="837180"/>
          </a:xfrm>
        </p:spPr>
        <p:txBody>
          <a:bodyPr/>
          <a:lstStyle/>
          <a:p>
            <a:r>
              <a:rPr lang="en-US"/>
              <a:t>Click to edit Master title style</a:t>
            </a:r>
          </a:p>
        </p:txBody>
      </p:sp>
      <p:sp>
        <p:nvSpPr>
          <p:cNvPr id="21" name="Text Placeholder 11">
            <a:extLst>
              <a:ext uri="{FF2B5EF4-FFF2-40B4-BE49-F238E27FC236}">
                <a16:creationId xmlns:a16="http://schemas.microsoft.com/office/drawing/2014/main" id="{18AE4E22-5B33-79E7-C09D-EBD831947CE2}"/>
              </a:ext>
            </a:extLst>
          </p:cNvPr>
          <p:cNvSpPr>
            <a:spLocks noGrp="1"/>
          </p:cNvSpPr>
          <p:nvPr>
            <p:ph type="body" sz="quarter" idx="36"/>
          </p:nvPr>
        </p:nvSpPr>
        <p:spPr>
          <a:xfrm>
            <a:off x="571500" y="2286000"/>
            <a:ext cx="7289800" cy="457200"/>
          </a:xfrm>
        </p:spPr>
        <p:txBody>
          <a:bodyPr/>
          <a:lstStyle>
            <a:lvl1pPr marL="0" indent="0">
              <a:lnSpc>
                <a:spcPct val="90000"/>
              </a:lnSpc>
              <a:buNone/>
              <a:defRPr sz="22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26" name="Text Placeholder 44">
            <a:extLst>
              <a:ext uri="{FF2B5EF4-FFF2-40B4-BE49-F238E27FC236}">
                <a16:creationId xmlns:a16="http://schemas.microsoft.com/office/drawing/2014/main" id="{73BC812E-69B3-4089-6A8B-56A5EEB81FA4}"/>
              </a:ext>
            </a:extLst>
          </p:cNvPr>
          <p:cNvSpPr>
            <a:spLocks noGrp="1"/>
          </p:cNvSpPr>
          <p:nvPr>
            <p:ph type="body" sz="quarter" idx="23"/>
          </p:nvPr>
        </p:nvSpPr>
        <p:spPr>
          <a:xfrm>
            <a:off x="571497" y="2933700"/>
            <a:ext cx="2580469" cy="2728729"/>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34">
            <a:extLst>
              <a:ext uri="{FF2B5EF4-FFF2-40B4-BE49-F238E27FC236}">
                <a16:creationId xmlns:a16="http://schemas.microsoft.com/office/drawing/2014/main" id="{94E6D2A2-8162-13F6-769C-E5F56A7809D2}"/>
              </a:ext>
            </a:extLst>
          </p:cNvPr>
          <p:cNvSpPr>
            <a:spLocks noGrp="1"/>
          </p:cNvSpPr>
          <p:nvPr>
            <p:ph type="body" sz="quarter" idx="17"/>
          </p:nvPr>
        </p:nvSpPr>
        <p:spPr>
          <a:xfrm>
            <a:off x="571499" y="5879600"/>
            <a:ext cx="2580467"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7" name="Text Placeholder 34">
            <a:extLst>
              <a:ext uri="{FF2B5EF4-FFF2-40B4-BE49-F238E27FC236}">
                <a16:creationId xmlns:a16="http://schemas.microsoft.com/office/drawing/2014/main" id="{ACDD6796-4F48-7418-E2AA-C8C07F1A1401}"/>
              </a:ext>
            </a:extLst>
          </p:cNvPr>
          <p:cNvSpPr>
            <a:spLocks noGrp="1"/>
          </p:cNvSpPr>
          <p:nvPr>
            <p:ph type="body" sz="quarter" idx="30" hasCustomPrompt="1"/>
          </p:nvPr>
        </p:nvSpPr>
        <p:spPr>
          <a:xfrm>
            <a:off x="3390898" y="4120154"/>
            <a:ext cx="1651002"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Client</a:t>
            </a:r>
          </a:p>
        </p:txBody>
      </p:sp>
      <p:sp>
        <p:nvSpPr>
          <p:cNvPr id="42" name="Text Placeholder 44">
            <a:extLst>
              <a:ext uri="{FF2B5EF4-FFF2-40B4-BE49-F238E27FC236}">
                <a16:creationId xmlns:a16="http://schemas.microsoft.com/office/drawing/2014/main" id="{3C51105F-338A-E1AF-3049-2AFD1F66BBF5}"/>
              </a:ext>
            </a:extLst>
          </p:cNvPr>
          <p:cNvSpPr>
            <a:spLocks noGrp="1"/>
          </p:cNvSpPr>
          <p:nvPr>
            <p:ph type="body" sz="quarter" idx="33"/>
          </p:nvPr>
        </p:nvSpPr>
        <p:spPr>
          <a:xfrm>
            <a:off x="3390900" y="4475720"/>
            <a:ext cx="1651000"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Text Placeholder 34">
            <a:extLst>
              <a:ext uri="{FF2B5EF4-FFF2-40B4-BE49-F238E27FC236}">
                <a16:creationId xmlns:a16="http://schemas.microsoft.com/office/drawing/2014/main" id="{E07C5E31-361F-AAF7-02FF-F08D52AB59C5}"/>
              </a:ext>
            </a:extLst>
          </p:cNvPr>
          <p:cNvSpPr>
            <a:spLocks noGrp="1"/>
          </p:cNvSpPr>
          <p:nvPr>
            <p:ph type="body" sz="quarter" idx="31" hasCustomPrompt="1"/>
          </p:nvPr>
        </p:nvSpPr>
        <p:spPr>
          <a:xfrm>
            <a:off x="5280833" y="4120154"/>
            <a:ext cx="1640665"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Solutions</a:t>
            </a:r>
          </a:p>
        </p:txBody>
      </p:sp>
      <p:sp>
        <p:nvSpPr>
          <p:cNvPr id="43" name="Text Placeholder 44">
            <a:extLst>
              <a:ext uri="{FF2B5EF4-FFF2-40B4-BE49-F238E27FC236}">
                <a16:creationId xmlns:a16="http://schemas.microsoft.com/office/drawing/2014/main" id="{1D47B2D7-00E0-B307-8968-8B1BBB9A731A}"/>
              </a:ext>
            </a:extLst>
          </p:cNvPr>
          <p:cNvSpPr>
            <a:spLocks noGrp="1"/>
          </p:cNvSpPr>
          <p:nvPr>
            <p:ph type="body" sz="quarter" idx="34"/>
          </p:nvPr>
        </p:nvSpPr>
        <p:spPr>
          <a:xfrm>
            <a:off x="5280833" y="4475720"/>
            <a:ext cx="1640665"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1" name="Text Placeholder 34">
            <a:extLst>
              <a:ext uri="{FF2B5EF4-FFF2-40B4-BE49-F238E27FC236}">
                <a16:creationId xmlns:a16="http://schemas.microsoft.com/office/drawing/2014/main" id="{6F11AF7D-BDD0-BFDF-381B-A735A532C03F}"/>
              </a:ext>
            </a:extLst>
          </p:cNvPr>
          <p:cNvSpPr>
            <a:spLocks noGrp="1"/>
          </p:cNvSpPr>
          <p:nvPr>
            <p:ph type="body" sz="quarter" idx="32" hasCustomPrompt="1"/>
          </p:nvPr>
        </p:nvSpPr>
        <p:spPr>
          <a:xfrm>
            <a:off x="7160431" y="4120154"/>
            <a:ext cx="929469"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Platforms</a:t>
            </a:r>
          </a:p>
        </p:txBody>
      </p:sp>
      <p:sp>
        <p:nvSpPr>
          <p:cNvPr id="44" name="Text Placeholder 44">
            <a:extLst>
              <a:ext uri="{FF2B5EF4-FFF2-40B4-BE49-F238E27FC236}">
                <a16:creationId xmlns:a16="http://schemas.microsoft.com/office/drawing/2014/main" id="{2ECA239D-3E9B-FCA2-9CB4-5381EB0158C4}"/>
              </a:ext>
            </a:extLst>
          </p:cNvPr>
          <p:cNvSpPr>
            <a:spLocks noGrp="1"/>
          </p:cNvSpPr>
          <p:nvPr>
            <p:ph type="body" sz="quarter" idx="35"/>
          </p:nvPr>
        </p:nvSpPr>
        <p:spPr>
          <a:xfrm>
            <a:off x="7160431" y="4475720"/>
            <a:ext cx="929469" cy="1810780"/>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p:txBody>
      </p:sp>
      <p:sp>
        <p:nvSpPr>
          <p:cNvPr id="29" name="Picture Placeholder 28">
            <a:extLst>
              <a:ext uri="{FF2B5EF4-FFF2-40B4-BE49-F238E27FC236}">
                <a16:creationId xmlns:a16="http://schemas.microsoft.com/office/drawing/2014/main" id="{B9BF247E-8504-5753-EE74-89AEB4906F9D}"/>
              </a:ext>
              <a:ext uri="{C183D7F6-B498-43B3-948B-1728B52AA6E4}">
                <adec:decorative xmlns:adec="http://schemas.microsoft.com/office/drawing/2017/decorative" val="0"/>
              </a:ext>
            </a:extLst>
          </p:cNvPr>
          <p:cNvSpPr>
            <a:spLocks noGrp="1"/>
          </p:cNvSpPr>
          <p:nvPr>
            <p:ph type="pic" sz="quarter" idx="24"/>
          </p:nvPr>
        </p:nvSpPr>
        <p:spPr>
          <a:xfrm>
            <a:off x="9029700" y="0"/>
            <a:ext cx="3162300" cy="6858000"/>
          </a:xfrm>
          <a:custGeom>
            <a:avLst/>
            <a:gdLst>
              <a:gd name="connsiteX0" fmla="*/ 727770 w 3162300"/>
              <a:gd name="connsiteY0" fmla="*/ 0 h 6858000"/>
              <a:gd name="connsiteX1" fmla="*/ 3162300 w 3162300"/>
              <a:gd name="connsiteY1" fmla="*/ 0 h 6858000"/>
              <a:gd name="connsiteX2" fmla="*/ 3162300 w 3162300"/>
              <a:gd name="connsiteY2" fmla="*/ 6858000 h 6858000"/>
              <a:gd name="connsiteX3" fmla="*/ 0 w 3162300"/>
              <a:gd name="connsiteY3" fmla="*/ 6858000 h 6858000"/>
              <a:gd name="connsiteX4" fmla="*/ 0 w 3162300"/>
              <a:gd name="connsiteY4" fmla="*/ 727733 h 6858000"/>
              <a:gd name="connsiteX5" fmla="*/ 3755 w 3162300"/>
              <a:gd name="connsiteY5" fmla="*/ 653362 h 6858000"/>
              <a:gd name="connsiteX6" fmla="*/ 727770 w 3162300"/>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62300" h="6858000">
                <a:moveTo>
                  <a:pt x="727770" y="0"/>
                </a:moveTo>
                <a:lnTo>
                  <a:pt x="3162300" y="0"/>
                </a:lnTo>
                <a:lnTo>
                  <a:pt x="3162300" y="6858000"/>
                </a:lnTo>
                <a:lnTo>
                  <a:pt x="0" y="6858000"/>
                </a:lnTo>
                <a:lnTo>
                  <a:pt x="0" y="727733"/>
                </a:lnTo>
                <a:lnTo>
                  <a:pt x="3755" y="653362"/>
                </a:lnTo>
                <a:cubicBezTo>
                  <a:pt x="41025" y="286379"/>
                  <a:pt x="350954" y="0"/>
                  <a:pt x="727770" y="0"/>
                </a:cubicBezTo>
                <a:close/>
              </a:path>
            </a:pathLst>
          </a:custGeom>
        </p:spPr>
        <p:txBody>
          <a:bodyPr wrap="square">
            <a:noAutofit/>
          </a:bodyPr>
          <a:lstStyle>
            <a:lvl1pPr marL="0" indent="0" algn="r">
              <a:buNone/>
              <a:defRPr/>
            </a:lvl1pPr>
          </a:lstStyle>
          <a:p>
            <a:r>
              <a:rPr lang="en-US"/>
              <a:t>Click icon to add picture</a:t>
            </a:r>
          </a:p>
        </p:txBody>
      </p:sp>
      <p:sp>
        <p:nvSpPr>
          <p:cNvPr id="3" name="Footer Placeholder 2">
            <a:extLst>
              <a:ext uri="{FF2B5EF4-FFF2-40B4-BE49-F238E27FC236}">
                <a16:creationId xmlns:a16="http://schemas.microsoft.com/office/drawing/2014/main" id="{30036C98-D224-33A5-CA57-A6B814AF24EC}"/>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7D98ABE0-084B-6499-BF82-44BC2D53157A}"/>
              </a:ext>
              <a:ext uri="{C183D7F6-B498-43B3-948B-1728B52AA6E4}">
                <adec:decorative xmlns:adec="http://schemas.microsoft.com/office/drawing/2017/decorative" val="1"/>
              </a:ext>
            </a:extLst>
          </p:cNvPr>
          <p:cNvSpPr>
            <a:spLocks noGrp="1"/>
          </p:cNvSpPr>
          <p:nvPr>
            <p:ph type="dt" sz="half" idx="11"/>
          </p:nvPr>
        </p:nvSpPr>
        <p:spPr/>
        <p:txBody>
          <a:bodyPr/>
          <a:lstStyle/>
          <a:p>
            <a:fld id="{00B13694-B473-4F5E-AED6-34957C909A7E}" type="datetimeyyyy">
              <a:rPr lang="en-US" smtClean="0"/>
              <a:t>2026</a:t>
            </a:fld>
            <a:endParaRPr lang="en-US"/>
          </a:p>
        </p:txBody>
      </p:sp>
      <p:sp>
        <p:nvSpPr>
          <p:cNvPr id="5" name="Slide Number Placeholder 4">
            <a:extLst>
              <a:ext uri="{FF2B5EF4-FFF2-40B4-BE49-F238E27FC236}">
                <a16:creationId xmlns:a16="http://schemas.microsoft.com/office/drawing/2014/main" id="{A6DCA947-6913-4ED0-3265-B85B85E39F5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11700337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lient Story 3">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C9CB0EF8-9739-A055-6227-C4FEE56D4D34}"/>
              </a:ext>
              <a:ext uri="{C183D7F6-B498-43B3-948B-1728B52AA6E4}">
                <adec:decorative xmlns:adec="http://schemas.microsoft.com/office/drawing/2017/decorative" val="1"/>
              </a:ext>
            </a:extLst>
          </p:cNvPr>
          <p:cNvCxnSpPr>
            <a:cxnSpLocks/>
          </p:cNvCxnSpPr>
          <p:nvPr userDrawn="1"/>
        </p:nvCxnSpPr>
        <p:spPr>
          <a:xfrm>
            <a:off x="8108325"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A7D55FC2-FC25-1311-881D-EDCDC483EDA3}"/>
              </a:ext>
              <a:ext uri="{C183D7F6-B498-43B3-948B-1728B52AA6E4}">
                <adec:decorative xmlns:adec="http://schemas.microsoft.com/office/drawing/2017/decorative" val="1"/>
              </a:ext>
            </a:extLst>
          </p:cNvPr>
          <p:cNvCxnSpPr>
            <a:cxnSpLocks/>
          </p:cNvCxnSpPr>
          <p:nvPr userDrawn="1"/>
        </p:nvCxnSpPr>
        <p:spPr>
          <a:xfrm>
            <a:off x="435210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7E696873-FEE2-1010-2D15-2DBB91737768}"/>
              </a:ext>
              <a:ext uri="{C183D7F6-B498-43B3-948B-1728B52AA6E4}">
                <adec:decorative xmlns:adec="http://schemas.microsoft.com/office/drawing/2017/decorative" val="1"/>
              </a:ext>
            </a:extLst>
          </p:cNvPr>
          <p:cNvCxnSpPr>
            <a:cxnSpLocks/>
          </p:cNvCxnSpPr>
          <p:nvPr userDrawn="1"/>
        </p:nvCxnSpPr>
        <p:spPr>
          <a:xfrm>
            <a:off x="566117"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D2A5FE9-2E1A-216D-06E0-296FEF7A788B}"/>
              </a:ext>
              <a:ext uri="{C183D7F6-B498-43B3-948B-1728B52AA6E4}">
                <adec:decorative xmlns:adec="http://schemas.microsoft.com/office/drawing/2017/decorative" val="1"/>
              </a:ext>
            </a:extLst>
          </p:cNvPr>
          <p:cNvCxnSpPr>
            <a:cxnSpLocks/>
          </p:cNvCxnSpPr>
          <p:nvPr userDrawn="1"/>
        </p:nvCxnSpPr>
        <p:spPr>
          <a:xfrm>
            <a:off x="566114" y="3247404"/>
            <a:ext cx="2819400" cy="0"/>
          </a:xfrm>
          <a:prstGeom prst="line">
            <a:avLst/>
          </a:prstGeom>
          <a:ln w="9525" cap="flat">
            <a:solidFill>
              <a:schemeClr val="bg2"/>
            </a:solidFill>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29" name="Picture Placeholder 25">
            <a:extLst>
              <a:ext uri="{FF2B5EF4-FFF2-40B4-BE49-F238E27FC236}">
                <a16:creationId xmlns:a16="http://schemas.microsoft.com/office/drawing/2014/main" id="{F5297918-2D87-A118-7987-B9798671E86E}"/>
              </a:ext>
              <a:ext uri="{C183D7F6-B498-43B3-948B-1728B52AA6E4}">
                <adec:decorative xmlns:adec="http://schemas.microsoft.com/office/drawing/2017/decorative" val="0"/>
              </a:ext>
            </a:extLst>
          </p:cNvPr>
          <p:cNvSpPr>
            <a:spLocks noGrp="1"/>
          </p:cNvSpPr>
          <p:nvPr>
            <p:ph type="pic" sz="quarter" idx="13" hasCustomPrompt="1"/>
          </p:nvPr>
        </p:nvSpPr>
        <p:spPr>
          <a:xfrm>
            <a:off x="571499" y="571500"/>
            <a:ext cx="2590801" cy="361950"/>
          </a:xfrm>
        </p:spPr>
        <p:txBody>
          <a:bodyPr/>
          <a:lstStyle>
            <a:lvl1pPr marL="0" indent="0">
              <a:buNone/>
              <a:defRPr sz="1000" b="1"/>
            </a:lvl1pPr>
          </a:lstStyle>
          <a:p>
            <a:r>
              <a:rPr lang="en-US"/>
              <a:t>Click icon to insert client logo</a:t>
            </a:r>
          </a:p>
        </p:txBody>
      </p:sp>
      <p:sp>
        <p:nvSpPr>
          <p:cNvPr id="31" name="Picture Placeholder 28">
            <a:extLst>
              <a:ext uri="{FF2B5EF4-FFF2-40B4-BE49-F238E27FC236}">
                <a16:creationId xmlns:a16="http://schemas.microsoft.com/office/drawing/2014/main" id="{13B4D4E1-343E-CB7D-C5C7-EF29CD8A7C89}"/>
              </a:ext>
              <a:ext uri="{C183D7F6-B498-43B3-948B-1728B52AA6E4}">
                <adec:decorative xmlns:adec="http://schemas.microsoft.com/office/drawing/2017/decorative" val="0"/>
              </a:ext>
            </a:extLst>
          </p:cNvPr>
          <p:cNvSpPr>
            <a:spLocks noGrp="1"/>
          </p:cNvSpPr>
          <p:nvPr>
            <p:ph type="pic" sz="quarter" idx="14"/>
          </p:nvPr>
        </p:nvSpPr>
        <p:spPr>
          <a:xfrm>
            <a:off x="6234818" y="583692"/>
            <a:ext cx="5403684" cy="1489882"/>
          </a:xfrm>
          <a:custGeom>
            <a:avLst/>
            <a:gdLst>
              <a:gd name="connsiteX0" fmla="*/ 0 w 5403684"/>
              <a:gd name="connsiteY0" fmla="*/ 0 h 1572608"/>
              <a:gd name="connsiteX1" fmla="*/ 5141577 w 5403684"/>
              <a:gd name="connsiteY1" fmla="*/ 0 h 1572608"/>
              <a:gd name="connsiteX2" fmla="*/ 5403684 w 5403684"/>
              <a:gd name="connsiteY2" fmla="*/ 262107 h 1572608"/>
              <a:gd name="connsiteX3" fmla="*/ 5403684 w 5403684"/>
              <a:gd name="connsiteY3" fmla="*/ 1572608 h 1572608"/>
              <a:gd name="connsiteX4" fmla="*/ 0 w 5403684"/>
              <a:gd name="connsiteY4" fmla="*/ 1572608 h 15726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03684" h="1572608">
                <a:moveTo>
                  <a:pt x="0" y="0"/>
                </a:moveTo>
                <a:lnTo>
                  <a:pt x="5141577" y="0"/>
                </a:lnTo>
                <a:cubicBezTo>
                  <a:pt x="5286335" y="0"/>
                  <a:pt x="5403684" y="117349"/>
                  <a:pt x="5403684" y="262107"/>
                </a:cubicBezTo>
                <a:lnTo>
                  <a:pt x="5403684" y="1572608"/>
                </a:lnTo>
                <a:lnTo>
                  <a:pt x="0" y="1572608"/>
                </a:lnTo>
                <a:close/>
              </a:path>
            </a:pathLst>
          </a:custGeom>
        </p:spPr>
        <p:txBody>
          <a:bodyPr wrap="square">
            <a:noAutofit/>
          </a:bodyPr>
          <a:lstStyle>
            <a:lvl1pPr marL="0" indent="0">
              <a:buNone/>
              <a:defRPr sz="1400"/>
            </a:lvl1pPr>
          </a:lstStyle>
          <a:p>
            <a:r>
              <a:rPr lang="en-US"/>
              <a:t>Click icon to add picture</a:t>
            </a:r>
          </a:p>
        </p:txBody>
      </p:sp>
      <p:sp>
        <p:nvSpPr>
          <p:cNvPr id="30" name="Title 1">
            <a:extLst>
              <a:ext uri="{FF2B5EF4-FFF2-40B4-BE49-F238E27FC236}">
                <a16:creationId xmlns:a16="http://schemas.microsoft.com/office/drawing/2014/main" id="{F52ABCF0-0F8D-82C1-53AA-ED3504C63710}"/>
              </a:ext>
            </a:extLst>
          </p:cNvPr>
          <p:cNvSpPr>
            <a:spLocks noGrp="1"/>
          </p:cNvSpPr>
          <p:nvPr>
            <p:ph type="title"/>
          </p:nvPr>
        </p:nvSpPr>
        <p:spPr>
          <a:xfrm>
            <a:off x="571499" y="1232328"/>
            <a:ext cx="4699001" cy="841248"/>
          </a:xfrm>
        </p:spPr>
        <p:txBody>
          <a:bodyPr/>
          <a:lstStyle/>
          <a:p>
            <a:r>
              <a:rPr lang="en-US"/>
              <a:t>Click to edit Master title style</a:t>
            </a:r>
          </a:p>
        </p:txBody>
      </p:sp>
      <p:sp>
        <p:nvSpPr>
          <p:cNvPr id="40" name="Text Placeholder 11">
            <a:extLst>
              <a:ext uri="{FF2B5EF4-FFF2-40B4-BE49-F238E27FC236}">
                <a16:creationId xmlns:a16="http://schemas.microsoft.com/office/drawing/2014/main" id="{DD7FD1ED-F16A-B697-16F7-D41D3060C301}"/>
              </a:ext>
            </a:extLst>
          </p:cNvPr>
          <p:cNvSpPr>
            <a:spLocks noGrp="1"/>
          </p:cNvSpPr>
          <p:nvPr>
            <p:ph type="body" sz="quarter" idx="35"/>
          </p:nvPr>
        </p:nvSpPr>
        <p:spPr>
          <a:xfrm>
            <a:off x="571500" y="2286000"/>
            <a:ext cx="4699000" cy="457200"/>
          </a:xfrm>
        </p:spPr>
        <p:txBody>
          <a:bodyPr/>
          <a:lstStyle>
            <a:lvl1pPr marL="0" indent="0">
              <a:lnSpc>
                <a:spcPct val="90000"/>
              </a:lnSpc>
              <a:buNone/>
              <a:defRPr sz="1400"/>
            </a:lvl1pPr>
            <a:lvl2pPr marL="227012" indent="0">
              <a:buNone/>
              <a:defRPr/>
            </a:lvl2pPr>
            <a:lvl3pPr marL="460375" indent="0">
              <a:buNone/>
              <a:defRPr/>
            </a:lvl3pPr>
            <a:lvl4pPr marL="625475" indent="0">
              <a:buNone/>
              <a:defRPr/>
            </a:lvl4pPr>
            <a:lvl5pPr marL="798513" indent="0">
              <a:buNone/>
              <a:defRPr/>
            </a:lvl5pPr>
          </a:lstStyle>
          <a:p>
            <a:pPr lvl="0"/>
            <a:r>
              <a:rPr lang="en-US"/>
              <a:t>Click to edit Master text styles</a:t>
            </a:r>
          </a:p>
        </p:txBody>
      </p:sp>
      <p:sp>
        <p:nvSpPr>
          <p:cNvPr id="32" name="Text Placeholder 34">
            <a:extLst>
              <a:ext uri="{FF2B5EF4-FFF2-40B4-BE49-F238E27FC236}">
                <a16:creationId xmlns:a16="http://schemas.microsoft.com/office/drawing/2014/main" id="{4E47228C-5915-0FE3-0377-2D713CBC7338}"/>
              </a:ext>
            </a:extLst>
          </p:cNvPr>
          <p:cNvSpPr>
            <a:spLocks noGrp="1"/>
          </p:cNvSpPr>
          <p:nvPr>
            <p:ph type="body" sz="quarter" idx="30" hasCustomPrompt="1"/>
          </p:nvPr>
        </p:nvSpPr>
        <p:spPr>
          <a:xfrm>
            <a:off x="571500"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Why</a:t>
            </a:r>
          </a:p>
        </p:txBody>
      </p:sp>
      <p:sp>
        <p:nvSpPr>
          <p:cNvPr id="35" name="Text Placeholder 44">
            <a:extLst>
              <a:ext uri="{FF2B5EF4-FFF2-40B4-BE49-F238E27FC236}">
                <a16:creationId xmlns:a16="http://schemas.microsoft.com/office/drawing/2014/main" id="{625A3377-53FB-6855-BDCA-183857C094D6}"/>
              </a:ext>
            </a:extLst>
          </p:cNvPr>
          <p:cNvSpPr>
            <a:spLocks noGrp="1"/>
          </p:cNvSpPr>
          <p:nvPr>
            <p:ph type="body" sz="quarter" idx="23"/>
          </p:nvPr>
        </p:nvSpPr>
        <p:spPr>
          <a:xfrm>
            <a:off x="571497" y="3329837"/>
            <a:ext cx="2814017" cy="2332591"/>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Text Placeholder 34">
            <a:extLst>
              <a:ext uri="{FF2B5EF4-FFF2-40B4-BE49-F238E27FC236}">
                <a16:creationId xmlns:a16="http://schemas.microsoft.com/office/drawing/2014/main" id="{DCFEDDC6-F8EC-0D1A-7A95-4857D03A9E6C}"/>
              </a:ext>
            </a:extLst>
          </p:cNvPr>
          <p:cNvSpPr>
            <a:spLocks noGrp="1"/>
          </p:cNvSpPr>
          <p:nvPr>
            <p:ph type="body" sz="quarter" idx="31" hasCustomPrompt="1"/>
          </p:nvPr>
        </p:nvSpPr>
        <p:spPr>
          <a:xfrm>
            <a:off x="4337317"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What</a:t>
            </a:r>
          </a:p>
        </p:txBody>
      </p:sp>
      <p:sp>
        <p:nvSpPr>
          <p:cNvPr id="37" name="Text Placeholder 44">
            <a:extLst>
              <a:ext uri="{FF2B5EF4-FFF2-40B4-BE49-F238E27FC236}">
                <a16:creationId xmlns:a16="http://schemas.microsoft.com/office/drawing/2014/main" id="{95D00069-6290-0029-DA84-7D4F4C201387}"/>
              </a:ext>
            </a:extLst>
          </p:cNvPr>
          <p:cNvSpPr>
            <a:spLocks noGrp="1"/>
          </p:cNvSpPr>
          <p:nvPr>
            <p:ph type="body" sz="quarter" idx="33"/>
          </p:nvPr>
        </p:nvSpPr>
        <p:spPr>
          <a:xfrm>
            <a:off x="4337317"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Text Placeholder 34">
            <a:extLst>
              <a:ext uri="{FF2B5EF4-FFF2-40B4-BE49-F238E27FC236}">
                <a16:creationId xmlns:a16="http://schemas.microsoft.com/office/drawing/2014/main" id="{99E42E70-6B26-F41D-4C4C-973CF011A7CD}"/>
              </a:ext>
            </a:extLst>
          </p:cNvPr>
          <p:cNvSpPr>
            <a:spLocks noGrp="1"/>
          </p:cNvSpPr>
          <p:nvPr>
            <p:ph type="body" sz="quarter" idx="32" hasCustomPrompt="1"/>
          </p:nvPr>
        </p:nvSpPr>
        <p:spPr>
          <a:xfrm>
            <a:off x="8098994" y="2955624"/>
            <a:ext cx="2814017" cy="195539"/>
          </a:xfrm>
        </p:spPr>
        <p:txBody>
          <a:bodyPr anchor="b"/>
          <a:lstStyle>
            <a:lvl1pPr marL="0" indent="0">
              <a:lnSpc>
                <a:spcPct val="100000"/>
              </a:lnSpc>
              <a:buNone/>
              <a:defRPr sz="1000" b="1"/>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Wow</a:t>
            </a:r>
          </a:p>
        </p:txBody>
      </p:sp>
      <p:sp>
        <p:nvSpPr>
          <p:cNvPr id="38" name="Text Placeholder 44">
            <a:extLst>
              <a:ext uri="{FF2B5EF4-FFF2-40B4-BE49-F238E27FC236}">
                <a16:creationId xmlns:a16="http://schemas.microsoft.com/office/drawing/2014/main" id="{5F1C306B-6778-A862-057F-A596F5708323}"/>
              </a:ext>
            </a:extLst>
          </p:cNvPr>
          <p:cNvSpPr>
            <a:spLocks noGrp="1"/>
          </p:cNvSpPr>
          <p:nvPr>
            <p:ph type="body" sz="quarter" idx="34"/>
          </p:nvPr>
        </p:nvSpPr>
        <p:spPr>
          <a:xfrm>
            <a:off x="8098994" y="3329838"/>
            <a:ext cx="2814017" cy="2956662"/>
          </a:xfrm>
        </p:spPr>
        <p:txBody>
          <a:bodyPr/>
          <a:lstStyle>
            <a:lvl1pPr marL="114300" indent="-114300">
              <a:spcBef>
                <a:spcPts val="0"/>
              </a:spcBef>
              <a:defRPr sz="1000"/>
            </a:lvl1pPr>
            <a:lvl2pPr marL="342900" indent="-115888">
              <a:spcBef>
                <a:spcPts val="0"/>
              </a:spcBef>
              <a:defRPr sz="1000"/>
            </a:lvl2pPr>
            <a:lvl3pPr marL="571500" indent="-111125">
              <a:spcBef>
                <a:spcPts val="0"/>
              </a:spcBef>
              <a:defRPr sz="1000"/>
            </a:lvl3pPr>
            <a:lvl4pPr marL="747713" indent="-122238">
              <a:spcBef>
                <a:spcPts val="0"/>
              </a:spcBef>
              <a:defRPr sz="1000"/>
            </a:lvl4pPr>
            <a:lvl5pPr marL="914400" indent="-115888">
              <a:spcBef>
                <a:spcPts val="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9" name="Text Placeholder 34">
            <a:extLst>
              <a:ext uri="{FF2B5EF4-FFF2-40B4-BE49-F238E27FC236}">
                <a16:creationId xmlns:a16="http://schemas.microsoft.com/office/drawing/2014/main" id="{C41AABE2-EE86-8EE5-B351-2F0D94AC111B}"/>
              </a:ext>
            </a:extLst>
          </p:cNvPr>
          <p:cNvSpPr>
            <a:spLocks noGrp="1"/>
          </p:cNvSpPr>
          <p:nvPr>
            <p:ph type="body" sz="quarter" idx="17"/>
          </p:nvPr>
        </p:nvSpPr>
        <p:spPr>
          <a:xfrm>
            <a:off x="571500" y="5879600"/>
            <a:ext cx="2231134" cy="406900"/>
          </a:xfrm>
        </p:spPr>
        <p:txBody>
          <a:bodyPr/>
          <a:lstStyle>
            <a:lvl1pPr marL="0" indent="0">
              <a:buNone/>
              <a:defRPr sz="1000"/>
            </a:lvl1pPr>
            <a:lvl2pPr marL="227012" indent="0">
              <a:buNone/>
              <a:defRPr sz="900"/>
            </a:lvl2pPr>
            <a:lvl3pPr marL="460375" indent="0">
              <a:buNone/>
              <a:defRPr sz="900"/>
            </a:lvl3pPr>
            <a:lvl4pPr marL="625475" indent="0">
              <a:buNone/>
              <a:defRPr sz="900"/>
            </a:lvl4pPr>
            <a:lvl5pPr marL="798513" indent="0">
              <a:buNone/>
              <a:defRPr sz="900"/>
            </a:lvl5pPr>
          </a:lstStyle>
          <a:p>
            <a:pPr lvl="0"/>
            <a:r>
              <a:rPr lang="en-US"/>
              <a:t>Click to edit Master text styles</a:t>
            </a:r>
          </a:p>
        </p:txBody>
      </p:sp>
      <p:sp>
        <p:nvSpPr>
          <p:cNvPr id="3" name="Footer Placeholder 2">
            <a:extLst>
              <a:ext uri="{FF2B5EF4-FFF2-40B4-BE49-F238E27FC236}">
                <a16:creationId xmlns:a16="http://schemas.microsoft.com/office/drawing/2014/main" id="{0D75BED6-89F2-2FE6-C8BB-DCF2CF86042E}"/>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0B703584-C487-B34F-2B5C-F9A9969CD5E8}"/>
              </a:ext>
              <a:ext uri="{C183D7F6-B498-43B3-948B-1728B52AA6E4}">
                <adec:decorative xmlns:adec="http://schemas.microsoft.com/office/drawing/2017/decorative" val="1"/>
              </a:ext>
            </a:extLst>
          </p:cNvPr>
          <p:cNvSpPr>
            <a:spLocks noGrp="1"/>
          </p:cNvSpPr>
          <p:nvPr>
            <p:ph type="dt" sz="half" idx="11"/>
          </p:nvPr>
        </p:nvSpPr>
        <p:spPr/>
        <p:txBody>
          <a:bodyPr/>
          <a:lstStyle/>
          <a:p>
            <a:fld id="{C99E96F2-1A31-48EF-9DB9-7D559E5AC5CD}" type="datetimeyyyy">
              <a:rPr lang="en-US" smtClean="0"/>
              <a:t>2026</a:t>
            </a:fld>
            <a:endParaRPr lang="en-US"/>
          </a:p>
        </p:txBody>
      </p:sp>
      <p:sp>
        <p:nvSpPr>
          <p:cNvPr id="5" name="Slide Number Placeholder 4">
            <a:extLst>
              <a:ext uri="{FF2B5EF4-FFF2-40B4-BE49-F238E27FC236}">
                <a16:creationId xmlns:a16="http://schemas.microsoft.com/office/drawing/2014/main" id="{9BEFD26E-5268-A28D-B7DC-884BB2EB825F}"/>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25963962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sultant Profile">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E4F88508-6093-78DA-EC40-1090B8A18CE5}"/>
              </a:ext>
              <a:ext uri="{C183D7F6-B498-43B3-948B-1728B52AA6E4}">
                <adec:decorative xmlns:adec="http://schemas.microsoft.com/office/drawing/2017/decorative" val="1"/>
              </a:ext>
            </a:extLst>
          </p:cNvPr>
          <p:cNvSpPr>
            <a:spLocks noGrp="1"/>
          </p:cNvSpPr>
          <p:nvPr>
            <p:ph type="pic" sz="quarter" idx="13"/>
          </p:nvPr>
        </p:nvSpPr>
        <p:spPr>
          <a:xfrm>
            <a:off x="571501" y="571500"/>
            <a:ext cx="1865376" cy="1865376"/>
          </a:xfrm>
          <a:custGeom>
            <a:avLst/>
            <a:gdLst>
              <a:gd name="connsiteX0" fmla="*/ 0 w 1651000"/>
              <a:gd name="connsiteY0" fmla="*/ 0 h 1373005"/>
              <a:gd name="connsiteX1" fmla="*/ 1651000 w 1651000"/>
              <a:gd name="connsiteY1" fmla="*/ 0 h 1373005"/>
              <a:gd name="connsiteX2" fmla="*/ 1651000 w 1651000"/>
              <a:gd name="connsiteY2" fmla="*/ 1144166 h 1373005"/>
              <a:gd name="connsiteX3" fmla="*/ 1422161 w 1651000"/>
              <a:gd name="connsiteY3" fmla="*/ 1373005 h 1373005"/>
              <a:gd name="connsiteX4" fmla="*/ 0 w 1651000"/>
              <a:gd name="connsiteY4" fmla="*/ 1373005 h 1373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1000" h="1373005">
                <a:moveTo>
                  <a:pt x="0" y="0"/>
                </a:moveTo>
                <a:lnTo>
                  <a:pt x="1651000" y="0"/>
                </a:lnTo>
                <a:lnTo>
                  <a:pt x="1651000" y="1144166"/>
                </a:lnTo>
                <a:cubicBezTo>
                  <a:pt x="1651000" y="1270550"/>
                  <a:pt x="1548545" y="1373005"/>
                  <a:pt x="1422161" y="1373005"/>
                </a:cubicBezTo>
                <a:lnTo>
                  <a:pt x="0" y="1373005"/>
                </a:lnTo>
                <a:close/>
              </a:path>
            </a:pathLst>
          </a:custGeom>
        </p:spPr>
        <p:txBody>
          <a:bodyPr wrap="square">
            <a:noAutofit/>
          </a:bodyPr>
          <a:lstStyle>
            <a:lvl1pPr marL="0" indent="0">
              <a:buNone/>
              <a:defRPr/>
            </a:lvl1pPr>
          </a:lstStyle>
          <a:p>
            <a:r>
              <a:rPr lang="en-US"/>
              <a:t>Click icon to add picture</a:t>
            </a:r>
          </a:p>
        </p:txBody>
      </p:sp>
      <p:cxnSp>
        <p:nvCxnSpPr>
          <p:cNvPr id="12" name="Straight Connector 11">
            <a:extLst>
              <a:ext uri="{FF2B5EF4-FFF2-40B4-BE49-F238E27FC236}">
                <a16:creationId xmlns:a16="http://schemas.microsoft.com/office/drawing/2014/main" id="{448F380C-D9F2-AC7E-CC4B-ACF105A8DA0F}"/>
              </a:ext>
              <a:ext uri="{C183D7F6-B498-43B3-948B-1728B52AA6E4}">
                <adec:decorative xmlns:adec="http://schemas.microsoft.com/office/drawing/2017/decorative" val="1"/>
              </a:ext>
            </a:extLst>
          </p:cNvPr>
          <p:cNvCxnSpPr>
            <a:cxnSpLocks/>
          </p:cNvCxnSpPr>
          <p:nvPr userDrawn="1"/>
        </p:nvCxnSpPr>
        <p:spPr>
          <a:xfrm flipH="1">
            <a:off x="9969499" y="1377682"/>
            <a:ext cx="1651000" cy="0"/>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2A2DB5DF-F1EF-1BD1-2308-31D13FF94952}"/>
              </a:ext>
              <a:ext uri="{C183D7F6-B498-43B3-948B-1728B52AA6E4}">
                <adec:decorative xmlns:adec="http://schemas.microsoft.com/office/drawing/2017/decorative" val="1"/>
              </a:ext>
            </a:extLst>
          </p:cNvPr>
          <p:cNvCxnSpPr>
            <a:cxnSpLocks/>
          </p:cNvCxnSpPr>
          <p:nvPr userDrawn="1"/>
        </p:nvCxnSpPr>
        <p:spPr>
          <a:xfrm flipH="1">
            <a:off x="5272527" y="1374871"/>
            <a:ext cx="3766445" cy="1"/>
          </a:xfrm>
          <a:prstGeom prst="line">
            <a:avLst/>
          </a:prstGeom>
          <a:ln w="9525" cap="flat">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6E54A77A-3D12-63EA-66F3-ED1B3850380D}"/>
              </a:ext>
            </a:extLst>
          </p:cNvPr>
          <p:cNvSpPr>
            <a:spLocks noGrp="1"/>
          </p:cNvSpPr>
          <p:nvPr>
            <p:ph type="title" hasCustomPrompt="1"/>
          </p:nvPr>
        </p:nvSpPr>
        <p:spPr>
          <a:xfrm>
            <a:off x="567943" y="2741195"/>
            <a:ext cx="3740914" cy="990600"/>
          </a:xfrm>
        </p:spPr>
        <p:txBody>
          <a:bodyPr anchor="b"/>
          <a:lstStyle>
            <a:lvl1pPr>
              <a:defRPr/>
            </a:lvl1pPr>
          </a:lstStyle>
          <a:p>
            <a:r>
              <a:rPr lang="en-US" err="1"/>
              <a:t>Firstname</a:t>
            </a:r>
            <a:r>
              <a:rPr lang="en-US"/>
              <a:t> </a:t>
            </a:r>
            <a:r>
              <a:rPr lang="en-US" err="1"/>
              <a:t>Lastname</a:t>
            </a:r>
            <a:endParaRPr lang="en-US"/>
          </a:p>
        </p:txBody>
      </p:sp>
      <p:sp>
        <p:nvSpPr>
          <p:cNvPr id="21" name="Text Placeholder 20">
            <a:extLst>
              <a:ext uri="{FF2B5EF4-FFF2-40B4-BE49-F238E27FC236}">
                <a16:creationId xmlns:a16="http://schemas.microsoft.com/office/drawing/2014/main" id="{1188EF8E-2193-0355-E7DC-3D4D323EB293}"/>
              </a:ext>
            </a:extLst>
          </p:cNvPr>
          <p:cNvSpPr>
            <a:spLocks noGrp="1"/>
          </p:cNvSpPr>
          <p:nvPr>
            <p:ph type="body" sz="quarter" idx="14"/>
          </p:nvPr>
        </p:nvSpPr>
        <p:spPr>
          <a:xfrm>
            <a:off x="571500" y="3924297"/>
            <a:ext cx="3740914" cy="21716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25">
            <a:extLst>
              <a:ext uri="{FF2B5EF4-FFF2-40B4-BE49-F238E27FC236}">
                <a16:creationId xmlns:a16="http://schemas.microsoft.com/office/drawing/2014/main" id="{EA1F67B3-9AE4-394F-690C-1A721AF84FDE}"/>
              </a:ext>
            </a:extLst>
          </p:cNvPr>
          <p:cNvSpPr>
            <a:spLocks noGrp="1"/>
          </p:cNvSpPr>
          <p:nvPr>
            <p:ph type="body" sz="quarter" idx="17" hasCustomPrompt="1"/>
          </p:nvPr>
        </p:nvSpPr>
        <p:spPr>
          <a:xfrm>
            <a:off x="5272527" y="571500"/>
            <a:ext cx="3757173" cy="622028"/>
          </a:xfrm>
        </p:spPr>
        <p:txBody>
          <a:bodyPr anchor="b"/>
          <a:lstStyle>
            <a:lvl1pPr marL="0" indent="0">
              <a:buNone/>
              <a:defRPr sz="1200" b="1" cap="all" spc="150" baseline="0">
                <a:solidFill>
                  <a:schemeClr val="accent1"/>
                </a:solidFill>
              </a:defRPr>
            </a:lvl1pPr>
            <a:lvl2pPr marL="227012" indent="0">
              <a:buNone/>
              <a:defRPr/>
            </a:lvl2pPr>
          </a:lstStyle>
          <a:p>
            <a:pPr lvl="0"/>
            <a:r>
              <a:rPr lang="en-US"/>
              <a:t>Relevant experience</a:t>
            </a:r>
          </a:p>
        </p:txBody>
      </p:sp>
      <p:sp>
        <p:nvSpPr>
          <p:cNvPr id="23" name="Text Placeholder 22">
            <a:extLst>
              <a:ext uri="{FF2B5EF4-FFF2-40B4-BE49-F238E27FC236}">
                <a16:creationId xmlns:a16="http://schemas.microsoft.com/office/drawing/2014/main" id="{B406DB24-9BAB-801B-17BA-45ECF4C90F9C}"/>
              </a:ext>
            </a:extLst>
          </p:cNvPr>
          <p:cNvSpPr>
            <a:spLocks noGrp="1"/>
          </p:cNvSpPr>
          <p:nvPr>
            <p:ph type="body" sz="quarter" idx="15"/>
          </p:nvPr>
        </p:nvSpPr>
        <p:spPr>
          <a:xfrm>
            <a:off x="5273675" y="1562100"/>
            <a:ext cx="3765297" cy="4533896"/>
          </a:xfrm>
        </p:spPr>
        <p:txBody>
          <a:bodyPr/>
          <a:lstStyle>
            <a:lvl1pPr marL="120650" indent="-120650">
              <a:defRPr sz="1000"/>
            </a:lvl1pPr>
            <a:lvl2pPr marL="403225" indent="-176213">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25">
            <a:extLst>
              <a:ext uri="{FF2B5EF4-FFF2-40B4-BE49-F238E27FC236}">
                <a16:creationId xmlns:a16="http://schemas.microsoft.com/office/drawing/2014/main" id="{44272DFB-858B-3160-31AA-257667556531}"/>
              </a:ext>
            </a:extLst>
          </p:cNvPr>
          <p:cNvSpPr>
            <a:spLocks noGrp="1"/>
          </p:cNvSpPr>
          <p:nvPr>
            <p:ph type="body" sz="quarter" idx="18" hasCustomPrompt="1"/>
          </p:nvPr>
        </p:nvSpPr>
        <p:spPr>
          <a:xfrm>
            <a:off x="9984258" y="571500"/>
            <a:ext cx="1620267" cy="622022"/>
          </a:xfrm>
        </p:spPr>
        <p:txBody>
          <a:bodyPr anchor="b"/>
          <a:lstStyle>
            <a:lvl1pPr marL="0" indent="0">
              <a:buNone/>
              <a:defRPr sz="1200" b="1" cap="all" spc="150" baseline="0">
                <a:solidFill>
                  <a:schemeClr val="accent1"/>
                </a:solidFill>
              </a:defRPr>
            </a:lvl1pPr>
            <a:lvl2pPr marL="227012" indent="0">
              <a:buNone/>
              <a:defRPr/>
            </a:lvl2pPr>
          </a:lstStyle>
          <a:p>
            <a:pPr lvl="0"/>
            <a:r>
              <a:rPr lang="en-US"/>
              <a:t>Skills</a:t>
            </a:r>
          </a:p>
        </p:txBody>
      </p:sp>
      <p:sp>
        <p:nvSpPr>
          <p:cNvPr id="24" name="Text Placeholder 22">
            <a:extLst>
              <a:ext uri="{FF2B5EF4-FFF2-40B4-BE49-F238E27FC236}">
                <a16:creationId xmlns:a16="http://schemas.microsoft.com/office/drawing/2014/main" id="{4CD92990-27E5-6EF1-B05C-48005CB63B1F}"/>
              </a:ext>
            </a:extLst>
          </p:cNvPr>
          <p:cNvSpPr>
            <a:spLocks noGrp="1"/>
          </p:cNvSpPr>
          <p:nvPr>
            <p:ph type="body" sz="quarter" idx="16"/>
          </p:nvPr>
        </p:nvSpPr>
        <p:spPr>
          <a:xfrm>
            <a:off x="9984258" y="1562100"/>
            <a:ext cx="1620267" cy="4533896"/>
          </a:xfrm>
        </p:spPr>
        <p:txBody>
          <a:bodyPr/>
          <a:lstStyle>
            <a:lvl1pPr marL="120650" indent="-120650">
              <a:defRPr sz="1000"/>
            </a:lvl1pPr>
            <a:lvl2pPr marL="403225" indent="-176213">
              <a:defRPr sz="10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75C91D87-AF4A-FFD7-017B-CA0304C1C907}"/>
              </a:ext>
              <a:ext uri="{C183D7F6-B498-43B3-948B-1728B52AA6E4}">
                <adec:decorative xmlns:adec="http://schemas.microsoft.com/office/drawing/2017/decorative" val="1"/>
              </a:ext>
            </a:extLst>
          </p:cNvPr>
          <p:cNvSpPr>
            <a:spLocks noGrp="1"/>
          </p:cNvSpPr>
          <p:nvPr>
            <p:ph type="ftr" sz="quarter" idx="10"/>
          </p:nvPr>
        </p:nvSpPr>
        <p:spPr/>
        <p:txBody>
          <a:bodyPr/>
          <a:lstStyle/>
          <a:p>
            <a:r>
              <a:rPr lang="en-US"/>
              <a:t>Slalom. All Rights Reserved. Proprietary and Confidential.</a:t>
            </a:r>
          </a:p>
        </p:txBody>
      </p:sp>
      <p:sp>
        <p:nvSpPr>
          <p:cNvPr id="4" name="Date Placeholder 3">
            <a:extLst>
              <a:ext uri="{FF2B5EF4-FFF2-40B4-BE49-F238E27FC236}">
                <a16:creationId xmlns:a16="http://schemas.microsoft.com/office/drawing/2014/main" id="{A2902595-FEAC-6B1C-4520-58B29666C7E0}"/>
              </a:ext>
              <a:ext uri="{C183D7F6-B498-43B3-948B-1728B52AA6E4}">
                <adec:decorative xmlns:adec="http://schemas.microsoft.com/office/drawing/2017/decorative" val="1"/>
              </a:ext>
            </a:extLst>
          </p:cNvPr>
          <p:cNvSpPr>
            <a:spLocks noGrp="1"/>
          </p:cNvSpPr>
          <p:nvPr>
            <p:ph type="dt" sz="half" idx="11"/>
          </p:nvPr>
        </p:nvSpPr>
        <p:spPr/>
        <p:txBody>
          <a:bodyPr/>
          <a:lstStyle/>
          <a:p>
            <a:fld id="{2A25A080-1792-4392-BE38-5E620E52C462}" type="datetimeyyyy">
              <a:rPr lang="en-US" smtClean="0"/>
              <a:t>2026</a:t>
            </a:fld>
            <a:endParaRPr lang="en-US"/>
          </a:p>
        </p:txBody>
      </p:sp>
      <p:sp>
        <p:nvSpPr>
          <p:cNvPr id="5" name="Slide Number Placeholder 4">
            <a:extLst>
              <a:ext uri="{FF2B5EF4-FFF2-40B4-BE49-F238E27FC236}">
                <a16:creationId xmlns:a16="http://schemas.microsoft.com/office/drawing/2014/main" id="{FB782E6F-431A-7665-4546-3ED0A1E01C19}"/>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35792272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wo image w/ square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23C273D-5BD8-E7E1-85A0-178676E45CC2}"/>
              </a:ext>
              <a:ext uri="{C183D7F6-B498-43B3-948B-1728B52AA6E4}">
                <adec:decorative xmlns:adec="http://schemas.microsoft.com/office/drawing/2017/decorative" val="1"/>
              </a:ext>
            </a:extLst>
          </p:cNvPr>
          <p:cNvSpPr/>
          <p:nvPr userDrawn="1"/>
        </p:nvSpPr>
        <p:spPr>
          <a:xfrm>
            <a:off x="0" y="0"/>
            <a:ext cx="6096000" cy="35623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Text Placeholder 16">
            <a:extLst>
              <a:ext uri="{FF2B5EF4-FFF2-40B4-BE49-F238E27FC236}">
                <a16:creationId xmlns:a16="http://schemas.microsoft.com/office/drawing/2014/main" id="{D098AB90-6E8A-85D3-32C9-317E798AFDFA}"/>
              </a:ext>
            </a:extLst>
          </p:cNvPr>
          <p:cNvSpPr>
            <a:spLocks noGrp="1"/>
          </p:cNvSpPr>
          <p:nvPr>
            <p:ph type="body" sz="quarter" idx="16"/>
          </p:nvPr>
        </p:nvSpPr>
        <p:spPr>
          <a:xfrm>
            <a:off x="1282700" y="557170"/>
            <a:ext cx="3759200" cy="495017"/>
          </a:xfrm>
        </p:spPr>
        <p:txBody>
          <a:bodyPr anchor="b"/>
          <a:lstStyle>
            <a:lvl1pPr marL="0" indent="0">
              <a:lnSpc>
                <a:spcPct val="90000"/>
              </a:lnSpc>
              <a:buNone/>
              <a:defRPr sz="1200" b="1" cap="all" spc="150" baseline="0">
                <a:solidFill>
                  <a:schemeClr val="bg1"/>
                </a:solidFill>
              </a:defRPr>
            </a:lvl1pPr>
          </a:lstStyle>
          <a:p>
            <a:pPr lvl="0"/>
            <a:r>
              <a:rPr lang="en-US"/>
              <a:t>Click to edit Master text styles</a:t>
            </a:r>
          </a:p>
        </p:txBody>
      </p:sp>
      <p:sp>
        <p:nvSpPr>
          <p:cNvPr id="17" name="Text Placeholder 16">
            <a:extLst>
              <a:ext uri="{FF2B5EF4-FFF2-40B4-BE49-F238E27FC236}">
                <a16:creationId xmlns:a16="http://schemas.microsoft.com/office/drawing/2014/main" id="{8AAD0F4C-FFBB-CC2D-83A4-15B41626479B}"/>
              </a:ext>
            </a:extLst>
          </p:cNvPr>
          <p:cNvSpPr>
            <a:spLocks noGrp="1"/>
          </p:cNvSpPr>
          <p:nvPr>
            <p:ph type="body" sz="quarter" idx="15"/>
          </p:nvPr>
        </p:nvSpPr>
        <p:spPr>
          <a:xfrm>
            <a:off x="1282700" y="1235034"/>
            <a:ext cx="3759200" cy="1508166"/>
          </a:xfrm>
        </p:spPr>
        <p:txBody>
          <a:bodyPr/>
          <a:lstStyle>
            <a:lvl1pPr marL="0" indent="0">
              <a:buNone/>
              <a:defRPr sz="2200">
                <a:solidFill>
                  <a:schemeClr val="bg1"/>
                </a:solidFill>
              </a:defRPr>
            </a:lvl1pPr>
          </a:lstStyle>
          <a:p>
            <a:pPr lvl="0"/>
            <a:r>
              <a:rPr lang="en-US"/>
              <a:t>Click to edit Master text styles</a:t>
            </a:r>
          </a:p>
        </p:txBody>
      </p:sp>
      <p:sp>
        <p:nvSpPr>
          <p:cNvPr id="15" name="Picture Placeholder 14">
            <a:extLst>
              <a:ext uri="{FF2B5EF4-FFF2-40B4-BE49-F238E27FC236}">
                <a16:creationId xmlns:a16="http://schemas.microsoft.com/office/drawing/2014/main" id="{297F2D4D-AB7F-7B88-CCF6-E5F697F5CAED}"/>
              </a:ext>
              <a:ext uri="{C183D7F6-B498-43B3-948B-1728B52AA6E4}">
                <adec:decorative xmlns:adec="http://schemas.microsoft.com/office/drawing/2017/decorative" val="0"/>
              </a:ext>
            </a:extLst>
          </p:cNvPr>
          <p:cNvSpPr>
            <a:spLocks noGrp="1"/>
          </p:cNvSpPr>
          <p:nvPr>
            <p:ph type="pic" sz="quarter" idx="14"/>
          </p:nvPr>
        </p:nvSpPr>
        <p:spPr>
          <a:xfrm>
            <a:off x="6096000" y="0"/>
            <a:ext cx="6102395" cy="3429000"/>
          </a:xfrm>
          <a:custGeom>
            <a:avLst/>
            <a:gdLst>
              <a:gd name="connsiteX0" fmla="*/ 0 w 6121605"/>
              <a:gd name="connsiteY0" fmla="*/ 0 h 3429000"/>
              <a:gd name="connsiteX1" fmla="*/ 6121605 w 6121605"/>
              <a:gd name="connsiteY1" fmla="*/ 0 h 3429000"/>
              <a:gd name="connsiteX2" fmla="*/ 6121605 w 6121605"/>
              <a:gd name="connsiteY2" fmla="*/ 2857489 h 3429000"/>
              <a:gd name="connsiteX3" fmla="*/ 5548895 w 6121605"/>
              <a:gd name="connsiteY3" fmla="*/ 3429000 h 3429000"/>
              <a:gd name="connsiteX4" fmla="*/ 0 w 6121605"/>
              <a:gd name="connsiteY4" fmla="*/ 3429000 h 3429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21605" h="3429000">
                <a:moveTo>
                  <a:pt x="0" y="0"/>
                </a:moveTo>
                <a:lnTo>
                  <a:pt x="6121605" y="0"/>
                </a:lnTo>
                <a:lnTo>
                  <a:pt x="6121605" y="2857489"/>
                </a:lnTo>
                <a:cubicBezTo>
                  <a:pt x="6121605" y="3173126"/>
                  <a:pt x="5865194" y="3429000"/>
                  <a:pt x="5548895" y="3429000"/>
                </a:cubicBezTo>
                <a:lnTo>
                  <a:pt x="0" y="3429000"/>
                </a:lnTo>
                <a:close/>
              </a:path>
            </a:pathLst>
          </a:custGeom>
        </p:spPr>
        <p:txBody>
          <a:bodyPr wrap="square">
            <a:noAutofit/>
          </a:bodyPr>
          <a:lstStyle/>
          <a:p>
            <a:r>
              <a:rPr lang="en-US"/>
              <a:t>Click icon to add picture</a:t>
            </a:r>
          </a:p>
        </p:txBody>
      </p:sp>
      <p:sp>
        <p:nvSpPr>
          <p:cNvPr id="12" name="Picture Placeholder 11">
            <a:extLst>
              <a:ext uri="{FF2B5EF4-FFF2-40B4-BE49-F238E27FC236}">
                <a16:creationId xmlns:a16="http://schemas.microsoft.com/office/drawing/2014/main" id="{B5409D05-3C98-D050-0D6F-2A2628CDF15A}"/>
              </a:ext>
              <a:ext uri="{C183D7F6-B498-43B3-948B-1728B52AA6E4}">
                <adec:decorative xmlns:adec="http://schemas.microsoft.com/office/drawing/2017/decorative" val="0"/>
              </a:ext>
            </a:extLst>
          </p:cNvPr>
          <p:cNvSpPr>
            <a:spLocks noGrp="1"/>
          </p:cNvSpPr>
          <p:nvPr>
            <p:ph type="pic" sz="quarter" idx="13"/>
          </p:nvPr>
        </p:nvSpPr>
        <p:spPr>
          <a:xfrm>
            <a:off x="0" y="3429000"/>
            <a:ext cx="6096000" cy="3436938"/>
          </a:xfrm>
        </p:spPr>
        <p:txBody>
          <a:bodyPr/>
          <a:lstStyle/>
          <a:p>
            <a:r>
              <a:rPr lang="en-US"/>
              <a:t>Click icon to add picture</a:t>
            </a:r>
          </a:p>
        </p:txBody>
      </p:sp>
      <p:sp>
        <p:nvSpPr>
          <p:cNvPr id="20" name="Text Placeholder 16">
            <a:extLst>
              <a:ext uri="{FF2B5EF4-FFF2-40B4-BE49-F238E27FC236}">
                <a16:creationId xmlns:a16="http://schemas.microsoft.com/office/drawing/2014/main" id="{4D365ABC-5996-98B8-0B33-725C6CAD5839}"/>
              </a:ext>
            </a:extLst>
          </p:cNvPr>
          <p:cNvSpPr>
            <a:spLocks noGrp="1"/>
          </p:cNvSpPr>
          <p:nvPr>
            <p:ph type="body" sz="quarter" idx="18"/>
          </p:nvPr>
        </p:nvSpPr>
        <p:spPr>
          <a:xfrm>
            <a:off x="7150100" y="4114800"/>
            <a:ext cx="3759200" cy="292165"/>
          </a:xfrm>
        </p:spPr>
        <p:txBody>
          <a:bodyPr anchor="b"/>
          <a:lstStyle>
            <a:lvl1pPr marL="0" indent="0">
              <a:lnSpc>
                <a:spcPct val="90000"/>
              </a:lnSpc>
              <a:buNone/>
              <a:defRPr sz="1200" b="1" cap="all" spc="150" baseline="0">
                <a:solidFill>
                  <a:schemeClr val="accent1"/>
                </a:solidFill>
              </a:defRPr>
            </a:lvl1pPr>
          </a:lstStyle>
          <a:p>
            <a:pPr lvl="0"/>
            <a:r>
              <a:rPr lang="en-US"/>
              <a:t>Click to edit Master text styles</a:t>
            </a:r>
          </a:p>
        </p:txBody>
      </p:sp>
      <p:sp>
        <p:nvSpPr>
          <p:cNvPr id="19" name="Text Placeholder 16">
            <a:extLst>
              <a:ext uri="{FF2B5EF4-FFF2-40B4-BE49-F238E27FC236}">
                <a16:creationId xmlns:a16="http://schemas.microsoft.com/office/drawing/2014/main" id="{51D26A1B-AE8E-5DFA-85FE-D7D5C971C935}"/>
              </a:ext>
            </a:extLst>
          </p:cNvPr>
          <p:cNvSpPr>
            <a:spLocks noGrp="1"/>
          </p:cNvSpPr>
          <p:nvPr>
            <p:ph type="body" sz="quarter" idx="17"/>
          </p:nvPr>
        </p:nvSpPr>
        <p:spPr>
          <a:xfrm>
            <a:off x="7150100" y="4589811"/>
            <a:ext cx="3759200" cy="1696687"/>
          </a:xfrm>
        </p:spPr>
        <p:txBody>
          <a:bodyPr/>
          <a:lstStyle>
            <a:lvl1pPr marL="0" indent="0">
              <a:buNone/>
              <a:defRPr sz="2200"/>
            </a:lvl1pPr>
          </a:lstStyle>
          <a:p>
            <a:pPr lvl="0"/>
            <a:r>
              <a:rPr lang="en-US"/>
              <a:t>Click to edit Master text styles</a:t>
            </a:r>
          </a:p>
        </p:txBody>
      </p:sp>
      <p:sp>
        <p:nvSpPr>
          <p:cNvPr id="3" name="Footer Placeholder 2">
            <a:extLst>
              <a:ext uri="{FF2B5EF4-FFF2-40B4-BE49-F238E27FC236}">
                <a16:creationId xmlns:a16="http://schemas.microsoft.com/office/drawing/2014/main" id="{D109148D-2336-4FD5-7678-BEC7A9C269E4}"/>
              </a:ext>
              <a:ext uri="{C183D7F6-B498-43B3-948B-1728B52AA6E4}">
                <adec:decorative xmlns:adec="http://schemas.microsoft.com/office/drawing/2017/decorative" val="1"/>
              </a:ext>
            </a:extLst>
          </p:cNvPr>
          <p:cNvSpPr>
            <a:spLocks noGrp="1"/>
          </p:cNvSpPr>
          <p:nvPr>
            <p:ph type="ftr" sz="quarter" idx="10"/>
          </p:nvPr>
        </p:nvSpPr>
        <p:spPr>
          <a:xfrm>
            <a:off x="1645217" y="6503670"/>
            <a:ext cx="4023360" cy="137160"/>
          </a:xfrm>
        </p:spPr>
        <p:txBody>
          <a:bodyPr/>
          <a:lstStyle>
            <a:lvl1pPr>
              <a:defRPr>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9AE54A5D-BF91-532F-80BF-59D69DE99078}"/>
              </a:ext>
              <a:ext uri="{C183D7F6-B498-43B3-948B-1728B52AA6E4}">
                <adec:decorative xmlns:adec="http://schemas.microsoft.com/office/drawing/2017/decorative" val="1"/>
              </a:ext>
            </a:extLst>
          </p:cNvPr>
          <p:cNvSpPr>
            <a:spLocks noGrp="1"/>
          </p:cNvSpPr>
          <p:nvPr>
            <p:ph type="dt" sz="half" idx="11"/>
          </p:nvPr>
        </p:nvSpPr>
        <p:spPr/>
        <p:txBody>
          <a:bodyPr/>
          <a:lstStyle>
            <a:lvl1pPr>
              <a:defRPr>
                <a:solidFill>
                  <a:schemeClr val="tx2"/>
                </a:solidFill>
              </a:defRPr>
            </a:lvl1pPr>
          </a:lstStyle>
          <a:p>
            <a:fld id="{AC09F21D-86C0-48B1-8956-21A994161978}" type="datetimeyyyy">
              <a:rPr lang="en-US" smtClean="0"/>
              <a:t>2026</a:t>
            </a:fld>
            <a:endParaRPr lang="en-US"/>
          </a:p>
        </p:txBody>
      </p:sp>
      <p:sp>
        <p:nvSpPr>
          <p:cNvPr id="5" name="Slide Number Placeholder 4">
            <a:extLst>
              <a:ext uri="{FF2B5EF4-FFF2-40B4-BE49-F238E27FC236}">
                <a16:creationId xmlns:a16="http://schemas.microsoft.com/office/drawing/2014/main" id="{9B30DC17-FAF7-CEE9-ACB8-56A8FF40F775}"/>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
        <p:nvSpPr>
          <p:cNvPr id="7" name="Text Placeholder 28">
            <a:extLst>
              <a:ext uri="{FF2B5EF4-FFF2-40B4-BE49-F238E27FC236}">
                <a16:creationId xmlns:a16="http://schemas.microsoft.com/office/drawing/2014/main" id="{7E377AD8-A33C-6129-93D3-533202357423}"/>
              </a:ext>
              <a:ext uri="{C183D7F6-B498-43B3-948B-1728B52AA6E4}">
                <adec:decorative xmlns:adec="http://schemas.microsoft.com/office/drawing/2017/decorative" val="1"/>
              </a:ext>
            </a:extLst>
          </p:cNvPr>
          <p:cNvSpPr>
            <a:spLocks noGrp="1" noChangeAspect="1"/>
          </p:cNvSpPr>
          <p:nvPr>
            <p:ph type="body" sz="quarter" idx="21"/>
          </p:nvPr>
        </p:nvSpPr>
        <p:spPr>
          <a:xfrm>
            <a:off x="576072" y="6473952"/>
            <a:ext cx="562041" cy="146304"/>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8" name="Text Placeholder 27">
            <a:extLst>
              <a:ext uri="{FF2B5EF4-FFF2-40B4-BE49-F238E27FC236}">
                <a16:creationId xmlns:a16="http://schemas.microsoft.com/office/drawing/2014/main" id="{8C82ECBB-508A-C0BD-C854-09FC9EE69CAD}"/>
              </a:ext>
              <a:ext uri="{C183D7F6-B498-43B3-948B-1728B52AA6E4}">
                <adec:decorative xmlns:adec="http://schemas.microsoft.com/office/drawing/2017/decorative" val="1"/>
              </a:ext>
            </a:extLst>
          </p:cNvPr>
          <p:cNvSpPr>
            <a:spLocks noGrp="1"/>
          </p:cNvSpPr>
          <p:nvPr>
            <p:ph type="body" sz="quarter" idx="22"/>
          </p:nvPr>
        </p:nvSpPr>
        <p:spPr>
          <a:xfrm>
            <a:off x="1298448" y="6539765"/>
            <a:ext cx="79604" cy="78785"/>
          </a:xfrm>
          <a:custGeom>
            <a:avLst/>
            <a:gdLst>
              <a:gd name="connsiteX0" fmla="*/ 40876 w 79604"/>
              <a:gd name="connsiteY0" fmla="*/ 15295 h 78785"/>
              <a:gd name="connsiteX1" fmla="*/ 50545 w 79604"/>
              <a:gd name="connsiteY1" fmla="*/ 17495 h 78785"/>
              <a:gd name="connsiteX2" fmla="*/ 57810 w 79604"/>
              <a:gd name="connsiteY2" fmla="*/ 23583 h 78785"/>
              <a:gd name="connsiteX3" fmla="*/ 52387 w 79604"/>
              <a:gd name="connsiteY3" fmla="*/ 27778 h 78785"/>
              <a:gd name="connsiteX4" fmla="*/ 47808 w 79604"/>
              <a:gd name="connsiteY4" fmla="*/ 23532 h 78785"/>
              <a:gd name="connsiteX5" fmla="*/ 41081 w 79604"/>
              <a:gd name="connsiteY5" fmla="*/ 21588 h 78785"/>
              <a:gd name="connsiteX6" fmla="*/ 34098 w 79604"/>
              <a:gd name="connsiteY6" fmla="*/ 22995 h 78785"/>
              <a:gd name="connsiteX7" fmla="*/ 28854 w 79604"/>
              <a:gd name="connsiteY7" fmla="*/ 26806 h 78785"/>
              <a:gd name="connsiteX8" fmla="*/ 25554 w 79604"/>
              <a:gd name="connsiteY8" fmla="*/ 32306 h 78785"/>
              <a:gd name="connsiteX9" fmla="*/ 24403 w 79604"/>
              <a:gd name="connsiteY9" fmla="*/ 38880 h 78785"/>
              <a:gd name="connsiteX10" fmla="*/ 25503 w 79604"/>
              <a:gd name="connsiteY10" fmla="*/ 45454 h 78785"/>
              <a:gd name="connsiteX11" fmla="*/ 28751 w 79604"/>
              <a:gd name="connsiteY11" fmla="*/ 51005 h 78785"/>
              <a:gd name="connsiteX12" fmla="*/ 33944 w 79604"/>
              <a:gd name="connsiteY12" fmla="*/ 54842 h 78785"/>
              <a:gd name="connsiteX13" fmla="*/ 40876 w 79604"/>
              <a:gd name="connsiteY13" fmla="*/ 56274 h 78785"/>
              <a:gd name="connsiteX14" fmla="*/ 47450 w 79604"/>
              <a:gd name="connsiteY14" fmla="*/ 54688 h 78785"/>
              <a:gd name="connsiteX15" fmla="*/ 53206 w 79604"/>
              <a:gd name="connsiteY15" fmla="*/ 49470 h 78785"/>
              <a:gd name="connsiteX16" fmla="*/ 58680 w 79604"/>
              <a:gd name="connsiteY16" fmla="*/ 53000 h 78785"/>
              <a:gd name="connsiteX17" fmla="*/ 51671 w 79604"/>
              <a:gd name="connsiteY17" fmla="*/ 59727 h 78785"/>
              <a:gd name="connsiteX18" fmla="*/ 40876 w 79604"/>
              <a:gd name="connsiteY18" fmla="*/ 62567 h 78785"/>
              <a:gd name="connsiteX19" fmla="*/ 31360 w 79604"/>
              <a:gd name="connsiteY19" fmla="*/ 60776 h 78785"/>
              <a:gd name="connsiteX20" fmla="*/ 23866 w 79604"/>
              <a:gd name="connsiteY20" fmla="*/ 55839 h 78785"/>
              <a:gd name="connsiteX21" fmla="*/ 18954 w 79604"/>
              <a:gd name="connsiteY21" fmla="*/ 48344 h 78785"/>
              <a:gd name="connsiteX22" fmla="*/ 17189 w 79604"/>
              <a:gd name="connsiteY22" fmla="*/ 38880 h 78785"/>
              <a:gd name="connsiteX23" fmla="*/ 18954 w 79604"/>
              <a:gd name="connsiteY23" fmla="*/ 29415 h 78785"/>
              <a:gd name="connsiteX24" fmla="*/ 23866 w 79604"/>
              <a:gd name="connsiteY24" fmla="*/ 21997 h 78785"/>
              <a:gd name="connsiteX25" fmla="*/ 31360 w 79604"/>
              <a:gd name="connsiteY25" fmla="*/ 17086 h 78785"/>
              <a:gd name="connsiteX26" fmla="*/ 40876 w 79604"/>
              <a:gd name="connsiteY26" fmla="*/ 15295 h 78785"/>
              <a:gd name="connsiteX27" fmla="*/ 39904 w 79604"/>
              <a:gd name="connsiteY27" fmla="*/ 5883 h 78785"/>
              <a:gd name="connsiteX28" fmla="*/ 26858 w 79604"/>
              <a:gd name="connsiteY28" fmla="*/ 8543 h 78785"/>
              <a:gd name="connsiteX29" fmla="*/ 16166 w 79604"/>
              <a:gd name="connsiteY29" fmla="*/ 15757 h 78785"/>
              <a:gd name="connsiteX30" fmla="*/ 8953 w 79604"/>
              <a:gd name="connsiteY30" fmla="*/ 26449 h 78785"/>
              <a:gd name="connsiteX31" fmla="*/ 6292 w 79604"/>
              <a:gd name="connsiteY31" fmla="*/ 39495 h 78785"/>
              <a:gd name="connsiteX32" fmla="*/ 8953 w 79604"/>
              <a:gd name="connsiteY32" fmla="*/ 52489 h 78785"/>
              <a:gd name="connsiteX33" fmla="*/ 16166 w 79604"/>
              <a:gd name="connsiteY33" fmla="*/ 63131 h 78785"/>
              <a:gd name="connsiteX34" fmla="*/ 26858 w 79604"/>
              <a:gd name="connsiteY34" fmla="*/ 70293 h 78785"/>
              <a:gd name="connsiteX35" fmla="*/ 39904 w 79604"/>
              <a:gd name="connsiteY35" fmla="*/ 72902 h 78785"/>
              <a:gd name="connsiteX36" fmla="*/ 52899 w 79604"/>
              <a:gd name="connsiteY36" fmla="*/ 70293 h 78785"/>
              <a:gd name="connsiteX37" fmla="*/ 63540 w 79604"/>
              <a:gd name="connsiteY37" fmla="*/ 63131 h 78785"/>
              <a:gd name="connsiteX38" fmla="*/ 70728 w 79604"/>
              <a:gd name="connsiteY38" fmla="*/ 52489 h 78785"/>
              <a:gd name="connsiteX39" fmla="*/ 73363 w 79604"/>
              <a:gd name="connsiteY39" fmla="*/ 39495 h 78785"/>
              <a:gd name="connsiteX40" fmla="*/ 70728 w 79604"/>
              <a:gd name="connsiteY40" fmla="*/ 26449 h 78785"/>
              <a:gd name="connsiteX41" fmla="*/ 63540 w 79604"/>
              <a:gd name="connsiteY41" fmla="*/ 15757 h 78785"/>
              <a:gd name="connsiteX42" fmla="*/ 52899 w 79604"/>
              <a:gd name="connsiteY42" fmla="*/ 8543 h 78785"/>
              <a:gd name="connsiteX43" fmla="*/ 39904 w 79604"/>
              <a:gd name="connsiteY43" fmla="*/ 5883 h 78785"/>
              <a:gd name="connsiteX44" fmla="*/ 39904 w 79604"/>
              <a:gd name="connsiteY44" fmla="*/ 0 h 78785"/>
              <a:gd name="connsiteX45" fmla="*/ 55329 w 79604"/>
              <a:gd name="connsiteY45" fmla="*/ 3095 h 78785"/>
              <a:gd name="connsiteX46" fmla="*/ 67965 w 79604"/>
              <a:gd name="connsiteY46" fmla="*/ 11536 h 78785"/>
              <a:gd name="connsiteX47" fmla="*/ 76483 w 79604"/>
              <a:gd name="connsiteY47" fmla="*/ 24045 h 78785"/>
              <a:gd name="connsiteX48" fmla="*/ 79604 w 79604"/>
              <a:gd name="connsiteY48" fmla="*/ 39495 h 78785"/>
              <a:gd name="connsiteX49" fmla="*/ 76483 w 79604"/>
              <a:gd name="connsiteY49" fmla="*/ 54843 h 78785"/>
              <a:gd name="connsiteX50" fmla="*/ 67965 w 79604"/>
              <a:gd name="connsiteY50" fmla="*/ 67351 h 78785"/>
              <a:gd name="connsiteX51" fmla="*/ 55329 w 79604"/>
              <a:gd name="connsiteY51" fmla="*/ 75741 h 78785"/>
              <a:gd name="connsiteX52" fmla="*/ 39904 w 79604"/>
              <a:gd name="connsiteY52" fmla="*/ 78785 h 78785"/>
              <a:gd name="connsiteX53" fmla="*/ 24352 w 79604"/>
              <a:gd name="connsiteY53" fmla="*/ 75741 h 78785"/>
              <a:gd name="connsiteX54" fmla="*/ 11690 w 79604"/>
              <a:gd name="connsiteY54" fmla="*/ 67351 h 78785"/>
              <a:gd name="connsiteX55" fmla="*/ 3146 w 79604"/>
              <a:gd name="connsiteY55" fmla="*/ 54843 h 78785"/>
              <a:gd name="connsiteX56" fmla="*/ 0 w 79604"/>
              <a:gd name="connsiteY56" fmla="*/ 39495 h 78785"/>
              <a:gd name="connsiteX57" fmla="*/ 3146 w 79604"/>
              <a:gd name="connsiteY57" fmla="*/ 24045 h 78785"/>
              <a:gd name="connsiteX58" fmla="*/ 11690 w 79604"/>
              <a:gd name="connsiteY58" fmla="*/ 11536 h 78785"/>
              <a:gd name="connsiteX59" fmla="*/ 24352 w 79604"/>
              <a:gd name="connsiteY59" fmla="*/ 3095 h 78785"/>
              <a:gd name="connsiteX60" fmla="*/ 39904 w 79604"/>
              <a:gd name="connsiteY60" fmla="*/ 0 h 78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79604" h="78785">
                <a:moveTo>
                  <a:pt x="40876" y="15295"/>
                </a:moveTo>
                <a:cubicBezTo>
                  <a:pt x="44219" y="15295"/>
                  <a:pt x="47442" y="16029"/>
                  <a:pt x="50545" y="17495"/>
                </a:cubicBezTo>
                <a:cubicBezTo>
                  <a:pt x="53649" y="18962"/>
                  <a:pt x="56071" y="20991"/>
                  <a:pt x="57810" y="23583"/>
                </a:cubicBezTo>
                <a:lnTo>
                  <a:pt x="52387" y="27778"/>
                </a:lnTo>
                <a:cubicBezTo>
                  <a:pt x="51398" y="26243"/>
                  <a:pt x="49872" y="24828"/>
                  <a:pt x="47808" y="23532"/>
                </a:cubicBezTo>
                <a:cubicBezTo>
                  <a:pt x="45745" y="22236"/>
                  <a:pt x="43502" y="21588"/>
                  <a:pt x="41081" y="21588"/>
                </a:cubicBezTo>
                <a:cubicBezTo>
                  <a:pt x="38489" y="21588"/>
                  <a:pt x="36161" y="22057"/>
                  <a:pt x="34098" y="22995"/>
                </a:cubicBezTo>
                <a:cubicBezTo>
                  <a:pt x="32034" y="23933"/>
                  <a:pt x="30286" y="25203"/>
                  <a:pt x="28854" y="26806"/>
                </a:cubicBezTo>
                <a:cubicBezTo>
                  <a:pt x="27421" y="28409"/>
                  <a:pt x="26321" y="30242"/>
                  <a:pt x="25554" y="32306"/>
                </a:cubicBezTo>
                <a:cubicBezTo>
                  <a:pt x="24786" y="34369"/>
                  <a:pt x="24403" y="36561"/>
                  <a:pt x="24403" y="38880"/>
                </a:cubicBezTo>
                <a:cubicBezTo>
                  <a:pt x="24403" y="41165"/>
                  <a:pt x="24769" y="43356"/>
                  <a:pt x="25503" y="45454"/>
                </a:cubicBezTo>
                <a:cubicBezTo>
                  <a:pt x="26236" y="47551"/>
                  <a:pt x="27319" y="49402"/>
                  <a:pt x="28751" y="51005"/>
                </a:cubicBezTo>
                <a:cubicBezTo>
                  <a:pt x="30184" y="52608"/>
                  <a:pt x="31915" y="53887"/>
                  <a:pt x="33944" y="54842"/>
                </a:cubicBezTo>
                <a:cubicBezTo>
                  <a:pt x="35973" y="55797"/>
                  <a:pt x="38284" y="56274"/>
                  <a:pt x="40876" y="56274"/>
                </a:cubicBezTo>
                <a:cubicBezTo>
                  <a:pt x="43093" y="56274"/>
                  <a:pt x="45284" y="55746"/>
                  <a:pt x="47450" y="54688"/>
                </a:cubicBezTo>
                <a:cubicBezTo>
                  <a:pt x="49616" y="53631"/>
                  <a:pt x="51534" y="51891"/>
                  <a:pt x="53206" y="49470"/>
                </a:cubicBezTo>
                <a:lnTo>
                  <a:pt x="58680" y="53000"/>
                </a:lnTo>
                <a:cubicBezTo>
                  <a:pt x="57009" y="55592"/>
                  <a:pt x="54672" y="57835"/>
                  <a:pt x="51671" y="59727"/>
                </a:cubicBezTo>
                <a:cubicBezTo>
                  <a:pt x="48670" y="61620"/>
                  <a:pt x="45071" y="62567"/>
                  <a:pt x="40876" y="62567"/>
                </a:cubicBezTo>
                <a:cubicBezTo>
                  <a:pt x="37431" y="62567"/>
                  <a:pt x="34260" y="61970"/>
                  <a:pt x="31360" y="60776"/>
                </a:cubicBezTo>
                <a:cubicBezTo>
                  <a:pt x="28461" y="59583"/>
                  <a:pt x="25963" y="57937"/>
                  <a:pt x="23866" y="55839"/>
                </a:cubicBezTo>
                <a:cubicBezTo>
                  <a:pt x="21768" y="53742"/>
                  <a:pt x="20131" y="51243"/>
                  <a:pt x="18954" y="48344"/>
                </a:cubicBezTo>
                <a:cubicBezTo>
                  <a:pt x="17778" y="45445"/>
                  <a:pt x="17189" y="42291"/>
                  <a:pt x="17189" y="38880"/>
                </a:cubicBezTo>
                <a:cubicBezTo>
                  <a:pt x="17189" y="35435"/>
                  <a:pt x="17778" y="32280"/>
                  <a:pt x="18954" y="29415"/>
                </a:cubicBezTo>
                <a:cubicBezTo>
                  <a:pt x="20131" y="26550"/>
                  <a:pt x="21768" y="24078"/>
                  <a:pt x="23866" y="21997"/>
                </a:cubicBezTo>
                <a:cubicBezTo>
                  <a:pt x="25963" y="19917"/>
                  <a:pt x="28461" y="18280"/>
                  <a:pt x="31360" y="17086"/>
                </a:cubicBezTo>
                <a:cubicBezTo>
                  <a:pt x="34260" y="15892"/>
                  <a:pt x="37431" y="15295"/>
                  <a:pt x="40876" y="15295"/>
                </a:cubicBezTo>
                <a:close/>
                <a:moveTo>
                  <a:pt x="39904" y="5883"/>
                </a:moveTo>
                <a:cubicBezTo>
                  <a:pt x="35300" y="5883"/>
                  <a:pt x="30951" y="6770"/>
                  <a:pt x="26858" y="8543"/>
                </a:cubicBezTo>
                <a:cubicBezTo>
                  <a:pt x="22766" y="10317"/>
                  <a:pt x="19202" y="12721"/>
                  <a:pt x="16166" y="15757"/>
                </a:cubicBezTo>
                <a:cubicBezTo>
                  <a:pt x="13131" y="18792"/>
                  <a:pt x="10726" y="22356"/>
                  <a:pt x="8953" y="26449"/>
                </a:cubicBezTo>
                <a:cubicBezTo>
                  <a:pt x="7179" y="30542"/>
                  <a:pt x="6292" y="34890"/>
                  <a:pt x="6292" y="39495"/>
                </a:cubicBezTo>
                <a:cubicBezTo>
                  <a:pt x="6292" y="44099"/>
                  <a:pt x="7179" y="48431"/>
                  <a:pt x="8953" y="52489"/>
                </a:cubicBezTo>
                <a:cubicBezTo>
                  <a:pt x="10726" y="56548"/>
                  <a:pt x="13131" y="60095"/>
                  <a:pt x="16166" y="63131"/>
                </a:cubicBezTo>
                <a:cubicBezTo>
                  <a:pt x="19202" y="66166"/>
                  <a:pt x="22766" y="68554"/>
                  <a:pt x="26858" y="70293"/>
                </a:cubicBezTo>
                <a:cubicBezTo>
                  <a:pt x="30951" y="72032"/>
                  <a:pt x="35300" y="72902"/>
                  <a:pt x="39904" y="72902"/>
                </a:cubicBezTo>
                <a:cubicBezTo>
                  <a:pt x="44509" y="72902"/>
                  <a:pt x="48840" y="72032"/>
                  <a:pt x="52899" y="70293"/>
                </a:cubicBezTo>
                <a:cubicBezTo>
                  <a:pt x="56957" y="68554"/>
                  <a:pt x="60504" y="66166"/>
                  <a:pt x="63540" y="63131"/>
                </a:cubicBezTo>
                <a:cubicBezTo>
                  <a:pt x="66575" y="60095"/>
                  <a:pt x="68971" y="56548"/>
                  <a:pt x="70728" y="52489"/>
                </a:cubicBezTo>
                <a:cubicBezTo>
                  <a:pt x="72484" y="48431"/>
                  <a:pt x="73363" y="44099"/>
                  <a:pt x="73363" y="39495"/>
                </a:cubicBezTo>
                <a:cubicBezTo>
                  <a:pt x="73363" y="34890"/>
                  <a:pt x="72484" y="30542"/>
                  <a:pt x="70728" y="26449"/>
                </a:cubicBezTo>
                <a:cubicBezTo>
                  <a:pt x="68971" y="22356"/>
                  <a:pt x="66575" y="18792"/>
                  <a:pt x="63540" y="15757"/>
                </a:cubicBezTo>
                <a:cubicBezTo>
                  <a:pt x="60504" y="12721"/>
                  <a:pt x="56957" y="10317"/>
                  <a:pt x="52899" y="8543"/>
                </a:cubicBezTo>
                <a:cubicBezTo>
                  <a:pt x="48840" y="6770"/>
                  <a:pt x="44509" y="5883"/>
                  <a:pt x="39904" y="5883"/>
                </a:cubicBezTo>
                <a:close/>
                <a:moveTo>
                  <a:pt x="39904" y="0"/>
                </a:moveTo>
                <a:cubicBezTo>
                  <a:pt x="45361" y="0"/>
                  <a:pt x="50503" y="1031"/>
                  <a:pt x="55329" y="3095"/>
                </a:cubicBezTo>
                <a:cubicBezTo>
                  <a:pt x="60155" y="5158"/>
                  <a:pt x="64367" y="7972"/>
                  <a:pt x="67965" y="11536"/>
                </a:cubicBezTo>
                <a:cubicBezTo>
                  <a:pt x="71563" y="15100"/>
                  <a:pt x="74403" y="19270"/>
                  <a:pt x="76483" y="24045"/>
                </a:cubicBezTo>
                <a:cubicBezTo>
                  <a:pt x="78564" y="28819"/>
                  <a:pt x="79604" y="33970"/>
                  <a:pt x="79604" y="39495"/>
                </a:cubicBezTo>
                <a:cubicBezTo>
                  <a:pt x="79604" y="44952"/>
                  <a:pt x="78564" y="50068"/>
                  <a:pt x="76483" y="54843"/>
                </a:cubicBezTo>
                <a:cubicBezTo>
                  <a:pt x="74403" y="59618"/>
                  <a:pt x="71563" y="63787"/>
                  <a:pt x="67965" y="67351"/>
                </a:cubicBezTo>
                <a:cubicBezTo>
                  <a:pt x="64367" y="70915"/>
                  <a:pt x="60155" y="73712"/>
                  <a:pt x="55329" y="75741"/>
                </a:cubicBezTo>
                <a:cubicBezTo>
                  <a:pt x="50503" y="77771"/>
                  <a:pt x="45361" y="78785"/>
                  <a:pt x="39904" y="78785"/>
                </a:cubicBezTo>
                <a:cubicBezTo>
                  <a:pt x="34379" y="78785"/>
                  <a:pt x="29195" y="77771"/>
                  <a:pt x="24352" y="75741"/>
                </a:cubicBezTo>
                <a:cubicBezTo>
                  <a:pt x="19508" y="73712"/>
                  <a:pt x="15288" y="70915"/>
                  <a:pt x="11690" y="67351"/>
                </a:cubicBezTo>
                <a:cubicBezTo>
                  <a:pt x="8091" y="63787"/>
                  <a:pt x="5243" y="59618"/>
                  <a:pt x="3146" y="54843"/>
                </a:cubicBezTo>
                <a:cubicBezTo>
                  <a:pt x="1048" y="50068"/>
                  <a:pt x="0" y="44952"/>
                  <a:pt x="0" y="39495"/>
                </a:cubicBezTo>
                <a:cubicBezTo>
                  <a:pt x="0" y="33970"/>
                  <a:pt x="1048" y="28819"/>
                  <a:pt x="3146" y="24045"/>
                </a:cubicBezTo>
                <a:cubicBezTo>
                  <a:pt x="5243" y="19270"/>
                  <a:pt x="8091" y="15100"/>
                  <a:pt x="11690" y="11536"/>
                </a:cubicBezTo>
                <a:cubicBezTo>
                  <a:pt x="15288" y="7972"/>
                  <a:pt x="19508" y="5158"/>
                  <a:pt x="24352" y="3095"/>
                </a:cubicBezTo>
                <a:cubicBezTo>
                  <a:pt x="29195" y="1031"/>
                  <a:pt x="34379" y="0"/>
                  <a:pt x="39904" y="0"/>
                </a:cubicBezTo>
                <a:close/>
              </a:path>
            </a:pathLst>
          </a:custGeom>
          <a:solidFill>
            <a:schemeClr val="tx2"/>
          </a:solidFill>
        </p:spPr>
        <p:txBody>
          <a:bodyPr wrap="square">
            <a:noAutofit/>
          </a:bodyPr>
          <a:lstStyle>
            <a:lvl1pPr marL="0" indent="0">
              <a:buNone/>
              <a:defRPr sz="100">
                <a:noFill/>
              </a:defRPr>
            </a:lvl1pPr>
            <a:lvl2pPr marL="227012" indent="0">
              <a:buNone/>
              <a:defRPr sz="400"/>
            </a:lvl2pPr>
            <a:lvl3pPr marL="460375" indent="0">
              <a:buNone/>
              <a:defRPr sz="400"/>
            </a:lvl3pPr>
            <a:lvl4pPr marL="625475" indent="0">
              <a:buNone/>
              <a:defRPr sz="400"/>
            </a:lvl4pPr>
            <a:lvl5pPr marL="798513" indent="0">
              <a:buNone/>
              <a:defRPr sz="400"/>
            </a:lvl5pPr>
          </a:lstStyle>
          <a:p>
            <a:pPr lvl="0"/>
            <a:r>
              <a:rPr lang="en-US"/>
              <a:t>Click to edit Master text styles</a:t>
            </a:r>
          </a:p>
        </p:txBody>
      </p:sp>
    </p:spTree>
    <p:extLst>
      <p:ext uri="{BB962C8B-B14F-4D97-AF65-F5344CB8AC3E}">
        <p14:creationId xmlns:p14="http://schemas.microsoft.com/office/powerpoint/2010/main" val="1878064024"/>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p>
            <a:fld id="{1A5677DA-750D-4E26-A317-2E82EE9A7E3B}" type="datetimeyyyy">
              <a:rPr lang="en-US" smtClean="0"/>
              <a:t>2026</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p>
            <a:fld id="{B2643E34-DC33-45ED-8E33-EC0D5991E9A4}" type="slidenum">
              <a:rPr lang="en-US" smtClean="0"/>
              <a:pPr/>
              <a:t>‹#›</a:t>
            </a:fld>
            <a:endParaRPr lang="en-US"/>
          </a:p>
        </p:txBody>
      </p:sp>
    </p:spTree>
    <p:extLst>
      <p:ext uri="{BB962C8B-B14F-4D97-AF65-F5344CB8AC3E}">
        <p14:creationId xmlns:p14="http://schemas.microsoft.com/office/powerpoint/2010/main" val="40193551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Blank 2">
    <p:bg>
      <p:bgPr>
        <a:solidFill>
          <a:schemeClr val="accent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7A8DF4D-2C25-47CD-B972-F229DD600E7A}"/>
              </a:ext>
              <a:ext uri="{C183D7F6-B498-43B3-948B-1728B52AA6E4}">
                <adec:decorative xmlns:adec="http://schemas.microsoft.com/office/drawing/2017/decorative" val="1"/>
              </a:ext>
            </a:extLst>
          </p:cNvPr>
          <p:cNvSpPr>
            <a:spLocks noGrp="1"/>
          </p:cNvSpPr>
          <p:nvPr>
            <p:ph type="dt" sz="half" idx="10"/>
          </p:nvPr>
        </p:nvSpPr>
        <p:spPr/>
        <p:txBody>
          <a:bodyPr/>
          <a:lstStyle>
            <a:lvl1pPr>
              <a:defRPr>
                <a:solidFill>
                  <a:schemeClr val="tx1"/>
                </a:solidFill>
              </a:defRPr>
            </a:lvl1pPr>
          </a:lstStyle>
          <a:p>
            <a:fld id="{99004FBB-F6D2-4FB3-A70E-EF890FAC946B}" type="datetimeyyyy">
              <a:rPr lang="en-US" smtClean="0"/>
              <a:t>2026</a:t>
            </a:fld>
            <a:endParaRPr lang="en-US"/>
          </a:p>
        </p:txBody>
      </p:sp>
      <p:sp>
        <p:nvSpPr>
          <p:cNvPr id="6" name="Footer Placeholder 5">
            <a:extLst>
              <a:ext uri="{FF2B5EF4-FFF2-40B4-BE49-F238E27FC236}">
                <a16:creationId xmlns:a16="http://schemas.microsoft.com/office/drawing/2014/main" id="{5BFD038B-25CD-4FF4-8116-1F3AAE140F2C}"/>
              </a:ext>
              <a:ext uri="{C183D7F6-B498-43B3-948B-1728B52AA6E4}">
                <adec:decorative xmlns:adec="http://schemas.microsoft.com/office/drawing/2017/decorative" val="1"/>
              </a:ext>
            </a:extLst>
          </p:cNvPr>
          <p:cNvSpPr>
            <a:spLocks noGrp="1"/>
          </p:cNvSpPr>
          <p:nvPr>
            <p:ph type="ftr" sz="quarter" idx="11"/>
          </p:nvPr>
        </p:nvSpPr>
        <p:spPr/>
        <p:txBody>
          <a:bodyPr/>
          <a:lstStyle>
            <a:lvl1pPr>
              <a:defRPr>
                <a:solidFill>
                  <a:schemeClr val="tx1"/>
                </a:solidFill>
              </a:defRPr>
            </a:lvl1pPr>
          </a:lstStyle>
          <a:p>
            <a:r>
              <a:rPr lang="en-US"/>
              <a:t>Slalom. All Rights Reserved. Proprietary and Confidential.</a:t>
            </a:r>
          </a:p>
        </p:txBody>
      </p:sp>
      <p:sp>
        <p:nvSpPr>
          <p:cNvPr id="7" name="Slide Number Placeholder 6">
            <a:extLst>
              <a:ext uri="{FF2B5EF4-FFF2-40B4-BE49-F238E27FC236}">
                <a16:creationId xmlns:a16="http://schemas.microsoft.com/office/drawing/2014/main" id="{48248339-A58D-4E9B-ACEE-43A5709606F7}"/>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tx1"/>
                </a:solidFill>
              </a:defRPr>
            </a:lvl1pPr>
          </a:lstStyle>
          <a:p>
            <a:fld id="{B2643E34-DC33-45ED-8E33-EC0D5991E9A4}" type="slidenum">
              <a:rPr lang="en-US" smtClean="0"/>
              <a:pPr/>
              <a:t>‹#›</a:t>
            </a:fld>
            <a:endParaRPr lang="en-US"/>
          </a:p>
        </p:txBody>
      </p:sp>
      <p:pic>
        <p:nvPicPr>
          <p:cNvPr id="2" name="Picture 9">
            <a:extLst>
              <a:ext uri="{FF2B5EF4-FFF2-40B4-BE49-F238E27FC236}">
                <a16:creationId xmlns:a16="http://schemas.microsoft.com/office/drawing/2014/main" id="{05664DA5-6A87-E42D-982F-335EC8227279}"/>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71500" y="6472119"/>
            <a:ext cx="562567" cy="145851"/>
          </a:xfrm>
          <a:prstGeom prst="rect">
            <a:avLst/>
          </a:prstGeom>
        </p:spPr>
      </p:pic>
      <p:sp>
        <p:nvSpPr>
          <p:cNvPr id="3" name="Footer Placeholder 3">
            <a:extLst>
              <a:ext uri="{FF2B5EF4-FFF2-40B4-BE49-F238E27FC236}">
                <a16:creationId xmlns:a16="http://schemas.microsoft.com/office/drawing/2014/main" id="{B6102F70-12D2-5411-17DD-873A6F26A253}"/>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solidFill>
              </a:rPr>
              <a:t>©</a:t>
            </a:r>
          </a:p>
        </p:txBody>
      </p:sp>
    </p:spTree>
    <p:extLst>
      <p:ext uri="{BB962C8B-B14F-4D97-AF65-F5344CB8AC3E}">
        <p14:creationId xmlns:p14="http://schemas.microsoft.com/office/powerpoint/2010/main" val="4057848689"/>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Cover + Section Divider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 uri="{C183D7F6-B498-43B3-948B-1728B52AA6E4}">
                <adec:decorative xmlns:adec="http://schemas.microsoft.com/office/drawing/2017/decorative" val="0"/>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Additional Cover slides and section divider slides</a:t>
            </a:r>
          </a:p>
        </p:txBody>
      </p:sp>
    </p:spTree>
    <p:extLst>
      <p:ext uri="{BB962C8B-B14F-4D97-AF65-F5344CB8AC3E}">
        <p14:creationId xmlns:p14="http://schemas.microsoft.com/office/powerpoint/2010/main" val="27021804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over Slide 2">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328031" y="487391"/>
            <a:ext cx="1296588" cy="336153"/>
          </a:xfrm>
          <a:prstGeom prst="rect">
            <a:avLst/>
          </a:prstGeom>
        </p:spPr>
      </p:pic>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0" y="971809"/>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0" y="1216686"/>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285999"/>
            <a:ext cx="8229600" cy="1828802"/>
          </a:xfrm>
        </p:spPr>
        <p:txBody>
          <a:bodyPr anchor="b"/>
          <a:lstStyle>
            <a:lvl1pPr algn="l">
              <a:defRPr sz="6600">
                <a:solidFill>
                  <a:schemeClr val="accent1"/>
                </a:solidFill>
              </a:defRPr>
            </a:lvl1pPr>
          </a:lstStyle>
          <a:p>
            <a:r>
              <a:rPr lang="en-US"/>
              <a:t>Click to edit Master 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0" y="4599050"/>
            <a:ext cx="8229599"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
        <p:nvSpPr>
          <p:cNvPr id="20" name="Picture Placeholder 5">
            <a:extLst>
              <a:ext uri="{FF2B5EF4-FFF2-40B4-BE49-F238E27FC236}">
                <a16:creationId xmlns:a16="http://schemas.microsoft.com/office/drawing/2014/main" id="{C2B27502-C2DC-9A63-9B23-BA9BE99318F2}"/>
              </a:ext>
              <a:ext uri="{C183D7F6-B498-43B3-948B-1728B52AA6E4}">
                <adec:decorative xmlns:adec="http://schemas.microsoft.com/office/drawing/2017/decorative" val="0"/>
              </a:ext>
            </a:extLst>
          </p:cNvPr>
          <p:cNvSpPr>
            <a:spLocks noGrp="1"/>
          </p:cNvSpPr>
          <p:nvPr>
            <p:ph type="pic" sz="quarter" idx="16" hasCustomPrompt="1"/>
          </p:nvPr>
        </p:nvSpPr>
        <p:spPr>
          <a:xfrm>
            <a:off x="1511300" y="5627683"/>
            <a:ext cx="3027622" cy="661824"/>
          </a:xfrm>
        </p:spPr>
        <p:txBody>
          <a:bodyPr anchor="ctr"/>
          <a:lstStyle>
            <a:lvl1pPr marL="0" indent="0" algn="ctr">
              <a:buNone/>
              <a:defRPr sz="900" b="1" cap="all" baseline="0"/>
            </a:lvl1pPr>
          </a:lstStyle>
          <a:p>
            <a:r>
              <a:rPr lang="en-US"/>
              <a:t>Click icon to insert Client logo</a:t>
            </a:r>
          </a:p>
        </p:txBody>
      </p:sp>
    </p:spTree>
    <p:extLst>
      <p:ext uri="{BB962C8B-B14F-4D97-AF65-F5344CB8AC3E}">
        <p14:creationId xmlns:p14="http://schemas.microsoft.com/office/powerpoint/2010/main" val="28262881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over Slide - Partner Logo">
    <p:bg>
      <p:bgPr>
        <a:solidFill>
          <a:schemeClr val="accent1"/>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508DAC0-BC9F-FB2B-9ECF-781051E35BF9}"/>
              </a:ext>
            </a:extLst>
          </p:cNvPr>
          <p:cNvCxnSpPr/>
          <p:nvPr userDrawn="1"/>
        </p:nvCxnSpPr>
        <p:spPr>
          <a:xfrm>
            <a:off x="8801100" y="395940"/>
            <a:ext cx="0" cy="518179"/>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21" name="Picture 9">
            <a:extLst>
              <a:ext uri="{FF2B5EF4-FFF2-40B4-BE49-F238E27FC236}">
                <a16:creationId xmlns:a16="http://schemas.microsoft.com/office/drawing/2014/main" id="{C02014B9-F4F4-8E0F-5847-F64008EAC753}"/>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7107522" y="486514"/>
            <a:ext cx="1299971" cy="337030"/>
          </a:xfrm>
          <a:prstGeom prst="rect">
            <a:avLst/>
          </a:prstGeom>
        </p:spPr>
      </p:pic>
      <p:grpSp>
        <p:nvGrpSpPr>
          <p:cNvPr id="24" name="Group 23">
            <a:extLst>
              <a:ext uri="{FF2B5EF4-FFF2-40B4-BE49-F238E27FC236}">
                <a16:creationId xmlns:a16="http://schemas.microsoft.com/office/drawing/2014/main" id="{37B9B1A0-930E-F611-6293-BB9611BC612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25" name="Rectangle 24">
              <a:extLst>
                <a:ext uri="{FF2B5EF4-FFF2-40B4-BE49-F238E27FC236}">
                  <a16:creationId xmlns:a16="http://schemas.microsoft.com/office/drawing/2014/main" id="{32B48BEB-0E70-AC50-D6E3-4377692B0ADB}"/>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6" name="Rectangle 25">
              <a:extLst>
                <a:ext uri="{FF2B5EF4-FFF2-40B4-BE49-F238E27FC236}">
                  <a16:creationId xmlns:a16="http://schemas.microsoft.com/office/drawing/2014/main" id="{11E2F345-BACE-BB10-1BFA-BFDDCD6E15A7}"/>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7" name="Rectangle 26">
              <a:extLst>
                <a:ext uri="{FF2B5EF4-FFF2-40B4-BE49-F238E27FC236}">
                  <a16:creationId xmlns:a16="http://schemas.microsoft.com/office/drawing/2014/main" id="{1A8C897E-2042-6F06-6844-38D47C67D196}"/>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8" name="Rectangle 27">
              <a:extLst>
                <a:ext uri="{FF2B5EF4-FFF2-40B4-BE49-F238E27FC236}">
                  <a16:creationId xmlns:a16="http://schemas.microsoft.com/office/drawing/2014/main" id="{34D4E0F9-F633-6A6E-3158-2D30A479CB08}"/>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29" name="Rectangle 28">
              <a:extLst>
                <a:ext uri="{FF2B5EF4-FFF2-40B4-BE49-F238E27FC236}">
                  <a16:creationId xmlns:a16="http://schemas.microsoft.com/office/drawing/2014/main" id="{C917D8D6-8AD3-F45E-EE54-5C0F159E2C96}"/>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6" name="Picture Placeholder 5">
            <a:extLst>
              <a:ext uri="{FF2B5EF4-FFF2-40B4-BE49-F238E27FC236}">
                <a16:creationId xmlns:a16="http://schemas.microsoft.com/office/drawing/2014/main" id="{46CE2DE3-ABB9-9B32-E52C-5B71441C16BE}"/>
              </a:ext>
              <a:ext uri="{C183D7F6-B498-43B3-948B-1728B52AA6E4}">
                <adec:decorative xmlns:adec="http://schemas.microsoft.com/office/drawing/2017/decorative" val="0"/>
              </a:ext>
            </a:extLst>
          </p:cNvPr>
          <p:cNvSpPr>
            <a:spLocks noGrp="1"/>
          </p:cNvSpPr>
          <p:nvPr userDrawn="1">
            <p:ph type="pic" sz="quarter" idx="16" hasCustomPrompt="1"/>
          </p:nvPr>
        </p:nvSpPr>
        <p:spPr>
          <a:xfrm>
            <a:off x="9243281" y="395938"/>
            <a:ext cx="2370503" cy="518182"/>
          </a:xfrm>
        </p:spPr>
        <p:txBody>
          <a:bodyPr anchor="ctr"/>
          <a:lstStyle>
            <a:lvl1pPr marL="0" indent="0" algn="ctr">
              <a:buNone/>
              <a:defRPr sz="900" b="1" cap="all" baseline="0"/>
            </a:lvl1pPr>
          </a:lstStyle>
          <a:p>
            <a:r>
              <a:rPr lang="en-US"/>
              <a:t>Click icon to insert Partner logo</a:t>
            </a:r>
          </a:p>
        </p:txBody>
      </p:sp>
      <p:sp>
        <p:nvSpPr>
          <p:cNvPr id="37" name="Text Placeholder 4">
            <a:extLst>
              <a:ext uri="{FF2B5EF4-FFF2-40B4-BE49-F238E27FC236}">
                <a16:creationId xmlns:a16="http://schemas.microsoft.com/office/drawing/2014/main" id="{DBC706B5-DD0D-21FC-8DFC-D9B4B0C03970}"/>
              </a:ext>
              <a:ext uri="{C183D7F6-B498-43B3-948B-1728B52AA6E4}">
                <adec:decorative xmlns:adec="http://schemas.microsoft.com/office/drawing/2017/decorative" val="0"/>
              </a:ext>
            </a:extLst>
          </p:cNvPr>
          <p:cNvSpPr>
            <a:spLocks noGrp="1"/>
          </p:cNvSpPr>
          <p:nvPr userDrawn="1">
            <p:ph type="body" sz="quarter" idx="14" hasCustomPrompt="1"/>
          </p:nvPr>
        </p:nvSpPr>
        <p:spPr>
          <a:xfrm>
            <a:off x="1511300" y="1764475"/>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38" name="Text Placeholder 4">
            <a:extLst>
              <a:ext uri="{FF2B5EF4-FFF2-40B4-BE49-F238E27FC236}">
                <a16:creationId xmlns:a16="http://schemas.microsoft.com/office/drawing/2014/main" id="{6C94BFD7-BDCD-196E-6E6A-314E0DFD6E80}"/>
              </a:ext>
              <a:ext uri="{C183D7F6-B498-43B3-948B-1728B52AA6E4}">
                <adec:decorative xmlns:adec="http://schemas.microsoft.com/office/drawing/2017/decorative" val="0"/>
              </a:ext>
            </a:extLst>
          </p:cNvPr>
          <p:cNvSpPr>
            <a:spLocks noGrp="1"/>
          </p:cNvSpPr>
          <p:nvPr userDrawn="1">
            <p:ph type="body" sz="quarter" idx="15" hasCustomPrompt="1"/>
          </p:nvPr>
        </p:nvSpPr>
        <p:spPr>
          <a:xfrm>
            <a:off x="1511300" y="2009352"/>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2" name="Title 1">
            <a:extLst>
              <a:ext uri="{FF2B5EF4-FFF2-40B4-BE49-F238E27FC236}">
                <a16:creationId xmlns:a16="http://schemas.microsoft.com/office/drawing/2014/main" id="{3176A2F6-09EE-411D-ABA1-2E989674E940}"/>
              </a:ext>
            </a:extLst>
          </p:cNvPr>
          <p:cNvSpPr>
            <a:spLocks noGrp="1"/>
          </p:cNvSpPr>
          <p:nvPr userDrawn="1">
            <p:ph type="ctrTitle"/>
          </p:nvPr>
        </p:nvSpPr>
        <p:spPr>
          <a:xfrm>
            <a:off x="1511300" y="2743200"/>
            <a:ext cx="8229600" cy="2362199"/>
          </a:xfrm>
        </p:spPr>
        <p:txBody>
          <a:bodyPr anchor="b"/>
          <a:lstStyle>
            <a:lvl1pPr algn="l">
              <a:defRPr sz="6600"/>
            </a:lvl1pPr>
          </a:lstStyle>
          <a:p>
            <a:r>
              <a:rPr lang="en-US"/>
              <a:t>Click to edit Master title style</a:t>
            </a:r>
          </a:p>
        </p:txBody>
      </p:sp>
      <p:sp>
        <p:nvSpPr>
          <p:cNvPr id="3" name="Subtitle 2">
            <a:extLst>
              <a:ext uri="{FF2B5EF4-FFF2-40B4-BE49-F238E27FC236}">
                <a16:creationId xmlns:a16="http://schemas.microsoft.com/office/drawing/2014/main" id="{56F8D719-2B49-447B-9B7B-DC72A26B3909}"/>
              </a:ext>
            </a:extLst>
          </p:cNvPr>
          <p:cNvSpPr>
            <a:spLocks noGrp="1"/>
          </p:cNvSpPr>
          <p:nvPr userDrawn="1">
            <p:ph type="subTitle" idx="1"/>
          </p:nvPr>
        </p:nvSpPr>
        <p:spPr>
          <a:xfrm>
            <a:off x="1511300" y="5317795"/>
            <a:ext cx="3759200"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5B38B860-6BB0-B1A5-DE3D-941BE9A2840C}"/>
              </a:ext>
            </a:extLst>
          </p:cNvPr>
          <p:cNvSpPr>
            <a:spLocks noGrp="1"/>
          </p:cNvSpPr>
          <p:nvPr userDrawn="1">
            <p:ph type="body" sz="quarter" idx="13"/>
          </p:nvPr>
        </p:nvSpPr>
        <p:spPr>
          <a:xfrm>
            <a:off x="1511301" y="5628725"/>
            <a:ext cx="3759200" cy="657775"/>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spTree>
    <p:extLst>
      <p:ext uri="{BB962C8B-B14F-4D97-AF65-F5344CB8AC3E}">
        <p14:creationId xmlns:p14="http://schemas.microsoft.com/office/powerpoint/2010/main" val="328111919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over Slide 2 - Partner Logo">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Picture Placeholder 5">
            <a:extLst>
              <a:ext uri="{FF2B5EF4-FFF2-40B4-BE49-F238E27FC236}">
                <a16:creationId xmlns:a16="http://schemas.microsoft.com/office/drawing/2014/main" id="{2F818987-3005-3F2C-2E66-DC62D80EAC92}"/>
              </a:ext>
              <a:ext uri="{C183D7F6-B498-43B3-948B-1728B52AA6E4}">
                <adec:decorative xmlns:adec="http://schemas.microsoft.com/office/drawing/2017/decorative" val="0"/>
              </a:ext>
            </a:extLst>
          </p:cNvPr>
          <p:cNvSpPr>
            <a:spLocks noGrp="1"/>
          </p:cNvSpPr>
          <p:nvPr>
            <p:ph type="pic" sz="quarter" idx="16" hasCustomPrompt="1"/>
          </p:nvPr>
        </p:nvSpPr>
        <p:spPr>
          <a:xfrm>
            <a:off x="9243281" y="395938"/>
            <a:ext cx="2370503" cy="518182"/>
          </a:xfrm>
        </p:spPr>
        <p:txBody>
          <a:bodyPr anchor="ctr"/>
          <a:lstStyle>
            <a:lvl1pPr marL="0" indent="0" algn="ctr">
              <a:buNone/>
              <a:defRPr sz="900" b="1" cap="all" baseline="0"/>
            </a:lvl1pPr>
          </a:lstStyle>
          <a:p>
            <a:r>
              <a:rPr lang="en-US"/>
              <a:t>Click icon to insert Partner logo</a:t>
            </a:r>
          </a:p>
        </p:txBody>
      </p:sp>
      <p:sp>
        <p:nvSpPr>
          <p:cNvPr id="21" name="Text Placeholder 4">
            <a:extLst>
              <a:ext uri="{FF2B5EF4-FFF2-40B4-BE49-F238E27FC236}">
                <a16:creationId xmlns:a16="http://schemas.microsoft.com/office/drawing/2014/main" id="{1F3966E0-AD6A-598F-4966-75FB735E7F71}"/>
              </a:ext>
              <a:ext uri="{C183D7F6-B498-43B3-948B-1728B52AA6E4}">
                <adec:decorative xmlns:adec="http://schemas.microsoft.com/office/drawing/2017/decorative" val="0"/>
              </a:ext>
            </a:extLst>
          </p:cNvPr>
          <p:cNvSpPr>
            <a:spLocks noGrp="1"/>
          </p:cNvSpPr>
          <p:nvPr>
            <p:ph type="body" sz="quarter" idx="14" hasCustomPrompt="1"/>
          </p:nvPr>
        </p:nvSpPr>
        <p:spPr>
          <a:xfrm>
            <a:off x="1511300" y="1752600"/>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Deck type</a:t>
            </a:r>
          </a:p>
        </p:txBody>
      </p:sp>
      <p:sp>
        <p:nvSpPr>
          <p:cNvPr id="22" name="Text Placeholder 4">
            <a:extLst>
              <a:ext uri="{FF2B5EF4-FFF2-40B4-BE49-F238E27FC236}">
                <a16:creationId xmlns:a16="http://schemas.microsoft.com/office/drawing/2014/main" id="{1550FF99-51BD-82AD-6114-19DC0E899A92}"/>
              </a:ext>
              <a:ext uri="{C183D7F6-B498-43B3-948B-1728B52AA6E4}">
                <adec:decorative xmlns:adec="http://schemas.microsoft.com/office/drawing/2017/decorative" val="0"/>
              </a:ext>
            </a:extLst>
          </p:cNvPr>
          <p:cNvSpPr>
            <a:spLocks noGrp="1"/>
          </p:cNvSpPr>
          <p:nvPr>
            <p:ph type="body" sz="quarter" idx="15" hasCustomPrompt="1"/>
          </p:nvPr>
        </p:nvSpPr>
        <p:spPr>
          <a:xfrm>
            <a:off x="1511300" y="1997477"/>
            <a:ext cx="8229599" cy="345414"/>
          </a:xfrm>
        </p:spPr>
        <p:txBody>
          <a:bodyPr anchor="ctr"/>
          <a:lstStyle>
            <a:lvl1pPr marL="0" indent="0">
              <a:buNone/>
              <a:defRPr sz="1200" b="1" cap="all" spc="150" baseline="0"/>
            </a:lvl1pPr>
            <a:lvl2pPr>
              <a:defRPr sz="1100"/>
            </a:lvl2pPr>
            <a:lvl3pPr>
              <a:defRPr sz="800"/>
            </a:lvl3pPr>
            <a:lvl4pPr>
              <a:defRPr sz="800"/>
            </a:lvl4pPr>
            <a:lvl5pPr>
              <a:defRPr sz="800"/>
            </a:lvl5pPr>
          </a:lstStyle>
          <a:p>
            <a:pPr lvl="0"/>
            <a:r>
              <a:rPr lang="en-US"/>
              <a:t>Date</a:t>
            </a:r>
          </a:p>
        </p:txBody>
      </p:sp>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2741995"/>
            <a:ext cx="8229600" cy="2363405"/>
          </a:xfrm>
        </p:spPr>
        <p:txBody>
          <a:bodyPr anchor="b"/>
          <a:lstStyle>
            <a:lvl1pPr algn="l">
              <a:defRPr sz="6600">
                <a:solidFill>
                  <a:schemeClr val="accent1"/>
                </a:solidFill>
              </a:defRPr>
            </a:lvl1pPr>
          </a:lstStyle>
          <a:p>
            <a:r>
              <a:rPr lang="en-US"/>
              <a:t>Click to edit Master title style</a:t>
            </a:r>
          </a:p>
        </p:txBody>
      </p:sp>
      <p:sp>
        <p:nvSpPr>
          <p:cNvPr id="23" name="Subtitle 2">
            <a:extLst>
              <a:ext uri="{FF2B5EF4-FFF2-40B4-BE49-F238E27FC236}">
                <a16:creationId xmlns:a16="http://schemas.microsoft.com/office/drawing/2014/main" id="{223208DF-94D6-71EF-9D57-7E591ED72FA8}"/>
              </a:ext>
            </a:extLst>
          </p:cNvPr>
          <p:cNvSpPr>
            <a:spLocks noGrp="1"/>
          </p:cNvSpPr>
          <p:nvPr>
            <p:ph type="subTitle" idx="1"/>
          </p:nvPr>
        </p:nvSpPr>
        <p:spPr>
          <a:xfrm>
            <a:off x="1511300" y="5313390"/>
            <a:ext cx="3759200" cy="281023"/>
          </a:xfrm>
        </p:spPr>
        <p:txBody>
          <a:bodyPr/>
          <a:lstStyle>
            <a:lvl1pPr marL="0" indent="0" algn="l">
              <a:spcBef>
                <a:spcPts val="0"/>
              </a:spcBef>
              <a:buNone/>
              <a:defRPr sz="1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4" name="Text Placeholder 4">
            <a:extLst>
              <a:ext uri="{FF2B5EF4-FFF2-40B4-BE49-F238E27FC236}">
                <a16:creationId xmlns:a16="http://schemas.microsoft.com/office/drawing/2014/main" id="{6576DBCF-A908-DA38-4357-C00877BCF6ED}"/>
              </a:ext>
            </a:extLst>
          </p:cNvPr>
          <p:cNvSpPr>
            <a:spLocks noGrp="1"/>
          </p:cNvSpPr>
          <p:nvPr>
            <p:ph type="body" sz="quarter" idx="13"/>
          </p:nvPr>
        </p:nvSpPr>
        <p:spPr>
          <a:xfrm>
            <a:off x="1511301" y="5624320"/>
            <a:ext cx="3759200" cy="503049"/>
          </a:xfrm>
        </p:spPr>
        <p:txBody>
          <a:bodyPr/>
          <a:lstStyle>
            <a:lvl1pPr marL="0" indent="0">
              <a:buNone/>
              <a:defRPr sz="1400"/>
            </a:lvl1pPr>
            <a:lvl2pPr>
              <a:defRPr sz="1100"/>
            </a:lvl2pPr>
            <a:lvl3pPr>
              <a:defRPr sz="800"/>
            </a:lvl3pPr>
            <a:lvl4pPr>
              <a:defRPr sz="800"/>
            </a:lvl4pPr>
            <a:lvl5pPr>
              <a:defRPr sz="800"/>
            </a:lvl5pPr>
          </a:lstStyle>
          <a:p>
            <a:pPr lvl="0"/>
            <a:r>
              <a:rPr lang="en-US"/>
              <a:t>Click to edit Master text styles</a:t>
            </a:r>
          </a:p>
        </p:txBody>
      </p:sp>
      <p:cxnSp>
        <p:nvCxnSpPr>
          <p:cNvPr id="2" name="Straight Connector 1">
            <a:extLst>
              <a:ext uri="{FF2B5EF4-FFF2-40B4-BE49-F238E27FC236}">
                <a16:creationId xmlns:a16="http://schemas.microsoft.com/office/drawing/2014/main" id="{2DFD3AA2-1F30-E14C-F3FB-9DA7C50EB84E}"/>
              </a:ext>
              <a:ext uri="{C183D7F6-B498-43B3-948B-1728B52AA6E4}">
                <adec:decorative xmlns:adec="http://schemas.microsoft.com/office/drawing/2017/decorative" val="1"/>
              </a:ext>
            </a:extLst>
          </p:cNvPr>
          <p:cNvCxnSpPr/>
          <p:nvPr userDrawn="1"/>
        </p:nvCxnSpPr>
        <p:spPr>
          <a:xfrm>
            <a:off x="8801100" y="395940"/>
            <a:ext cx="0" cy="518179"/>
          </a:xfrm>
          <a:prstGeom prst="line">
            <a:avLst/>
          </a:prstGeom>
          <a:ln w="9525" cap="flat">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30" name="Picture 9">
            <a:extLst>
              <a:ext uri="{FF2B5EF4-FFF2-40B4-BE49-F238E27FC236}">
                <a16:creationId xmlns:a16="http://schemas.microsoft.com/office/drawing/2014/main" id="{F8022471-4462-CE51-9317-A5E00E36CADC}"/>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7107521" y="486514"/>
            <a:ext cx="1299973" cy="337031"/>
          </a:xfrm>
          <a:prstGeom prst="rect">
            <a:avLst/>
          </a:prstGeom>
        </p:spPr>
      </p:pic>
    </p:spTree>
    <p:extLst>
      <p:ext uri="{BB962C8B-B14F-4D97-AF65-F5344CB8AC3E}">
        <p14:creationId xmlns:p14="http://schemas.microsoft.com/office/powerpoint/2010/main" val="34704409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Section Divider 2">
    <p:bg>
      <p:bgPr>
        <a:solidFill>
          <a:schemeClr val="accent1"/>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272A4299-D00F-3114-A9BF-21CB5BF68586}"/>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DF976F77-EEC7-5355-89D2-0EB4E2530869}"/>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EB0E43C2-3D05-E0D0-EDD0-9689729A969F}"/>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77612517-2554-7E7D-8B09-781034E16E32}"/>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EFCEEE22-BC7F-2CBA-4CA7-BD105D048DFA}"/>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A3F96DDF-28E7-25CC-F741-D82D5FDAC78E}"/>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pic>
        <p:nvPicPr>
          <p:cNvPr id="19" name="Picture 9">
            <a:extLst>
              <a:ext uri="{FF2B5EF4-FFF2-40B4-BE49-F238E27FC236}">
                <a16:creationId xmlns:a16="http://schemas.microsoft.com/office/drawing/2014/main" id="{0C24EA43-9656-0BCB-9154-2B793130BE24}"/>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0328031" y="487391"/>
            <a:ext cx="1296588" cy="336153"/>
          </a:xfrm>
          <a:prstGeom prst="rect">
            <a:avLst/>
          </a:prstGeom>
        </p:spPr>
      </p:pic>
      <p:sp>
        <p:nvSpPr>
          <p:cNvPr id="10" name="Title 1">
            <a:extLst>
              <a:ext uri="{FF2B5EF4-FFF2-40B4-BE49-F238E27FC236}">
                <a16:creationId xmlns:a16="http://schemas.microsoft.com/office/drawing/2014/main" id="{D731500D-571A-3F1C-B27F-E4A3E5BC72A3}"/>
              </a:ext>
            </a:extLst>
          </p:cNvPr>
          <p:cNvSpPr>
            <a:spLocks noGrp="1"/>
          </p:cNvSpPr>
          <p:nvPr>
            <p:ph type="ctrTitle"/>
          </p:nvPr>
        </p:nvSpPr>
        <p:spPr>
          <a:xfrm>
            <a:off x="1511300" y="1752601"/>
            <a:ext cx="8229600" cy="3352800"/>
          </a:xfrm>
        </p:spPr>
        <p:txBody>
          <a:bodyPr anchor="t"/>
          <a:lstStyle>
            <a:lvl1pPr algn="l">
              <a:defRPr sz="5400">
                <a:solidFill>
                  <a:schemeClr val="tx1"/>
                </a:solidFill>
              </a:defRPr>
            </a:lvl1pPr>
          </a:lstStyle>
          <a:p>
            <a:r>
              <a:rPr lang="en-US"/>
              <a:t>Click to edit Master title style</a:t>
            </a:r>
          </a:p>
        </p:txBody>
      </p:sp>
      <p:sp>
        <p:nvSpPr>
          <p:cNvPr id="20" name="Text Placeholder 4">
            <a:extLst>
              <a:ext uri="{FF2B5EF4-FFF2-40B4-BE49-F238E27FC236}">
                <a16:creationId xmlns:a16="http://schemas.microsoft.com/office/drawing/2014/main" id="{8054F7FC-C80C-E0CC-59AE-79AAAD29A470}"/>
              </a:ext>
            </a:extLst>
          </p:cNvPr>
          <p:cNvSpPr>
            <a:spLocks noGrp="1"/>
          </p:cNvSpPr>
          <p:nvPr>
            <p:ph type="body" sz="quarter" idx="13" hasCustomPrompt="1"/>
          </p:nvPr>
        </p:nvSpPr>
        <p:spPr>
          <a:xfrm>
            <a:off x="1511300" y="5873497"/>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01. Section indicator</a:t>
            </a:r>
          </a:p>
        </p:txBody>
      </p:sp>
      <p:sp>
        <p:nvSpPr>
          <p:cNvPr id="21" name="Text Placeholder 4">
            <a:extLst>
              <a:ext uri="{FF2B5EF4-FFF2-40B4-BE49-F238E27FC236}">
                <a16:creationId xmlns:a16="http://schemas.microsoft.com/office/drawing/2014/main" id="{DC055F5E-0403-AE46-E374-BD2A8C1AAB09}"/>
              </a:ext>
            </a:extLst>
          </p:cNvPr>
          <p:cNvSpPr>
            <a:spLocks noGrp="1"/>
          </p:cNvSpPr>
          <p:nvPr>
            <p:ph type="body" sz="quarter" idx="15" hasCustomPrompt="1"/>
          </p:nvPr>
        </p:nvSpPr>
        <p:spPr>
          <a:xfrm>
            <a:off x="3390900" y="5873497"/>
            <a:ext cx="1651000"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02. Section indicator</a:t>
            </a:r>
          </a:p>
        </p:txBody>
      </p:sp>
      <p:sp>
        <p:nvSpPr>
          <p:cNvPr id="23" name="Text Placeholder 4">
            <a:extLst>
              <a:ext uri="{FF2B5EF4-FFF2-40B4-BE49-F238E27FC236}">
                <a16:creationId xmlns:a16="http://schemas.microsoft.com/office/drawing/2014/main" id="{10FABD76-3F00-0FAF-2469-1F2536153E4A}"/>
              </a:ext>
            </a:extLst>
          </p:cNvPr>
          <p:cNvSpPr>
            <a:spLocks noGrp="1"/>
          </p:cNvSpPr>
          <p:nvPr>
            <p:ph type="body" sz="quarter" idx="16" hasCustomPrompt="1"/>
          </p:nvPr>
        </p:nvSpPr>
        <p:spPr>
          <a:xfrm>
            <a:off x="5270501" y="5873497"/>
            <a:ext cx="1650999"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03. Section indicator</a:t>
            </a:r>
          </a:p>
        </p:txBody>
      </p:sp>
      <p:sp>
        <p:nvSpPr>
          <p:cNvPr id="25" name="Text Placeholder 4">
            <a:extLst>
              <a:ext uri="{FF2B5EF4-FFF2-40B4-BE49-F238E27FC236}">
                <a16:creationId xmlns:a16="http://schemas.microsoft.com/office/drawing/2014/main" id="{6EA5E727-161E-4C13-B53C-A18124F61C4E}"/>
              </a:ext>
            </a:extLst>
          </p:cNvPr>
          <p:cNvSpPr>
            <a:spLocks noGrp="1"/>
          </p:cNvSpPr>
          <p:nvPr>
            <p:ph type="body" sz="quarter" idx="17" hasCustomPrompt="1"/>
          </p:nvPr>
        </p:nvSpPr>
        <p:spPr>
          <a:xfrm>
            <a:off x="7150104" y="5873497"/>
            <a:ext cx="1650996"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04. Section indicator</a:t>
            </a:r>
          </a:p>
        </p:txBody>
      </p:sp>
      <p:sp>
        <p:nvSpPr>
          <p:cNvPr id="26" name="Text Placeholder 4">
            <a:extLst>
              <a:ext uri="{FF2B5EF4-FFF2-40B4-BE49-F238E27FC236}">
                <a16:creationId xmlns:a16="http://schemas.microsoft.com/office/drawing/2014/main" id="{FCC5001C-8747-ABB4-2ACA-EC2ADE747BFF}"/>
              </a:ext>
            </a:extLst>
          </p:cNvPr>
          <p:cNvSpPr>
            <a:spLocks noGrp="1"/>
          </p:cNvSpPr>
          <p:nvPr>
            <p:ph type="body" sz="quarter" idx="18" hasCustomPrompt="1"/>
          </p:nvPr>
        </p:nvSpPr>
        <p:spPr>
          <a:xfrm>
            <a:off x="9030832" y="5873497"/>
            <a:ext cx="1649868" cy="413004"/>
          </a:xfrm>
        </p:spPr>
        <p:txBody>
          <a:bodyPr/>
          <a:lstStyle>
            <a:lvl1pPr marL="0" indent="0">
              <a:lnSpc>
                <a:spcPct val="100000"/>
              </a:lnSpc>
              <a:buNone/>
              <a:defRPr sz="1400" b="1">
                <a:solidFill>
                  <a:schemeClr val="tx1"/>
                </a:solidFill>
              </a:defRPr>
            </a:lvl1pPr>
            <a:lvl2pPr>
              <a:defRPr sz="1100"/>
            </a:lvl2pPr>
            <a:lvl3pPr>
              <a:defRPr sz="800"/>
            </a:lvl3pPr>
            <a:lvl4pPr>
              <a:defRPr sz="800"/>
            </a:lvl4pPr>
            <a:lvl5pPr>
              <a:defRPr sz="800"/>
            </a:lvl5pPr>
          </a:lstStyle>
          <a:p>
            <a:pPr lvl="0"/>
            <a:r>
              <a:rPr lang="en-US"/>
              <a:t>05. Section indicator</a:t>
            </a:r>
          </a:p>
        </p:txBody>
      </p:sp>
    </p:spTree>
    <p:extLst>
      <p:ext uri="{BB962C8B-B14F-4D97-AF65-F5344CB8AC3E}">
        <p14:creationId xmlns:p14="http://schemas.microsoft.com/office/powerpoint/2010/main" val="281205976"/>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Section Divider 3">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61FF95A9-5EDA-B440-A493-7CDCA3BDACF6}"/>
              </a:ext>
              <a:ext uri="{C183D7F6-B498-43B3-948B-1728B52AA6E4}">
                <adec:decorative xmlns:adec="http://schemas.microsoft.com/office/drawing/2017/decorative" val="0"/>
              </a:ext>
            </a:extLst>
          </p:cNvPr>
          <p:cNvSpPr>
            <a:spLocks noGrp="1"/>
          </p:cNvSpPr>
          <p:nvPr>
            <p:ph type="pic" sz="quarter" idx="11"/>
          </p:nvPr>
        </p:nvSpPr>
        <p:spPr>
          <a:xfrm>
            <a:off x="137160" y="1"/>
            <a:ext cx="12054840" cy="6858000"/>
          </a:xfrm>
        </p:spPr>
        <p:txBody>
          <a:bodyPr/>
          <a:lstStyle>
            <a:lvl1pPr marL="0" indent="0">
              <a:buNone/>
              <a:defRPr/>
            </a:lvl1pPr>
          </a:lstStyle>
          <a:p>
            <a:r>
              <a:rPr lang="en-US"/>
              <a:t>Click icon to add picture</a:t>
            </a:r>
          </a:p>
        </p:txBody>
      </p:sp>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lvl1pPr>
          </a:lstStyle>
          <a:p>
            <a:r>
              <a:rPr lang="en-US"/>
              <a:t>Click to edit Master title style</a:t>
            </a:r>
          </a:p>
        </p:txBody>
      </p:sp>
    </p:spTree>
    <p:extLst>
      <p:ext uri="{BB962C8B-B14F-4D97-AF65-F5344CB8AC3E}">
        <p14:creationId xmlns:p14="http://schemas.microsoft.com/office/powerpoint/2010/main" val="1601580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Section Divider 4">
    <p:bg>
      <p:bgPr>
        <a:solidFill>
          <a:schemeClr val="accent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chemeClr val="accent2"/>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bg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6050972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Section Divider 5">
    <p:bg>
      <p:bgPr>
        <a:solidFill>
          <a:schemeClr val="accent3"/>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rgbClr val="00B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00BAD6"/>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3641305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Section Divider 6">
    <p:bg>
      <p:bgPr>
        <a:solidFill>
          <a:schemeClr val="accent4"/>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rgbClr val="E615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E6154A"/>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095441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Divider 7">
    <p:bg>
      <p:bgPr>
        <a:solidFill>
          <a:schemeClr val="accent5"/>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9488F0"/>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7486923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Divider 8">
    <p:bg>
      <p:bgPr>
        <a:solidFill>
          <a:schemeClr val="accent6"/>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28B4D215-4806-93B4-4DFF-1266156D61D5}"/>
              </a:ext>
              <a:ext uri="{C183D7F6-B498-43B3-948B-1728B52AA6E4}">
                <adec:decorative xmlns:adec="http://schemas.microsoft.com/office/drawing/2017/decorative" val="0"/>
              </a:ext>
            </a:extLst>
          </p:cNvPr>
          <p:cNvSpPr>
            <a:spLocks noGrp="1"/>
          </p:cNvSpPr>
          <p:nvPr>
            <p:ph type="pic" sz="quarter" idx="13"/>
          </p:nvPr>
        </p:nvSpPr>
        <p:spPr>
          <a:xfrm>
            <a:off x="137160" y="1"/>
            <a:ext cx="12054840" cy="6858000"/>
          </a:xfrm>
          <a:custGeom>
            <a:avLst/>
            <a:gdLst>
              <a:gd name="connsiteX0" fmla="*/ 0 w 12054840"/>
              <a:gd name="connsiteY0" fmla="*/ 0 h 6858000"/>
              <a:gd name="connsiteX1" fmla="*/ 12054840 w 12054840"/>
              <a:gd name="connsiteY1" fmla="*/ 0 h 6858000"/>
              <a:gd name="connsiteX2" fmla="*/ 12054840 w 12054840"/>
              <a:gd name="connsiteY2" fmla="*/ 6858000 h 6858000"/>
              <a:gd name="connsiteX3" fmla="*/ 4904739 w 12054840"/>
              <a:gd name="connsiteY3" fmla="*/ 6858000 h 6858000"/>
              <a:gd name="connsiteX4" fmla="*/ 4904739 w 12054840"/>
              <a:gd name="connsiteY4" fmla="*/ 3393568 h 6858000"/>
              <a:gd name="connsiteX5" fmla="*/ 4253165 w 12054840"/>
              <a:gd name="connsiteY5" fmla="*/ 2741994 h 6858000"/>
              <a:gd name="connsiteX6" fmla="*/ 0 w 12054840"/>
              <a:gd name="connsiteY6" fmla="*/ 274199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54840" h="6858000">
                <a:moveTo>
                  <a:pt x="0" y="0"/>
                </a:moveTo>
                <a:lnTo>
                  <a:pt x="12054840" y="0"/>
                </a:lnTo>
                <a:lnTo>
                  <a:pt x="12054840" y="6858000"/>
                </a:lnTo>
                <a:lnTo>
                  <a:pt x="4904739" y="6858000"/>
                </a:lnTo>
                <a:lnTo>
                  <a:pt x="4904739" y="3393568"/>
                </a:lnTo>
                <a:cubicBezTo>
                  <a:pt x="4904739" y="3033714"/>
                  <a:pt x="4613019" y="2741994"/>
                  <a:pt x="4253165" y="2741994"/>
                </a:cubicBezTo>
                <a:lnTo>
                  <a:pt x="0" y="2741994"/>
                </a:lnTo>
                <a:close/>
              </a:path>
            </a:pathLst>
          </a:custGeom>
        </p:spPr>
        <p:txBody>
          <a:bodyPr wrap="square">
            <a:noAutofit/>
          </a:bodyPr>
          <a:lstStyle>
            <a:lvl1pPr marL="0" indent="0">
              <a:buNone/>
              <a:defRPr/>
            </a:lvl1pPr>
          </a:lstStyle>
          <a:p>
            <a:r>
              <a:rPr lang="en-US"/>
              <a:t>Click icon to add picture</a:t>
            </a:r>
          </a:p>
        </p:txBody>
      </p:sp>
      <p:sp>
        <p:nvSpPr>
          <p:cNvPr id="32" name="Text Placeholder 31">
            <a:extLst>
              <a:ext uri="{FF2B5EF4-FFF2-40B4-BE49-F238E27FC236}">
                <a16:creationId xmlns:a16="http://schemas.microsoft.com/office/drawing/2014/main" id="{1293365B-26EE-3B4E-F2B1-83D52CFC6686}"/>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9" name="Group 8">
            <a:extLst>
              <a:ext uri="{FF2B5EF4-FFF2-40B4-BE49-F238E27FC236}">
                <a16:creationId xmlns:a16="http://schemas.microsoft.com/office/drawing/2014/main" id="{06CE415F-3D6F-824E-51E9-FE1F732CF8BE}"/>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0" name="Rectangle 9">
              <a:extLst>
                <a:ext uri="{FF2B5EF4-FFF2-40B4-BE49-F238E27FC236}">
                  <a16:creationId xmlns:a16="http://schemas.microsoft.com/office/drawing/2014/main" id="{1F867A1C-4573-24E2-A635-47EB736F9A65}"/>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1" name="Rectangle 10">
              <a:extLst>
                <a:ext uri="{FF2B5EF4-FFF2-40B4-BE49-F238E27FC236}">
                  <a16:creationId xmlns:a16="http://schemas.microsoft.com/office/drawing/2014/main" id="{219CB25B-046C-7BE4-92BB-777B0CE1ADE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2" name="Rectangle 11">
              <a:extLst>
                <a:ext uri="{FF2B5EF4-FFF2-40B4-BE49-F238E27FC236}">
                  <a16:creationId xmlns:a16="http://schemas.microsoft.com/office/drawing/2014/main" id="{C0B4F13E-E536-EA88-DDA6-4DFB984A29A1}"/>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3" name="Rectangle 12">
              <a:extLst>
                <a:ext uri="{FF2B5EF4-FFF2-40B4-BE49-F238E27FC236}">
                  <a16:creationId xmlns:a16="http://schemas.microsoft.com/office/drawing/2014/main" id="{2A129185-2A37-0B80-7867-8E6D5E36378B}"/>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4" name="Rectangle 13">
              <a:extLst>
                <a:ext uri="{FF2B5EF4-FFF2-40B4-BE49-F238E27FC236}">
                  <a16:creationId xmlns:a16="http://schemas.microsoft.com/office/drawing/2014/main" id="{C651329C-23BC-6C2C-8B66-8D305246585F}"/>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8">
            <a:extLst>
              <a:ext uri="{FF2B5EF4-FFF2-40B4-BE49-F238E27FC236}">
                <a16:creationId xmlns:a16="http://schemas.microsoft.com/office/drawing/2014/main" id="{4E77FE82-F7EA-E6B3-C2C8-2FD2E1C23C45}"/>
              </a:ext>
            </a:extLst>
          </p:cNvPr>
          <p:cNvSpPr>
            <a:spLocks noGrp="1"/>
          </p:cNvSpPr>
          <p:nvPr>
            <p:ph type="body" sz="quarter" idx="15" hasCustomPrompt="1"/>
          </p:nvPr>
        </p:nvSpPr>
        <p:spPr>
          <a:xfrm>
            <a:off x="563418" y="3268436"/>
            <a:ext cx="3767282" cy="655864"/>
          </a:xfrm>
        </p:spPr>
        <p:txBody>
          <a:bodyPr anchor="b"/>
          <a:lstStyle>
            <a:lvl1pPr marL="0" indent="0">
              <a:lnSpc>
                <a:spcPct val="90000"/>
              </a:lnSpc>
              <a:buNone/>
              <a:defRPr sz="4400" b="1">
                <a:solidFill>
                  <a:srgbClr val="B3CC3E"/>
                </a:solidFill>
              </a:defRPr>
            </a:lvl1pPr>
            <a:lvl2pPr marL="227012" indent="0">
              <a:lnSpc>
                <a:spcPct val="90000"/>
              </a:lnSpc>
              <a:buNone/>
              <a:defRPr sz="4400" b="1"/>
            </a:lvl2pPr>
          </a:lstStyle>
          <a:p>
            <a:pPr lvl="0"/>
            <a:r>
              <a:rPr lang="en-US"/>
              <a:t>##</a:t>
            </a:r>
          </a:p>
        </p:txBody>
      </p:sp>
      <p:sp>
        <p:nvSpPr>
          <p:cNvPr id="19" name="Text Placeholder 18">
            <a:extLst>
              <a:ext uri="{FF2B5EF4-FFF2-40B4-BE49-F238E27FC236}">
                <a16:creationId xmlns:a16="http://schemas.microsoft.com/office/drawing/2014/main" id="{A705CD95-1A5D-44DF-B377-E197B7DC9F4B}"/>
              </a:ext>
            </a:extLst>
          </p:cNvPr>
          <p:cNvSpPr>
            <a:spLocks noGrp="1"/>
          </p:cNvSpPr>
          <p:nvPr>
            <p:ph type="body" sz="quarter" idx="14"/>
          </p:nvPr>
        </p:nvSpPr>
        <p:spPr>
          <a:xfrm>
            <a:off x="563418" y="4114800"/>
            <a:ext cx="3767282" cy="2171702"/>
          </a:xfrm>
        </p:spPr>
        <p:txBody>
          <a:bodyPr/>
          <a:lstStyle>
            <a:lvl1pPr marL="0" indent="0">
              <a:lnSpc>
                <a:spcPct val="90000"/>
              </a:lnSpc>
              <a:buNone/>
              <a:defRPr sz="4400" b="1">
                <a:solidFill>
                  <a:schemeClr val="tx1"/>
                </a:solidFill>
              </a:defRPr>
            </a:lvl1pPr>
            <a:lvl2pPr marL="227012" indent="0">
              <a:lnSpc>
                <a:spcPct val="90000"/>
              </a:lnSpc>
              <a:buNone/>
              <a:defRPr sz="4400" b="1">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298271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Section Divider 9">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bg1"/>
                </a:solidFill>
              </a:defRPr>
            </a:lvl1pPr>
          </a:lstStyle>
          <a:p>
            <a:r>
              <a:rPr lang="en-US"/>
              <a:t>Click to edit Master title style</a:t>
            </a:r>
          </a:p>
        </p:txBody>
      </p:sp>
    </p:spTree>
    <p:extLst>
      <p:ext uri="{BB962C8B-B14F-4D97-AF65-F5344CB8AC3E}">
        <p14:creationId xmlns:p14="http://schemas.microsoft.com/office/powerpoint/2010/main" val="29130537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ection Divider 10">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rgbClr val="00BA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rgbClr val="00BAD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30645493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Section Divider 11">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bg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rgbClr val="E615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rgbClr val="E6154A"/>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301851452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Section Divider 12">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rgbClr val="9488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tabLst/>
              <a:defRPr sz="5400" b="1">
                <a:solidFill>
                  <a:srgbClr val="9488F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163828801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ection Divider 13">
    <p:bg>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9" name="Text Placeholder 28">
            <a:extLst>
              <a:ext uri="{FF2B5EF4-FFF2-40B4-BE49-F238E27FC236}">
                <a16:creationId xmlns:a16="http://schemas.microsoft.com/office/drawing/2014/main" id="{577E90E3-1997-9D82-5E31-3DFA5EDB0F05}"/>
              </a:ext>
              <a:ext uri="{C183D7F6-B498-43B3-948B-1728B52AA6E4}">
                <adec:decorative xmlns:adec="http://schemas.microsoft.com/office/drawing/2017/decorative" val="1"/>
              </a:ext>
            </a:extLst>
          </p:cNvPr>
          <p:cNvSpPr>
            <a:spLocks noGrp="1"/>
          </p:cNvSpPr>
          <p:nvPr>
            <p:ph type="body" sz="quarter" idx="10"/>
          </p:nvPr>
        </p:nvSpPr>
        <p:spPr>
          <a:xfrm>
            <a:off x="10328031" y="486032"/>
            <a:ext cx="1296588"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accent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grpSp>
        <p:nvGrpSpPr>
          <p:cNvPr id="13" name="Group 12">
            <a:extLst>
              <a:ext uri="{FF2B5EF4-FFF2-40B4-BE49-F238E27FC236}">
                <a16:creationId xmlns:a16="http://schemas.microsoft.com/office/drawing/2014/main" id="{5B46D442-FEE4-5315-D46B-E7D0E1E26897}"/>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4" name="Rectangle 13">
              <a:extLst>
                <a:ext uri="{FF2B5EF4-FFF2-40B4-BE49-F238E27FC236}">
                  <a16:creationId xmlns:a16="http://schemas.microsoft.com/office/drawing/2014/main" id="{FA328DCD-641F-0DB1-4BF7-4CA3DE5CCADE}"/>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5" name="Rectangle 14">
              <a:extLst>
                <a:ext uri="{FF2B5EF4-FFF2-40B4-BE49-F238E27FC236}">
                  <a16:creationId xmlns:a16="http://schemas.microsoft.com/office/drawing/2014/main" id="{8538FCF0-958C-AA62-4179-4628EC0C20EA}"/>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3A66CFB0-A388-4BCA-13F2-15D91640A140}"/>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94BB5DDA-EC53-807C-3F18-F82A5B779BE3}"/>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4AE19E5-44AC-9FDE-1E06-2C169D18D2F1}"/>
                </a:ext>
              </a:extLst>
            </p:cNvPr>
            <p:cNvSpPr/>
            <p:nvPr/>
          </p:nvSpPr>
          <p:spPr>
            <a:xfrm>
              <a:off x="9749315" y="6720840"/>
              <a:ext cx="2442685" cy="137160"/>
            </a:xfrm>
            <a:prstGeom prst="rect">
              <a:avLst/>
            </a:prstGeom>
            <a:solidFill>
              <a:srgbClr val="B3CC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3" name="Text Placeholder 2">
            <a:extLst>
              <a:ext uri="{FF2B5EF4-FFF2-40B4-BE49-F238E27FC236}">
                <a16:creationId xmlns:a16="http://schemas.microsoft.com/office/drawing/2014/main" id="{69442782-C12F-41FC-B1C9-9F1C9D18331E}"/>
              </a:ext>
            </a:extLst>
          </p:cNvPr>
          <p:cNvSpPr>
            <a:spLocks noGrp="1"/>
          </p:cNvSpPr>
          <p:nvPr>
            <p:ph type="body" idx="1" hasCustomPrompt="1"/>
          </p:nvPr>
        </p:nvSpPr>
        <p:spPr>
          <a:xfrm>
            <a:off x="571500" y="1781516"/>
            <a:ext cx="1651000" cy="961683"/>
          </a:xfrm>
        </p:spPr>
        <p:txBody>
          <a:bodyPr/>
          <a:lstStyle>
            <a:lvl1pPr marL="0" indent="0" algn="r">
              <a:lnSpc>
                <a:spcPct val="80000"/>
              </a:lnSpc>
              <a:spcBef>
                <a:spcPts val="0"/>
              </a:spcBef>
              <a:buNone/>
              <a:defRPr sz="5400" b="1">
                <a:solidFill>
                  <a:srgbClr val="B3CC3E"/>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a:t>
            </a:r>
          </a:p>
        </p:txBody>
      </p:sp>
      <p:sp>
        <p:nvSpPr>
          <p:cNvPr id="2" name="Title 1">
            <a:extLst>
              <a:ext uri="{FF2B5EF4-FFF2-40B4-BE49-F238E27FC236}">
                <a16:creationId xmlns:a16="http://schemas.microsoft.com/office/drawing/2014/main" id="{903FD352-4A3C-497F-9D08-51185188FA7A}"/>
              </a:ext>
            </a:extLst>
          </p:cNvPr>
          <p:cNvSpPr>
            <a:spLocks noGrp="1"/>
          </p:cNvSpPr>
          <p:nvPr>
            <p:ph type="title"/>
          </p:nvPr>
        </p:nvSpPr>
        <p:spPr>
          <a:xfrm>
            <a:off x="2451100" y="1781517"/>
            <a:ext cx="7289800" cy="3323883"/>
          </a:xfrm>
        </p:spPr>
        <p:txBody>
          <a:bodyPr anchor="t"/>
          <a:lstStyle>
            <a:lvl1pPr>
              <a:lnSpc>
                <a:spcPct val="80000"/>
              </a:lnSpc>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539589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Closing Slide w/ Photo">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0DE460B-8492-496E-B905-F2014225D6A2}"/>
              </a:ext>
              <a:ext uri="{C183D7F6-B498-43B3-948B-1728B52AA6E4}">
                <adec:decorative xmlns:adec="http://schemas.microsoft.com/office/drawing/2017/decorative" val="0"/>
              </a:ext>
            </a:extLst>
          </p:cNvPr>
          <p:cNvSpPr>
            <a:spLocks noGrp="1"/>
          </p:cNvSpPr>
          <p:nvPr>
            <p:ph type="pic" idx="1" hasCustomPrompt="1"/>
          </p:nvPr>
        </p:nvSpPr>
        <p:spPr>
          <a:xfrm>
            <a:off x="138684" y="0"/>
            <a:ext cx="12053316" cy="6858000"/>
          </a:xfrm>
          <a:solidFill>
            <a:schemeClr val="accent2"/>
          </a:solidFill>
        </p:spPr>
        <p:txBody>
          <a:bodyPr/>
          <a:lstStyle>
            <a:lvl1pPr marL="0" indent="0" algn="l">
              <a:buNone/>
              <a:defRPr sz="9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Step 1: Send this box to back by right clicking and choosing “Send to Back” </a:t>
            </a:r>
            <a:br>
              <a:rPr lang="en-US"/>
            </a:br>
            <a:r>
              <a:rPr lang="en-US"/>
              <a:t>Step 2: Click on the picture icon to insert picture</a:t>
            </a:r>
            <a:br>
              <a:rPr lang="en-US"/>
            </a:br>
            <a:r>
              <a:rPr lang="en-US"/>
              <a:t>Step 3: Click the Reset button on the Home tab to reset the position, size and formatting of the slide placeholders to their default setting</a:t>
            </a:r>
          </a:p>
        </p:txBody>
      </p:sp>
      <p:sp>
        <p:nvSpPr>
          <p:cNvPr id="6" name="Text Placeholder 9">
            <a:extLst>
              <a:ext uri="{FF2B5EF4-FFF2-40B4-BE49-F238E27FC236}">
                <a16:creationId xmlns:a16="http://schemas.microsoft.com/office/drawing/2014/main" id="{28414676-8C2E-4C48-83D5-8CFCC9B8F218}"/>
              </a:ext>
              <a:ext uri="{C183D7F6-B498-43B3-948B-1728B52AA6E4}">
                <adec:decorative xmlns:adec="http://schemas.microsoft.com/office/drawing/2017/decorative" val="1"/>
              </a:ext>
            </a:extLst>
          </p:cNvPr>
          <p:cNvSpPr>
            <a:spLocks noGrp="1"/>
          </p:cNvSpPr>
          <p:nvPr>
            <p:ph type="body" sz="quarter" idx="15" hasCustomPrompt="1"/>
          </p:nvPr>
        </p:nvSpPr>
        <p:spPr>
          <a:xfrm>
            <a:off x="138685" y="0"/>
            <a:ext cx="12053315" cy="6858000"/>
          </a:xfrm>
          <a:gradFill>
            <a:gsLst>
              <a:gs pos="0">
                <a:schemeClr val="bg1">
                  <a:alpha val="70000"/>
                </a:schemeClr>
              </a:gs>
              <a:gs pos="75000">
                <a:schemeClr val="bg1">
                  <a:alpha val="0"/>
                </a:schemeClr>
              </a:gs>
            </a:gsLst>
            <a:lin ang="0" scaled="1"/>
          </a:gradFill>
        </p:spPr>
        <p:txBody>
          <a:bodyPr/>
          <a:lstStyle>
            <a:lvl1pPr marL="0" indent="0">
              <a:buNone/>
              <a:defRPr sz="600"/>
            </a:lvl1pPr>
          </a:lstStyle>
          <a:p>
            <a:pPr lvl="0"/>
            <a:r>
              <a:rPr lang="en-US"/>
              <a:t> </a:t>
            </a:r>
          </a:p>
        </p:txBody>
      </p:sp>
      <p:grpSp>
        <p:nvGrpSpPr>
          <p:cNvPr id="14" name="Group 13">
            <a:extLst>
              <a:ext uri="{FF2B5EF4-FFF2-40B4-BE49-F238E27FC236}">
                <a16:creationId xmlns:a16="http://schemas.microsoft.com/office/drawing/2014/main" id="{37BA82E3-53D4-FA98-8B44-B71442611001}"/>
              </a:ext>
              <a:ext uri="{C183D7F6-B498-43B3-948B-1728B52AA6E4}">
                <adec:decorative xmlns:adec="http://schemas.microsoft.com/office/drawing/2017/decorative" val="1"/>
              </a:ext>
            </a:extLst>
          </p:cNvPr>
          <p:cNvGrpSpPr/>
          <p:nvPr userDrawn="1"/>
        </p:nvGrpSpPr>
        <p:grpSpPr>
          <a:xfrm rot="16200000" flipV="1">
            <a:off x="-3360420" y="3360420"/>
            <a:ext cx="6858000" cy="137160"/>
            <a:chOff x="0" y="6720840"/>
            <a:chExt cx="12192000" cy="137160"/>
          </a:xfrm>
        </p:grpSpPr>
        <p:sp>
          <p:nvSpPr>
            <p:cNvPr id="15" name="Rectangle 14">
              <a:extLst>
                <a:ext uri="{FF2B5EF4-FFF2-40B4-BE49-F238E27FC236}">
                  <a16:creationId xmlns:a16="http://schemas.microsoft.com/office/drawing/2014/main" id="{4BF59668-927C-BA73-04E1-B56F8B38C3D3}"/>
                </a:ext>
              </a:extLst>
            </p:cNvPr>
            <p:cNvSpPr/>
            <p:nvPr/>
          </p:nvSpPr>
          <p:spPr>
            <a:xfrm>
              <a:off x="0" y="6720840"/>
              <a:ext cx="2442685" cy="1371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6" name="Rectangle 15">
              <a:extLst>
                <a:ext uri="{FF2B5EF4-FFF2-40B4-BE49-F238E27FC236}">
                  <a16:creationId xmlns:a16="http://schemas.microsoft.com/office/drawing/2014/main" id="{16E6C88C-0A69-E2C3-4053-0203BF581162}"/>
                </a:ext>
              </a:extLst>
            </p:cNvPr>
            <p:cNvSpPr/>
            <p:nvPr/>
          </p:nvSpPr>
          <p:spPr>
            <a:xfrm>
              <a:off x="2437329" y="6720840"/>
              <a:ext cx="2442685" cy="1371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7" name="Rectangle 16">
              <a:extLst>
                <a:ext uri="{FF2B5EF4-FFF2-40B4-BE49-F238E27FC236}">
                  <a16:creationId xmlns:a16="http://schemas.microsoft.com/office/drawing/2014/main" id="{0DDFBFF7-0D18-495D-1359-E0223F0F5464}"/>
                </a:ext>
              </a:extLst>
            </p:cNvPr>
            <p:cNvSpPr/>
            <p:nvPr/>
          </p:nvSpPr>
          <p:spPr>
            <a:xfrm>
              <a:off x="4874657" y="6720840"/>
              <a:ext cx="2442685" cy="1371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8" name="Rectangle 17">
              <a:extLst>
                <a:ext uri="{FF2B5EF4-FFF2-40B4-BE49-F238E27FC236}">
                  <a16:creationId xmlns:a16="http://schemas.microsoft.com/office/drawing/2014/main" id="{570F64E6-27FE-4CE9-4E6E-AD1D58A6A01D}"/>
                </a:ext>
              </a:extLst>
            </p:cNvPr>
            <p:cNvSpPr/>
            <p:nvPr/>
          </p:nvSpPr>
          <p:spPr>
            <a:xfrm>
              <a:off x="7311986" y="6720840"/>
              <a:ext cx="2442685" cy="13716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sp>
          <p:nvSpPr>
            <p:cNvPr id="19" name="Rectangle 18">
              <a:extLst>
                <a:ext uri="{FF2B5EF4-FFF2-40B4-BE49-F238E27FC236}">
                  <a16:creationId xmlns:a16="http://schemas.microsoft.com/office/drawing/2014/main" id="{9B33882B-32A2-AB44-06F0-C35E6653745B}"/>
                </a:ext>
              </a:extLst>
            </p:cNvPr>
            <p:cNvSpPr/>
            <p:nvPr/>
          </p:nvSpPr>
          <p:spPr>
            <a:xfrm>
              <a:off x="9749315" y="6720840"/>
              <a:ext cx="2442685" cy="1371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en-US" sz="1600"/>
            </a:p>
          </p:txBody>
        </p:sp>
      </p:grpSp>
      <p:sp>
        <p:nvSpPr>
          <p:cNvPr id="20" name="Text Placeholder 19">
            <a:extLst>
              <a:ext uri="{FF2B5EF4-FFF2-40B4-BE49-F238E27FC236}">
                <a16:creationId xmlns:a16="http://schemas.microsoft.com/office/drawing/2014/main" id="{66B90333-ACFA-DBAD-5680-2D98FE8927D8}"/>
              </a:ext>
              <a:ext uri="{C183D7F6-B498-43B3-948B-1728B52AA6E4}">
                <adec:decorative xmlns:adec="http://schemas.microsoft.com/office/drawing/2017/decorative" val="1"/>
              </a:ext>
            </a:extLst>
          </p:cNvPr>
          <p:cNvSpPr>
            <a:spLocks noGrp="1"/>
          </p:cNvSpPr>
          <p:nvPr>
            <p:ph type="body" sz="quarter" idx="10"/>
          </p:nvPr>
        </p:nvSpPr>
        <p:spPr>
          <a:xfrm>
            <a:off x="10328030" y="486032"/>
            <a:ext cx="1296589" cy="337512"/>
          </a:xfrm>
          <a:custGeom>
            <a:avLst/>
            <a:gdLst>
              <a:gd name="connsiteX0" fmla="*/ 990007 w 1651000"/>
              <a:gd name="connsiteY0" fmla="*/ 186967 h 429768"/>
              <a:gd name="connsiteX1" fmla="*/ 909550 w 1651000"/>
              <a:gd name="connsiteY1" fmla="*/ 270489 h 429768"/>
              <a:gd name="connsiteX2" fmla="*/ 990007 w 1651000"/>
              <a:gd name="connsiteY2" fmla="*/ 354011 h 429768"/>
              <a:gd name="connsiteX3" fmla="*/ 1070464 w 1651000"/>
              <a:gd name="connsiteY3" fmla="*/ 270489 h 429768"/>
              <a:gd name="connsiteX4" fmla="*/ 990007 w 1651000"/>
              <a:gd name="connsiteY4" fmla="*/ 186967 h 429768"/>
              <a:gd name="connsiteX5" fmla="*/ 556303 w 1651000"/>
              <a:gd name="connsiteY5" fmla="*/ 186967 h 429768"/>
              <a:gd name="connsiteX6" fmla="*/ 478145 w 1651000"/>
              <a:gd name="connsiteY6" fmla="*/ 270489 h 429768"/>
              <a:gd name="connsiteX7" fmla="*/ 556303 w 1651000"/>
              <a:gd name="connsiteY7" fmla="*/ 354011 h 429768"/>
              <a:gd name="connsiteX8" fmla="*/ 634463 w 1651000"/>
              <a:gd name="connsiteY8" fmla="*/ 270489 h 429768"/>
              <a:gd name="connsiteX9" fmla="*/ 556303 w 1651000"/>
              <a:gd name="connsiteY9" fmla="*/ 186967 h 429768"/>
              <a:gd name="connsiteX10" fmla="*/ 139459 w 1651000"/>
              <a:gd name="connsiteY10" fmla="*/ 112640 h 429768"/>
              <a:gd name="connsiteX11" fmla="*/ 279684 w 1651000"/>
              <a:gd name="connsiteY11" fmla="*/ 147888 h 429768"/>
              <a:gd name="connsiteX12" fmla="*/ 264359 w 1651000"/>
              <a:gd name="connsiteY12" fmla="*/ 180837 h 429768"/>
              <a:gd name="connsiteX13" fmla="*/ 222215 w 1651000"/>
              <a:gd name="connsiteY13" fmla="*/ 197694 h 429768"/>
              <a:gd name="connsiteX14" fmla="*/ 137927 w 1651000"/>
              <a:gd name="connsiteY14" fmla="*/ 179304 h 429768"/>
              <a:gd name="connsiteX15" fmla="*/ 92717 w 1651000"/>
              <a:gd name="connsiteY15" fmla="*/ 206123 h 429768"/>
              <a:gd name="connsiteX16" fmla="*/ 137160 w 1651000"/>
              <a:gd name="connsiteY16" fmla="*/ 232942 h 429768"/>
              <a:gd name="connsiteX17" fmla="*/ 173941 w 1651000"/>
              <a:gd name="connsiteY17" fmla="*/ 237540 h 429768"/>
              <a:gd name="connsiteX18" fmla="*/ 288113 w 1651000"/>
              <a:gd name="connsiteY18" fmla="*/ 333322 h 429768"/>
              <a:gd name="connsiteX19" fmla="*/ 201047 w 1651000"/>
              <a:gd name="connsiteY19" fmla="*/ 424914 h 429768"/>
              <a:gd name="connsiteX20" fmla="*/ 144262 w 1651000"/>
              <a:gd name="connsiteY20" fmla="*/ 429768 h 429768"/>
              <a:gd name="connsiteX21" fmla="*/ 128271 w 1651000"/>
              <a:gd name="connsiteY21" fmla="*/ 429768 h 429768"/>
              <a:gd name="connsiteX22" fmla="*/ 67335 w 1651000"/>
              <a:gd name="connsiteY22" fmla="*/ 420676 h 429768"/>
              <a:gd name="connsiteX23" fmla="*/ 0 w 1651000"/>
              <a:gd name="connsiteY23" fmla="*/ 392324 h 429768"/>
              <a:gd name="connsiteX24" fmla="*/ 28352 w 1651000"/>
              <a:gd name="connsiteY24" fmla="*/ 329491 h 429768"/>
              <a:gd name="connsiteX25" fmla="*/ 134862 w 1651000"/>
              <a:gd name="connsiteY25" fmla="*/ 362440 h 429768"/>
              <a:gd name="connsiteX26" fmla="*/ 203825 w 1651000"/>
              <a:gd name="connsiteY26" fmla="*/ 333322 h 429768"/>
              <a:gd name="connsiteX27" fmla="*/ 135628 w 1651000"/>
              <a:gd name="connsiteY27" fmla="*/ 304971 h 429768"/>
              <a:gd name="connsiteX28" fmla="*/ 117238 w 1651000"/>
              <a:gd name="connsiteY28" fmla="*/ 302672 h 429768"/>
              <a:gd name="connsiteX29" fmla="*/ 7663 w 1651000"/>
              <a:gd name="connsiteY29" fmla="*/ 206123 h 429768"/>
              <a:gd name="connsiteX30" fmla="*/ 139459 w 1651000"/>
              <a:gd name="connsiteY30" fmla="*/ 112640 h 429768"/>
              <a:gd name="connsiteX31" fmla="*/ 1333291 w 1651000"/>
              <a:gd name="connsiteY31" fmla="*/ 111107 h 429768"/>
              <a:gd name="connsiteX32" fmla="*/ 1432905 w 1651000"/>
              <a:gd name="connsiteY32" fmla="*/ 163213 h 429768"/>
              <a:gd name="connsiteX33" fmla="*/ 1535583 w 1651000"/>
              <a:gd name="connsiteY33" fmla="*/ 111107 h 429768"/>
              <a:gd name="connsiteX34" fmla="*/ 1646464 w 1651000"/>
              <a:gd name="connsiteY34" fmla="*/ 180932 h 429768"/>
              <a:gd name="connsiteX35" fmla="*/ 1651000 w 1651000"/>
              <a:gd name="connsiteY35" fmla="*/ 206180 h 429768"/>
              <a:gd name="connsiteX36" fmla="*/ 1651000 w 1651000"/>
              <a:gd name="connsiteY36" fmla="*/ 421442 h 429768"/>
              <a:gd name="connsiteX37" fmla="*/ 1606845 w 1651000"/>
              <a:gd name="connsiteY37" fmla="*/ 421442 h 429768"/>
              <a:gd name="connsiteX38" fmla="*/ 1573896 w 1651000"/>
              <a:gd name="connsiteY38" fmla="*/ 388493 h 429768"/>
              <a:gd name="connsiteX39" fmla="*/ 1573896 w 1651000"/>
              <a:gd name="connsiteY39" fmla="*/ 255164 h 429768"/>
              <a:gd name="connsiteX40" fmla="*/ 1514894 w 1651000"/>
              <a:gd name="connsiteY40" fmla="*/ 187733 h 429768"/>
              <a:gd name="connsiteX41" fmla="*/ 1450529 w 1651000"/>
              <a:gd name="connsiteY41" fmla="*/ 255930 h 429768"/>
              <a:gd name="connsiteX42" fmla="*/ 1450529 w 1651000"/>
              <a:gd name="connsiteY42" fmla="*/ 421442 h 429768"/>
              <a:gd name="connsiteX43" fmla="*/ 1402254 w 1651000"/>
              <a:gd name="connsiteY43" fmla="*/ 421442 h 429768"/>
              <a:gd name="connsiteX44" fmla="*/ 1369305 w 1651000"/>
              <a:gd name="connsiteY44" fmla="*/ 388493 h 429768"/>
              <a:gd name="connsiteX45" fmla="*/ 1369305 w 1651000"/>
              <a:gd name="connsiteY45" fmla="*/ 255164 h 429768"/>
              <a:gd name="connsiteX46" fmla="*/ 1310303 w 1651000"/>
              <a:gd name="connsiteY46" fmla="*/ 187733 h 429768"/>
              <a:gd name="connsiteX47" fmla="*/ 1245937 w 1651000"/>
              <a:gd name="connsiteY47" fmla="*/ 255930 h 429768"/>
              <a:gd name="connsiteX48" fmla="*/ 1245937 w 1651000"/>
              <a:gd name="connsiteY48" fmla="*/ 422208 h 429768"/>
              <a:gd name="connsiteX49" fmla="*/ 1197663 w 1651000"/>
              <a:gd name="connsiteY49" fmla="*/ 422208 h 429768"/>
              <a:gd name="connsiteX50" fmla="*/ 1164714 w 1651000"/>
              <a:gd name="connsiteY50" fmla="*/ 389259 h 429768"/>
              <a:gd name="connsiteX51" fmla="*/ 1164714 w 1651000"/>
              <a:gd name="connsiteY51" fmla="*/ 119536 h 429768"/>
              <a:gd name="connsiteX52" fmla="*/ 1244405 w 1651000"/>
              <a:gd name="connsiteY52" fmla="*/ 119536 h 429768"/>
              <a:gd name="connsiteX53" fmla="*/ 1244405 w 1651000"/>
              <a:gd name="connsiteY53" fmla="*/ 154784 h 429768"/>
              <a:gd name="connsiteX54" fmla="*/ 1333291 w 1651000"/>
              <a:gd name="connsiteY54" fmla="*/ 111107 h 429768"/>
              <a:gd name="connsiteX55" fmla="*/ 990007 w 1651000"/>
              <a:gd name="connsiteY55" fmla="*/ 111107 h 429768"/>
              <a:gd name="connsiteX56" fmla="*/ 1153987 w 1651000"/>
              <a:gd name="connsiteY56" fmla="*/ 270489 h 429768"/>
              <a:gd name="connsiteX57" fmla="*/ 1055391 w 1651000"/>
              <a:gd name="connsiteY57" fmla="*/ 417790 h 429768"/>
              <a:gd name="connsiteX58" fmla="*/ 990564 w 1651000"/>
              <a:gd name="connsiteY58" fmla="*/ 429768 h 429768"/>
              <a:gd name="connsiteX59" fmla="*/ 989451 w 1651000"/>
              <a:gd name="connsiteY59" fmla="*/ 429768 h 429768"/>
              <a:gd name="connsiteX60" fmla="*/ 924743 w 1651000"/>
              <a:gd name="connsiteY60" fmla="*/ 417790 h 429768"/>
              <a:gd name="connsiteX61" fmla="*/ 826794 w 1651000"/>
              <a:gd name="connsiteY61" fmla="*/ 270489 h 429768"/>
              <a:gd name="connsiteX62" fmla="*/ 990007 w 1651000"/>
              <a:gd name="connsiteY62" fmla="*/ 111107 h 429768"/>
              <a:gd name="connsiteX63" fmla="*/ 541745 w 1651000"/>
              <a:gd name="connsiteY63" fmla="*/ 111107 h 429768"/>
              <a:gd name="connsiteX64" fmla="*/ 632164 w 1651000"/>
              <a:gd name="connsiteY64" fmla="*/ 152485 h 429768"/>
              <a:gd name="connsiteX65" fmla="*/ 631397 w 1651000"/>
              <a:gd name="connsiteY65" fmla="*/ 119536 h 429768"/>
              <a:gd name="connsiteX66" fmla="*/ 711855 w 1651000"/>
              <a:gd name="connsiteY66" fmla="*/ 119536 h 429768"/>
              <a:gd name="connsiteX67" fmla="*/ 711855 w 1651000"/>
              <a:gd name="connsiteY67" fmla="*/ 422208 h 429768"/>
              <a:gd name="connsiteX68" fmla="*/ 665113 w 1651000"/>
              <a:gd name="connsiteY68" fmla="*/ 422208 h 429768"/>
              <a:gd name="connsiteX69" fmla="*/ 632164 w 1651000"/>
              <a:gd name="connsiteY69" fmla="*/ 389259 h 429768"/>
              <a:gd name="connsiteX70" fmla="*/ 632164 w 1651000"/>
              <a:gd name="connsiteY70" fmla="*/ 388493 h 429768"/>
              <a:gd name="connsiteX71" fmla="*/ 595000 w 1651000"/>
              <a:gd name="connsiteY71" fmla="*/ 418377 h 429768"/>
              <a:gd name="connsiteX72" fmla="*/ 542222 w 1651000"/>
              <a:gd name="connsiteY72" fmla="*/ 429768 h 429768"/>
              <a:gd name="connsiteX73" fmla="*/ 541250 w 1651000"/>
              <a:gd name="connsiteY73" fmla="*/ 429768 h 429768"/>
              <a:gd name="connsiteX74" fmla="*/ 483641 w 1651000"/>
              <a:gd name="connsiteY74" fmla="*/ 417790 h 429768"/>
              <a:gd name="connsiteX75" fmla="*/ 395389 w 1651000"/>
              <a:gd name="connsiteY75" fmla="*/ 270489 h 429768"/>
              <a:gd name="connsiteX76" fmla="*/ 541745 w 1651000"/>
              <a:gd name="connsiteY76" fmla="*/ 111107 h 429768"/>
              <a:gd name="connsiteX77" fmla="*/ 732544 w 1651000"/>
              <a:gd name="connsiteY77" fmla="*/ 0 h 429768"/>
              <a:gd name="connsiteX78" fmla="*/ 813767 w 1651000"/>
              <a:gd name="connsiteY78" fmla="*/ 0 h 429768"/>
              <a:gd name="connsiteX79" fmla="*/ 813767 w 1651000"/>
              <a:gd name="connsiteY79" fmla="*/ 421442 h 429768"/>
              <a:gd name="connsiteX80" fmla="*/ 765493 w 1651000"/>
              <a:gd name="connsiteY80" fmla="*/ 421442 h 429768"/>
              <a:gd name="connsiteX81" fmla="*/ 732544 w 1651000"/>
              <a:gd name="connsiteY81" fmla="*/ 388493 h 429768"/>
              <a:gd name="connsiteX82" fmla="*/ 300373 w 1651000"/>
              <a:gd name="connsiteY82" fmla="*/ 0 h 429768"/>
              <a:gd name="connsiteX83" fmla="*/ 381596 w 1651000"/>
              <a:gd name="connsiteY83" fmla="*/ 0 h 429768"/>
              <a:gd name="connsiteX84" fmla="*/ 381596 w 1651000"/>
              <a:gd name="connsiteY84" fmla="*/ 421442 h 429768"/>
              <a:gd name="connsiteX85" fmla="*/ 333322 w 1651000"/>
              <a:gd name="connsiteY85" fmla="*/ 421442 h 429768"/>
              <a:gd name="connsiteX86" fmla="*/ 300373 w 1651000"/>
              <a:gd name="connsiteY86" fmla="*/ 388493 h 4297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651000" h="429768">
                <a:moveTo>
                  <a:pt x="990007" y="186967"/>
                </a:moveTo>
                <a:cubicBezTo>
                  <a:pt x="944032" y="186967"/>
                  <a:pt x="909550" y="221448"/>
                  <a:pt x="909550" y="270489"/>
                </a:cubicBezTo>
                <a:cubicBezTo>
                  <a:pt x="909550" y="319529"/>
                  <a:pt x="944032" y="354011"/>
                  <a:pt x="990007" y="354011"/>
                </a:cubicBezTo>
                <a:cubicBezTo>
                  <a:pt x="1035983" y="354011"/>
                  <a:pt x="1070464" y="319529"/>
                  <a:pt x="1070464" y="270489"/>
                </a:cubicBezTo>
                <a:cubicBezTo>
                  <a:pt x="1070464" y="221448"/>
                  <a:pt x="1035983" y="186967"/>
                  <a:pt x="990007" y="186967"/>
                </a:cubicBezTo>
                <a:close/>
                <a:moveTo>
                  <a:pt x="556303" y="186967"/>
                </a:moveTo>
                <a:cubicBezTo>
                  <a:pt x="508795" y="186967"/>
                  <a:pt x="478145" y="224513"/>
                  <a:pt x="478145" y="270489"/>
                </a:cubicBezTo>
                <a:cubicBezTo>
                  <a:pt x="478145" y="316464"/>
                  <a:pt x="508795" y="354011"/>
                  <a:pt x="556303" y="354011"/>
                </a:cubicBezTo>
                <a:cubicBezTo>
                  <a:pt x="603045" y="354011"/>
                  <a:pt x="634463" y="317997"/>
                  <a:pt x="634463" y="270489"/>
                </a:cubicBezTo>
                <a:cubicBezTo>
                  <a:pt x="634463" y="222215"/>
                  <a:pt x="603045" y="186967"/>
                  <a:pt x="556303" y="186967"/>
                </a:cubicBezTo>
                <a:close/>
                <a:moveTo>
                  <a:pt x="139459" y="112640"/>
                </a:moveTo>
                <a:cubicBezTo>
                  <a:pt x="193863" y="113406"/>
                  <a:pt x="239839" y="127199"/>
                  <a:pt x="279684" y="147888"/>
                </a:cubicBezTo>
                <a:lnTo>
                  <a:pt x="264359" y="180837"/>
                </a:lnTo>
                <a:cubicBezTo>
                  <a:pt x="257463" y="196928"/>
                  <a:pt x="238306" y="203824"/>
                  <a:pt x="222215" y="197694"/>
                </a:cubicBezTo>
                <a:cubicBezTo>
                  <a:pt x="198461" y="188499"/>
                  <a:pt x="167811" y="180070"/>
                  <a:pt x="137927" y="179304"/>
                </a:cubicBezTo>
                <a:cubicBezTo>
                  <a:pt x="107276" y="179304"/>
                  <a:pt x="92717" y="189266"/>
                  <a:pt x="92717" y="206123"/>
                </a:cubicBezTo>
                <a:cubicBezTo>
                  <a:pt x="91951" y="223747"/>
                  <a:pt x="109575" y="228345"/>
                  <a:pt x="137160" y="232942"/>
                </a:cubicBezTo>
                <a:lnTo>
                  <a:pt x="173941" y="237540"/>
                </a:lnTo>
                <a:cubicBezTo>
                  <a:pt x="239839" y="245202"/>
                  <a:pt x="288880" y="276619"/>
                  <a:pt x="288113" y="333322"/>
                </a:cubicBezTo>
                <a:cubicBezTo>
                  <a:pt x="287539" y="380447"/>
                  <a:pt x="258517" y="412487"/>
                  <a:pt x="201047" y="424914"/>
                </a:cubicBezTo>
                <a:lnTo>
                  <a:pt x="144262" y="429768"/>
                </a:lnTo>
                <a:lnTo>
                  <a:pt x="128271" y="429768"/>
                </a:lnTo>
                <a:lnTo>
                  <a:pt x="67335" y="420676"/>
                </a:lnTo>
                <a:cubicBezTo>
                  <a:pt x="44251" y="414354"/>
                  <a:pt x="21072" y="404968"/>
                  <a:pt x="0" y="392324"/>
                </a:cubicBezTo>
                <a:lnTo>
                  <a:pt x="28352" y="329491"/>
                </a:lnTo>
                <a:cubicBezTo>
                  <a:pt x="47508" y="340219"/>
                  <a:pt x="89652" y="361674"/>
                  <a:pt x="134862" y="362440"/>
                </a:cubicBezTo>
                <a:cubicBezTo>
                  <a:pt x="180071" y="363206"/>
                  <a:pt x="203059" y="355544"/>
                  <a:pt x="203825" y="333322"/>
                </a:cubicBezTo>
                <a:cubicBezTo>
                  <a:pt x="203825" y="311867"/>
                  <a:pt x="174707" y="310334"/>
                  <a:pt x="135628" y="304971"/>
                </a:cubicBezTo>
                <a:lnTo>
                  <a:pt x="117238" y="302672"/>
                </a:lnTo>
                <a:cubicBezTo>
                  <a:pt x="29118" y="288879"/>
                  <a:pt x="6896" y="255164"/>
                  <a:pt x="7663" y="206123"/>
                </a:cubicBezTo>
                <a:cubicBezTo>
                  <a:pt x="9195" y="143290"/>
                  <a:pt x="68197" y="110341"/>
                  <a:pt x="139459" y="112640"/>
                </a:cubicBezTo>
                <a:close/>
                <a:moveTo>
                  <a:pt x="1333291" y="111107"/>
                </a:moveTo>
                <a:cubicBezTo>
                  <a:pt x="1376968" y="111107"/>
                  <a:pt x="1412982" y="131030"/>
                  <a:pt x="1432905" y="163213"/>
                </a:cubicBezTo>
                <a:cubicBezTo>
                  <a:pt x="1455892" y="124900"/>
                  <a:pt x="1495738" y="111107"/>
                  <a:pt x="1535583" y="111107"/>
                </a:cubicBezTo>
                <a:cubicBezTo>
                  <a:pt x="1589030" y="111107"/>
                  <a:pt x="1629546" y="137830"/>
                  <a:pt x="1646464" y="180932"/>
                </a:cubicBezTo>
                <a:lnTo>
                  <a:pt x="1651000" y="206180"/>
                </a:lnTo>
                <a:lnTo>
                  <a:pt x="1651000" y="421442"/>
                </a:lnTo>
                <a:lnTo>
                  <a:pt x="1606845" y="421442"/>
                </a:lnTo>
                <a:cubicBezTo>
                  <a:pt x="1588455" y="421442"/>
                  <a:pt x="1573896" y="406883"/>
                  <a:pt x="1573896" y="388493"/>
                </a:cubicBezTo>
                <a:lnTo>
                  <a:pt x="1573896" y="255164"/>
                </a:lnTo>
                <a:cubicBezTo>
                  <a:pt x="1573896" y="211487"/>
                  <a:pt x="1551675" y="187733"/>
                  <a:pt x="1514894" y="187733"/>
                </a:cubicBezTo>
                <a:cubicBezTo>
                  <a:pt x="1479646" y="187733"/>
                  <a:pt x="1450529" y="209954"/>
                  <a:pt x="1450529" y="255930"/>
                </a:cubicBezTo>
                <a:lnTo>
                  <a:pt x="1450529" y="421442"/>
                </a:lnTo>
                <a:lnTo>
                  <a:pt x="1402254" y="421442"/>
                </a:lnTo>
                <a:cubicBezTo>
                  <a:pt x="1383864" y="421442"/>
                  <a:pt x="1369305" y="406883"/>
                  <a:pt x="1369305" y="388493"/>
                </a:cubicBezTo>
                <a:lnTo>
                  <a:pt x="1369305" y="255164"/>
                </a:lnTo>
                <a:cubicBezTo>
                  <a:pt x="1369305" y="211487"/>
                  <a:pt x="1347850" y="187733"/>
                  <a:pt x="1310303" y="187733"/>
                </a:cubicBezTo>
                <a:cubicBezTo>
                  <a:pt x="1275055" y="187733"/>
                  <a:pt x="1245937" y="209954"/>
                  <a:pt x="1245937" y="255930"/>
                </a:cubicBezTo>
                <a:lnTo>
                  <a:pt x="1245937" y="422208"/>
                </a:lnTo>
                <a:lnTo>
                  <a:pt x="1197663" y="422208"/>
                </a:lnTo>
                <a:cubicBezTo>
                  <a:pt x="1179273" y="422208"/>
                  <a:pt x="1164714" y="407649"/>
                  <a:pt x="1164714" y="389259"/>
                </a:cubicBezTo>
                <a:lnTo>
                  <a:pt x="1164714" y="119536"/>
                </a:lnTo>
                <a:lnTo>
                  <a:pt x="1244405" y="119536"/>
                </a:lnTo>
                <a:lnTo>
                  <a:pt x="1244405" y="154784"/>
                </a:lnTo>
                <a:cubicBezTo>
                  <a:pt x="1265860" y="122601"/>
                  <a:pt x="1298809" y="111107"/>
                  <a:pt x="1333291" y="111107"/>
                </a:cubicBezTo>
                <a:close/>
                <a:moveTo>
                  <a:pt x="990007" y="111107"/>
                </a:moveTo>
                <a:cubicBezTo>
                  <a:pt x="1084257" y="111107"/>
                  <a:pt x="1153987" y="179304"/>
                  <a:pt x="1153987" y="270489"/>
                </a:cubicBezTo>
                <a:cubicBezTo>
                  <a:pt x="1153987" y="338878"/>
                  <a:pt x="1114764" y="394336"/>
                  <a:pt x="1055391" y="417790"/>
                </a:cubicBezTo>
                <a:lnTo>
                  <a:pt x="990564" y="429768"/>
                </a:lnTo>
                <a:lnTo>
                  <a:pt x="989451" y="429768"/>
                </a:lnTo>
                <a:lnTo>
                  <a:pt x="924743" y="417790"/>
                </a:lnTo>
                <a:cubicBezTo>
                  <a:pt x="865586" y="394336"/>
                  <a:pt x="826794" y="338878"/>
                  <a:pt x="826794" y="270489"/>
                </a:cubicBezTo>
                <a:cubicBezTo>
                  <a:pt x="826794" y="179304"/>
                  <a:pt x="895757" y="111107"/>
                  <a:pt x="990007" y="111107"/>
                </a:cubicBezTo>
                <a:close/>
                <a:moveTo>
                  <a:pt x="541745" y="111107"/>
                </a:moveTo>
                <a:cubicBezTo>
                  <a:pt x="583123" y="111107"/>
                  <a:pt x="612240" y="127965"/>
                  <a:pt x="632164" y="152485"/>
                </a:cubicBezTo>
                <a:lnTo>
                  <a:pt x="631397" y="119536"/>
                </a:lnTo>
                <a:lnTo>
                  <a:pt x="711855" y="119536"/>
                </a:lnTo>
                <a:lnTo>
                  <a:pt x="711855" y="422208"/>
                </a:lnTo>
                <a:lnTo>
                  <a:pt x="665113" y="422208"/>
                </a:lnTo>
                <a:cubicBezTo>
                  <a:pt x="646723" y="422208"/>
                  <a:pt x="632164" y="407649"/>
                  <a:pt x="632164" y="389259"/>
                </a:cubicBezTo>
                <a:lnTo>
                  <a:pt x="632164" y="388493"/>
                </a:lnTo>
                <a:cubicBezTo>
                  <a:pt x="622202" y="400753"/>
                  <a:pt x="609942" y="411097"/>
                  <a:pt x="595000" y="418377"/>
                </a:cubicBezTo>
                <a:lnTo>
                  <a:pt x="542222" y="429768"/>
                </a:lnTo>
                <a:lnTo>
                  <a:pt x="541250" y="429768"/>
                </a:lnTo>
                <a:lnTo>
                  <a:pt x="483641" y="417790"/>
                </a:lnTo>
                <a:cubicBezTo>
                  <a:pt x="430733" y="394336"/>
                  <a:pt x="395389" y="338878"/>
                  <a:pt x="395389" y="270489"/>
                </a:cubicBezTo>
                <a:cubicBezTo>
                  <a:pt x="395389" y="179304"/>
                  <a:pt x="458222" y="111107"/>
                  <a:pt x="541745" y="111107"/>
                </a:cubicBezTo>
                <a:close/>
                <a:moveTo>
                  <a:pt x="732544" y="0"/>
                </a:moveTo>
                <a:lnTo>
                  <a:pt x="813767" y="0"/>
                </a:lnTo>
                <a:lnTo>
                  <a:pt x="813767" y="421442"/>
                </a:lnTo>
                <a:lnTo>
                  <a:pt x="765493" y="421442"/>
                </a:lnTo>
                <a:cubicBezTo>
                  <a:pt x="747103" y="421442"/>
                  <a:pt x="732544" y="406883"/>
                  <a:pt x="732544" y="388493"/>
                </a:cubicBezTo>
                <a:close/>
                <a:moveTo>
                  <a:pt x="300373" y="0"/>
                </a:moveTo>
                <a:lnTo>
                  <a:pt x="381596" y="0"/>
                </a:lnTo>
                <a:lnTo>
                  <a:pt x="381596" y="421442"/>
                </a:lnTo>
                <a:lnTo>
                  <a:pt x="333322" y="421442"/>
                </a:lnTo>
                <a:cubicBezTo>
                  <a:pt x="314932" y="421442"/>
                  <a:pt x="300373" y="406883"/>
                  <a:pt x="300373" y="388493"/>
                </a:cubicBezTo>
                <a:close/>
              </a:path>
            </a:pathLst>
          </a:custGeom>
          <a:solidFill>
            <a:schemeClr val="tx1"/>
          </a:solidFill>
        </p:spPr>
        <p:txBody>
          <a:bodyPr wrap="square">
            <a:noAutofit/>
          </a:bodyPr>
          <a:lstStyle>
            <a:lvl1pPr marL="0" indent="0">
              <a:buNone/>
              <a:defRPr sz="400">
                <a:noFill/>
              </a:defRPr>
            </a:lvl1pPr>
            <a:lvl2pPr marL="227012" indent="0">
              <a:buNone/>
              <a:defRPr sz="600"/>
            </a:lvl2pPr>
            <a:lvl3pPr marL="460375" indent="0">
              <a:buNone/>
              <a:defRPr sz="600"/>
            </a:lvl3pPr>
            <a:lvl4pPr marL="625475" indent="0">
              <a:buNone/>
              <a:defRPr sz="600"/>
            </a:lvl4pPr>
            <a:lvl5pPr marL="798513" indent="0">
              <a:buNone/>
              <a:defRPr sz="600"/>
            </a:lvl5pPr>
          </a:lstStyle>
          <a:p>
            <a:pPr lvl="0"/>
            <a:r>
              <a:rPr lang="en-US"/>
              <a:t>Click to edit Master text styles</a:t>
            </a:r>
          </a:p>
        </p:txBody>
      </p:sp>
      <p:sp>
        <p:nvSpPr>
          <p:cNvPr id="25" name="Title 1">
            <a:extLst>
              <a:ext uri="{FF2B5EF4-FFF2-40B4-BE49-F238E27FC236}">
                <a16:creationId xmlns:a16="http://schemas.microsoft.com/office/drawing/2014/main" id="{51B977F1-062A-A4B4-E4B5-739EC8B298BC}"/>
              </a:ext>
            </a:extLst>
          </p:cNvPr>
          <p:cNvSpPr>
            <a:spLocks noGrp="1"/>
          </p:cNvSpPr>
          <p:nvPr>
            <p:ph type="ctrTitle"/>
          </p:nvPr>
        </p:nvSpPr>
        <p:spPr>
          <a:xfrm>
            <a:off x="563418" y="571500"/>
            <a:ext cx="3538682" cy="5715002"/>
          </a:xfrm>
        </p:spPr>
        <p:txBody>
          <a:bodyPr anchor="ctr"/>
          <a:lstStyle>
            <a:lvl1pPr algn="l">
              <a:defRPr sz="5400">
                <a:solidFill>
                  <a:schemeClr val="tx1"/>
                </a:solidFill>
              </a:defRPr>
            </a:lvl1pPr>
          </a:lstStyle>
          <a:p>
            <a:r>
              <a:rPr lang="en-US"/>
              <a:t>Click to edit Master title style</a:t>
            </a:r>
          </a:p>
        </p:txBody>
      </p:sp>
    </p:spTree>
    <p:extLst>
      <p:ext uri="{BB962C8B-B14F-4D97-AF65-F5344CB8AC3E}">
        <p14:creationId xmlns:p14="http://schemas.microsoft.com/office/powerpoint/2010/main" val="3983992470"/>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End of Layout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1D0389B-2D1F-4848-A9BB-0548CDA2FD89}"/>
              </a:ext>
            </a:extLst>
          </p:cNvPr>
          <p:cNvSpPr/>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80000"/>
              </a:lnSpc>
            </a:pPr>
            <a:r>
              <a:rPr lang="en-US" sz="11500" b="1" cap="all" baseline="0"/>
              <a:t>Do not use layouts past this point</a:t>
            </a:r>
          </a:p>
        </p:txBody>
      </p:sp>
    </p:spTree>
    <p:extLst>
      <p:ext uri="{BB962C8B-B14F-4D97-AF65-F5344CB8AC3E}">
        <p14:creationId xmlns:p14="http://schemas.microsoft.com/office/powerpoint/2010/main" val="39705207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1_photo_third_left 2">
    <p:bg>
      <p:bgPr>
        <a:solidFill>
          <a:schemeClr val="accent1"/>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B42FC830-AF6C-FF1B-026D-AFB5BE5E11B8}"/>
              </a:ext>
              <a:ext uri="{C183D7F6-B498-43B3-948B-1728B52AA6E4}">
                <adec:decorative xmlns:adec="http://schemas.microsoft.com/office/drawing/2017/decorative" val="0"/>
              </a:ext>
            </a:extLst>
          </p:cNvPr>
          <p:cNvSpPr>
            <a:spLocks noGrp="1"/>
          </p:cNvSpPr>
          <p:nvPr>
            <p:ph type="pic" sz="quarter" idx="16"/>
          </p:nvPr>
        </p:nvSpPr>
        <p:spPr>
          <a:xfrm>
            <a:off x="0" y="0"/>
            <a:ext cx="4102100" cy="6858000"/>
          </a:xfrm>
          <a:custGeom>
            <a:avLst/>
            <a:gdLst>
              <a:gd name="connsiteX0" fmla="*/ 0 w 4102100"/>
              <a:gd name="connsiteY0" fmla="*/ 0 h 6858000"/>
              <a:gd name="connsiteX1" fmla="*/ 3418403 w 4102100"/>
              <a:gd name="connsiteY1" fmla="*/ 0 h 6858000"/>
              <a:gd name="connsiteX2" fmla="*/ 4102100 w 4102100"/>
              <a:gd name="connsiteY2" fmla="*/ 683697 h 6858000"/>
              <a:gd name="connsiteX3" fmla="*/ 4102100 w 4102100"/>
              <a:gd name="connsiteY3" fmla="*/ 6858000 h 6858000"/>
              <a:gd name="connsiteX4" fmla="*/ 0 w 41021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2100" h="6858000">
                <a:moveTo>
                  <a:pt x="0" y="0"/>
                </a:moveTo>
                <a:lnTo>
                  <a:pt x="3418403" y="0"/>
                </a:lnTo>
                <a:cubicBezTo>
                  <a:pt x="3795998" y="0"/>
                  <a:pt x="4102100" y="306102"/>
                  <a:pt x="4102100" y="683697"/>
                </a:cubicBezTo>
                <a:lnTo>
                  <a:pt x="4102100" y="6858000"/>
                </a:lnTo>
                <a:lnTo>
                  <a:pt x="0" y="6858000"/>
                </a:lnTo>
                <a:close/>
              </a:path>
            </a:pathLst>
          </a:custGeom>
        </p:spPr>
        <p:txBody>
          <a:bodyPr wrap="square" anchor="ctr">
            <a:noAutofit/>
          </a:bodyPr>
          <a:lstStyle>
            <a:lvl1pPr marL="0" indent="0" algn="ctr">
              <a:buNone/>
              <a:defRPr/>
            </a:lvl1pPr>
          </a:lstStyle>
          <a:p>
            <a:r>
              <a:rPr lang="en-US"/>
              <a:t>Click icon to add picture</a:t>
            </a:r>
          </a:p>
        </p:txBody>
      </p:sp>
      <p:sp>
        <p:nvSpPr>
          <p:cNvPr id="3" name="Footer Placeholder 2">
            <a:extLst>
              <a:ext uri="{FF2B5EF4-FFF2-40B4-BE49-F238E27FC236}">
                <a16:creationId xmlns:a16="http://schemas.microsoft.com/office/drawing/2014/main" id="{D8F1D7FF-6C4B-FD49-59EA-089A8F91632F}"/>
              </a:ext>
              <a:ext uri="{C183D7F6-B498-43B3-948B-1728B52AA6E4}">
                <adec:decorative xmlns:adec="http://schemas.microsoft.com/office/drawing/2017/decorative" val="1"/>
              </a:ext>
            </a:extLst>
          </p:cNvPr>
          <p:cNvSpPr>
            <a:spLocks noGrp="1"/>
          </p:cNvSpPr>
          <p:nvPr>
            <p:ph type="ftr" sz="quarter" idx="10"/>
          </p:nvPr>
        </p:nvSpPr>
        <p:spPr>
          <a:xfrm>
            <a:off x="6345936" y="6503670"/>
            <a:ext cx="4389120" cy="137160"/>
          </a:xfrm>
        </p:spPr>
        <p:txBody>
          <a:bodyPr/>
          <a:lstStyle>
            <a:lvl1pPr>
              <a:defRPr>
                <a:solidFill>
                  <a:schemeClr val="bg1"/>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A5E18E84-93A4-91B2-ADEB-00836AA8B4F8}"/>
              </a:ext>
              <a:ext uri="{C183D7F6-B498-43B3-948B-1728B52AA6E4}">
                <adec:decorative xmlns:adec="http://schemas.microsoft.com/office/drawing/2017/decorative" val="1"/>
              </a:ext>
            </a:extLst>
          </p:cNvPr>
          <p:cNvSpPr>
            <a:spLocks noGrp="1"/>
          </p:cNvSpPr>
          <p:nvPr>
            <p:ph type="dt" sz="half" idx="11"/>
          </p:nvPr>
        </p:nvSpPr>
        <p:spPr>
          <a:xfrm>
            <a:off x="6080760" y="6503670"/>
            <a:ext cx="255977" cy="137160"/>
          </a:xfrm>
        </p:spPr>
        <p:txBody>
          <a:bodyPr/>
          <a:lstStyle>
            <a:lvl1pPr>
              <a:defRPr>
                <a:solidFill>
                  <a:schemeClr val="bg1"/>
                </a:solidFill>
              </a:defRPr>
            </a:lvl1pPr>
          </a:lstStyle>
          <a:p>
            <a:fld id="{9D9A883A-4ED7-43C0-B9DF-CCC4B6277E4B}" type="datetimeyyyy">
              <a:rPr lang="en-US" smtClean="0"/>
              <a:pPr/>
              <a:t>2026</a:t>
            </a:fld>
            <a:endParaRPr lang="en-US"/>
          </a:p>
        </p:txBody>
      </p:sp>
      <p:sp>
        <p:nvSpPr>
          <p:cNvPr id="5" name="Slide Number Placeholder 4">
            <a:extLst>
              <a:ext uri="{FF2B5EF4-FFF2-40B4-BE49-F238E27FC236}">
                <a16:creationId xmlns:a16="http://schemas.microsoft.com/office/drawing/2014/main" id="{CA00ADE8-13EE-6112-4AAF-E621D3198DFD}"/>
              </a:ext>
              <a:ext uri="{C183D7F6-B498-43B3-948B-1728B52AA6E4}">
                <adec:decorative xmlns:adec="http://schemas.microsoft.com/office/drawing/2017/decorative" val="1"/>
              </a:ext>
            </a:extLst>
          </p:cNvPr>
          <p:cNvSpPr>
            <a:spLocks noGrp="1"/>
          </p:cNvSpPr>
          <p:nvPr>
            <p:ph type="sldNum" sz="quarter" idx="12"/>
          </p:nvPr>
        </p:nvSpPr>
        <p:spPr/>
        <p:txBody>
          <a:bodyPr/>
          <a:lstStyle>
            <a:lvl1pPr>
              <a:defRPr>
                <a:solidFill>
                  <a:schemeClr val="bg1"/>
                </a:solidFill>
              </a:defRPr>
            </a:lvl1pPr>
          </a:lstStyle>
          <a:p>
            <a:fld id="{B2643E34-DC33-45ED-8E33-EC0D5991E9A4}" type="slidenum">
              <a:rPr lang="en-US" smtClean="0"/>
              <a:pPr/>
              <a:t>‹#›</a:t>
            </a:fld>
            <a:endParaRPr lang="en-US"/>
          </a:p>
        </p:txBody>
      </p:sp>
      <p:sp>
        <p:nvSpPr>
          <p:cNvPr id="21" name="Footer Placeholder 3">
            <a:extLst>
              <a:ext uri="{FF2B5EF4-FFF2-40B4-BE49-F238E27FC236}">
                <a16:creationId xmlns:a16="http://schemas.microsoft.com/office/drawing/2014/main" id="{22AC1B10-DA7D-7DCE-ED2F-0778C9BB739C}"/>
              </a:ext>
              <a:ext uri="{C183D7F6-B498-43B3-948B-1728B52AA6E4}">
                <adec:decorative xmlns:adec="http://schemas.microsoft.com/office/drawing/2017/decorative" val="1"/>
              </a:ext>
            </a:extLst>
          </p:cNvPr>
          <p:cNvSpPr txBox="1">
            <a:spLocks/>
          </p:cNvSpPr>
          <p:nvPr userDrawn="1"/>
        </p:nvSpPr>
        <p:spPr>
          <a:xfrm>
            <a:off x="5998464"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bg1"/>
                </a:solidFill>
              </a:rPr>
              <a:t>©</a:t>
            </a:r>
          </a:p>
        </p:txBody>
      </p:sp>
      <p:pic>
        <p:nvPicPr>
          <p:cNvPr id="6" name="Picture 9">
            <a:extLst>
              <a:ext uri="{FF2B5EF4-FFF2-40B4-BE49-F238E27FC236}">
                <a16:creationId xmlns:a16="http://schemas.microsoft.com/office/drawing/2014/main" id="{D9F79E96-81B1-64A5-5C19-08FD0D4330EA}"/>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266944" y="6472119"/>
            <a:ext cx="562567" cy="145851"/>
          </a:xfrm>
          <a:prstGeom prst="rect">
            <a:avLst/>
          </a:prstGeom>
        </p:spPr>
      </p:pic>
    </p:spTree>
    <p:extLst>
      <p:ext uri="{BB962C8B-B14F-4D97-AF65-F5344CB8AC3E}">
        <p14:creationId xmlns:p14="http://schemas.microsoft.com/office/powerpoint/2010/main" val="33474385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theme" Target="../theme/theme1.xml"/><Relationship Id="rId61"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9">
            <a:extLst>
              <a:ext uri="{FF2B5EF4-FFF2-40B4-BE49-F238E27FC236}">
                <a16:creationId xmlns:a16="http://schemas.microsoft.com/office/drawing/2014/main" id="{B8542C79-3E51-6C46-FD1D-3F548800442C}"/>
              </a:ext>
              <a:ext uri="{C183D7F6-B498-43B3-948B-1728B52AA6E4}">
                <adec:decorative xmlns:adec="http://schemas.microsoft.com/office/drawing/2017/decorative" val="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1"/>
              </a:ext>
            </a:extLst>
          </a:blip>
          <a:srcRect/>
          <a:stretch/>
        </p:blipFill>
        <p:spPr>
          <a:xfrm>
            <a:off x="571500" y="6472119"/>
            <a:ext cx="562567" cy="145851"/>
          </a:xfrm>
          <a:prstGeom prst="rect">
            <a:avLst/>
          </a:prstGeom>
        </p:spPr>
      </p:pic>
      <p:sp>
        <p:nvSpPr>
          <p:cNvPr id="2" name="Title Placeholder 1">
            <a:extLst>
              <a:ext uri="{FF2B5EF4-FFF2-40B4-BE49-F238E27FC236}">
                <a16:creationId xmlns:a16="http://schemas.microsoft.com/office/drawing/2014/main" id="{948FBA51-83A7-418F-9111-FF640E9D135D}"/>
              </a:ext>
            </a:extLst>
          </p:cNvPr>
          <p:cNvSpPr>
            <a:spLocks noGrp="1"/>
          </p:cNvSpPr>
          <p:nvPr>
            <p:ph type="title"/>
          </p:nvPr>
        </p:nvSpPr>
        <p:spPr>
          <a:xfrm>
            <a:off x="571500" y="571501"/>
            <a:ext cx="11049000" cy="990600"/>
          </a:xfrm>
          <a:prstGeom prst="rect">
            <a:avLst/>
          </a:prstGeom>
        </p:spPr>
        <p:txBody>
          <a:bodyPr vert="horz" lIns="0" tIns="0" rIns="0" bIns="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FA9BDFA8-3817-4733-A7E6-C391835FC246}"/>
              </a:ext>
            </a:extLst>
          </p:cNvPr>
          <p:cNvSpPr>
            <a:spLocks noGrp="1"/>
          </p:cNvSpPr>
          <p:nvPr>
            <p:ph type="body" idx="1"/>
          </p:nvPr>
        </p:nvSpPr>
        <p:spPr>
          <a:xfrm>
            <a:off x="571500" y="2933700"/>
            <a:ext cx="11049000" cy="335279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3">
            <a:extLst>
              <a:ext uri="{FF2B5EF4-FFF2-40B4-BE49-F238E27FC236}">
                <a16:creationId xmlns:a16="http://schemas.microsoft.com/office/drawing/2014/main" id="{B1261B06-3F99-1DA3-3B13-025F807F77FC}"/>
              </a:ext>
              <a:ext uri="{C183D7F6-B498-43B3-948B-1728B52AA6E4}">
                <adec:decorative xmlns:adec="http://schemas.microsoft.com/office/drawing/2017/decorative" val="1"/>
              </a:ext>
            </a:extLst>
          </p:cNvPr>
          <p:cNvSpPr txBox="1">
            <a:spLocks/>
          </p:cNvSpPr>
          <p:nvPr userDrawn="1"/>
        </p:nvSpPr>
        <p:spPr>
          <a:xfrm>
            <a:off x="1299707" y="6503670"/>
            <a:ext cx="99087" cy="137160"/>
          </a:xfrm>
          <a:prstGeom prst="rect">
            <a:avLst/>
          </a:prstGeom>
        </p:spPr>
        <p:txBody>
          <a:bodyPr vert="horz" lIns="0" tIns="0" rIns="0" bIns="0" rtlCol="0" anchor="b"/>
          <a:lstStyle>
            <a:defPPr>
              <a:defRPr lang="en-US"/>
            </a:defPPr>
            <a:lvl1pPr marL="0" algn="l"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a:t>
            </a:r>
          </a:p>
        </p:txBody>
      </p:sp>
      <p:sp>
        <p:nvSpPr>
          <p:cNvPr id="5" name="Footer Placeholder 4">
            <a:extLst>
              <a:ext uri="{FF2B5EF4-FFF2-40B4-BE49-F238E27FC236}">
                <a16:creationId xmlns:a16="http://schemas.microsoft.com/office/drawing/2014/main" id="{70E8890C-677F-4C91-82E6-627D8C881C36}"/>
              </a:ext>
              <a:ext uri="{C183D7F6-B498-43B3-948B-1728B52AA6E4}">
                <adec:decorative xmlns:adec="http://schemas.microsoft.com/office/drawing/2017/decorative" val="1"/>
              </a:ext>
            </a:extLst>
          </p:cNvPr>
          <p:cNvSpPr>
            <a:spLocks noGrp="1"/>
          </p:cNvSpPr>
          <p:nvPr>
            <p:ph type="ftr" sz="quarter" idx="3"/>
          </p:nvPr>
        </p:nvSpPr>
        <p:spPr>
          <a:xfrm>
            <a:off x="1645217" y="6503670"/>
            <a:ext cx="6518274" cy="137160"/>
          </a:xfrm>
          <a:prstGeom prst="rect">
            <a:avLst/>
          </a:prstGeom>
        </p:spPr>
        <p:txBody>
          <a:bodyPr vert="horz" lIns="0" tIns="0" rIns="0" bIns="0" rtlCol="0" anchor="b"/>
          <a:lstStyle>
            <a:lvl1pPr algn="l">
              <a:defRPr sz="800">
                <a:solidFill>
                  <a:schemeClr val="tx2"/>
                </a:solidFill>
              </a:defRPr>
            </a:lvl1pPr>
          </a:lstStyle>
          <a:p>
            <a:r>
              <a:rPr lang="en-US"/>
              <a:t>Slalom. All Rights Reserved. Proprietary and Confidential.</a:t>
            </a:r>
          </a:p>
        </p:txBody>
      </p:sp>
      <p:sp>
        <p:nvSpPr>
          <p:cNvPr id="4" name="Date Placeholder 3">
            <a:extLst>
              <a:ext uri="{FF2B5EF4-FFF2-40B4-BE49-F238E27FC236}">
                <a16:creationId xmlns:a16="http://schemas.microsoft.com/office/drawing/2014/main" id="{C87AF948-68C6-4080-96A4-341B3E72654F}"/>
              </a:ext>
              <a:ext uri="{C183D7F6-B498-43B3-948B-1728B52AA6E4}">
                <adec:decorative xmlns:adec="http://schemas.microsoft.com/office/drawing/2017/decorative" val="1"/>
              </a:ext>
            </a:extLst>
          </p:cNvPr>
          <p:cNvSpPr>
            <a:spLocks noGrp="1"/>
          </p:cNvSpPr>
          <p:nvPr>
            <p:ph type="dt" sz="half" idx="2"/>
          </p:nvPr>
        </p:nvSpPr>
        <p:spPr>
          <a:xfrm>
            <a:off x="1384477" y="6503670"/>
            <a:ext cx="255977" cy="137160"/>
          </a:xfrm>
          <a:prstGeom prst="rect">
            <a:avLst/>
          </a:prstGeom>
        </p:spPr>
        <p:txBody>
          <a:bodyPr vert="horz" wrap="none" lIns="0" tIns="0" rIns="0" bIns="0" rtlCol="0" anchor="b"/>
          <a:lstStyle>
            <a:lvl1pPr algn="l">
              <a:defRPr sz="800">
                <a:solidFill>
                  <a:schemeClr val="tx2"/>
                </a:solidFill>
              </a:defRPr>
            </a:lvl1pPr>
          </a:lstStyle>
          <a:p>
            <a:fld id="{02D25020-0143-4C28-AF12-D7B43E151733}" type="datetimeyyyy">
              <a:rPr lang="en-US" smtClean="0"/>
              <a:t>2026</a:t>
            </a:fld>
            <a:endParaRPr lang="en-US"/>
          </a:p>
        </p:txBody>
      </p:sp>
      <p:sp>
        <p:nvSpPr>
          <p:cNvPr id="6" name="Slide Number Placeholder 5">
            <a:extLst>
              <a:ext uri="{FF2B5EF4-FFF2-40B4-BE49-F238E27FC236}">
                <a16:creationId xmlns:a16="http://schemas.microsoft.com/office/drawing/2014/main" id="{BBB351C1-F417-4576-B405-26A2525BAB69}"/>
              </a:ext>
              <a:ext uri="{C183D7F6-B498-43B3-948B-1728B52AA6E4}">
                <adec:decorative xmlns:adec="http://schemas.microsoft.com/office/drawing/2017/decorative" val="1"/>
              </a:ext>
            </a:extLst>
          </p:cNvPr>
          <p:cNvSpPr>
            <a:spLocks noGrp="1"/>
          </p:cNvSpPr>
          <p:nvPr>
            <p:ph type="sldNum" sz="quarter" idx="4"/>
          </p:nvPr>
        </p:nvSpPr>
        <p:spPr>
          <a:xfrm>
            <a:off x="11277601" y="6503670"/>
            <a:ext cx="342898" cy="137160"/>
          </a:xfrm>
          <a:prstGeom prst="rect">
            <a:avLst/>
          </a:prstGeom>
        </p:spPr>
        <p:txBody>
          <a:bodyPr vert="horz" lIns="0" tIns="0" rIns="0" bIns="0" rtlCol="0" anchor="b"/>
          <a:lstStyle>
            <a:lvl1pPr algn="r">
              <a:defRPr sz="800">
                <a:solidFill>
                  <a:schemeClr val="tx2"/>
                </a:solidFill>
              </a:defRPr>
            </a:lvl1pPr>
          </a:lstStyle>
          <a:p>
            <a:fld id="{B2643E34-DC33-45ED-8E33-EC0D5991E9A4}" type="slidenum">
              <a:rPr lang="en-US" smtClean="0"/>
              <a:pPr/>
              <a:t>‹#›</a:t>
            </a:fld>
            <a:endParaRPr lang="en-US"/>
          </a:p>
        </p:txBody>
      </p:sp>
    </p:spTree>
    <p:extLst>
      <p:ext uri="{BB962C8B-B14F-4D97-AF65-F5344CB8AC3E}">
        <p14:creationId xmlns:p14="http://schemas.microsoft.com/office/powerpoint/2010/main" val="34090413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Lst>
  <p:hf hdr="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7013" indent="-227013" algn="l" defTabSz="914400" rtl="0" eaLnBrk="1" latinLnBrk="0" hangingPunct="1">
        <a:lnSpc>
          <a:spcPct val="110000"/>
        </a:lnSpc>
        <a:spcBef>
          <a:spcPts val="0"/>
        </a:spcBef>
        <a:spcAft>
          <a:spcPts val="1000"/>
        </a:spcAft>
        <a:buFont typeface="Avenir Next LT Pro" panose="020B0504020202020204" pitchFamily="34" charset="0"/>
        <a:buChar char="•"/>
        <a:defRPr sz="1400" kern="1200">
          <a:solidFill>
            <a:schemeClr val="tx1"/>
          </a:solidFill>
          <a:latin typeface="+mn-lt"/>
          <a:ea typeface="+mn-ea"/>
          <a:cs typeface="+mn-cs"/>
        </a:defRPr>
      </a:lvl1pPr>
      <a:lvl2pPr marL="460375" indent="-233363" algn="l" defTabSz="914400" rtl="0" eaLnBrk="1" latinLnBrk="0" hangingPunct="1">
        <a:lnSpc>
          <a:spcPct val="110000"/>
        </a:lnSpc>
        <a:spcBef>
          <a:spcPts val="0"/>
        </a:spcBef>
        <a:spcAft>
          <a:spcPts val="600"/>
        </a:spcAft>
        <a:buFont typeface="Avenir Next LT Pro" panose="020B0504020202020204" pitchFamily="34" charset="0"/>
        <a:buChar char="−"/>
        <a:defRPr sz="1200" kern="1200">
          <a:solidFill>
            <a:schemeClr val="tx1"/>
          </a:solidFill>
          <a:latin typeface="+mn-lt"/>
          <a:ea typeface="+mn-ea"/>
          <a:cs typeface="+mn-cs"/>
        </a:defRPr>
      </a:lvl2pPr>
      <a:lvl3pPr marL="625475" indent="-16510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3pPr>
      <a:lvl4pPr marL="798513" indent="-173038"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4pPr>
      <a:lvl5pPr marL="969963" indent="-171450" algn="l" defTabSz="914400" rtl="0" eaLnBrk="1" latinLnBrk="0" hangingPunct="1">
        <a:lnSpc>
          <a:spcPct val="110000"/>
        </a:lnSpc>
        <a:spcBef>
          <a:spcPts val="0"/>
        </a:spcBef>
        <a:spcAft>
          <a:spcPts val="600"/>
        </a:spcAft>
        <a:buFont typeface="Avenir Next LT Pro" panose="020B0504020202020204" pitchFamily="34" charset="0"/>
        <a:buChar char="−"/>
        <a:defRPr sz="1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venir Next LT Pro" panose="020B05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7680">
          <p15:clr>
            <a:srgbClr val="F26B43"/>
          </p15:clr>
        </p15:guide>
        <p15:guide id="3" pos="360">
          <p15:clr>
            <a:srgbClr val="F26B43"/>
          </p15:clr>
        </p15:guide>
        <p15:guide id="4" pos="808">
          <p15:clr>
            <a:srgbClr val="A4A3A4"/>
          </p15:clr>
        </p15:guide>
        <p15:guide id="5" pos="952">
          <p15:clr>
            <a:srgbClr val="A4A3A4"/>
          </p15:clr>
        </p15:guide>
        <p15:guide id="6" pos="1400">
          <p15:clr>
            <a:srgbClr val="A4A3A4"/>
          </p15:clr>
        </p15:guide>
        <p15:guide id="7" pos="1536">
          <p15:clr>
            <a:srgbClr val="A4A3A4"/>
          </p15:clr>
        </p15:guide>
        <p15:guide id="8" pos="1992">
          <p15:clr>
            <a:srgbClr val="A4A3A4"/>
          </p15:clr>
        </p15:guide>
        <p15:guide id="9" pos="2136">
          <p15:clr>
            <a:srgbClr val="A4A3A4"/>
          </p15:clr>
        </p15:guide>
        <p15:guide id="10" pos="2584">
          <p15:clr>
            <a:srgbClr val="5ACBF0"/>
          </p15:clr>
        </p15:guide>
        <p15:guide id="11" pos="2728">
          <p15:clr>
            <a:srgbClr val="5ACBF0"/>
          </p15:clr>
        </p15:guide>
        <p15:guide id="12" pos="3176">
          <p15:clr>
            <a:srgbClr val="A4A3A4"/>
          </p15:clr>
        </p15:guide>
        <p15:guide id="13" pos="3320">
          <p15:clr>
            <a:srgbClr val="A4A3A4"/>
          </p15:clr>
        </p15:guide>
        <p15:guide id="14" pos="3768">
          <p15:clr>
            <a:srgbClr val="FBAE40"/>
          </p15:clr>
        </p15:guide>
        <p15:guide id="15" pos="3912">
          <p15:clr>
            <a:srgbClr val="FBAE40"/>
          </p15:clr>
        </p15:guide>
        <p15:guide id="16" pos="4360">
          <p15:clr>
            <a:srgbClr val="A4A3A4"/>
          </p15:clr>
        </p15:guide>
        <p15:guide id="17" pos="4504">
          <p15:clr>
            <a:srgbClr val="A4A3A4"/>
          </p15:clr>
        </p15:guide>
        <p15:guide id="18" pos="4952">
          <p15:clr>
            <a:srgbClr val="5ACBF0"/>
          </p15:clr>
        </p15:guide>
        <p15:guide id="19" pos="5096">
          <p15:clr>
            <a:srgbClr val="5ACBF0"/>
          </p15:clr>
        </p15:guide>
        <p15:guide id="20" pos="5544">
          <p15:clr>
            <a:srgbClr val="A4A3A4"/>
          </p15:clr>
        </p15:guide>
        <p15:guide id="21" pos="5688">
          <p15:clr>
            <a:srgbClr val="A4A3A4"/>
          </p15:clr>
        </p15:guide>
        <p15:guide id="22" pos="6136">
          <p15:clr>
            <a:srgbClr val="A4A3A4"/>
          </p15:clr>
        </p15:guide>
        <p15:guide id="23" pos="6280">
          <p15:clr>
            <a:srgbClr val="A4A3A4"/>
          </p15:clr>
        </p15:guide>
        <p15:guide id="24" pos="6728">
          <p15:clr>
            <a:srgbClr val="A4A3A4"/>
          </p15:clr>
        </p15:guide>
        <p15:guide id="25" pos="6872">
          <p15:clr>
            <a:srgbClr val="A4A3A4"/>
          </p15:clr>
        </p15:guide>
        <p15:guide id="26" pos="7320">
          <p15:clr>
            <a:srgbClr val="F26B43"/>
          </p15:clr>
        </p15:guide>
        <p15:guide id="27" orient="horz">
          <p15:clr>
            <a:srgbClr val="F26B43"/>
          </p15:clr>
        </p15:guide>
        <p15:guide id="28" orient="horz" pos="4320">
          <p15:clr>
            <a:srgbClr val="F26B43"/>
          </p15:clr>
        </p15:guide>
        <p15:guide id="29" orient="horz" pos="360">
          <p15:clr>
            <a:srgbClr val="F26B43"/>
          </p15:clr>
        </p15:guide>
        <p15:guide id="31" orient="horz" pos="3960">
          <p15:clr>
            <a:srgbClr val="F26B43"/>
          </p15:clr>
        </p15:guide>
        <p15:guide id="32" orient="horz" pos="984">
          <p15:clr>
            <a:srgbClr val="F26B43"/>
          </p15:clr>
        </p15:guide>
        <p15:guide id="33" orient="horz" pos="1728">
          <p15:clr>
            <a:srgbClr val="5ACBF0"/>
          </p15:clr>
        </p15:guide>
        <p15:guide id="34" orient="horz" pos="2592">
          <p15:clr>
            <a:srgbClr val="A4A3A4"/>
          </p15:clr>
        </p15:guide>
        <p15:guide id="35" orient="horz" pos="3336">
          <p15:clr>
            <a:srgbClr val="A4A3A4"/>
          </p15:clr>
        </p15:guide>
        <p15:guide id="36" orient="horz" pos="1104">
          <p15:clr>
            <a:srgbClr val="5ACBF0"/>
          </p15:clr>
        </p15:guide>
        <p15:guide id="37" orient="horz" pos="1848">
          <p15:clr>
            <a:srgbClr val="F26B43"/>
          </p15:clr>
        </p15:guide>
        <p15:guide id="38" orient="horz" pos="2472">
          <p15:clr>
            <a:srgbClr val="A4A3A4"/>
          </p15:clr>
        </p15:guide>
        <p15:guide id="39" orient="horz" pos="3216">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5" sz="quarter"/>
          </p:nvPr>
        </p:nvSpPr>
        <p:spPr/>
        <p:txBody>
          <a:bodyPr/>
          <a:lstStyle/>
          <a:p>
            <a:r>
              <a:t>Draft for discussion  |  August 2026</a:t>
            </a:r>
          </a:p>
        </p:txBody>
      </p:sp>
      <p:sp>
        <p:nvSpPr>
          <p:cNvPr id="4" name="Title 3"/>
          <p:cNvSpPr>
            <a:spLocks noGrp="1"/>
          </p:cNvSpPr>
          <p:nvPr>
            <p:ph type="ctrTitle"/>
          </p:nvPr>
        </p:nvSpPr>
        <p:spPr/>
        <p:txBody>
          <a:bodyPr/>
          <a:lstStyle/>
          <a:p>
            <a:r>
              <a:t>Value architecture</a:t>
            </a:r>
          </a:p>
        </p:txBody>
      </p:sp>
      <p:sp>
        <p:nvSpPr>
          <p:cNvPr id="5" name="Text Placeholder 4"/>
          <p:cNvSpPr>
            <a:spLocks noGrp="1"/>
          </p:cNvSpPr>
          <p:nvPr>
            <p:ph type="body" idx="13" sz="quarter"/>
          </p:nvPr>
        </p:nvSpPr>
        <p:spPr/>
        <p:txBody>
          <a:bodyPr/>
          <a:lstStyle/>
          <a:p>
            <a:r>
              <a:t>How we help clients realise the value of what they buy, and how we take it to market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000"/>
              <a:t>What value does this investment drive for our business as a whole and how do we set ourselves up to realise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Clients keep approving investments and cannot see, prove or steer the value coming back</a:t>
            </a:r>
          </a:p>
        </p:txBody>
      </p:sp>
      <p:sp>
        <p:nvSpPr>
          <p:cNvPr id="3" name="Text Placeholder 2"/>
          <p:cNvSpPr>
            <a:spLocks noGrp="1"/>
          </p:cNvSpPr>
          <p:nvPr>
            <p:ph type="body" idx="14" sz="quarter"/>
          </p:nvPr>
        </p:nvSpPr>
        <p:spPr/>
        <p:txBody>
          <a:bodyPr/>
          <a:lstStyle/>
          <a:p>
            <a:r>
              <a:t>The problem is real, measured, and this is the year boards started asking</a:t>
            </a:r>
          </a:p>
        </p:txBody>
      </p:sp>
      <p:sp>
        <p:nvSpPr>
          <p:cNvPr id="4" name="Content Placeholder 3"/>
          <p:cNvSpPr>
            <a:spLocks noGrp="1"/>
          </p:cNvSpPr>
          <p:nvPr>
            <p:ph idx="13" sz="quarter"/>
          </p:nvPr>
        </p:nvSpPr>
        <p:spPr/>
        <p:txBody>
          <a:bodyPr/>
          <a:lstStyle/>
          <a:p>
            <a:r>
              <a:t>The business case wins the money and is never opened again; delivery reports green all the way through; the team disbands the week the system goes live, and nobody is left who can say what the business actually got.</a:t>
            </a:r>
          </a:p>
          <a:p>
            <a:r>
              <a:t>Only 0.5 per cent of sixteen thousand studied projects hit cost, time and benefits together; on time and on budget was never the point if the benefits never arrive.</a:t>
            </a:r>
          </a:p>
          <a:p>
            <a:r>
              <a:t>Only 39 per cent of organisations mostly or always deliver their full project benefits, because the benefit was never assigned to a named person who would still be there when it was due.</a:t>
            </a:r>
          </a:p>
          <a:p>
            <a:r>
              <a:t>Two thirds of boards now make further AI funding conditional on proof of return, and board level value reporting is expected to be standard for large enterprises by the end of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Value is the result the business wanted, in its own measures</a:t>
            </a:r>
          </a:p>
        </p:txBody>
      </p:sp>
      <p:sp>
        <p:nvSpPr>
          <p:cNvPr id="3" name="Text Placeholder 2"/>
          <p:cNvSpPr>
            <a:spLocks noGrp="1"/>
          </p:cNvSpPr>
          <p:nvPr>
            <p:ph type="body" idx="14" sz="quarter"/>
          </p:nvPr>
        </p:nvSpPr>
        <p:spPr/>
        <p:txBody>
          <a:bodyPr/>
          <a:lstStyle/>
          <a:p>
            <a:r>
              <a:t>With a baseline, an owner and a date; money is often the headline, never the whole story</a:t>
            </a:r>
          </a:p>
        </p:txBody>
      </p:sp>
      <p:sp>
        <p:nvSpPr>
          <p:cNvPr id="4" name="Content Placeholder 3"/>
          <p:cNvSpPr>
            <a:spLocks noGrp="1"/>
          </p:cNvSpPr>
          <p:nvPr>
            <p:ph idx="13" sz="quarter"/>
          </p:nvPr>
        </p:nvSpPr>
        <p:spPr/>
        <p:txBody>
          <a:bodyPr/>
          <a:lstStyle/>
          <a:p>
            <a:r>
              <a:t>Value is the extent to which an investment moves the business towards something it already said mattered; a strategic priority, not a technology outcome.</a:t>
            </a:r>
          </a:p>
          <a:p>
            <a:r>
              <a:t>It only counts once someone in the business puts their name against the number and agrees when we will check it.</a:t>
            </a:r>
          </a:p>
          <a:p>
            <a:r>
              <a:t>It is measured in the client’s own terms; for some organisations the measure that matters most is safety, trust or how quickly a customer gets an answer, and for transformation programmes it goes beyond roi to the business kpis we are driving.</a:t>
            </a:r>
          </a:p>
          <a:p>
            <a:r>
              <a:t>Four questions test any investment: which of your stated priorities does this move, who owns that number, what is it today, and when do we check?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Clients tell us where they stand in six sentences</a:t>
            </a:r>
          </a:p>
        </p:txBody>
      </p:sp>
      <p:sp>
        <p:nvSpPr>
          <p:cNvPr id="3" name="Text Placeholder 2"/>
          <p:cNvSpPr>
            <a:spLocks noGrp="1"/>
          </p:cNvSpPr>
          <p:nvPr>
            <p:ph type="body" idx="14" sz="quarter"/>
          </p:nvPr>
        </p:nvSpPr>
        <p:spPr/>
        <p:txBody>
          <a:bodyPr/>
          <a:lstStyle/>
          <a:p>
            <a:r>
              <a:t>Each sentence carries its own buyer, its own date, and its own small first purchase</a:t>
            </a:r>
          </a:p>
        </p:txBody>
      </p:sp>
      <p:sp>
        <p:nvSpPr>
          <p:cNvPr id="4" name="Content Placeholder 3"/>
          <p:cNvSpPr>
            <a:spLocks noGrp="1"/>
          </p:cNvSpPr>
          <p:nvPr>
            <p:ph idx="13" sz="quarter"/>
          </p:nvPr>
        </p:nvSpPr>
        <p:spPr/>
        <p:txBody>
          <a:bodyPr/>
          <a:lstStyle/>
          <a:p>
            <a:r>
              <a:t>“We need a business case to get this approved.”</a:t>
            </a:r>
          </a:p>
          <a:p>
            <a:r>
              <a:t>“The steering committee keeps asking what value we are getting, and all we can show is milestones and spend.”</a:t>
            </a:r>
          </a:p>
          <a:p>
            <a:r>
              <a:t>“I no longer trust what this programme is telling me.”</a:t>
            </a:r>
          </a:p>
          <a:p>
            <a:r>
              <a:t>“We pay a great deal for this platform and I cannot see what we are getting.”</a:t>
            </a:r>
          </a:p>
          <a:p>
            <a:r>
              <a:t>“The board is asking what we are actually getting for our AI spend.”</a:t>
            </a:r>
          </a:p>
          <a:p>
            <a:r>
              <a:t>“The deal is signed, and now the value has to show 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Every conversation starts with a small, fixed piece of work</a:t>
            </a:r>
          </a:p>
        </p:txBody>
      </p:sp>
      <p:graphicFrame>
        <p:nvGraphicFramePr>
          <p:cNvPr id="4" name="Table Placeholder 3"/>
          <p:cNvGraphicFramePr>
            <a:graphicFrameLocks noGrp="1"/>
          </p:cNvGraphicFramePr>
          <p:nvPr>
            <p:ph type="tbl" idx="14" sz="quarter"/>
          </p:nvPr>
        </p:nvGraphicFramePr>
        <p:xfrm>
          <a:off x="571500" y="1752600"/>
          <a:ext cx="10033000" cy="2595880"/>
        </p:xfrm>
        <a:graphic>
          <a:graphicData uri="http://schemas.openxmlformats.org/drawingml/2006/table">
            <a:tbl>
              <a:tblPr firstRow="1" bandRow="1">
                <a:tableStyleId>{5C22544A-7EE6-4342-B048-85BDC9FD1C3A}</a:tableStyleId>
              </a:tblPr>
              <a:tblGrid>
                <a:gridCol w="3048000"/>
                <a:gridCol w="5461000"/>
                <a:gridCol w="1524000"/>
              </a:tblGrid>
              <a:tr h="370840">
                <a:tc>
                  <a:txBody>
                    <a:bodyPr/>
                    <a:lstStyle/>
                    <a:p>
                      <a:r>
                        <a:rPr sz="1200"/>
                        <a:t>When we hear</a:t>
                      </a:r>
                    </a:p>
                  </a:txBody>
                  <a:tcPr/>
                </a:tc>
                <a:tc>
                  <a:txBody>
                    <a:bodyPr/>
                    <a:lstStyle/>
                    <a:p>
                      <a:r>
                        <a:rPr sz="1200"/>
                        <a:t>The first piece of work</a:t>
                      </a:r>
                    </a:p>
                  </a:txBody>
                  <a:tcPr/>
                </a:tc>
                <a:tc>
                  <a:txBody>
                    <a:bodyPr/>
                    <a:lstStyle/>
                    <a:p>
                      <a:r>
                        <a:rPr sz="1200"/>
                        <a:t>Length</a:t>
                      </a:r>
                    </a:p>
                  </a:txBody>
                  <a:tcPr/>
                </a:tc>
              </a:tr>
              <a:tr h="370840">
                <a:tc>
                  <a:txBody>
                    <a:bodyPr/>
                    <a:lstStyle/>
                    <a:p>
                      <a:r>
                        <a:rPr sz="1200"/>
                        <a:t>We need a business case approved</a:t>
                      </a:r>
                    </a:p>
                  </a:txBody>
                  <a:tcPr/>
                </a:tc>
                <a:tc>
                  <a:txBody>
                    <a:bodyPr/>
                    <a:lstStyle/>
                    <a:p>
                      <a:r>
                        <a:rPr sz="1200"/>
                        <a:t>A value case for one flagship investment; driver tree, baselines, named owners</a:t>
                      </a:r>
                    </a:p>
                  </a:txBody>
                  <a:tcPr/>
                </a:tc>
                <a:tc>
                  <a:txBody>
                    <a:bodyPr/>
                    <a:lstStyle/>
                    <a:p>
                      <a:r>
                        <a:rPr sz="1200"/>
                        <a:t>3 to 6 weeks</a:t>
                      </a:r>
                    </a:p>
                  </a:txBody>
                  <a:tcPr/>
                </a:tc>
              </a:tr>
              <a:tr h="370840">
                <a:tc>
                  <a:txBody>
                    <a:bodyPr/>
                    <a:lstStyle/>
                    <a:p>
                      <a:r>
                        <a:rPr sz="1200"/>
                        <a:t>The programme has nothing to show</a:t>
                      </a:r>
                    </a:p>
                  </a:txBody>
                  <a:tcPr/>
                </a:tc>
                <a:tc>
                  <a:txBody>
                    <a:bodyPr/>
                    <a:lstStyle/>
                    <a:p>
                      <a:r>
                        <a:rPr sz="1200"/>
                        <a:t>A value retrofit paid from the programme’s own budget</a:t>
                      </a:r>
                    </a:p>
                  </a:txBody>
                  <a:tcPr/>
                </a:tc>
                <a:tc>
                  <a:txBody>
                    <a:bodyPr/>
                    <a:lstStyle/>
                    <a:p>
                      <a:r>
                        <a:rPr sz="1200"/>
                        <a:t>A few weeks</a:t>
                      </a:r>
                    </a:p>
                  </a:txBody>
                  <a:tcPr/>
                </a:tc>
              </a:tr>
              <a:tr h="370840">
                <a:tc>
                  <a:txBody>
                    <a:bodyPr/>
                    <a:lstStyle/>
                    <a:p>
                      <a:r>
                        <a:rPr sz="1200"/>
                        <a:t>Nobody trusts the programme</a:t>
                      </a:r>
                    </a:p>
                  </a:txBody>
                  <a:tcPr/>
                </a:tc>
                <a:tc>
                  <a:txBody>
                    <a:bodyPr/>
                    <a:lstStyle/>
                    <a:p>
                      <a:r>
                        <a:rPr sz="1200"/>
                        <a:t>An independent value diagnostic with a clear recommendation to the funder</a:t>
                      </a:r>
                    </a:p>
                  </a:txBody>
                  <a:tcPr/>
                </a:tc>
                <a:tc>
                  <a:txBody>
                    <a:bodyPr/>
                    <a:lstStyle/>
                    <a:p>
                      <a:r>
                        <a:rPr sz="1200"/>
                        <a:t>2 to 4 weeks</a:t>
                      </a:r>
                    </a:p>
                  </a:txBody>
                  <a:tcPr/>
                </a:tc>
              </a:tr>
              <a:tr h="370840">
                <a:tc>
                  <a:txBody>
                    <a:bodyPr/>
                    <a:lstStyle/>
                    <a:p>
                      <a:r>
                        <a:rPr sz="1200"/>
                        <a:t>The platform is under utilised</a:t>
                      </a:r>
                    </a:p>
                  </a:txBody>
                  <a:tcPr/>
                </a:tc>
                <a:tc>
                  <a:txBody>
                    <a:bodyPr/>
                    <a:lstStyle/>
                    <a:p>
                      <a:r>
                        <a:rPr sz="1200"/>
                        <a:t>A platform value assessment and an unlock roadmap</a:t>
                      </a:r>
                    </a:p>
                  </a:txBody>
                  <a:tcPr/>
                </a:tc>
                <a:tc>
                  <a:txBody>
                    <a:bodyPr/>
                    <a:lstStyle/>
                    <a:p>
                      <a:r>
                        <a:rPr sz="1200"/>
                        <a:t>2 to 3 weeks</a:t>
                      </a:r>
                    </a:p>
                  </a:txBody>
                  <a:tcPr/>
                </a:tc>
              </a:tr>
              <a:tr h="370840">
                <a:tc>
                  <a:txBody>
                    <a:bodyPr/>
                    <a:lstStyle/>
                    <a:p>
                      <a:r>
                        <a:rPr sz="1200"/>
                        <a:t>The board is asking about AI</a:t>
                      </a:r>
                    </a:p>
                  </a:txBody>
                  <a:tcPr/>
                </a:tc>
                <a:tc>
                  <a:txBody>
                    <a:bodyPr/>
                    <a:lstStyle/>
                    <a:p>
                      <a:r>
                        <a:rPr sz="1200"/>
                        <a:t>An AI value scan; fund further, fix or stop</a:t>
                      </a:r>
                    </a:p>
                  </a:txBody>
                  <a:tcPr/>
                </a:tc>
                <a:tc>
                  <a:txBody>
                    <a:bodyPr/>
                    <a:lstStyle/>
                    <a:p>
                      <a:r>
                        <a:rPr sz="1200"/>
                        <a:t>2 to 4 weeks</a:t>
                      </a:r>
                    </a:p>
                  </a:txBody>
                  <a:tcPr/>
                </a:tc>
              </a:tr>
              <a:tr h="370840">
                <a:tc>
                  <a:txBody>
                    <a:bodyPr/>
                    <a:lstStyle/>
                    <a:p>
                      <a:r>
                        <a:rPr sz="1200"/>
                        <a:t>The deal is signed</a:t>
                      </a:r>
                    </a:p>
                  </a:txBody>
                  <a:tcPr/>
                </a:tc>
                <a:tc>
                  <a:txBody>
                    <a:bodyPr/>
                    <a:lstStyle/>
                    <a:p>
                      <a:r>
                        <a:rPr sz="1200"/>
                        <a:t>Synergy tracking or a 100 day value plan</a:t>
                      </a:r>
                    </a:p>
                  </a:txBody>
                  <a:tcPr/>
                </a:tc>
                <a:tc>
                  <a:txBody>
                    <a:bodyPr/>
                    <a:lstStyle/>
                    <a:p>
                      <a:r>
                        <a:rPr sz="1200"/>
                        <a:t>Set up in weeks</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 build value cases, not business cases</a:t>
            </a:r>
          </a:p>
        </p:txBody>
      </p:sp>
      <p:sp>
        <p:nvSpPr>
          <p:cNvPr id="3" name="Text Placeholder 2"/>
          <p:cNvSpPr>
            <a:spLocks noGrp="1"/>
          </p:cNvSpPr>
          <p:nvPr>
            <p:ph type="body" idx="14" sz="quarter"/>
          </p:nvPr>
        </p:nvSpPr>
        <p:spPr/>
        <p:txBody>
          <a:bodyPr/>
          <a:lstStyle/>
          <a:p>
            <a:r>
              <a:t>Baselined before a dollar moves, owned in the business, and still the working reference long after go live</a:t>
            </a:r>
          </a:p>
        </p:txBody>
      </p:sp>
      <p:sp>
        <p:nvSpPr>
          <p:cNvPr id="4" name="Content Placeholder 3"/>
          <p:cNvSpPr>
            <a:spLocks noGrp="1"/>
          </p:cNvSpPr>
          <p:nvPr>
            <p:ph idx="13" sz="quarter"/>
          </p:nvPr>
        </p:nvSpPr>
        <p:spPr/>
        <p:txBody>
          <a:bodyPr/>
          <a:lstStyle/>
          <a:p>
            <a:r>
              <a:t>Often for technology investments clients are wanting a business case to justify the investment. We need to reframe clients thinking to ensure that the investment drives business value, more than just their own dept or replacing a burning legacy platform, therefore, we need to start thinking about value cases and baselining the investment so that business value is realised beyond implementation.</a:t>
            </a:r>
          </a:p>
          <a:p>
            <a:r>
              <a:t>What strategic priorities is this investment driving as opposed to what technology outcome is it driving; allows better long term strategic decision making that will impact the business long term.</a:t>
            </a:r>
          </a:p>
          <a:p>
            <a:r>
              <a:t>And it is more than the reframe: how do we ensure this is driving business value, how do we set it up so that we can show the value delivered, and how do we ensure the value is delivered and reported.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flagship is the Value Realisation Office</a:t>
            </a:r>
          </a:p>
        </p:txBody>
      </p:sp>
      <p:sp>
        <p:nvSpPr>
          <p:cNvPr id="3" name="Text Placeholder 2"/>
          <p:cNvSpPr>
            <a:spLocks noGrp="1"/>
          </p:cNvSpPr>
          <p:nvPr>
            <p:ph type="body" idx="14" sz="quarter"/>
          </p:nvPr>
        </p:nvSpPr>
        <p:spPr/>
        <p:txBody>
          <a:bodyPr/>
          <a:lstStyle/>
          <a:p>
            <a:r>
              <a:t>A small standing team that makes value somebody’s actual job</a:t>
            </a:r>
          </a:p>
        </p:txBody>
      </p:sp>
      <p:sp>
        <p:nvSpPr>
          <p:cNvPr id="4" name="Content Placeholder 3"/>
          <p:cNvSpPr>
            <a:spLocks noGrp="1"/>
          </p:cNvSpPr>
          <p:nvPr>
            <p:ph idx="13" sz="quarter"/>
          </p:nvPr>
        </p:nvSpPr>
        <p:spPr/>
        <p:txBody>
          <a:bodyPr/>
          <a:lstStyle/>
          <a:p>
            <a:r>
              <a:t>It defines what value means for every material investment, in the business’s own measures.</a:t>
            </a:r>
          </a:p>
          <a:p>
            <a:r>
              <a:t>It baselines every benefit before the change starts and puts a named owner from the business against every number.</a:t>
            </a:r>
          </a:p>
          <a:p>
            <a:r>
              <a:t>It keeps value metrics inside the dashboards leaders already read, and runs a monthly review that ends in a real decision: continue, pause, stop or accelerate.</a:t>
            </a:r>
          </a:p>
          <a:p>
            <a:r>
              <a:t>It reports value to the board rather than activity, anchored to finance, where value gets verified.</a:t>
            </a:r>
          </a:p>
          <a:p>
            <a:r>
              <a:t>We build it with the client in three to six months, run it together, then hand it over; an office the client can run is a reference, and every engagement we sell is built from its components.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 build on the platforms where the value shows up</a:t>
            </a:r>
          </a:p>
        </p:txBody>
      </p:sp>
      <p:sp>
        <p:nvSpPr>
          <p:cNvPr id="3" name="Text Placeholder 2"/>
          <p:cNvSpPr>
            <a:spLocks noGrp="1"/>
          </p:cNvSpPr>
          <p:nvPr>
            <p:ph type="body" idx="14" sz="quarter"/>
          </p:nvPr>
        </p:nvSpPr>
        <p:spPr/>
        <p:txBody>
          <a:bodyPr/>
          <a:lstStyle/>
          <a:p>
            <a:r>
              <a:t>The value conversation has been happening without the people closest to the evidence</a:t>
            </a:r>
          </a:p>
        </p:txBody>
      </p:sp>
      <p:sp>
        <p:nvSpPr>
          <p:cNvPr id="4" name="Content Placeholder 3"/>
          <p:cNvSpPr>
            <a:spLocks noGrp="1"/>
          </p:cNvSpPr>
          <p:nvPr>
            <p:ph idx="13" sz="quarter"/>
          </p:nvPr>
        </p:nvSpPr>
        <p:spPr/>
        <p:txBody>
          <a:bodyPr/>
          <a:lstStyle/>
          <a:p>
            <a:r>
              <a:t>The numbers come from the platform’s own usage data on AWS, Salesforce, Snowflake and Databricks, not from a programme reporting on itself.</a:t>
            </a:r>
          </a:p>
          <a:p>
            <a:r>
              <a:t>The platform vendors build a value case to win the sale and step away once the deal closes; we stay through delivery and after go live, where the value actually arrives.</a:t>
            </a:r>
          </a:p>
          <a:p>
            <a:r>
              <a:t>The established value offices are priced for very large programmes; ours is sized so organisations they price out can afford a standing value discipline.</a:t>
            </a:r>
          </a:p>
          <a:p>
            <a:r>
              <a:t>And we quote careful numbers with sources attached, because a client who watches us reject a famous statistic learns exactly how we will treat their business case.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work arrives through people who already sit in these accounts</a:t>
            </a:r>
          </a:p>
        </p:txBody>
      </p:sp>
      <p:sp>
        <p:nvSpPr>
          <p:cNvPr id="3" name="Text Placeholder 2"/>
          <p:cNvSpPr>
            <a:spLocks noGrp="1"/>
          </p:cNvSpPr>
          <p:nvPr>
            <p:ph type="body" idx="14" sz="quarter"/>
          </p:nvPr>
        </p:nvSpPr>
        <p:spPr/>
        <p:txBody>
          <a:bodyPr/>
          <a:lstStyle/>
          <a:p>
            <a:r>
              <a:t>Client partners recognise the moment; we take the meeting</a:t>
            </a:r>
          </a:p>
        </p:txBody>
      </p:sp>
      <p:sp>
        <p:nvSpPr>
          <p:cNvPr id="4" name="Content Placeholder 3"/>
          <p:cNvSpPr>
            <a:spLocks noGrp="1"/>
          </p:cNvSpPr>
          <p:nvPr>
            <p:ph idx="13" sz="quarter"/>
          </p:nvPr>
        </p:nvSpPr>
        <p:spPr/>
        <p:txBody>
          <a:bodyPr/>
          <a:lstStyle/>
          <a:p>
            <a:r>
              <a:t>Client partners get the six sentences and the one line to say back; their job ends with an introduction, and the value work makes their accounts stickier, not smaller.</a:t>
            </a:r>
          </a:p>
          <a:p>
            <a:r>
              <a:t>Platform partners open doors at renewals and rising consumption bills, and their own value teams leave exactly when realisation starts; we pick up what they hand off.</a:t>
            </a:r>
          </a:p>
          <a:p>
            <a:r>
              <a:t>We lead this year with the AI conversation and the platform conversation, because boards and renewal dates give both a date; the other conversations ride the delivery relationships we already hold.</a:t>
            </a:r>
          </a:p>
          <a:p>
            <a:r>
              <a:t>The honest money answer: clients usually pay for the entry work because the value it finds carries it, and partner incentives help at the margins.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start</a:t>
            </a:r>
          </a:p>
        </p:txBody>
      </p:sp>
      <p:sp>
        <p:nvSpPr>
          <p:cNvPr id="3" name="Text Placeholder 2"/>
          <p:cNvSpPr>
            <a:spLocks noGrp="1"/>
          </p:cNvSpPr>
          <p:nvPr>
            <p:ph type="body" idx="14" sz="quarter"/>
          </p:nvPr>
        </p:nvSpPr>
        <p:spPr/>
        <p:txBody>
          <a:bodyPr/>
          <a:lstStyle/>
          <a:p>
            <a:r>
              <a:t>Small, fixed first steps; the practice earns its way in on its own evidence</a:t>
            </a:r>
          </a:p>
        </p:txBody>
      </p:sp>
      <p:sp>
        <p:nvSpPr>
          <p:cNvPr id="4" name="Content Placeholder 3"/>
          <p:cNvSpPr>
            <a:spLocks noGrp="1"/>
          </p:cNvSpPr>
          <p:nvPr>
            <p:ph idx="13" sz="quarter"/>
          </p:nvPr>
        </p:nvSpPr>
        <p:spPr/>
        <p:txBody>
          <a:bodyPr/>
          <a:lstStyle/>
          <a:p>
            <a:r>
              <a:t>Bank the first proof inside a live account within thirty days: one benefit, baselined, tracked from the platform’s own data, confirmed by the client.</a:t>
            </a:r>
          </a:p>
          <a:p>
            <a:r>
              <a:t>Take that evidence to the executive whose measures this practice moves, and agree the three accounts the first engagements run in.</a:t>
            </a:r>
          </a:p>
          <a:p>
            <a:r>
              <a:t>Run one enablement hour with those account teams: the six sentences, the one liners, the first purchases.</a:t>
            </a:r>
          </a:p>
          <a:p>
            <a:r>
              <a:t>Publish the two entry assessments at a fixed length and a fixed fee, and reuse every artefact so the second engagement costs less than the first.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3000"/>
              <a:t>What value does this investment drive for our business as a whole and how do we set ourselves up to realise it?</a:t>
            </a:r>
          </a:p>
        </p:txBody>
      </p:sp>
    </p:spTree>
  </p:cSld>
  <p:clrMapOvr>
    <a:masterClrMapping/>
  </p:clrMapOvr>
</p:sld>
</file>

<file path=ppt/theme/theme1.xml><?xml version="1.0" encoding="utf-8"?>
<a:theme xmlns:a="http://schemas.openxmlformats.org/drawingml/2006/main" name="Slalom 2022">
  <a:themeElements>
    <a:clrScheme name="Custom 1">
      <a:dk1>
        <a:srgbClr val="000000"/>
      </a:dk1>
      <a:lt1>
        <a:sysClr val="window" lastClr="FFFFFF"/>
      </a:lt1>
      <a:dk2>
        <a:srgbClr val="666666"/>
      </a:dk2>
      <a:lt2>
        <a:srgbClr val="E6E6E6"/>
      </a:lt2>
      <a:accent1>
        <a:srgbClr val="0C62FB"/>
      </a:accent1>
      <a:accent2>
        <a:srgbClr val="002FAF"/>
      </a:accent2>
      <a:accent3>
        <a:srgbClr val="1BE1F2"/>
      </a:accent3>
      <a:accent4>
        <a:srgbClr val="FF4D5F"/>
      </a:accent4>
      <a:accent5>
        <a:srgbClr val="C7B9FF"/>
      </a:accent5>
      <a:accent6>
        <a:srgbClr val="DEFF4D"/>
      </a:accent6>
      <a:hlink>
        <a:srgbClr val="0C62FB"/>
      </a:hlink>
      <a:folHlink>
        <a:srgbClr val="0C62FB"/>
      </a:folHlink>
    </a:clrScheme>
    <a:fontScheme name="Avenir Next LT Pro">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lnSpc>
            <a:spcPct val="110000"/>
          </a:lnSpc>
          <a:spcBef>
            <a:spcPts val="1000"/>
          </a:spcBef>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w="9525" cap="flat">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1000"/>
          </a:spcBef>
          <a:defRPr dirty="0"/>
        </a:defPPr>
      </a:lstStyle>
    </a:txDef>
  </a:objectDefaults>
  <a:extraClrSchemeLst/>
  <a:custClrLst>
    <a:custClr name="Cyan Dark 3">
      <a:srgbClr val="00BAD6"/>
    </a:custClr>
    <a:custClr name="Cyan Dark 2">
      <a:srgbClr val="05C4DE"/>
    </a:custClr>
    <a:custClr name="Cyan Dark 1">
      <a:srgbClr val="0ED3EB"/>
    </a:custClr>
    <a:custClr name="Cyan Light 1">
      <a:srgbClr val="60EAF5"/>
    </a:custClr>
    <a:custClr name="Cyan Light 2">
      <a:srgbClr val="8CF0F9"/>
    </a:custClr>
    <a:custClr name="Cyan Light 3">
      <a:srgbClr val="D1F9FD"/>
    </a:custClr>
    <a:custClr name="BLANK">
      <a:srgbClr val="FFFFFF"/>
    </a:custClr>
    <a:custClr name="BLANK">
      <a:srgbClr val="FFFFFF"/>
    </a:custClr>
    <a:custClr name="BLANK">
      <a:srgbClr val="FFFFFF"/>
    </a:custClr>
    <a:custClr name="BLANK">
      <a:srgbClr val="FFFFFF"/>
    </a:custClr>
    <a:custClr name="Coral Red Dark 3">
      <a:srgbClr val="E6154A"/>
    </a:custClr>
    <a:custClr name="Coral Red Dark 2">
      <a:srgbClr val="F1214B"/>
    </a:custClr>
    <a:custClr name="Coral Red Dark 1">
      <a:srgbClr val="F53958"/>
    </a:custClr>
    <a:custClr name="Coral Red Light 1">
      <a:srgbClr val="FF5F6F"/>
    </a:custClr>
    <a:custClr name="Coral Red Light 2">
      <a:srgbClr val="FF7F8C"/>
    </a:custClr>
    <a:custClr name="Coral Red Light 3">
      <a:srgbClr val="FFDBDF"/>
    </a:custClr>
    <a:custClr name="BLANK">
      <a:srgbClr val="FFFFFF"/>
    </a:custClr>
    <a:custClr name="BLANK">
      <a:srgbClr val="FFFFFF"/>
    </a:custClr>
    <a:custClr name="BLANK">
      <a:srgbClr val="FFFFFF"/>
    </a:custClr>
    <a:custClr name="BLANK">
      <a:srgbClr val="FFFFFF"/>
    </a:custClr>
    <a:custClr name="Purple Dark 3">
      <a:srgbClr val="9488F0"/>
    </a:custClr>
    <a:custClr name="Purple Dark 2">
      <a:srgbClr val="A099F8"/>
    </a:custClr>
    <a:custClr name="Purple Dark 1">
      <a:srgbClr val="B6ACF9"/>
    </a:custClr>
    <a:custClr name="Purple Light 1">
      <a:srgbClr val="CCBFFF"/>
    </a:custClr>
    <a:custClr name="Purple Light 2">
      <a:srgbClr val="D3C7FF"/>
    </a:custClr>
    <a:custClr name="Purple Light 3">
      <a:srgbClr val="EEE9FF"/>
    </a:custClr>
    <a:custClr name="BLANK">
      <a:srgbClr val="FFFFFF"/>
    </a:custClr>
    <a:custClr name="BLANK">
      <a:srgbClr val="FFFFFF"/>
    </a:custClr>
    <a:custClr name="BLANK">
      <a:srgbClr val="FFFFFF"/>
    </a:custClr>
    <a:custClr name="BLANK">
      <a:srgbClr val="FFFFFF"/>
    </a:custClr>
    <a:custClr name="Chartreuse Dark 3">
      <a:srgbClr val="B3CC3E"/>
    </a:custClr>
    <a:custClr name="Chartreuse Dark 2">
      <a:srgbClr val="BDDD07"/>
    </a:custClr>
    <a:custClr name="Chartreuse Dark 1">
      <a:srgbClr val="CBEB0F"/>
    </a:custClr>
    <a:custClr name="Chartreuse Light 1">
      <a:srgbClr val="E7FF80"/>
    </a:custClr>
    <a:custClr name="Chartreuse Light 2">
      <a:srgbClr val="EFFFAA"/>
    </a:custClr>
    <a:custClr name="Chartreuse Light 3">
      <a:srgbClr val="F7FFD6"/>
    </a:custClr>
  </a:custClrLst>
  <a:extLst>
    <a:ext uri="{05A4C25C-085E-4340-85A3-A5531E510DB2}">
      <thm15:themeFamily xmlns:thm15="http://schemas.microsoft.com/office/thememl/2012/main" name="Slalom_PowerPoint_16x9_Working (1)" id="{29024B6F-69C8-B448-8D3A-DA3FE971AF52}" vid="{D2EAC8E2-AA45-4248-9518-F8C957CF4DC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1760</Words>
  <Application>Microsoft Office PowerPoint</Application>
  <PresentationFormat>Widescreen</PresentationFormat>
  <Paragraphs>275</Paragraphs>
  <Slides>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Avenir Next LT Pro</vt:lpstr>
      <vt:lpstr>Slalom Sans Bold</vt:lpstr>
      <vt:lpstr>Slalom 2022</vt:lpstr>
      <vt:lpstr>Welcome to the Slalom PPT toolkit</vt:lpstr>
      <vt:lpstr>What’s included in this Slalom template?</vt:lpstr>
      <vt:lpstr>Optional: How to use color blocks for navigation</vt:lpstr>
      <vt:lpstr>Comparison table   </vt:lpstr>
      <vt:lpstr>Gantt chart example</vt:lpstr>
      <vt:lpstr>Timeline slide 1</vt:lpstr>
      <vt:lpstr>Bar graph. Headline should not exceed three lines.</vt:lpstr>
      <vt:lpstr>Line graph</vt:lpstr>
      <vt:lpstr>Waterfall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Leewaine Scott</dc:creator>
  <cp:lastModifiedBy>Leewaine Scott</cp:lastModifiedBy>
  <cp:revision>1</cp:revision>
  <dcterms:created xsi:type="dcterms:W3CDTF">2026-05-21T02:11:11Z</dcterms:created>
  <dcterms:modified xsi:type="dcterms:W3CDTF">2026-05-21T02:12:35Z</dcterms:modified>
</cp:coreProperties>
</file>