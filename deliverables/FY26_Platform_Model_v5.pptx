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s/modernComment_17F_4289480A.xml" ContentType="application/vnd.ms-powerpoint.comments+xml"/>
  <Override PartName="/ppt/comments/modernComment_7FFFFFFA_B3599D08.xml" ContentType="application/vnd.ms-powerpoint.comments+xml"/>
  <Override PartName="/ppt/comments/modernComment_7FFFFFFB_71B33A62.xml" ContentType="application/vnd.ms-powerpoint.comments+xml"/>
  <Override PartName="/ppt/embeddings/oleObject1.bin" ContentType="application/vnd.openxmlformats-officedocument.oleObject"/>
  <Override PartName="/ppt/embeddings/oleObject10.bin" ContentType="application/vnd.openxmlformats-officedocument.oleObject"/>
  <Override PartName="/ppt/embeddings/oleObject100.bin" ContentType="application/vnd.openxmlformats-officedocument.oleObject"/>
  <Override PartName="/ppt/embeddings/oleObject101.bin" ContentType="application/vnd.openxmlformats-officedocument.oleObject"/>
  <Override PartName="/ppt/embeddings/oleObject102.bin" ContentType="application/vnd.openxmlformats-officedocument.oleObject"/>
  <Override PartName="/ppt/embeddings/oleObject103.bin" ContentType="application/vnd.openxmlformats-officedocument.oleObject"/>
  <Override PartName="/ppt/embeddings/oleObject104.bin" ContentType="application/vnd.openxmlformats-officedocument.oleObject"/>
  <Override PartName="/ppt/embeddings/oleObject105.bin" ContentType="application/vnd.openxmlformats-officedocument.oleObject"/>
  <Override PartName="/ppt/embeddings/oleObject106.bin" ContentType="application/vnd.openxmlformats-officedocument.oleObject"/>
  <Override PartName="/ppt/embeddings/oleObject107.bin" ContentType="application/vnd.openxmlformats-officedocument.oleObject"/>
  <Override PartName="/ppt/embeddings/oleObject108.bin" ContentType="application/vnd.openxmlformats-officedocument.oleObject"/>
  <Override PartName="/ppt/embeddings/oleObject109.bin" ContentType="application/vnd.openxmlformats-officedocument.oleObject"/>
  <Override PartName="/ppt/embeddings/oleObject11.bin" ContentType="application/vnd.openxmlformats-officedocument.oleObject"/>
  <Override PartName="/ppt/embeddings/oleObject110.bin" ContentType="application/vnd.openxmlformats-officedocument.oleObject"/>
  <Override PartName="/ppt/embeddings/oleObject111.bin" ContentType="application/vnd.openxmlformats-officedocument.oleObject"/>
  <Override PartName="/ppt/embeddings/oleObject112.bin" ContentType="application/vnd.openxmlformats-officedocument.oleObject"/>
  <Override PartName="/ppt/embeddings/oleObject113.bin" ContentType="application/vnd.openxmlformats-officedocument.oleObject"/>
  <Override PartName="/ppt/embeddings/oleObject114.bin" ContentType="application/vnd.openxmlformats-officedocument.oleObject"/>
  <Override PartName="/ppt/embeddings/oleObject115.bin" ContentType="application/vnd.openxmlformats-officedocument.oleObject"/>
  <Override PartName="/ppt/embeddings/oleObject116.bin" ContentType="application/vnd.openxmlformats-officedocument.oleObject"/>
  <Override PartName="/ppt/embeddings/oleObject117.bin" ContentType="application/vnd.openxmlformats-officedocument.oleObject"/>
  <Override PartName="/ppt/embeddings/oleObject118.bin" ContentType="application/vnd.openxmlformats-officedocument.oleObject"/>
  <Override PartName="/ppt/embeddings/oleObject119.bin" ContentType="application/vnd.openxmlformats-officedocument.oleObject"/>
  <Override PartName="/ppt/embeddings/oleObject12.bin" ContentType="application/vnd.openxmlformats-officedocument.oleObject"/>
  <Override PartName="/ppt/embeddings/oleObject120.bin" ContentType="application/vnd.openxmlformats-officedocument.oleObject"/>
  <Override PartName="/ppt/embeddings/oleObject121.bin" ContentType="application/vnd.openxmlformats-officedocument.oleObject"/>
  <Override PartName="/ppt/embeddings/oleObject122.bin" ContentType="application/vnd.openxmlformats-officedocument.oleObject"/>
  <Override PartName="/ppt/embeddings/oleObject123.bin" ContentType="application/vnd.openxmlformats-officedocument.oleObject"/>
  <Override PartName="/ppt/embeddings/oleObject124.bin" ContentType="application/vnd.openxmlformats-officedocument.oleObject"/>
  <Override PartName="/ppt/embeddings/oleObject125.bin" ContentType="application/vnd.openxmlformats-officedocument.oleObject"/>
  <Override PartName="/ppt/embeddings/oleObject126.bin" ContentType="application/vnd.openxmlformats-officedocument.oleObject"/>
  <Override PartName="/ppt/embeddings/oleObject127.bin" ContentType="application/vnd.openxmlformats-officedocument.oleObject"/>
  <Override PartName="/ppt/embeddings/oleObject128.bin" ContentType="application/vnd.openxmlformats-officedocument.oleObject"/>
  <Override PartName="/ppt/embeddings/oleObject129.bin" ContentType="application/vnd.openxmlformats-officedocument.oleObject"/>
  <Override PartName="/ppt/embeddings/oleObject13.bin" ContentType="application/vnd.openxmlformats-officedocument.oleObject"/>
  <Override PartName="/ppt/embeddings/oleObject130.bin" ContentType="application/vnd.openxmlformats-officedocument.oleObject"/>
  <Override PartName="/ppt/embeddings/oleObject131.bin" ContentType="application/vnd.openxmlformats-officedocument.oleObject"/>
  <Override PartName="/ppt/embeddings/oleObject132.bin" ContentType="application/vnd.openxmlformats-officedocument.oleObject"/>
  <Override PartName="/ppt/embeddings/oleObject133.bin" ContentType="application/vnd.openxmlformats-officedocument.oleObject"/>
  <Override PartName="/ppt/embeddings/oleObject134.bin" ContentType="application/vnd.openxmlformats-officedocument.oleObject"/>
  <Override PartName="/ppt/embeddings/oleObject135.bin" ContentType="application/vnd.openxmlformats-officedocument.oleObject"/>
  <Override PartName="/ppt/embeddings/oleObject136.bin" ContentType="application/vnd.openxmlformats-officedocument.oleObject"/>
  <Override PartName="/ppt/embeddings/oleObject137.bin" ContentType="application/vnd.openxmlformats-officedocument.oleObject"/>
  <Override PartName="/ppt/embeddings/oleObject138.bin" ContentType="application/vnd.openxmlformats-officedocument.oleObject"/>
  <Override PartName="/ppt/embeddings/oleObject139.bin" ContentType="application/vnd.openxmlformats-officedocument.oleObject"/>
  <Override PartName="/ppt/embeddings/oleObject14.bin" ContentType="application/vnd.openxmlformats-officedocument.oleObject"/>
  <Override PartName="/ppt/embeddings/oleObject140.bin" ContentType="application/vnd.openxmlformats-officedocument.oleObject"/>
  <Override PartName="/ppt/embeddings/oleObject141.bin" ContentType="application/vnd.openxmlformats-officedocument.oleObject"/>
  <Override PartName="/ppt/embeddings/oleObject142.bin" ContentType="application/vnd.openxmlformats-officedocument.oleObject"/>
  <Override PartName="/ppt/embeddings/oleObject143.bin" ContentType="application/vnd.openxmlformats-officedocument.oleObject"/>
  <Override PartName="/ppt/embeddings/oleObject144.bin" ContentType="application/vnd.openxmlformats-officedocument.oleObject"/>
  <Override PartName="/ppt/embeddings/oleObject145.bin" ContentType="application/vnd.openxmlformats-officedocument.oleObject"/>
  <Override PartName="/ppt/embeddings/oleObject146.bin" ContentType="application/vnd.openxmlformats-officedocument.oleObject"/>
  <Override PartName="/ppt/embeddings/oleObject147.bin" ContentType="application/vnd.openxmlformats-officedocument.oleObject"/>
  <Override PartName="/ppt/embeddings/oleObject148.bin" ContentType="application/vnd.openxmlformats-officedocument.oleObject"/>
  <Override PartName="/ppt/embeddings/oleObject149.bin" ContentType="application/vnd.openxmlformats-officedocument.oleObject"/>
  <Override PartName="/ppt/embeddings/oleObject15.bin" ContentType="application/vnd.openxmlformats-officedocument.oleObject"/>
  <Override PartName="/ppt/embeddings/oleObject150.bin" ContentType="application/vnd.openxmlformats-officedocument.oleObject"/>
  <Override PartName="/ppt/embeddings/oleObject151.bin" ContentType="application/vnd.openxmlformats-officedocument.oleObject"/>
  <Override PartName="/ppt/embeddings/oleObject152.bin" ContentType="application/vnd.openxmlformats-officedocument.oleObject"/>
  <Override PartName="/ppt/embeddings/oleObject153.bin" ContentType="application/vnd.openxmlformats-officedocument.oleObject"/>
  <Override PartName="/ppt/embeddings/oleObject154.bin" ContentType="application/vnd.openxmlformats-officedocument.oleObject"/>
  <Override PartName="/ppt/embeddings/oleObject155.bin" ContentType="application/vnd.openxmlformats-officedocument.oleObject"/>
  <Override PartName="/ppt/embeddings/oleObject156.bin" ContentType="application/vnd.openxmlformats-officedocument.oleObject"/>
  <Override PartName="/ppt/embeddings/oleObject157.bin" ContentType="application/vnd.openxmlformats-officedocument.oleObject"/>
  <Override PartName="/ppt/embeddings/oleObject158.bin" ContentType="application/vnd.openxmlformats-officedocument.oleObject"/>
  <Override PartName="/ppt/embeddings/oleObject159.bin" ContentType="application/vnd.openxmlformats-officedocument.oleObject"/>
  <Override PartName="/ppt/embeddings/oleObject16.bin" ContentType="application/vnd.openxmlformats-officedocument.oleObject"/>
  <Override PartName="/ppt/embeddings/oleObject160.bin" ContentType="application/vnd.openxmlformats-officedocument.oleObject"/>
  <Override PartName="/ppt/embeddings/oleObject161.bin" ContentType="application/vnd.openxmlformats-officedocument.oleObject"/>
  <Override PartName="/ppt/embeddings/oleObject162.bin" ContentType="application/vnd.openxmlformats-officedocument.oleObject"/>
  <Override PartName="/ppt/embeddings/oleObject163.bin" ContentType="application/vnd.openxmlformats-officedocument.oleObject"/>
  <Override PartName="/ppt/embeddings/oleObject164.bin" ContentType="application/vnd.openxmlformats-officedocument.oleObject"/>
  <Override PartName="/ppt/embeddings/oleObject165.bin" ContentType="application/vnd.openxmlformats-officedocument.oleObject"/>
  <Override PartName="/ppt/embeddings/oleObject166.bin" ContentType="application/vnd.openxmlformats-officedocument.oleObject"/>
  <Override PartName="/ppt/embeddings/oleObject167.bin" ContentType="application/vnd.openxmlformats-officedocument.oleObject"/>
  <Override PartName="/ppt/embeddings/oleObject168.bin" ContentType="application/vnd.openxmlformats-officedocument.oleObject"/>
  <Override PartName="/ppt/embeddings/oleObject169.bin" ContentType="application/vnd.openxmlformats-officedocument.oleObject"/>
  <Override PartName="/ppt/embeddings/oleObject17.bin" ContentType="application/vnd.openxmlformats-officedocument.oleObject"/>
  <Override PartName="/ppt/embeddings/oleObject170.bin" ContentType="application/vnd.openxmlformats-officedocument.oleObject"/>
  <Override PartName="/ppt/embeddings/oleObject171.bin" ContentType="application/vnd.openxmlformats-officedocument.oleObject"/>
  <Override PartName="/ppt/embeddings/oleObject172.bin" ContentType="application/vnd.openxmlformats-officedocument.oleObject"/>
  <Override PartName="/ppt/embeddings/oleObject173.bin" ContentType="application/vnd.openxmlformats-officedocument.oleObject"/>
  <Override PartName="/ppt/embeddings/oleObject174.bin" ContentType="application/vnd.openxmlformats-officedocument.oleObject"/>
  <Override PartName="/ppt/embeddings/oleObject175.bin" ContentType="application/vnd.openxmlformats-officedocument.oleObject"/>
  <Override PartName="/ppt/embeddings/oleObject176.bin" ContentType="application/vnd.openxmlformats-officedocument.oleObject"/>
  <Override PartName="/ppt/embeddings/oleObject177.bin" ContentType="application/vnd.openxmlformats-officedocument.oleObject"/>
  <Override PartName="/ppt/embeddings/oleObject178.bin" ContentType="application/vnd.openxmlformats-officedocument.oleObject"/>
  <Override PartName="/ppt/embeddings/oleObject179.bin" ContentType="application/vnd.openxmlformats-officedocument.oleObject"/>
  <Override PartName="/ppt/embeddings/oleObject18.bin" ContentType="application/vnd.openxmlformats-officedocument.oleObject"/>
  <Override PartName="/ppt/embeddings/oleObject180.bin" ContentType="application/vnd.openxmlformats-officedocument.oleObject"/>
  <Override PartName="/ppt/embeddings/oleObject181.bin" ContentType="application/vnd.openxmlformats-officedocument.oleObject"/>
  <Override PartName="/ppt/embeddings/oleObject182.bin" ContentType="application/vnd.openxmlformats-officedocument.oleObject"/>
  <Override PartName="/ppt/embeddings/oleObject183.bin" ContentType="application/vnd.openxmlformats-officedocument.oleObject"/>
  <Override PartName="/ppt/embeddings/oleObject184.bin" ContentType="application/vnd.openxmlformats-officedocument.oleObject"/>
  <Override PartName="/ppt/embeddings/oleObject185.bin" ContentType="application/vnd.openxmlformats-officedocument.oleObject"/>
  <Override PartName="/ppt/embeddings/oleObject186.bin" ContentType="application/vnd.openxmlformats-officedocument.oleObject"/>
  <Override PartName="/ppt/embeddings/oleObject187.bin" ContentType="application/vnd.openxmlformats-officedocument.oleObject"/>
  <Override PartName="/ppt/embeddings/oleObject188.bin" ContentType="application/vnd.openxmlformats-officedocument.oleObject"/>
  <Override PartName="/ppt/embeddings/oleObject189.bin" ContentType="application/vnd.openxmlformats-officedocument.oleObject"/>
  <Override PartName="/ppt/embeddings/oleObject19.bin" ContentType="application/vnd.openxmlformats-officedocument.oleObject"/>
  <Override PartName="/ppt/embeddings/oleObject190.bin" ContentType="application/vnd.openxmlformats-officedocument.oleObject"/>
  <Override PartName="/ppt/embeddings/oleObject191.bin" ContentType="application/vnd.openxmlformats-officedocument.oleObject"/>
  <Override PartName="/ppt/embeddings/oleObject192.bin" ContentType="application/vnd.openxmlformats-officedocument.oleObject"/>
  <Override PartName="/ppt/embeddings/oleObject193.bin" ContentType="application/vnd.openxmlformats-officedocument.oleObject"/>
  <Override PartName="/ppt/embeddings/oleObject194.bin" ContentType="application/vnd.openxmlformats-officedocument.oleObject"/>
  <Override PartName="/ppt/embeddings/oleObject195.bin" ContentType="application/vnd.openxmlformats-officedocument.oleObject"/>
  <Override PartName="/ppt/embeddings/oleObject196.bin" ContentType="application/vnd.openxmlformats-officedocument.oleObject"/>
  <Override PartName="/ppt/embeddings/oleObject197.bin" ContentType="application/vnd.openxmlformats-officedocument.oleObject"/>
  <Override PartName="/ppt/embeddings/oleObject198.bin" ContentType="application/vnd.openxmlformats-officedocument.oleObject"/>
  <Override PartName="/ppt/embeddings/oleObject19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00.bin" ContentType="application/vnd.openxmlformats-officedocument.oleObject"/>
  <Override PartName="/ppt/embeddings/oleObject201.bin" ContentType="application/vnd.openxmlformats-officedocument.oleObject"/>
  <Override PartName="/ppt/embeddings/oleObject202.bin" ContentType="application/vnd.openxmlformats-officedocument.oleObject"/>
  <Override PartName="/ppt/embeddings/oleObject203.bin" ContentType="application/vnd.openxmlformats-officedocument.oleObject"/>
  <Override PartName="/ppt/embeddings/oleObject204.bin" ContentType="application/vnd.openxmlformats-officedocument.oleObject"/>
  <Override PartName="/ppt/embeddings/oleObject205.bin" ContentType="application/vnd.openxmlformats-officedocument.oleObject"/>
  <Override PartName="/ppt/embeddings/oleObject206.bin" ContentType="application/vnd.openxmlformats-officedocument.oleObject"/>
  <Override PartName="/ppt/embeddings/oleObject207.bin" ContentType="application/vnd.openxmlformats-officedocument.oleObject"/>
  <Override PartName="/ppt/embeddings/oleObject208.bin" ContentType="application/vnd.openxmlformats-officedocument.oleObject"/>
  <Override PartName="/ppt/embeddings/oleObject209.bin" ContentType="application/vnd.openxmlformats-officedocument.oleObject"/>
  <Override PartName="/ppt/embeddings/oleObject21.bin" ContentType="application/vnd.openxmlformats-officedocument.oleObject"/>
  <Override PartName="/ppt/embeddings/oleObject210.bin" ContentType="application/vnd.openxmlformats-officedocument.oleObject"/>
  <Override PartName="/ppt/embeddings/oleObject211.bin" ContentType="application/vnd.openxmlformats-officedocument.oleObject"/>
  <Override PartName="/ppt/embeddings/oleObject212.bin" ContentType="application/vnd.openxmlformats-officedocument.oleObject"/>
  <Override PartName="/ppt/embeddings/oleObject213.bin" ContentType="application/vnd.openxmlformats-officedocument.oleObject"/>
  <Override PartName="/ppt/embeddings/oleObject214.bin" ContentType="application/vnd.openxmlformats-officedocument.oleObject"/>
  <Override PartName="/ppt/embeddings/oleObject215.bin" ContentType="application/vnd.openxmlformats-officedocument.oleObject"/>
  <Override PartName="/ppt/embeddings/oleObject216.bin" ContentType="application/vnd.openxmlformats-officedocument.oleObject"/>
  <Override PartName="/ppt/embeddings/oleObject217.bin" ContentType="application/vnd.openxmlformats-officedocument.oleObject"/>
  <Override PartName="/ppt/embeddings/oleObject218.bin" ContentType="application/vnd.openxmlformats-officedocument.oleObject"/>
  <Override PartName="/ppt/embeddings/oleObject219.bin" ContentType="application/vnd.openxmlformats-officedocument.oleObject"/>
  <Override PartName="/ppt/embeddings/oleObject22.bin" ContentType="application/vnd.openxmlformats-officedocument.oleObject"/>
  <Override PartName="/ppt/embeddings/oleObject220.bin" ContentType="application/vnd.openxmlformats-officedocument.oleObject"/>
  <Override PartName="/ppt/embeddings/oleObject221.bin" ContentType="application/vnd.openxmlformats-officedocument.oleObject"/>
  <Override PartName="/ppt/embeddings/oleObject222.bin" ContentType="application/vnd.openxmlformats-officedocument.oleObject"/>
  <Override PartName="/ppt/embeddings/oleObject223.bin" ContentType="application/vnd.openxmlformats-officedocument.oleObject"/>
  <Override PartName="/ppt/embeddings/oleObject224.bin" ContentType="application/vnd.openxmlformats-officedocument.oleObject"/>
  <Override PartName="/ppt/embeddings/oleObject225.bin" ContentType="application/vnd.openxmlformats-officedocument.oleObject"/>
  <Override PartName="/ppt/embeddings/oleObject226.bin" ContentType="application/vnd.openxmlformats-officedocument.oleObject"/>
  <Override PartName="/ppt/embeddings/oleObject227.bin" ContentType="application/vnd.openxmlformats-officedocument.oleObject"/>
  <Override PartName="/ppt/embeddings/oleObject228.bin" ContentType="application/vnd.openxmlformats-officedocument.oleObject"/>
  <Override PartName="/ppt/embeddings/oleObject229.bin" ContentType="application/vnd.openxmlformats-officedocument.oleObject"/>
  <Override PartName="/ppt/embeddings/oleObject23.bin" ContentType="application/vnd.openxmlformats-officedocument.oleObject"/>
  <Override PartName="/ppt/embeddings/oleObject230.bin" ContentType="application/vnd.openxmlformats-officedocument.oleObject"/>
  <Override PartName="/ppt/embeddings/oleObject231.bin" ContentType="application/vnd.openxmlformats-officedocument.oleObject"/>
  <Override PartName="/ppt/embeddings/oleObject232.bin" ContentType="application/vnd.openxmlformats-officedocument.oleObject"/>
  <Override PartName="/ppt/embeddings/oleObject233.bin" ContentType="application/vnd.openxmlformats-officedocument.oleObject"/>
  <Override PartName="/ppt/embeddings/oleObject234.bin" ContentType="application/vnd.openxmlformats-officedocument.oleObject"/>
  <Override PartName="/ppt/embeddings/oleObject24.bin" ContentType="application/vnd.openxmlformats-officedocument.oleObject"/>
  <Override PartName="/ppt/embeddings/oleObject240.bin" ContentType="application/vnd.openxmlformats-officedocument.oleObject"/>
  <Override PartName="/ppt/embeddings/oleObject241.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bin" ContentType="application/vnd.openxmlformats-officedocument.oleObject"/>
  <Override PartName="/ppt/embeddings/oleObject60.bin" ContentType="application/vnd.openxmlformats-officedocument.oleObject"/>
  <Override PartName="/ppt/embeddings/oleObject61.bin" ContentType="application/vnd.openxmlformats-officedocument.oleObject"/>
  <Override PartName="/ppt/embeddings/oleObject62.bin" ContentType="application/vnd.openxmlformats-officedocument.oleObject"/>
  <Override PartName="/ppt/embeddings/oleObject63.bin" ContentType="application/vnd.openxmlformats-officedocument.oleObject"/>
  <Override PartName="/ppt/embeddings/oleObject64.bin" ContentType="application/vnd.openxmlformats-officedocument.oleObject"/>
  <Override PartName="/ppt/embeddings/oleObject65.bin" ContentType="application/vnd.openxmlformats-officedocument.oleObject"/>
  <Override PartName="/ppt/embeddings/oleObject66.bin" ContentType="application/vnd.openxmlformats-officedocument.oleObject"/>
  <Override PartName="/ppt/embeddings/oleObject67.bin" ContentType="application/vnd.openxmlformats-officedocument.oleObject"/>
  <Override PartName="/ppt/embeddings/oleObject68.bin" ContentType="application/vnd.openxmlformats-officedocument.oleObject"/>
  <Override PartName="/ppt/embeddings/oleObject69.bin" ContentType="application/vnd.openxmlformats-officedocument.oleObject"/>
  <Override PartName="/ppt/embeddings/oleObject7.bin" ContentType="application/vnd.openxmlformats-officedocument.oleObject"/>
  <Override PartName="/ppt/embeddings/oleObject70.bin" ContentType="application/vnd.openxmlformats-officedocument.oleObject"/>
  <Override PartName="/ppt/embeddings/oleObject71.bin" ContentType="application/vnd.openxmlformats-officedocument.oleObject"/>
  <Override PartName="/ppt/embeddings/oleObject72.bin" ContentType="application/vnd.openxmlformats-officedocument.oleObject"/>
  <Override PartName="/ppt/embeddings/oleObject73.bin" ContentType="application/vnd.openxmlformats-officedocument.oleObject"/>
  <Override PartName="/ppt/embeddings/oleObject74.bin" ContentType="application/vnd.openxmlformats-officedocument.oleObject"/>
  <Override PartName="/ppt/embeddings/oleObject75.bin" ContentType="application/vnd.openxmlformats-officedocument.oleObject"/>
  <Override PartName="/ppt/embeddings/oleObject76.bin" ContentType="application/vnd.openxmlformats-officedocument.oleObject"/>
  <Override PartName="/ppt/embeddings/oleObject77.bin" ContentType="application/vnd.openxmlformats-officedocument.oleObject"/>
  <Override PartName="/ppt/embeddings/oleObject78.bin" ContentType="application/vnd.openxmlformats-officedocument.oleObject"/>
  <Override PartName="/ppt/embeddings/oleObject79.bin" ContentType="application/vnd.openxmlformats-officedocument.oleObject"/>
  <Override PartName="/ppt/embeddings/oleObject8.bin" ContentType="application/vnd.openxmlformats-officedocument.oleObject"/>
  <Override PartName="/ppt/embeddings/oleObject80.bin" ContentType="application/vnd.openxmlformats-officedocument.oleObject"/>
  <Override PartName="/ppt/embeddings/oleObject81.bin" ContentType="application/vnd.openxmlformats-officedocument.oleObject"/>
  <Override PartName="/ppt/embeddings/oleObject82.bin" ContentType="application/vnd.openxmlformats-officedocument.oleObject"/>
  <Override PartName="/ppt/embeddings/oleObject83.bin" ContentType="application/vnd.openxmlformats-officedocument.oleObject"/>
  <Override PartName="/ppt/embeddings/oleObject84.bin" ContentType="application/vnd.openxmlformats-officedocument.oleObject"/>
  <Override PartName="/ppt/embeddings/oleObject85.bin" ContentType="application/vnd.openxmlformats-officedocument.oleObject"/>
  <Override PartName="/ppt/embeddings/oleObject86.bin" ContentType="application/vnd.openxmlformats-officedocument.oleObject"/>
  <Override PartName="/ppt/embeddings/oleObject87.bin" ContentType="application/vnd.openxmlformats-officedocument.oleObject"/>
  <Override PartName="/ppt/embeddings/oleObject88.bin" ContentType="application/vnd.openxmlformats-officedocument.oleObject"/>
  <Override PartName="/ppt/embeddings/oleObject89.bin" ContentType="application/vnd.openxmlformats-officedocument.oleObject"/>
  <Override PartName="/ppt/embeddings/oleObject9.bin" ContentType="application/vnd.openxmlformats-officedocument.oleObject"/>
  <Override PartName="/ppt/embeddings/oleObject90.bin" ContentType="application/vnd.openxmlformats-officedocument.oleObject"/>
  <Override PartName="/ppt/embeddings/oleObject91.bin" ContentType="application/vnd.openxmlformats-officedocument.oleObject"/>
  <Override PartName="/ppt/embeddings/oleObject92.bin" ContentType="application/vnd.openxmlformats-officedocument.oleObject"/>
  <Override PartName="/ppt/embeddings/oleObject93.bin" ContentType="application/vnd.openxmlformats-officedocument.oleObject"/>
  <Override PartName="/ppt/embeddings/oleObject94.bin" ContentType="application/vnd.openxmlformats-officedocument.oleObject"/>
  <Override PartName="/ppt/embeddings/oleObject95.bin" ContentType="application/vnd.openxmlformats-officedocument.oleObject"/>
  <Override PartName="/ppt/embeddings/oleObject96.bin" ContentType="application/vnd.openxmlformats-officedocument.oleObject"/>
  <Override PartName="/ppt/embeddings/oleObject97.bin" ContentType="application/vnd.openxmlformats-officedocument.oleObject"/>
  <Override PartName="/ppt/embeddings/oleObject98.bin" ContentType="application/vnd.openxmlformats-officedocument.oleObject"/>
  <Override PartName="/ppt/embeddings/oleObject99.bin" ContentType="application/vnd.openxmlformats-officedocument.oleObject"/>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1.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394" r:id="rId20"/>
    <p:sldId id="402" r:id="rId30"/>
    <p:sldId id="385" r:id="rId11"/>
    <p:sldId id="384" r:id="rId10"/>
    <p:sldId id="391" r:id="rId17"/>
    <p:sldId id="401" r:id="rId27"/>
    <p:sldId id="393" r:id="rId19"/>
    <p:sldId id="39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D572D05-B90E-6FD4-4FC4-753DFAF28147}" name="Shane Paderanga (External)" initials="SP" userId="S::spadera@ampol.com.au::13964139-a4b3-492f-9ff1-315c84b380fb" providerId="AD"/>
  <p188:author id="{86272B1B-C5D6-C4A5-F066-10C7936CD20D}" name="Tom Harden (AU)" initials="TH" userId="S::thomas.harden@au.pwc.com::f23d0463-955c-4e70-b7d7-2d2f83973922" providerId="AD"/>
  <p188:author id="{E4188A59-8001-E41B-3575-B9D76FCCDB6B}" name="Mimi Davidson (AU)" initials="" userId="S::mimi.davidson@au.pwc.com::f4965519-109e-43e6-ade6-625636e75b17" providerId="AD"/>
  <p188:author id="{415F2574-EC58-F973-80F1-297B52524826}" name="Mayank Nayak (AU)" initials="" userId="S::mayank.n.nayak@au.pwc.com::b483193c-db67-4b3d-b6d1-39c5cc4b01be" providerId="AD"/>
  <p188:author id="{4B31E978-048C-5759-A705-F1FB973203E2}" name="Sarah Alexandra Jayme (AU)" initials="SJ" userId="S::sarah.alexandra.jayme@au.pwc.com::9687ff15-b06f-47b4-bf7f-e939d2c43ef8" providerId="AD"/>
  <p188:author id="{47D1EC7E-682F-5AE1-85F8-5378DB5FF11A}" name="Leewaine Scott" initials="LS" userId="S::leewaine.scott@slalom.com::463ab378-5fa8-4277-ad81-56ca938ad1f4" providerId="AD"/>
  <p188:author id="{BC761BE9-A382-8A65-76CD-4E58462349DD}" name="Matt Ashley" initials="MA" userId="S::mashley@ampol.com.au::bf93d523-848f-4a94-8086-77535d621ba8" providerId="AD"/>
  <p188:author id="{365DB3FD-3C87-6A1F-9AB4-9C85CE9F924F}" name="Lee Scott (External)" initials="LS" userId="S::lscott1@ampol.com.au::9675db89-cf44-4abf-a041-af5ad055370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61" d="100"/>
          <a:sy n="61" d="100"/>
        </p:scale>
        <p:origin x="6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8/10/relationships/authors" Target="authors.xml"/><Relationship Id="rId9" Type="http://schemas.openxmlformats.org/officeDocument/2006/relationships/slide" Target="slides/slide4.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1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3.xml"/><Relationship Id="rId16" Type="http://schemas.openxmlformats.org/officeDocument/2006/relationships/slide" Target="slides/slide9.xml"/><Relationship Id="rId17" Type="http://schemas.openxmlformats.org/officeDocument/2006/relationships/slide" Target="slides/slide5.xml"/><Relationship Id="rId18" Type="http://schemas.openxmlformats.org/officeDocument/2006/relationships/slide" Target="slides/slide15.xml"/><Relationship Id="rId19" Type="http://schemas.openxmlformats.org/officeDocument/2006/relationships/slide" Target="slides/slide7.xml"/><Relationship Id="rId20" Type="http://schemas.openxmlformats.org/officeDocument/2006/relationships/slide" Target="slides/slide1.xml"/><Relationship Id="rId21" Type="http://schemas.openxmlformats.org/officeDocument/2006/relationships/slide" Target="slides/slide17.xml"/><Relationship Id="rId22" Type="http://schemas.openxmlformats.org/officeDocument/2006/relationships/slide" Target="slides/slide2.xml"/><Relationship Id="rId23" Type="http://schemas.openxmlformats.org/officeDocument/2006/relationships/slide" Target="slides/slide21.xml"/><Relationship Id="rId24" Type="http://schemas.openxmlformats.org/officeDocument/2006/relationships/slide" Target="slides/slide8.xml"/><Relationship Id="rId25" Type="http://schemas.openxmlformats.org/officeDocument/2006/relationships/slide" Target="slides/slide13.xml"/><Relationship Id="rId26" Type="http://schemas.openxmlformats.org/officeDocument/2006/relationships/slide" Target="slides/slide18.xml"/><Relationship Id="rId27" Type="http://schemas.openxmlformats.org/officeDocument/2006/relationships/slide" Target="slides/slide6.xml"/><Relationship Id="rId28" Type="http://schemas.openxmlformats.org/officeDocument/2006/relationships/slide" Target="slides/slide16.xml"/><Relationship Id="rId29" Type="http://schemas.openxmlformats.org/officeDocument/2006/relationships/slide" Target="slides/slide12.xml"/><Relationship Id="rId30"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900"/>
          <c:y val="0.0500"/>
          <c:w val="0.8000"/>
          <c:h val="0.8200"/>
        </c:manualLayout>
      </c:layout>
      <c:barChart>
        <c:barDir val="col"/>
        <c:grouping val="clustered"/>
        <c:ser>
          <c:idx val="0"/>
          <c:order val="0"/>
          <c:tx>
            <c:strRef>
              <c:f>Sheet1!$B$1</c:f>
              <c:strCache>
                <c:ptCount val="1"/>
                <c:pt idx="0">
                  <c:v>Hires</c:v>
                </c:pt>
              </c:strCache>
            </c:strRef>
          </c:tx>
          <c:spPr>
            <a:solidFill>
              <a:srgbClr val="18249C"/>
            </a:solidFill>
            <a:ln>
              <a:noFill/>
            </a:ln>
          </c:spPr>
          <c:dPt>
            <c:idx val="5"/>
            <c:spPr>
              <a:solidFill>
                <a:srgbClr val="747BC3"/>
              </a:solidFill>
              <a:ln>
                <a:noFill/>
              </a:ln>
            </c:spPr>
          </c:dPt>
          <c:dPt>
            <c:idx val="6"/>
            <c:spPr>
              <a:solidFill>
                <a:srgbClr val="747BC3"/>
              </a:solidFill>
              <a:ln>
                <a:noFill/>
              </a:ln>
            </c:spPr>
          </c:dPt>
          <c:dPt>
            <c:idx val="7"/>
            <c:spPr>
              <a:solidFill>
                <a:srgbClr val="747BC3"/>
              </a:solidFill>
              <a:ln>
                <a:noFill/>
              </a:ln>
            </c:spPr>
          </c:dPt>
          <c:dPt>
            <c:idx val="8"/>
            <c:spPr>
              <a:solidFill>
                <a:srgbClr val="747BC3"/>
              </a:solidFill>
              <a:ln>
                <a:noFill/>
              </a:ln>
            </c:spPr>
          </c:dPt>
          <c:dPt>
            <c:idx val="9"/>
            <c:spPr>
              <a:solidFill>
                <a:srgbClr val="747BC3"/>
              </a:solidFill>
              <a:ln>
                <a:noFill/>
              </a:ln>
            </c:spPr>
          </c:dPt>
          <c:dPt>
            <c:idx val="10"/>
            <c:spPr>
              <a:solidFill>
                <a:srgbClr val="747BC3"/>
              </a:solidFill>
              <a:ln>
                <a:noFill/>
              </a:ln>
            </c:spPr>
          </c:dPt>
          <c:dPt>
            <c:idx val="11"/>
            <c:spPr>
              <a:solidFill>
                <a:srgbClr val="747BC3"/>
              </a:solidFill>
              <a:ln>
                <a:noFill/>
              </a:ln>
            </c:spPr>
          </c:dPt>
          <c:dLbls>
            <c:numFmt formatCode="0" sourceLinked="0"/>
            <c:txPr>
              <a:bodyPr/>
              <a:lstStyle/>
              <a:p>
                <a:pPr>
                  <a:defRPr sz="700">
                    <a:solidFill>
                      <a:srgbClr val="1A1A1A"/>
                    </a:solidFill>
                    <a:latin typeface="MarkOTBold"/>
                  </a:defRPr>
                </a:pPr>
              </a:p>
            </c:txPr>
            <c:dLblPos val="outEnd"/>
            <c:showLegendKey val="0"/>
            <c:showVal val="1"/>
            <c:showCatName val="0"/>
            <c:showSerName val="0"/>
            <c:showPercent val="0"/>
            <c:showBubbleSize val="0"/>
            <c:showLeaderLines val="1"/>
          </c:dLbls>
          <c:cat>
            <c:strRef>
              <c:f>Sheet1!$A$2:$A$13</c:f>
              <c:strCache>
                <c:ptCount val="12"/>
                <c:pt idx="0">
                  <c:v>Jul-26</c:v>
                </c:pt>
                <c:pt idx="1">
                  <c:v>Aug-26</c:v>
                </c:pt>
                <c:pt idx="2">
                  <c:v>Sep-26</c:v>
                </c:pt>
                <c:pt idx="3">
                  <c:v>Oct-26</c:v>
                </c:pt>
                <c:pt idx="4">
                  <c:v>Nov-26</c:v>
                </c:pt>
                <c:pt idx="5">
                  <c:v>Jan-27</c:v>
                </c:pt>
                <c:pt idx="6">
                  <c:v>Feb-27</c:v>
                </c:pt>
                <c:pt idx="7">
                  <c:v>Mar-27</c:v>
                </c:pt>
                <c:pt idx="8">
                  <c:v>Apr-27</c:v>
                </c:pt>
                <c:pt idx="9">
                  <c:v>May-27</c:v>
                </c:pt>
                <c:pt idx="10">
                  <c:v>Jun-27</c:v>
                </c:pt>
                <c:pt idx="11">
                  <c:v>Jul-27</c:v>
                </c:pt>
              </c:strCache>
            </c:strRef>
          </c:cat>
          <c:val>
            <c:numRef>
              <c:f>Sheet1!$B$2:$B$13</c:f>
              <c:numCache>
                <c:formatCode>General</c:formatCode>
                <c:ptCount val="12"/>
                <c:pt idx="0">
                  <c:v>1.0</c:v>
                </c:pt>
                <c:pt idx="1">
                  <c:v>14.0</c:v>
                </c:pt>
                <c:pt idx="2">
                  <c:v>30.0</c:v>
                </c:pt>
                <c:pt idx="3">
                  <c:v>21.0</c:v>
                </c:pt>
                <c:pt idx="4">
                  <c:v>7.0</c:v>
                </c:pt>
                <c:pt idx="5">
                  <c:v>10.0</c:v>
                </c:pt>
                <c:pt idx="6">
                  <c:v>3.0</c:v>
                </c:pt>
                <c:pt idx="7">
                  <c:v>5.0</c:v>
                </c:pt>
                <c:pt idx="8">
                  <c:v>9.0</c:v>
                </c:pt>
                <c:pt idx="9">
                  <c:v>4.0</c:v>
                </c:pt>
                <c:pt idx="10">
                  <c:v>1.0</c:v>
                </c:pt>
                <c:pt idx="11">
                  <c:v>2.0</c:v>
                </c:pt>
              </c:numCache>
            </c:numRef>
          </c:val>
        </c:ser>
        <c:gapWidth val="45"/>
        <c:axId val="-2068027336"/>
        <c:axId val="-2113994440"/>
      </c:barChart>
      <c:lineChart>
        <c:grouping val="standard"/>
        <c:varyColors val="0"/>
        <c:ser>
          <c:idx val="1"/>
          <c:order val="1"/>
          <c:tx>
            <c:strRef>
              <c:f>Sheet1!$C$1</c:f>
              <c:strCache>
                <c:ptCount val="1"/>
                <c:pt idx="0">
                  <c:v>Cost landing in FY26 second half</c:v>
                </c:pt>
              </c:strCache>
            </c:strRef>
          </c:tx>
          <c:spPr>
            <a:solidFill>
              <a:srgbClr val="ED0C06"/>
            </a:solidFill>
            <a:ln w="19050">
              <a:solidFill>
                <a:srgbClr val="ED0C06"/>
              </a:solidFill>
            </a:ln>
          </c:spPr>
          <c:marker>
            <c:symbol val="circle"/>
            <c:size val="4"/>
            <c:spPr>
              <a:solidFill>
                <a:srgbClr val="ED0C06"/>
              </a:solidFill>
              <a:ln>
                <a:noFill/>
              </a:ln>
            </c:spPr>
          </c:marker>
          <c:dLbls>
            <c:dLbl>
              <c:idx val="5"/>
              <c:delete val="1"/>
            </c:dLbl>
            <c:dLbl>
              <c:idx val="6"/>
              <c:delete val="1"/>
            </c:dLbl>
            <c:dLbl>
              <c:idx val="7"/>
              <c:delete val="1"/>
            </c:dLbl>
            <c:dLbl>
              <c:idx val="8"/>
              <c:delete val="1"/>
            </c:dLbl>
            <c:dLbl>
              <c:idx val="9"/>
              <c:delete val="1"/>
            </c:dLbl>
            <c:dLbl>
              <c:idx val="10"/>
              <c:delete val="1"/>
            </c:dLbl>
            <c:dLbl>
              <c:idx val="11"/>
              <c:delete val="1"/>
            </c:dLbl>
            <c:numFmt formatCode="0.00" sourceLinked="0"/>
            <c:txPr>
              <a:bodyPr/>
              <a:lstStyle/>
              <a:p>
                <a:pPr>
                  <a:defRPr sz="650">
                    <a:solidFill>
                      <a:srgbClr val="ED0C06"/>
                    </a:solidFill>
                    <a:latin typeface="MarkOT"/>
                  </a:defRPr>
                </a:pPr>
              </a:p>
            </c:txPr>
            <c:dLblPos val="t"/>
            <c:showLegendKey val="0"/>
            <c:showVal val="1"/>
            <c:showCatName val="0"/>
            <c:showSerName val="0"/>
            <c:showPercent val="0"/>
            <c:showBubbleSize val="0"/>
            <c:showLeaderLines val="1"/>
          </c:dLbls>
          <c:cat>
            <c:strRef>
              <c:f>Sheet1!$A$2:$A$13</c:f>
              <c:strCache>
                <c:ptCount val="12"/>
                <c:pt idx="0">
                  <c:v>Jul-26</c:v>
                </c:pt>
                <c:pt idx="1">
                  <c:v>Aug-26</c:v>
                </c:pt>
                <c:pt idx="2">
                  <c:v>Sep-26</c:v>
                </c:pt>
                <c:pt idx="3">
                  <c:v>Oct-26</c:v>
                </c:pt>
                <c:pt idx="4">
                  <c:v>Nov-26</c:v>
                </c:pt>
                <c:pt idx="5">
                  <c:v>Jan-27</c:v>
                </c:pt>
                <c:pt idx="6">
                  <c:v>Feb-27</c:v>
                </c:pt>
                <c:pt idx="7">
                  <c:v>Mar-27</c:v>
                </c:pt>
                <c:pt idx="8">
                  <c:v>Apr-27</c:v>
                </c:pt>
                <c:pt idx="9">
                  <c:v>May-27</c:v>
                </c:pt>
                <c:pt idx="10">
                  <c:v>Jun-27</c:v>
                </c:pt>
                <c:pt idx="11">
                  <c:v>Jul-27</c:v>
                </c:pt>
              </c:strCache>
            </c:strRef>
          </c:cat>
          <c:val>
            <c:numRef>
              <c:f>Sheet1!$C$2:$C$13</c:f>
              <c:numCache>
                <c:formatCode>General</c:formatCode>
                <c:ptCount val="12"/>
                <c:pt idx="0">
                  <c:v>0.1379</c:v>
                </c:pt>
                <c:pt idx="1">
                  <c:v>1.4382</c:v>
                </c:pt>
                <c:pt idx="2">
                  <c:v>3.6015</c:v>
                </c:pt>
                <c:pt idx="3">
                  <c:v>4.1788</c:v>
                </c:pt>
                <c:pt idx="4">
                  <c:v>4.3514</c:v>
                </c:pt>
                <c:pt idx="5">
                  <c:v>4.3514</c:v>
                </c:pt>
                <c:pt idx="6">
                  <c:v>4.3514</c:v>
                </c:pt>
                <c:pt idx="7">
                  <c:v>4.3514</c:v>
                </c:pt>
                <c:pt idx="8">
                  <c:v>4.3514</c:v>
                </c:pt>
                <c:pt idx="9">
                  <c:v>4.3514</c:v>
                </c:pt>
                <c:pt idx="10">
                  <c:v>4.3514</c:v>
                </c:pt>
                <c:pt idx="11">
                  <c:v>4.3514</c:v>
                </c:pt>
              </c:numCache>
            </c:numRef>
          </c:val>
          <c:smooth val="0"/>
        </c:ser>
        <c:marker val="1"/>
        <c:axId val="771111111"/>
        <c:axId val="771111112"/>
      </c:lineChart>
      <c:catAx>
        <c:axId val="-2068027336"/>
        <c:scaling>
          <c:orientation val="minMax"/>
        </c:scaling>
        <c:delete val="0"/>
        <c:axPos val="b"/>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34.0"/>
        </c:scaling>
        <c:delete val="0"/>
        <c:axPos val="l"/>
        <c:majorGridlines>
          <c:spPr>
            <a:ln w="6350">
              <a:solidFill>
                <a:srgbClr val="E0E0E0"/>
              </a:solidFill>
            </a:ln>
          </c:spPr>
        </c:majorGridlines>
        <c:numFmt formatCode="0" sourceLinked="0"/>
        <c:majorTickMark val="none"/>
        <c:minorTickMark val="none"/>
        <c:tickLblPos val="nextTo"/>
        <c:spPr>
          <a:ln w="9525">
            <a:noFill/>
          </a:ln>
        </c:spPr>
        <c:txPr>
          <a:bodyPr/>
          <a:lstStyle/>
          <a:p>
            <a:pPr>
              <a:defRPr sz="650">
                <a:solidFill>
                  <a:srgbClr val="5F5F5F"/>
                </a:solidFill>
                <a:latin typeface="MarkOT"/>
              </a:defRPr>
            </a:pPr>
          </a:p>
        </c:txPr>
        <c:crossAx val="-2068027336"/>
        <c:crosses val="autoZero"/>
      </c:valAx>
      <c:valAx>
        <c:axId val="771111112"/>
        <c:scaling>
          <c:orientation val="minMax"/>
        </c:scaling>
        <c:delete val="0"/>
        <c:axPos val="r"/>
        <c:numFmt formatCode="0.0" sourceLinked="0"/>
        <c:majorTickMark val="none"/>
        <c:minorTickMark val="none"/>
        <c:tickLblPos val="nextTo"/>
        <c:spPr>
          <a:ln>
            <a:noFill/>
          </a:ln>
        </c:spPr>
        <c:txPr>
          <a:bodyPr/>
          <a:lstStyle/>
          <a:p>
            <a:pPr>
              <a:defRPr sz="700">
                <a:solidFill>
                  <a:srgbClr val="5F5F5F"/>
                </a:solidFill>
                <a:latin typeface="MarkOT"/>
              </a:defRPr>
            </a:pPr>
            <a:endParaRPr lang="en-AU"/>
          </a:p>
        </c:txPr>
        <c:crossAx val="771111111"/>
        <c:crosses val="max"/>
      </c:valAx>
      <c:catAx>
        <c:axId val="771111111"/>
        <c:scaling>
          <c:orientation val="minMax"/>
        </c:scaling>
        <c:delete val="1"/>
        <c:axPos val="b"/>
        <c:majorTickMark val="none"/>
        <c:minorTickMark val="none"/>
        <c:tickLblPos val="none"/>
        <c:crossAx val="771111112"/>
        <c:crosses val="autoZero"/>
        <c:auto val="1"/>
        <c:lblAlgn val="ctr"/>
        <c:lblOffset val="100"/>
        <c:noMultiLvlLbl val="0"/>
      </c:cat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00"/>
          <c:y val="0.0600"/>
          <c:w val="0.9600"/>
          <c:h val="0.7400"/>
        </c:manualLayout>
      </c:layout>
      <c:barChart>
        <c:barDir val="col"/>
        <c:grouping val="stacked"/>
        <c:ser>
          <c:idx val="0"/>
          <c:order val="0"/>
          <c:tx>
            <c:strRef>
              <c:f>Sheet1!$B$1</c:f>
              <c:strCache>
                <c:ptCount val="1"/>
                <c:pt idx="0">
                  <c:v>base</c:v>
                </c:pt>
              </c:strCache>
            </c:strRef>
          </c:tx>
          <c:spPr>
            <a:noFill/>
            <a:ln>
              <a:noFill/>
            </a:ln>
          </c:spPr>
          <c:cat>
            <c:strRef>
              <c:f>Sheet1!$A$2:$A$8</c:f>
              <c:strCache>
                <c:ptCount val="7"/>
                <c:pt idx="0">
                  <c:v>Allocation</c:v>
                </c:pt>
                <c:pt idx="1">
                  <c:v>Service Ops</c:v>
                </c:pt>
                <c:pt idx="2">
                  <c:v>Cyber</c:v>
                </c:pt>
                <c:pt idx="3">
                  <c:v>Transformation</c:v>
                </c:pt>
                <c:pt idx="4">
                  <c:v>Infrastructure</c:v>
                </c:pt>
                <c:pt idx="5">
                  <c:v>All other lines</c:v>
                </c:pt>
                <c:pt idx="6">
                  <c:v>Cost to TDD</c:v>
                </c:pt>
              </c:strCache>
            </c:strRef>
          </c:cat>
          <c:val>
            <c:numRef>
              <c:f>Sheet1!$B$2:$B$8</c:f>
              <c:numCache>
                <c:formatCode>General</c:formatCode>
                <c:ptCount val="7"/>
                <c:pt idx="0">
                  <c:v>0.0</c:v>
                </c:pt>
                <c:pt idx="1">
                  <c:v>50.5</c:v>
                </c:pt>
                <c:pt idx="2">
                  <c:v>52.8319503024</c:v>
                </c:pt>
                <c:pt idx="3">
                  <c:v>53.993190825880006</c:v>
                </c:pt>
                <c:pt idx="4">
                  <c:v>54.87718425588</c:v>
                </c:pt>
                <c:pt idx="5">
                  <c:v>54.11772168907224</c:v>
                </c:pt>
                <c:pt idx="6">
                  <c:v>0.0</c:v>
                </c:pt>
              </c:numCache>
            </c:numRef>
          </c:val>
        </c:ser>
        <c:ser>
          <c:idx val="1"/>
          <c:order val="1"/>
          <c:tx>
            <c:strRef>
              <c:f>Sheet1!$C$1</c:f>
              <c:strCache>
                <c:ptCount val="1"/>
                <c:pt idx="0">
                  <c:v>step</c:v>
                </c:pt>
              </c:strCache>
            </c:strRef>
          </c:tx>
          <c:spPr>
            <a:solidFill>
              <a:srgbClr val="ED0C06"/>
            </a:solidFill>
            <a:ln>
              <a:noFill/>
            </a:ln>
          </c:spPr>
          <c:dPt>
            <c:idx val="0"/>
            <c:spPr>
              <a:solidFill>
                <a:srgbClr val="18249C"/>
              </a:solidFill>
              <a:ln>
                <a:noFill/>
              </a:ln>
            </c:spPr>
          </c:dPt>
          <c:dPt>
            <c:idx val="5"/>
            <c:spPr>
              <a:solidFill>
                <a:srgbClr val="747BC3"/>
              </a:solidFill>
              <a:ln>
                <a:noFill/>
              </a:ln>
            </c:spPr>
          </c:dPt>
          <c:dPt>
            <c:idx val="6"/>
            <c:spPr>
              <a:solidFill>
                <a:srgbClr val="18249C"/>
              </a:solidFill>
              <a:ln>
                <a:noFill/>
              </a:ln>
            </c:spPr>
          </c:dPt>
          <c:dLbls>
            <c:dLbl>
              <c:idx val="5"/>
              <c:tx>
                <c:rich>
                  <a:bodyPr/>
                  <a:lstStyle/>
                  <a:p>
                    <a:pPr>
                      <a:defRPr sz="700" b="1">
                        <a:solidFill>
                          <a:srgbClr val="1A1A1A"/>
                        </a:solidFill>
                        <a:latin typeface="MarkOTBold"/>
                      </a:defRPr>
                    </a:pPr>
                    <a:r>
                      <a:rPr lang="en-AU" sz="700" b="1">
                        <a:solidFill>
                          <a:srgbClr val="1A1A1A"/>
                        </a:solidFill>
                        <a:latin typeface="MarkOTBold"/>
                      </a:rPr>
                      <a:t>(1.44)</a:t>
                    </a:r>
                  </a:p>
                </c:rich>
              </c:tx>
              <c:showLegendKey val="0"/>
              <c:showVal val="1"/>
              <c:showCatName val="0"/>
              <c:showSerName val="0"/>
              <c:showPercent val="0"/>
              <c:showBubbleSize val="0"/>
            </c:dLbl>
            <c:numFmt formatCode="0.00" sourceLinked="0"/>
            <c:txPr>
              <a:bodyPr/>
              <a:lstStyle/>
              <a:p>
                <a:pPr>
                  <a:defRPr sz="700">
                    <a:solidFill>
                      <a:srgbClr val="1A1A1A"/>
                    </a:solidFill>
                    <a:latin typeface="MarkOTBold"/>
                  </a:defRPr>
                </a:pPr>
              </a:p>
            </c:txPr>
            <c:dLblPos val="inEnd"/>
            <c:showLegendKey val="0"/>
            <c:showVal val="1"/>
            <c:showCatName val="0"/>
            <c:showSerName val="0"/>
            <c:showPercent val="0"/>
            <c:showBubbleSize val="0"/>
            <c:showLeaderLines val="1"/>
          </c:dLbls>
          <c:cat>
            <c:strRef>
              <c:f>Sheet1!$A$2:$A$8</c:f>
              <c:strCache>
                <c:ptCount val="7"/>
                <c:pt idx="0">
                  <c:v>Allocation</c:v>
                </c:pt>
                <c:pt idx="1">
                  <c:v>Service Ops</c:v>
                </c:pt>
                <c:pt idx="2">
                  <c:v>Cyber</c:v>
                </c:pt>
                <c:pt idx="3">
                  <c:v>Transformation</c:v>
                </c:pt>
                <c:pt idx="4">
                  <c:v>Infrastructure</c:v>
                </c:pt>
                <c:pt idx="5">
                  <c:v>All other lines</c:v>
                </c:pt>
                <c:pt idx="6">
                  <c:v>Cost to TDD</c:v>
                </c:pt>
              </c:strCache>
            </c:strRef>
          </c:cat>
          <c:val>
            <c:numRef>
              <c:f>Sheet1!$C$2:$C$8</c:f>
              <c:numCache>
                <c:formatCode>General</c:formatCode>
                <c:ptCount val="7"/>
                <c:pt idx="0">
                  <c:v>50.5</c:v>
                </c:pt>
                <c:pt idx="1">
                  <c:v>2.3319503024</c:v>
                </c:pt>
                <c:pt idx="2">
                  <c:v>1.16124052348</c:v>
                </c:pt>
                <c:pt idx="3">
                  <c:v>0.8839934299999999</c:v>
                </c:pt>
                <c:pt idx="4">
                  <c:v>0.6761268575454542</c:v>
                </c:pt>
                <c:pt idx="5">
                  <c:v>1.4355894243532146</c:v>
                </c:pt>
                <c:pt idx="6">
                  <c:v>54.11772168907224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56.5"/>
          <c:min val="47.0"/>
        </c:scaling>
        <c:delete/>
        <c:axPos val="l"/>
        <c:majorTickMark val="out"/>
        <c:minorTickMark val="none"/>
        <c:tickLblPos val="nextTo"/>
        <c:crossAx val="-2068027336"/>
        <c:crosses val="autoZero"/>
      </c:val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000"/>
          <c:y val="0.0400"/>
          <c:w val="0.7600"/>
          <c:h val="0.8600"/>
        </c:manualLayout>
      </c:layout>
      <c:barChart>
        <c:barDir val="bar"/>
        <c:grouping val="clustered"/>
        <c:ser>
          <c:idx val="0"/>
          <c:order val="0"/>
          <c:tx>
            <c:strRef>
              <c:f>Sheet1!$B$1</c:f>
              <c:strCache>
                <c:ptCount val="1"/>
                <c:pt idx="0">
                  <c:v>Archetype allowance</c:v>
                </c:pt>
              </c:strCache>
            </c:strRef>
          </c:tx>
          <c:spPr>
            <a:solidFill>
              <a:srgbClr val="E0E0E0"/>
            </a:solidFill>
            <a:ln>
              <a:noFill/>
            </a:ln>
          </c:spPr>
          <c:dLbls>
            <c:numFmt formatCode="0.00" sourceLinked="0"/>
            <c:txPr>
              <a:bodyPr/>
              <a:lstStyle/>
              <a:p>
                <a:pPr>
                  <a:defRPr sz="650">
                    <a:solidFill>
                      <a:srgbClr val="5F5F5F"/>
                    </a:solidFill>
                    <a:latin typeface="MarkOT"/>
                  </a:defRPr>
                </a:pPr>
              </a:p>
            </c:txPr>
            <c:dLblPos val="outEnd"/>
            <c:showLegendKey val="0"/>
            <c:showVal val="1"/>
            <c:showCatName val="0"/>
            <c:showSerName val="0"/>
            <c:showPercent val="0"/>
            <c:showBubbleSize val="0"/>
            <c:showLeaderLines val="1"/>
          </c:dLbls>
          <c:cat>
            <c:strRef>
              <c:f>Sheet1!$A$2:$A$7</c:f>
              <c:strCache>
                <c:ptCount val="6"/>
                <c:pt idx="0">
                  <c:v>Business Partner</c:v>
                </c:pt>
                <c:pt idx="1">
                  <c:v>Domain Architect</c:v>
                </c:pt>
                <c:pt idx="2">
                  <c:v>Delivery Manager</c:v>
                </c:pt>
                <c:pt idx="3">
                  <c:v>GMs</c:v>
                </c:pt>
                <c:pt idx="4">
                  <c:v>Head of Technology</c:v>
                </c:pt>
                <c:pt idx="5">
                  <c:v>Technology Manager</c:v>
                </c:pt>
              </c:strCache>
            </c:strRef>
          </c:cat>
          <c:val>
            <c:numRef>
              <c:f>Sheet1!$B$2:$B$7</c:f>
              <c:numCache>
                <c:formatCode>General</c:formatCode>
                <c:ptCount val="6"/>
                <c:pt idx="0">
                  <c:v>2.2</c:v>
                </c:pt>
                <c:pt idx="1">
                  <c:v>1.4</c:v>
                </c:pt>
                <c:pt idx="2">
                  <c:v>1.848</c:v>
                </c:pt>
                <c:pt idx="3">
                  <c:v>3.0</c:v>
                </c:pt>
                <c:pt idx="4">
                  <c:v>1.375</c:v>
                </c:pt>
                <c:pt idx="5">
                  <c:v>1.782</c:v>
                </c:pt>
              </c:numCache>
            </c:numRef>
          </c:val>
        </c:ser>
        <c:ser>
          <c:idx val="1"/>
          <c:order val="1"/>
          <c:tx>
            <c:strRef>
              <c:f>Sheet1!$C$1</c:f>
              <c:strCache>
                <c:ptCount val="1"/>
                <c:pt idx="0">
                  <c:v>Actual cost</c:v>
                </c:pt>
              </c:strCache>
            </c:strRef>
          </c:tx>
          <c:spPr>
            <a:solidFill>
              <a:srgbClr val="18249C"/>
            </a:solidFill>
            <a:ln>
              <a:noFill/>
            </a:ln>
          </c:spPr>
          <c:dPt>
            <c:idx val="4"/>
            <c:spPr>
              <a:solidFill>
                <a:srgbClr val="ED0C06"/>
              </a:solidFill>
              <a:ln>
                <a:noFill/>
              </a:ln>
            </c:spPr>
          </c:dPt>
          <c:dPt>
            <c:idx val="5"/>
            <c:spPr>
              <a:solidFill>
                <a:srgbClr val="ED0C06"/>
              </a:solidFill>
              <a:ln>
                <a:noFill/>
              </a:ln>
            </c:spPr>
          </c:dPt>
          <c:dLbls>
            <c:numFmt formatCode="0.00" sourceLinked="0"/>
            <c:txPr>
              <a:bodyPr/>
              <a:lstStyle/>
              <a:p>
                <a:pPr>
                  <a:defRPr sz="650">
                    <a:solidFill>
                      <a:srgbClr val="1A1A1A"/>
                    </a:solidFill>
                    <a:latin typeface="MarkOTBold"/>
                  </a:defRPr>
                </a:pPr>
              </a:p>
            </c:txPr>
            <c:dLblPos val="outEnd"/>
            <c:showLegendKey val="0"/>
            <c:showVal val="1"/>
            <c:showCatName val="0"/>
            <c:showSerName val="0"/>
            <c:showPercent val="0"/>
            <c:showBubbleSize val="0"/>
            <c:showLeaderLines val="1"/>
          </c:dLbls>
          <c:cat>
            <c:strRef>
              <c:f>Sheet1!$A$2:$A$7</c:f>
              <c:strCache>
                <c:ptCount val="6"/>
                <c:pt idx="0">
                  <c:v>Business Partner</c:v>
                </c:pt>
                <c:pt idx="1">
                  <c:v>Domain Architect</c:v>
                </c:pt>
                <c:pt idx="2">
                  <c:v>Delivery Manager</c:v>
                </c:pt>
                <c:pt idx="3">
                  <c:v>GMs</c:v>
                </c:pt>
                <c:pt idx="4">
                  <c:v>Head of Technology</c:v>
                </c:pt>
                <c:pt idx="5">
                  <c:v>Technology Manager</c:v>
                </c:pt>
              </c:strCache>
            </c:strRef>
          </c:cat>
          <c:val>
            <c:numRef>
              <c:f>Sheet1!$C$2:$C$7</c:f>
              <c:numCache>
                <c:formatCode>General</c:formatCode>
                <c:ptCount val="6"/>
                <c:pt idx="0">
                  <c:v>2.3135483999999997</c:v>
                </c:pt>
                <c:pt idx="1">
                  <c:v>1.664746536</c:v>
                </c:pt>
                <c:pt idx="2">
                  <c:v>3.282528103</c:v>
                </c:pt>
                <c:pt idx="3">
                  <c:v>5.1</c:v>
                </c:pt>
                <c:pt idx="4">
                  <c:v>4.908911684</c:v>
                </c:pt>
                <c:pt idx="5">
                  <c:v>6.370405391</c:v>
                </c:pt>
              </c:numCache>
            </c:numRef>
          </c:val>
        </c:ser>
        <c:gapWidth val="45"/>
        <c:overlap val="-10"/>
        <c:axId val="-2068027336"/>
        <c:axId val="-2113994440"/>
      </c:barChart>
      <c:catAx>
        <c:axId val="-2068027336"/>
        <c:scaling>
          <c:orientation val="minMax"/>
        </c:scaling>
        <c:delete val="0"/>
        <c:axPos val="l"/>
        <c:majorTickMark val="out"/>
        <c:minorTickMark val="none"/>
        <c:tickLblPos val="nextTo"/>
        <c:spPr>
          <a:ln w="9525">
            <a:solidFill>
              <a:srgbClr val="E0E0E0"/>
            </a:solidFill>
          </a:ln>
        </c:spPr>
        <c:txPr>
          <a:bodyPr/>
          <a:lstStyle/>
          <a:p>
            <a:pPr>
              <a:defRPr sz="700">
                <a:solidFill>
                  <a:srgbClr val="1A1A1A"/>
                </a:solidFill>
                <a:latin typeface="MarkOT"/>
              </a:defRPr>
            </a:pPr>
          </a:p>
        </c:txPr>
        <c:crossAx val="-2113994440"/>
        <c:crosses val="autoZero"/>
        <c:auto val="1"/>
        <c:lblAlgn val="ctr"/>
        <c:lblOffset val="100"/>
        <c:noMultiLvlLbl val="0"/>
      </c:catAx>
      <c:valAx>
        <c:axId val="-2113994440"/>
        <c:scaling>
          <c:max val="7.5"/>
        </c:scaling>
        <c:delete val="0"/>
        <c:axPos val="b"/>
        <c:majorGridlines>
          <c:spPr>
            <a:ln w="6350">
              <a:solidFill>
                <a:srgbClr val="E0E0E0"/>
              </a:solidFill>
            </a:ln>
          </c:spPr>
        </c:majorGridlines>
        <c:numFmt formatCode="0" sourceLinked="0"/>
        <c:majorTickMark val="none"/>
        <c:minorTickMark val="none"/>
        <c:tickLblPos val="nextTo"/>
        <c:spPr>
          <a:ln w="9525">
            <a:noFill/>
          </a:ln>
        </c:spPr>
        <c:txPr>
          <a:bodyPr/>
          <a:lstStyle/>
          <a:p>
            <a:pPr>
              <a:defRPr sz="650">
                <a:solidFill>
                  <a:srgbClr val="5F5F5F"/>
                </a:solidFill>
                <a:latin typeface="MarkOT"/>
              </a:defRPr>
            </a:pPr>
          </a:p>
        </c:txPr>
        <c:crossAx val="-2068027336"/>
        <c:crosses val="autoZero"/>
      </c:val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00"/>
          <c:y val="0.0600"/>
          <c:w val="0.9600"/>
          <c:h val="0.7200"/>
        </c:manualLayout>
      </c:layout>
      <c:barChart>
        <c:barDir val="col"/>
        <c:grouping val="stacked"/>
        <c:ser>
          <c:idx val="0"/>
          <c:order val="0"/>
          <c:tx>
            <c:strRef>
              <c:f>Sheet1!$B$1</c:f>
              <c:strCache>
                <c:ptCount val="1"/>
                <c:pt idx="0">
                  <c:v>base</c:v>
                </c:pt>
              </c:strCache>
            </c:strRef>
          </c:tx>
          <c:spPr>
            <a:noFill/>
            <a:ln>
              <a:noFill/>
            </a:ln>
          </c:spPr>
          <c:cat>
            <c:strRef>
              <c:f>Sheet1!$A$2:$A$8</c:f>
              <c:strCache>
                <c:ptCount val="7"/>
                <c:pt idx="0">
                  <c:v>NZ share of
the allocation</c:v>
                </c:pt>
                <c:pt idx="1">
                  <c:v>Z Retail</c:v>
                </c:pt>
                <c:pt idx="2">
                  <c:v>Z Customer</c:v>
                </c:pt>
                <c:pt idx="3">
                  <c:v>Corporate lines</c:v>
                </c:pt>
                <c:pt idx="4">
                  <c:v>COEs with an NZ share</c:v>
                </c:pt>
                <c:pt idx="5">
                  <c:v>Lines with no NZ share</c:v>
                </c:pt>
                <c:pt idx="6">
                  <c:v>NZ cost to
TDD lights on</c:v>
                </c:pt>
              </c:strCache>
            </c:strRef>
          </c:cat>
          <c:val>
            <c:numRef>
              <c:f>Sheet1!$B$2:$B$8</c:f>
              <c:numCache>
                <c:formatCode>General</c:formatCode>
                <c:ptCount val="7"/>
                <c:pt idx="0">
                  <c:v>0.0</c:v>
                </c:pt>
                <c:pt idx="1">
                  <c:v>15.968329143865855</c:v>
                </c:pt>
                <c:pt idx="2">
                  <c:v>14.9499048855631</c:v>
                </c:pt>
                <c:pt idx="3">
                  <c:v>14.153915554014112</c:v>
                </c:pt>
                <c:pt idx="4">
                  <c:v>12.642504930494113</c:v>
                </c:pt>
                <c:pt idx="5">
                  <c:v>12.642504930494113</c:v>
                </c:pt>
                <c:pt idx="6">
                  <c:v>0.0</c:v>
                </c:pt>
              </c:numCache>
            </c:numRef>
          </c:val>
        </c:ser>
        <c:ser>
          <c:idx val="1"/>
          <c:order val="1"/>
          <c:tx>
            <c:strRef>
              <c:f>Sheet1!$C$1</c:f>
              <c:strCache>
                <c:ptCount val="1"/>
                <c:pt idx="0">
                  <c:v>step</c:v>
                </c:pt>
              </c:strCache>
            </c:strRef>
          </c:tx>
          <c:spPr>
            <a:solidFill>
              <a:srgbClr val="747BC3"/>
            </a:solidFill>
            <a:ln>
              <a:noFill/>
            </a:ln>
          </c:spPr>
          <c:dPt>
            <c:idx val="0"/>
            <c:spPr>
              <a:solidFill>
                <a:srgbClr val="18249C"/>
              </a:solidFill>
              <a:ln>
                <a:noFill/>
              </a:ln>
            </c:spPr>
          </c:dPt>
          <c:dPt>
            <c:idx val="6"/>
            <c:spPr>
              <a:solidFill>
                <a:srgbClr val="18249C"/>
              </a:solidFill>
              <a:ln>
                <a:noFill/>
              </a:ln>
            </c:spPr>
          </c:dPt>
          <c:dPt>
            <c:idx val="5"/>
            <c:spPr>
              <a:solidFill>
                <a:srgbClr val="ED0C06"/>
              </a:solidFill>
              <a:ln>
                <a:noFill/>
              </a:ln>
            </c:spPr>
          </c:dPt>
          <c:dLbls>
            <c:dLbl>
              <c:idx val="1"/>
              <c:tx>
                <c:rich>
                  <a:bodyPr/>
                  <a:lstStyle/>
                  <a:p>
                    <a:pPr>
                      <a:defRPr sz="700" b="1">
                        <a:solidFill>
                          <a:srgbClr val="1A1A1A"/>
                        </a:solidFill>
                        <a:latin typeface="MarkOTBold"/>
                      </a:defRPr>
                    </a:pPr>
                    <a:r>
                      <a:rPr lang="en-AU" sz="700" b="1">
                        <a:solidFill>
                          <a:srgbClr val="1A1A1A"/>
                        </a:solidFill>
                        <a:latin typeface="MarkOTBold"/>
                      </a:rPr>
                      <a:t>(1.53)</a:t>
                    </a:r>
                  </a:p>
                </c:rich>
              </c:tx>
              <c:showLegendKey val="0"/>
              <c:showVal val="1"/>
              <c:showCatName val="0"/>
              <c:showSerName val="0"/>
              <c:showPercent val="0"/>
              <c:showBubbleSize val="0"/>
            </c:dLbl>
            <c:dLbl>
              <c:idx val="2"/>
              <c:tx>
                <c:rich>
                  <a:bodyPr/>
                  <a:lstStyle/>
                  <a:p>
                    <a:pPr>
                      <a:defRPr sz="700" b="1">
                        <a:solidFill>
                          <a:srgbClr val="1A1A1A"/>
                        </a:solidFill>
                        <a:latin typeface="MarkOTBold"/>
                      </a:defRPr>
                    </a:pPr>
                    <a:r>
                      <a:rPr lang="en-AU" sz="700" b="1">
                        <a:solidFill>
                          <a:srgbClr val="1A1A1A"/>
                        </a:solidFill>
                        <a:latin typeface="MarkOTBold"/>
                      </a:rPr>
                      <a:t>(1.02)</a:t>
                    </a:r>
                  </a:p>
                </c:rich>
              </c:tx>
              <c:showLegendKey val="0"/>
              <c:showVal val="1"/>
              <c:showCatName val="0"/>
              <c:showSerName val="0"/>
              <c:showPercent val="0"/>
              <c:showBubbleSize val="0"/>
            </c:dLbl>
            <c:dLbl>
              <c:idx val="3"/>
              <c:tx>
                <c:rich>
                  <a:bodyPr/>
                  <a:lstStyle/>
                  <a:p>
                    <a:pPr>
                      <a:defRPr sz="700" b="1">
                        <a:solidFill>
                          <a:srgbClr val="1A1A1A"/>
                        </a:solidFill>
                        <a:latin typeface="MarkOTBold"/>
                      </a:defRPr>
                    </a:pPr>
                    <a:r>
                      <a:rPr lang="en-AU" sz="700" b="1">
                        <a:solidFill>
                          <a:srgbClr val="1A1A1A"/>
                        </a:solidFill>
                        <a:latin typeface="MarkOTBold"/>
                      </a:rPr>
                      <a:t>(0.80)</a:t>
                    </a:r>
                  </a:p>
                </c:rich>
              </c:tx>
              <c:showLegendKey val="0"/>
              <c:showVal val="1"/>
              <c:showCatName val="0"/>
              <c:showSerName val="0"/>
              <c:showPercent val="0"/>
              <c:showBubbleSize val="0"/>
            </c:dLbl>
            <c:dLbl>
              <c:idx val="4"/>
              <c:tx>
                <c:rich>
                  <a:bodyPr/>
                  <a:lstStyle/>
                  <a:p>
                    <a:pPr>
                      <a:defRPr sz="700" b="1">
                        <a:solidFill>
                          <a:srgbClr val="1A1A1A"/>
                        </a:solidFill>
                        <a:latin typeface="MarkOTBold"/>
                      </a:defRPr>
                    </a:pPr>
                    <a:r>
                      <a:rPr lang="en-AU" sz="700" b="1">
                        <a:solidFill>
                          <a:srgbClr val="1A1A1A"/>
                        </a:solidFill>
                        <a:latin typeface="MarkOTBold"/>
                      </a:rPr>
                      <a:t>(1.51)</a:t>
                    </a:r>
                  </a:p>
                </c:rich>
              </c:tx>
              <c:showLegendKey val="0"/>
              <c:showVal val="1"/>
              <c:showCatName val="0"/>
              <c:showSerName val="0"/>
              <c:showPercent val="0"/>
              <c:showBubbleSize val="0"/>
            </c:dLbl>
            <c:numFmt formatCode="0.00" sourceLinked="0"/>
            <c:txPr>
              <a:bodyPr/>
              <a:lstStyle/>
              <a:p>
                <a:pPr>
                  <a:defRPr sz="700">
                    <a:solidFill>
                      <a:srgbClr val="1A1A1A"/>
                    </a:solidFill>
                    <a:latin typeface="MarkOTBold"/>
                  </a:defRPr>
                </a:pPr>
              </a:p>
            </c:txPr>
            <c:dLblPos val="inEnd"/>
            <c:showLegendKey val="0"/>
            <c:showVal val="1"/>
            <c:showCatName val="0"/>
            <c:showSerName val="0"/>
            <c:showPercent val="0"/>
            <c:showBubbleSize val="0"/>
            <c:showLeaderLines val="1"/>
          </c:dLbls>
          <c:cat>
            <c:strRef>
              <c:f>Sheet1!$A$2:$A$8</c:f>
              <c:strCache>
                <c:ptCount val="7"/>
                <c:pt idx="0">
                  <c:v>NZ share of
the allocation</c:v>
                </c:pt>
                <c:pt idx="1">
                  <c:v>Z Retail</c:v>
                </c:pt>
                <c:pt idx="2">
                  <c:v>Z Customer</c:v>
                </c:pt>
                <c:pt idx="3">
                  <c:v>Corporate lines</c:v>
                </c:pt>
                <c:pt idx="4">
                  <c:v>COEs with an NZ share</c:v>
                </c:pt>
                <c:pt idx="5">
                  <c:v>Lines with no NZ share</c:v>
                </c:pt>
                <c:pt idx="6">
                  <c:v>NZ cost to
TDD lights on</c:v>
                </c:pt>
              </c:strCache>
            </c:strRef>
          </c:cat>
          <c:val>
            <c:numRef>
              <c:f>Sheet1!$C$2:$C$8</c:f>
              <c:numCache>
                <c:formatCode>General</c:formatCode>
                <c:ptCount val="7"/>
                <c:pt idx="0">
                  <c:v>17.5</c:v>
                </c:pt>
                <c:pt idx="1">
                  <c:v>1.531670856134145</c:v>
                </c:pt>
                <c:pt idx="2">
                  <c:v>1.0184242583027556</c:v>
                </c:pt>
                <c:pt idx="3">
                  <c:v>0.795989331548987</c:v>
                </c:pt>
                <c:pt idx="4">
                  <c:v>1.51141062352</c:v>
                </c:pt>
                <c:pt idx="5">
                  <c:v>2.5641802817360286</c:v>
                </c:pt>
                <c:pt idx="6">
                  <c:v>15.206685212230141</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18.6"/>
          <c:min val="12.0"/>
        </c:scaling>
        <c:delete/>
        <c:axPos val="l"/>
        <c:majorTickMark val="out"/>
        <c:minorTickMark val="none"/>
        <c:tickLblPos val="nextTo"/>
        <c:crossAx val="-2068027336"/>
        <c:crosses val="autoZero"/>
      </c:val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800"/>
          <c:y val="0.0300"/>
          <c:w val="0.6800"/>
          <c:h val="0.9000"/>
        </c:manualLayout>
      </c:layout>
      <c:barChart>
        <c:barDir val="bar"/>
        <c:grouping val="stacked"/>
        <c:ser>
          <c:idx val="0"/>
          <c:order val="0"/>
          <c:tx>
            <c:strRef>
              <c:f>Sheet1!$B$1</c:f>
              <c:strCache>
                <c:ptCount val="1"/>
                <c:pt idx="0">
                  <c:v>AU</c:v>
                </c:pt>
              </c:strCache>
            </c:strRef>
          </c:tx>
          <c:spPr>
            <a:solidFill>
              <a:srgbClr val="E0E0E0"/>
            </a:solidFill>
            <a:ln>
              <a:noFill/>
            </a:ln>
          </c:spPr>
          <c:dLbls>
            <c:numFmt formatCode="0.00;0.00" sourceLinked="0"/>
            <c:txPr>
              <a:bodyPr/>
              <a:lstStyle/>
              <a:p>
                <a:pPr>
                  <a:defRPr sz="600">
                    <a:solidFill>
                      <a:srgbClr val="5F5F5F"/>
                    </a:solidFill>
                    <a:latin typeface="MarkOT"/>
                  </a:defRPr>
                </a:pPr>
              </a:p>
            </c:txPr>
            <c:showLegendKey val="0"/>
            <c:showVal val="1"/>
            <c:showCatName val="0"/>
            <c:showSerName val="0"/>
            <c:showPercent val="0"/>
            <c:showBubbleSize val="0"/>
            <c:showLeaderLines val="1"/>
          </c:dLbls>
          <c:cat>
            <c:strRef>
              <c:f>Sheet1!$A$2:$A$19</c:f>
              <c:strCache>
                <c:ptCount val="18"/>
                <c:pt idx="0">
                  <c:v>COE Strategy Architecture</c:v>
                </c:pt>
                <c:pt idx="1">
                  <c:v>COE Data</c:v>
                </c:pt>
                <c:pt idx="2">
                  <c:v>COE Business Partnering</c:v>
                </c:pt>
                <c:pt idx="3">
                  <c:v>Ampol Retail</c:v>
                </c:pt>
                <c:pt idx="4">
                  <c:v>Infrastructure</c:v>
                </c:pt>
                <c:pt idx="5">
                  <c:v>TDD Cyber</c:v>
                </c:pt>
                <c:pt idx="6">
                  <c:v>P&amp;C</c:v>
                </c:pt>
                <c:pt idx="7">
                  <c:v>COE Service Ops</c:v>
                </c:pt>
                <c:pt idx="8">
                  <c:v>COE Transformation</c:v>
                </c:pt>
                <c:pt idx="9">
                  <c:v>COE Cyber</c:v>
                </c:pt>
                <c:pt idx="10">
                  <c:v>Commercial Fuels</c:v>
                </c:pt>
                <c:pt idx="11">
                  <c:v>Ampol Customer</c:v>
                </c:pt>
                <c:pt idx="12">
                  <c:v>Finance</c:v>
                </c:pt>
                <c:pt idx="13">
                  <c:v>Enterprise Data</c:v>
                </c:pt>
                <c:pt idx="14">
                  <c:v>Energy Solutions &amp; B2B</c:v>
                </c:pt>
                <c:pt idx="15">
                  <c:v>TDD Group Functions</c:v>
                </c:pt>
                <c:pt idx="16">
                  <c:v>Z Customer</c:v>
                </c:pt>
                <c:pt idx="17">
                  <c:v>Z Retail</c:v>
                </c:pt>
              </c:strCache>
            </c:strRef>
          </c:cat>
          <c:val>
            <c:numRef>
              <c:f>Sheet1!$B$2:$B$19</c:f>
              <c:numCache>
                <c:formatCode>General</c:formatCode>
                <c:ptCount val="18"/>
                <c:pt idx="0">
                  <c:v>-1.9528910499999999</c:v>
                </c:pt>
                <c:pt idx="1">
                  <c:v>-1.47843145</c:v>
                </c:pt>
                <c:pt idx="2">
                  <c:v>-0.8280116999999999</c:v>
                </c:pt>
                <c:pt idx="3">
                  <c:v>-5.0712457206171</c:v>
                </c:pt>
                <c:pt idx="4">
                  <c:v>-2.9913955710796</c:v>
                </c:pt>
                <c:pt idx="5">
                  <c:v>-1.2860547140796</c:v>
                </c:pt>
                <c:pt idx="6">
                  <c:v>-1.8458929040795997</c:v>
                </c:pt>
                <c:pt idx="7">
                  <c:v>-2.5689646</c:v>
                </c:pt>
                <c:pt idx="8">
                  <c:v>-2.58446665</c:v>
                </c:pt>
                <c:pt idx="9">
                  <c:v>-2.272926835</c:v>
                </c:pt>
                <c:pt idx="10">
                  <c:v>-1.9571920689195998</c:v>
                </c:pt>
                <c:pt idx="11">
                  <c:v>-1.9941906199067487</c:v>
                </c:pt>
                <c:pt idx="12">
                  <c:v>-1.4005565340795998</c:v>
                </c:pt>
                <c:pt idx="13">
                  <c:v>-2.6468650625796</c:v>
                </c:pt>
                <c:pt idx="14">
                  <c:v>-1.5946209872045998</c:v>
                </c:pt>
                <c:pt idx="15">
                  <c:v>-3.8923058240795996</c:v>
                </c:pt>
                <c:pt idx="16">
                  <c:v>-1.066478741136851</c:v>
                </c:pt>
                <c:pt idx="17">
                  <c:v>-1.4785454440795998</c:v>
                </c:pt>
              </c:numCache>
            </c:numRef>
          </c:val>
        </c:ser>
        <c:ser>
          <c:idx val="1"/>
          <c:order val="1"/>
          <c:tx>
            <c:strRef>
              <c:f>Sheet1!$C$1</c:f>
              <c:strCache>
                <c:ptCount val="1"/>
                <c:pt idx="0">
                  <c:v>NZ</c:v>
                </c:pt>
              </c:strCache>
            </c:strRef>
          </c:tx>
          <c:spPr>
            <a:solidFill>
              <a:srgbClr val="18249C"/>
            </a:solidFill>
            <a:ln>
              <a:noFill/>
            </a:ln>
          </c:spPr>
          <c:dLbls>
            <c:numFmt formatCode="0.00;0.00" sourceLinked="0"/>
            <c:txPr>
              <a:bodyPr/>
              <a:lstStyle/>
              <a:p>
                <a:pPr>
                  <a:defRPr sz="600">
                    <a:solidFill>
                      <a:srgbClr val="1A1A1A"/>
                    </a:solidFill>
                    <a:latin typeface="MarkOTBold"/>
                  </a:defRPr>
                </a:pPr>
              </a:p>
            </c:txPr>
            <c:showLegendKey val="0"/>
            <c:showVal val="1"/>
            <c:showCatName val="0"/>
            <c:showSerName val="0"/>
            <c:showPercent val="0"/>
            <c:showBubbleSize val="0"/>
            <c:showLeaderLines val="1"/>
          </c:dLbls>
          <c:cat>
            <c:strRef>
              <c:f>Sheet1!$A$2:$A$19</c:f>
              <c:strCache>
                <c:ptCount val="18"/>
                <c:pt idx="0">
                  <c:v>COE Strategy Architecture</c:v>
                </c:pt>
                <c:pt idx="1">
                  <c:v>COE Data</c:v>
                </c:pt>
                <c:pt idx="2">
                  <c:v>COE Business Partnering</c:v>
                </c:pt>
                <c:pt idx="3">
                  <c:v>Ampol Retail</c:v>
                </c:pt>
                <c:pt idx="4">
                  <c:v>Infrastructure</c:v>
                </c:pt>
                <c:pt idx="5">
                  <c:v>TDD Cyber</c:v>
                </c:pt>
                <c:pt idx="6">
                  <c:v>P&amp;C</c:v>
                </c:pt>
                <c:pt idx="7">
                  <c:v>COE Service Ops</c:v>
                </c:pt>
                <c:pt idx="8">
                  <c:v>COE Transformation</c:v>
                </c:pt>
                <c:pt idx="9">
                  <c:v>COE Cyber</c:v>
                </c:pt>
                <c:pt idx="10">
                  <c:v>Commercial Fuels</c:v>
                </c:pt>
                <c:pt idx="11">
                  <c:v>Ampol Customer</c:v>
                </c:pt>
                <c:pt idx="12">
                  <c:v>Finance</c:v>
                </c:pt>
                <c:pt idx="13">
                  <c:v>Enterprise Data</c:v>
                </c:pt>
                <c:pt idx="14">
                  <c:v>Energy Solutions &amp; B2B</c:v>
                </c:pt>
                <c:pt idx="15">
                  <c:v>TDD Group Functions</c:v>
                </c:pt>
                <c:pt idx="16">
                  <c:v>Z Customer</c:v>
                </c:pt>
                <c:pt idx="17">
                  <c:v>Z Retail</c:v>
                </c:pt>
              </c:strCache>
            </c:strRef>
          </c:cat>
          <c:val>
            <c:numRef>
              <c:f>Sheet1!$C$2:$C$19</c:f>
              <c:numCache>
                <c:formatCode>General</c:formatCode>
                <c:ptCount val="18"/>
                <c:pt idx="0">
                  <c:v>0.0</c:v>
                </c:pt>
                <c:pt idx="1">
                  <c:v>0.149746416</c:v>
                </c:pt>
                <c:pt idx="2">
                  <c:v>0.151002492</c:v>
                </c:pt>
                <c:pt idx="3">
                  <c:v>0.18473128646585468</c:v>
                </c:pt>
                <c:pt idx="4">
                  <c:v>0.18473128646585468</c:v>
                </c:pt>
                <c:pt idx="5">
                  <c:v>0.18473128646585468</c:v>
                </c:pt>
                <c:pt idx="6">
                  <c:v>0.22340294246585468</c:v>
                </c:pt>
                <c:pt idx="7">
                  <c:v>0.2629857024</c:v>
                </c:pt>
                <c:pt idx="8">
                  <c:v>0.29952678000000005</c:v>
                </c:pt>
                <c:pt idx="9">
                  <c:v>0.38831368848000003</c:v>
                </c:pt>
                <c:pt idx="10">
                  <c:v>0.47716602246585466</c:v>
                </c:pt>
                <c:pt idx="11">
                  <c:v>0.57991178627261</c:v>
                </c:pt>
                <c:pt idx="12">
                  <c:v>0.7548615128658547</c:v>
                </c:pt>
                <c:pt idx="13">
                  <c:v>0.8451505352658548</c:v>
                </c:pt>
                <c:pt idx="14">
                  <c:v>0.8746541976658546</c:v>
                </c:pt>
                <c:pt idx="15">
                  <c:v>1.695864391387594</c:v>
                </c:pt>
                <c:pt idx="16">
                  <c:v>2.9815757416972444</c:v>
                </c:pt>
                <c:pt idx="17">
                  <c:v>4.968329143865855</c:v>
                </c:pt>
              </c:numCache>
            </c:numRef>
          </c:val>
        </c:ser>
        <c:gapWidth val="40"/>
        <c:overlap val="100"/>
        <c:axId val="-2068027336"/>
        <c:axId val="-2113994440"/>
      </c:barChart>
      <c:catAx>
        <c:axId val="-2068027336"/>
        <c:scaling>
          <c:orientation val="minMax"/>
        </c:scaling>
        <c:delete val="0"/>
        <c:axPos val="l"/>
        <c:majorTickMark val="out"/>
        <c:minorTickMark val="none"/>
        <c:tickLblPos val="low"/>
        <c:spPr>
          <a:ln w="9525">
            <a:solidFill>
              <a:srgbClr val="E0E0E0"/>
            </a:solidFill>
          </a:ln>
        </c:spPr>
        <c:txPr>
          <a:bodyPr/>
          <a:lstStyle/>
          <a:p>
            <a:pPr>
              <a:defRPr sz="600">
                <a:solidFill>
                  <a:srgbClr val="1A1A1A"/>
                </a:solidFill>
                <a:latin typeface="MarkOT"/>
              </a:defRPr>
            </a:pPr>
          </a:p>
        </c:txPr>
        <c:crossAx val="-2113994440"/>
        <c:crosses val="autoZero"/>
        <c:auto val="1"/>
        <c:lblAlgn val="ctr"/>
        <c:lblOffset val="100"/>
        <c:noMultiLvlLbl val="0"/>
      </c:catAx>
      <c:valAx>
        <c:axId val="-2113994440"/>
        <c:scaling>
          <c:max val="7.0"/>
          <c:min val="-7.0"/>
        </c:scaling>
        <c:delete val="0"/>
        <c:axPos val="b"/>
        <c:majorTickMark val="none"/>
        <c:minorTickMark val="none"/>
        <c:tickLblPos val="nextTo"/>
        <c:spPr>
          <a:ln w="9525">
            <a:noFill/>
          </a:ln>
        </c:spPr>
        <c:txPr>
          <a:bodyPr/>
          <a:lstStyle/>
          <a:p>
            <a:pPr>
              <a:defRPr sz="100"/>
            </a:pPr>
          </a:p>
        </c:txPr>
        <c:crossAx val="-2068027336"/>
        <c:crosses val="autoZero"/>
      </c:valAx>
    </c:plotArea>
    <c:dispBlanksAs val="gap"/>
  </c:chart>
  <c:spPr>
    <a:noFill/>
    <a:ln>
      <a:noFill/>
    </a:ln>
  </c:spPr>
  <c:txPr>
    <a:bodyPr/>
    <a:lstStyle/>
    <a:p>
      <a:pPr>
        <a:defRPr sz="650">
          <a:solidFill>
            <a:srgbClr val="1A1A1A"/>
          </a:solidFill>
          <a:latin typeface="MarkOT"/>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000"/>
          <c:y val="0.0300"/>
          <c:w val="0.6600"/>
          <c:h val="0.9000"/>
        </c:manualLayout>
      </c:layout>
      <c:barChart>
        <c:barDir val="bar"/>
        <c:grouping val="clustered"/>
        <c:ser>
          <c:idx val="0"/>
          <c:order val="0"/>
          <c:tx>
            <c:strRef>
              <c:f>Sheet1!$B$1</c:f>
              <c:strCache>
                <c:ptCount val="1"/>
                <c:pt idx="0">
                  <c:v>Taken out of FY26 H2</c:v>
                </c:pt>
              </c:strCache>
            </c:strRef>
          </c:tx>
          <c:spPr>
            <a:solidFill>
              <a:srgbClr val="18249C"/>
            </a:solidFill>
            <a:ln>
              <a:noFill/>
            </a:ln>
          </c:spPr>
          <c:dLbls>
            <c:numFmt formatCode="0.00" sourceLinked="0"/>
            <c:txPr>
              <a:bodyPr/>
              <a:lstStyle/>
              <a:p>
                <a:pPr>
                  <a:defRPr sz="650">
                    <a:solidFill>
                      <a:srgbClr val="1A1A1A"/>
                    </a:solidFill>
                    <a:latin typeface="MarkOTBold"/>
                  </a:defRPr>
                </a:pPr>
              </a:p>
            </c:txPr>
            <c:dLblPos val="outEnd"/>
            <c:showLegendKey val="0"/>
            <c:showVal val="1"/>
            <c:showCatName val="0"/>
            <c:showSerName val="0"/>
            <c:showPercent val="0"/>
            <c:showBubbleSize val="0"/>
            <c:showLeaderLines val="1"/>
          </c:dLbls>
          <c:cat>
            <c:strRef>
              <c:f>Sheet1!$A$2:$A$13</c:f>
              <c:strCache>
                <c:ptCount val="12"/>
                <c:pt idx="0">
                  <c:v>Infrastructure</c:v>
                </c:pt>
                <c:pt idx="1">
                  <c:v>Enterprise Data</c:v>
                </c:pt>
                <c:pt idx="2">
                  <c:v>Z Retail</c:v>
                </c:pt>
                <c:pt idx="3">
                  <c:v>P&amp;C</c:v>
                </c:pt>
                <c:pt idx="4">
                  <c:v>Finance</c:v>
                </c:pt>
                <c:pt idx="5">
                  <c:v>TDD Group Functions</c:v>
                </c:pt>
                <c:pt idx="6">
                  <c:v>Energy Solutions &amp; B2B</c:v>
                </c:pt>
                <c:pt idx="7">
                  <c:v>Commercial Fuels</c:v>
                </c:pt>
                <c:pt idx="8">
                  <c:v>COE SA&amp;D</c:v>
                </c:pt>
                <c:pt idx="9">
                  <c:v>COE BP&amp;T</c:v>
                </c:pt>
                <c:pt idx="10">
                  <c:v>Customer</c:v>
                </c:pt>
                <c:pt idx="11">
                  <c:v>Ampol Retail</c:v>
                </c:pt>
              </c:strCache>
            </c:strRef>
          </c:cat>
          <c:val>
            <c:numRef>
              <c:f>Sheet1!$B$2:$B$13</c:f>
              <c:numCache>
                <c:formatCode>General</c:formatCode>
                <c:ptCount val="12"/>
                <c:pt idx="0">
                  <c:v>0.05503871250000001</c:v>
                </c:pt>
                <c:pt idx="1">
                  <c:v>0.06492079166666666</c:v>
                </c:pt>
                <c:pt idx="2">
                  <c:v>0.11839212499999999</c:v>
                </c:pt>
                <c:pt idx="3">
                  <c:v>0.16253080416666665</c:v>
                </c:pt>
                <c:pt idx="4">
                  <c:v>0.222217145</c:v>
                </c:pt>
                <c:pt idx="5">
                  <c:v>0.23373433750000006</c:v>
                </c:pt>
                <c:pt idx="6">
                  <c:v>0.24517540625</c:v>
                </c:pt>
                <c:pt idx="7">
                  <c:v>0.25474953125000005</c:v>
                </c:pt>
                <c:pt idx="8">
                  <c:v>0.35600016250000005</c:v>
                </c:pt>
                <c:pt idx="9">
                  <c:v>0.36470422666666663</c:v>
                </c:pt>
                <c:pt idx="10">
                  <c:v>0.4434536708333334</c:v>
                </c:pt>
                <c:pt idx="11">
                  <c:v>0.5807984340416666</c:v>
                </c:pt>
              </c:numCache>
            </c:numRef>
          </c:val>
        </c:ser>
        <c:gapWidth val="45"/>
        <c:axId val="-2068027336"/>
        <c:axId val="-2113994440"/>
      </c:barChart>
      <c:catAx>
        <c:axId val="-2068027336"/>
        <c:scaling>
          <c:orientation val="minMax"/>
        </c:scaling>
        <c:delete val="0"/>
        <c:axPos val="l"/>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0.7"/>
        </c:scaling>
        <c:delete val="0"/>
        <c:axPos val="b"/>
        <c:majorGridlines>
          <c:spPr>
            <a:ln w="6350">
              <a:solidFill>
                <a:srgbClr val="E0E0E0"/>
              </a:solidFill>
            </a:ln>
          </c:spPr>
        </c:majorGridlines>
        <c:numFmt formatCode="0.0" sourceLinked="0"/>
        <c:majorTickMark val="none"/>
        <c:minorTickMark val="none"/>
        <c:tickLblPos val="nextTo"/>
        <c:spPr>
          <a:ln w="9525">
            <a:noFill/>
          </a:ln>
        </c:spPr>
        <c:txPr>
          <a:bodyPr/>
          <a:lstStyle/>
          <a:p>
            <a:pPr>
              <a:defRPr sz="650">
                <a:solidFill>
                  <a:srgbClr val="5F5F5F"/>
                </a:solidFill>
                <a:latin typeface="MarkOT"/>
              </a:defRPr>
            </a:pPr>
          </a:p>
        </c:txPr>
        <c:crossAx val="-2068027336"/>
        <c:crosses val="autoZero"/>
      </c:val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100"/>
          <c:y val="0.0500"/>
          <c:w val="0.8600"/>
          <c:h val="0.8400"/>
        </c:manualLayout>
      </c:layout>
      <c:bubbleChart>
        <c:varyColors val="0"/>
        <c:ser>
          <c:idx val="0"/>
          <c:order val="0"/>
          <c:tx>
            <c:strRef>
              <c:f>Sheet1!$B$1</c:f>
              <c:strCache>
                <c:ptCount val="1"/>
                <c:pt idx="0">
                  <c:v>Portfolios</c:v>
                </c:pt>
              </c:strCache>
            </c:strRef>
          </c:tx>
          <c:spPr>
            <a:solidFill>
              <a:srgbClr val="747BC3"/>
            </a:solidFill>
            <a:ln w="9525">
              <a:solidFill>
                <a:srgbClr val="18249C"/>
              </a:solidFill>
            </a:ln>
          </c:spPr>
          <c:invertIfNegative val="0"/>
          <c:xVal>
            <c:numRef>
              <c:f>Sheet1!$A$2:$A$15</c:f>
              <c:numCache>
                <c:formatCode>General</c:formatCode>
                <c:ptCount val="14"/>
                <c:pt idx="0">
                  <c:v>16.8</c:v>
                </c:pt>
                <c:pt idx="1">
                  <c:v>19.0</c:v>
                </c:pt>
                <c:pt idx="2">
                  <c:v>13.361702127659573</c:v>
                </c:pt>
                <c:pt idx="3">
                  <c:v>13.0</c:v>
                </c:pt>
                <c:pt idx="4">
                  <c:v>10.533333333333333</c:v>
                </c:pt>
                <c:pt idx="5">
                  <c:v>9.25</c:v>
                </c:pt>
                <c:pt idx="6">
                  <c:v>8.55</c:v>
                </c:pt>
                <c:pt idx="7">
                  <c:v>7.6</c:v>
                </c:pt>
                <c:pt idx="8">
                  <c:v>7.0</c:v>
                </c:pt>
                <c:pt idx="9">
                  <c:v>6.75</c:v>
                </c:pt>
                <c:pt idx="10">
                  <c:v>6.2</c:v>
                </c:pt>
                <c:pt idx="11">
                  <c:v>5.0</c:v>
                </c:pt>
                <c:pt idx="12">
                  <c:v>4.0</c:v>
                </c:pt>
                <c:pt idx="13">
                  <c:v>3.6666666666666665</c:v>
                </c:pt>
              </c:numCache>
            </c:numRef>
          </c:xVal>
          <c:yVal>
            <c:numRef>
              <c:f>Sheet1!$B$2:$B$15</c:f>
              <c:numCache>
                <c:formatCode>General</c:formatCode>
                <c:ptCount val="14"/>
                <c:pt idx="0">
                  <c:v>0.19129385000000002</c:v>
                </c:pt>
                <c:pt idx="1">
                  <c:v>0.4006714</c:v>
                </c:pt>
                <c:pt idx="2">
                  <c:v>1.164734758</c:v>
                </c:pt>
                <c:pt idx="3">
                  <c:v>0.32356045</c:v>
                </c:pt>
                <c:pt idx="4">
                  <c:v>1.06103445</c:v>
                </c:pt>
                <c:pt idx="5">
                  <c:v>1.131342336</c:v>
                </c:pt>
                <c:pt idx="6">
                  <c:v>2.1392593460000002</c:v>
                </c:pt>
                <c:pt idx="7">
                  <c:v>1.33534929</c:v>
                </c:pt>
                <c:pt idx="8">
                  <c:v>1.20525785</c:v>
                </c:pt>
                <c:pt idx="9">
                  <c:v>1.0537171239999998</c:v>
                </c:pt>
                <c:pt idx="10">
                  <c:v>1.195492774</c:v>
                </c:pt>
                <c:pt idx="11">
                  <c:v>0.9195205</c:v>
                </c:pt>
                <c:pt idx="12">
                  <c:v>0.9364251499999998</c:v>
                </c:pt>
                <c:pt idx="13">
                  <c:v>1.0370818000000002</c:v>
                </c:pt>
              </c:numCache>
            </c:numRef>
          </c:yVal>
          <c:bubbleSize>
            <c:numRef>
              <c:f>Sheet1!$C$2:$C$15</c:f>
              <c:numCache>
                <c:formatCode>General</c:formatCode>
                <c:ptCount val="14"/>
                <c:pt idx="0">
                  <c:v>16.8</c:v>
                </c:pt>
                <c:pt idx="1">
                  <c:v>19.0</c:v>
                </c:pt>
                <c:pt idx="2">
                  <c:v>62.8</c:v>
                </c:pt>
                <c:pt idx="3">
                  <c:v>13.0</c:v>
                </c:pt>
                <c:pt idx="4">
                  <c:v>31.6</c:v>
                </c:pt>
                <c:pt idx="5">
                  <c:v>37.0</c:v>
                </c:pt>
                <c:pt idx="6">
                  <c:v>68.4</c:v>
                </c:pt>
                <c:pt idx="7">
                  <c:v>38.0</c:v>
                </c:pt>
                <c:pt idx="8">
                  <c:v>28.0</c:v>
                </c:pt>
                <c:pt idx="9">
                  <c:v>27.0</c:v>
                </c:pt>
                <c:pt idx="10">
                  <c:v>31.0</c:v>
                </c:pt>
                <c:pt idx="11">
                  <c:v>15.0</c:v>
                </c:pt>
                <c:pt idx="12">
                  <c:v>12.0</c:v>
                </c:pt>
                <c:pt idx="13">
                  <c:v>11.0</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max val="21.0"/>
          <c:min val="0.0"/>
        </c:scaling>
        <c:delete val="0"/>
        <c:axPos val="b"/>
        <c:numFmt formatCode="0" sourceLinked="0"/>
        <c:majorTickMark val="out"/>
        <c:minorTickMark val="none"/>
        <c:tickLblPos val="nextTo"/>
        <c:spPr>
          <a:ln w="9525">
            <a:solidFill>
              <a:srgbClr val="E0E0E0"/>
            </a:solidFill>
          </a:ln>
        </c:spPr>
        <c:txPr>
          <a:bodyPr/>
          <a:lstStyle/>
          <a:p>
            <a:pPr>
              <a:defRPr sz="650">
                <a:solidFill>
                  <a:srgbClr val="5F5F5F"/>
                </a:solidFill>
                <a:latin typeface="MarkOT"/>
              </a:defRPr>
            </a:pPr>
          </a:p>
        </c:txPr>
        <c:crossAx val="-2115723560"/>
        <c:crosses val="autoZero"/>
        <c:crossBetween val="midCat"/>
      </c:valAx>
      <c:valAx>
        <c:axId val="-2115723560"/>
        <c:scaling>
          <c:orientation val="minMax"/>
          <c:max val="2.4"/>
          <c:min val="0.0"/>
        </c:scaling>
        <c:delete val="0"/>
        <c:axPos val="l"/>
        <c:majorGridlines>
          <c:spPr>
            <a:ln w="6350">
              <a:solidFill>
                <a:srgbClr val="E0E0E0"/>
              </a:solidFill>
            </a:ln>
          </c:spPr>
        </c:majorGridlines>
        <c:numFmt formatCode="0.0" sourceLinked="0"/>
        <c:majorTickMark val="none"/>
        <c:minorTickMark val="none"/>
        <c:tickLblPos val="nextTo"/>
        <c:spPr>
          <a:ln w="9525">
            <a:noFill/>
          </a:ln>
        </c:spPr>
        <c:txPr>
          <a:bodyPr/>
          <a:lstStyle/>
          <a:p>
            <a:pPr>
              <a:defRPr sz="650">
                <a:solidFill>
                  <a:srgbClr val="5F5F5F"/>
                </a:solidFill>
                <a:latin typeface="MarkOT"/>
              </a:defRPr>
            </a:pPr>
          </a:p>
        </c:txPr>
        <c:crossAx val="-2115720072"/>
        <c:crosses val="autoZero"/>
        <c:crossBetween val="midCat"/>
      </c:valAx>
    </c:plotArea>
    <c:plotVisOnly val="1"/>
    <c:dispBlanksAs val="gap"/>
    <c:showDLblsOverMax val="0"/>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600"/>
          <c:y val="0.0300"/>
          <c:w val="0.6000"/>
          <c:h val="0.9000"/>
        </c:manualLayout>
      </c:layout>
      <c:barChart>
        <c:barDir val="bar"/>
        <c:grouping val="clustered"/>
        <c:ser>
          <c:idx val="0"/>
          <c:order val="0"/>
          <c:tx>
            <c:strRef>
              <c:f>Sheet1!$B$1</c:f>
              <c:strCache>
                <c:ptCount val="1"/>
                <c:pt idx="0">
                  <c:v>Worth</c:v>
                </c:pt>
              </c:strCache>
            </c:strRef>
          </c:tx>
          <c:spPr>
            <a:solidFill>
              <a:srgbClr val="18249C"/>
            </a:solidFill>
            <a:ln>
              <a:noFill/>
            </a:ln>
          </c:spPr>
          <c:dPt>
            <c:idx val="2"/>
            <c:spPr>
              <a:solidFill>
                <a:srgbClr val="ED0C06"/>
              </a:solidFill>
              <a:ln>
                <a:noFill/>
              </a:ln>
            </c:spPr>
          </c:dPt>
          <c:dPt>
            <c:idx val="3"/>
            <c:spPr>
              <a:solidFill>
                <a:srgbClr val="ED0C06"/>
              </a:solidFill>
              <a:ln>
                <a:noFill/>
              </a:ln>
            </c:spPr>
          </c:dPt>
          <c:dPt>
            <c:idx val="4"/>
            <c:spPr>
              <a:solidFill>
                <a:srgbClr val="ED0C06"/>
              </a:solidFill>
              <a:ln>
                <a:noFill/>
              </a:ln>
            </c:spPr>
          </c:dPt>
          <c:dPt>
            <c:idx val="5"/>
            <c:spPr>
              <a:solidFill>
                <a:srgbClr val="ED0C06"/>
              </a:solidFill>
              <a:ln>
                <a:noFill/>
              </a:ln>
            </c:spPr>
          </c:dPt>
          <c:dLbls>
            <c:numFmt formatCode="0.00" sourceLinked="0"/>
            <c:txPr>
              <a:bodyPr/>
              <a:lstStyle/>
              <a:p>
                <a:pPr>
                  <a:defRPr sz="700">
                    <a:solidFill>
                      <a:srgbClr val="1A1A1A"/>
                    </a:solidFill>
                    <a:latin typeface="MarkOTBold"/>
                  </a:defRPr>
                </a:pPr>
              </a:p>
            </c:txPr>
            <c:dLblPos val="outEnd"/>
            <c:showLegendKey val="0"/>
            <c:showVal val="1"/>
            <c:showCatName val="0"/>
            <c:showSerName val="0"/>
            <c:showPercent val="0"/>
            <c:showBubbleSize val="0"/>
            <c:showLeaderLines val="1"/>
          </c:dLbls>
          <c:cat>
            <c:strRef>
              <c:f>Sheet1!$A$2:$A$7</c:f>
              <c:strCache>
                <c:ptCount val="6"/>
                <c:pt idx="0">
                  <c:v>Revert or keep the 12 re-priced roles</c:v>
                </c:pt>
                <c:pt idx="1">
                  <c:v>COE Cyber allocation</c:v>
                </c:pt>
                <c:pt idx="2">
                  <c:v>COE Service Ops allocation</c:v>
                </c:pt>
                <c:pt idx="3">
                  <c:v>Hire months as commitments</c:v>
                </c:pt>
                <c:pt idx="4">
                  <c:v>22 held roles</c:v>
                </c:pt>
                <c:pt idx="5">
                  <c:v>19 vacant overhead roles</c:v>
                </c:pt>
              </c:strCache>
            </c:strRef>
          </c:cat>
          <c:val>
            <c:numRef>
              <c:f>Sheet1!$B$2:$B$7</c:f>
              <c:numCache>
                <c:formatCode>General</c:formatCode>
                <c:ptCount val="6"/>
                <c:pt idx="0">
                  <c:v>0.31</c:v>
                </c:pt>
                <c:pt idx="1">
                  <c:v>1.16</c:v>
                </c:pt>
                <c:pt idx="2">
                  <c:v>2.33</c:v>
                </c:pt>
                <c:pt idx="3">
                  <c:v>3.1</c:v>
                </c:pt>
                <c:pt idx="4">
                  <c:v>4.47</c:v>
                </c:pt>
                <c:pt idx="5">
                  <c:v>4.7</c:v>
                </c:pt>
              </c:numCache>
            </c:numRef>
          </c:val>
        </c:ser>
        <c:gapWidth val="45"/>
        <c:axId val="-2068027336"/>
        <c:axId val="-2113994440"/>
      </c:barChart>
      <c:catAx>
        <c:axId val="-2068027336"/>
        <c:scaling>
          <c:orientation val="minMax"/>
        </c:scaling>
        <c:delete val="0"/>
        <c:axPos val="l"/>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5.5"/>
        </c:scaling>
        <c:delete val="0"/>
        <c:axPos val="b"/>
        <c:majorGridlines>
          <c:spPr>
            <a:ln w="6350">
              <a:solidFill>
                <a:srgbClr val="E0E0E0"/>
              </a:solidFill>
            </a:ln>
          </c:spPr>
        </c:majorGridlines>
        <c:numFmt formatCode="0" sourceLinked="0"/>
        <c:majorTickMark val="none"/>
        <c:minorTickMark val="none"/>
        <c:tickLblPos val="nextTo"/>
        <c:spPr>
          <a:ln w="9525">
            <a:noFill/>
          </a:ln>
        </c:spPr>
        <c:txPr>
          <a:bodyPr/>
          <a:lstStyle/>
          <a:p>
            <a:pPr>
              <a:defRPr sz="650">
                <a:solidFill>
                  <a:srgbClr val="5F5F5F"/>
                </a:solidFill>
                <a:latin typeface="MarkOT"/>
              </a:defRPr>
            </a:pPr>
          </a:p>
        </c:txPr>
        <c:crossAx val="-2068027336"/>
        <c:crosses val="autoZero"/>
      </c:val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00"/>
          <c:y val="0.0500"/>
          <c:w val="0.9600"/>
          <c:h val="0.7600"/>
        </c:manualLayout>
      </c:layout>
      <c:barChart>
        <c:barDir val="col"/>
        <c:grouping val="stacked"/>
        <c:ser>
          <c:idx val="0"/>
          <c:order val="0"/>
          <c:tx>
            <c:strRef>
              <c:f>Sheet1!$B$1</c:f>
              <c:strCache>
                <c:ptCount val="1"/>
                <c:pt idx="0">
                  <c:v>base</c:v>
                </c:pt>
              </c:strCache>
            </c:strRef>
          </c:tx>
          <c:spPr>
            <a:noFill/>
            <a:ln>
              <a:noFill/>
            </a:ln>
          </c:spPr>
          <c:cat>
            <c:strRef>
              <c:f>Sheet1!$A$2:$A$5</c:f>
              <c:strCache>
                <c:ptCount val="4"/>
                <c:pt idx="0">
                  <c:v>FY26 second half
annualised</c:v>
                </c:pt>
                <c:pt idx="1">
                  <c:v>70 roles starting
Jul to Nov 2026</c:v>
                </c:pt>
                <c:pt idx="2">
                  <c:v>15 roles starting
in 2027</c:v>
                </c:pt>
                <c:pt idx="3">
                  <c:v>FY27 cost
to TDD</c:v>
                </c:pt>
              </c:strCache>
            </c:strRef>
          </c:cat>
          <c:val>
            <c:numRef>
              <c:f>Sheet1!$B$2:$B$5</c:f>
              <c:numCache>
                <c:formatCode>General</c:formatCode>
                <c:ptCount val="4"/>
                <c:pt idx="0">
                  <c:v>0.0</c:v>
                </c:pt>
                <c:pt idx="1">
                  <c:v>50.45</c:v>
                </c:pt>
                <c:pt idx="2">
                  <c:v>53.27</c:v>
                </c:pt>
                <c:pt idx="3">
                  <c:v>0.0</c:v>
                </c:pt>
              </c:numCache>
            </c:numRef>
          </c:val>
        </c:ser>
        <c:ser>
          <c:idx val="1"/>
          <c:order val="1"/>
          <c:tx>
            <c:strRef>
              <c:f>Sheet1!$C$1</c:f>
              <c:strCache>
                <c:ptCount val="1"/>
                <c:pt idx="0">
                  <c:v>step</c:v>
                </c:pt>
              </c:strCache>
            </c:strRef>
          </c:tx>
          <c:spPr>
            <a:solidFill>
              <a:srgbClr val="ED0C06"/>
            </a:solidFill>
            <a:ln>
              <a:noFill/>
            </a:ln>
          </c:spPr>
          <c:dPt>
            <c:idx val="0"/>
            <c:spPr>
              <a:solidFill>
                <a:srgbClr val="18249C"/>
              </a:solidFill>
              <a:ln>
                <a:noFill/>
              </a:ln>
            </c:spPr>
          </c:dPt>
          <c:dPt>
            <c:idx val="3"/>
            <c:spPr>
              <a:solidFill>
                <a:srgbClr val="18249C"/>
              </a:solidFill>
              <a:ln>
                <a:noFill/>
              </a:ln>
            </c:spPr>
          </c:dPt>
          <c:dLbls>
            <c:numFmt formatCode="0.00" sourceLinked="0"/>
            <c:txPr>
              <a:bodyPr/>
              <a:lstStyle/>
              <a:p>
                <a:pPr>
                  <a:defRPr sz="800">
                    <a:solidFill>
                      <a:srgbClr val="1A1A1A"/>
                    </a:solidFill>
                    <a:latin typeface="MarkOTBold"/>
                  </a:defRPr>
                </a:pPr>
              </a:p>
            </c:txPr>
            <c:dLblPos val="inEnd"/>
            <c:showLegendKey val="0"/>
            <c:showVal val="1"/>
            <c:showCatName val="0"/>
            <c:showSerName val="0"/>
            <c:showPercent val="0"/>
            <c:showBubbleSize val="0"/>
            <c:showLeaderLines val="1"/>
          </c:dLbls>
          <c:cat>
            <c:strRef>
              <c:f>Sheet1!$A$2:$A$5</c:f>
              <c:strCache>
                <c:ptCount val="4"/>
                <c:pt idx="0">
                  <c:v>FY26 second half
annualised</c:v>
                </c:pt>
                <c:pt idx="1">
                  <c:v>70 roles starting
Jul to Nov 2026</c:v>
                </c:pt>
                <c:pt idx="2">
                  <c:v>15 roles starting
in 2027</c:v>
                </c:pt>
                <c:pt idx="3">
                  <c:v>FY27 cost
to TDD</c:v>
                </c:pt>
              </c:strCache>
            </c:strRef>
          </c:cat>
          <c:val>
            <c:numRef>
              <c:f>Sheet1!$C$2:$C$5</c:f>
              <c:numCache>
                <c:formatCode>General</c:formatCode>
                <c:ptCount val="4"/>
                <c:pt idx="0">
                  <c:v>50.45</c:v>
                </c:pt>
                <c:pt idx="1">
                  <c:v>2.82</c:v>
                </c:pt>
                <c:pt idx="2">
                  <c:v>0.85</c:v>
                </c:pt>
                <c:pt idx="3">
                  <c:v>54.1177</c:v>
                </c:pt>
              </c:numCache>
            </c:numRef>
          </c:val>
        </c:ser>
        <c:gapWidth val="55"/>
        <c:overlap val="100"/>
        <c:axId val="-2068027336"/>
        <c:axId val="-2113994440"/>
      </c:barChart>
      <c:catAx>
        <c:axId val="-2068027336"/>
        <c:scaling>
          <c:orientation val="minMax"/>
        </c:scaling>
        <c:delete val="0"/>
        <c:axPos val="b"/>
        <c:majorTickMark val="out"/>
        <c:minorTickMark val="none"/>
        <c:tickLblPos val="nextTo"/>
        <c:spPr>
          <a:ln w="9525">
            <a:solidFill>
              <a:srgbClr val="E0E0E0"/>
            </a:solidFill>
          </a:ln>
        </c:spPr>
        <c:txPr>
          <a:bodyPr/>
          <a:lstStyle/>
          <a:p>
            <a:pPr>
              <a:defRPr sz="700">
                <a:solidFill>
                  <a:srgbClr val="1A1A1A"/>
                </a:solidFill>
                <a:latin typeface="MarkOT"/>
              </a:defRPr>
            </a:pPr>
          </a:p>
        </c:txPr>
        <c:crossAx val="-2113994440"/>
        <c:crosses val="autoZero"/>
        <c:auto val="1"/>
        <c:lblAlgn val="ctr"/>
        <c:lblOffset val="100"/>
        <c:noMultiLvlLbl val="0"/>
      </c:catAx>
      <c:valAx>
        <c:axId val="-2113994440"/>
        <c:scaling>
          <c:max val="55.4"/>
          <c:min val="49.0"/>
        </c:scaling>
        <c:delete/>
        <c:axPos val="l"/>
        <c:majorTickMark val="out"/>
        <c:minorTickMark val="none"/>
        <c:tickLblPos val="nextTo"/>
        <c:crossAx val="-2068027336"/>
        <c:crosses val="autoZero"/>
      </c:valAx>
    </c:plotArea>
    <c:dispBlanksAs val="gap"/>
  </c:chart>
  <c:spPr>
    <a:noFill/>
    <a:ln>
      <a:noFill/>
    </a:ln>
  </c:spPr>
  <c:txPr>
    <a:bodyPr/>
    <a:lstStyle/>
    <a:p>
      <a:pPr>
        <a:defRPr sz="750">
          <a:solidFill>
            <a:srgbClr val="1A1A1A"/>
          </a:solidFill>
          <a:latin typeface="MarkOT"/>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800"/>
          <c:y val="0.0300"/>
          <c:w val="0.6800"/>
          <c:h val="0.9000"/>
        </c:manualLayout>
      </c:layout>
      <c:barChart>
        <c:barDir val="bar"/>
        <c:grouping val="clustered"/>
        <c:ser>
          <c:idx val="0"/>
          <c:order val="0"/>
          <c:tx>
            <c:strRef>
              <c:f>Sheet1!$B$1</c:f>
              <c:strCache>
                <c:ptCount val="1"/>
                <c:pt idx="0">
                  <c:v>Cost before</c:v>
                </c:pt>
              </c:strCache>
            </c:strRef>
          </c:tx>
          <c:spPr>
            <a:solidFill>
              <a:srgbClr val="E0E0E0"/>
            </a:solidFill>
            <a:ln>
              <a:noFill/>
            </a:ln>
          </c:spPr>
          <c:dLbls>
            <c:numFmt formatCode="0.00" sourceLinked="0"/>
            <c:txPr>
              <a:bodyPr/>
              <a:lstStyle/>
              <a:p>
                <a:pPr>
                  <a:defRPr sz="600">
                    <a:solidFill>
                      <a:srgbClr val="5F5F5F"/>
                    </a:solidFill>
                    <a:latin typeface="MarkOT"/>
                  </a:defRPr>
                </a:pPr>
              </a:p>
            </c:txPr>
            <c:dLblPos val="outEnd"/>
            <c:showLegendKey val="0"/>
            <c:showVal val="1"/>
            <c:showCatName val="0"/>
            <c:showSerName val="0"/>
            <c:showPercent val="0"/>
            <c:showBubbleSize val="0"/>
            <c:showLeaderLines val="1"/>
          </c:dLbls>
          <c:cat>
            <c:strRef>
              <c:f>Sheet1!$A$2:$A$11</c:f>
              <c:strCache>
                <c:ptCount val="10"/>
                <c:pt idx="0">
                  <c:v>P&amp;C</c:v>
                </c:pt>
                <c:pt idx="1">
                  <c:v>COE BP&amp;T</c:v>
                </c:pt>
                <c:pt idx="2">
                  <c:v>Enterprise Data</c:v>
                </c:pt>
                <c:pt idx="3">
                  <c:v>Infrastructure</c:v>
                </c:pt>
                <c:pt idx="4">
                  <c:v>COE Service Ops</c:v>
                </c:pt>
                <c:pt idx="5">
                  <c:v>COE Cyber</c:v>
                </c:pt>
                <c:pt idx="6">
                  <c:v>Commercial Fuels</c:v>
                </c:pt>
                <c:pt idx="7">
                  <c:v>TDD Group Functions</c:v>
                </c:pt>
                <c:pt idx="8">
                  <c:v>Ampol Retail</c:v>
                </c:pt>
                <c:pt idx="9">
                  <c:v>Customer</c:v>
                </c:pt>
              </c:strCache>
            </c:strRef>
          </c:cat>
          <c:val>
            <c:numRef>
              <c:f>Sheet1!$B$2:$B$11</c:f>
              <c:numCache>
                <c:formatCode>General</c:formatCode>
                <c:ptCount val="10"/>
                <c:pt idx="0">
                  <c:v>0.341</c:v>
                </c:pt>
                <c:pt idx="1">
                  <c:v>0.3733</c:v>
                </c:pt>
                <c:pt idx="2">
                  <c:v>0.58</c:v>
                </c:pt>
                <c:pt idx="3">
                  <c:v>1.0605</c:v>
                </c:pt>
                <c:pt idx="4">
                  <c:v>1.3165</c:v>
                </c:pt>
                <c:pt idx="5">
                  <c:v>1.696</c:v>
                </c:pt>
                <c:pt idx="6">
                  <c:v>1.8192</c:v>
                </c:pt>
                <c:pt idx="7">
                  <c:v>2.1003</c:v>
                </c:pt>
                <c:pt idx="8">
                  <c:v>2.5317</c:v>
                </c:pt>
                <c:pt idx="9">
                  <c:v>2.7874</c:v>
                </c:pt>
              </c:numCache>
            </c:numRef>
          </c:val>
        </c:ser>
        <c:ser>
          <c:idx val="1"/>
          <c:order val="1"/>
          <c:tx>
            <c:strRef>
              <c:f>Sheet1!$C$1</c:f>
              <c:strCache>
                <c:ptCount val="1"/>
                <c:pt idx="0">
                  <c:v>Cost after</c:v>
                </c:pt>
              </c:strCache>
            </c:strRef>
          </c:tx>
          <c:spPr>
            <a:solidFill>
              <a:srgbClr val="18249C"/>
            </a:solidFill>
            <a:ln>
              <a:noFill/>
            </a:ln>
          </c:spPr>
          <c:dLbls>
            <c:numFmt formatCode="0.00" sourceLinked="0"/>
            <c:txPr>
              <a:bodyPr/>
              <a:lstStyle/>
              <a:p>
                <a:pPr>
                  <a:defRPr sz="600">
                    <a:solidFill>
                      <a:srgbClr val="1A1A1A"/>
                    </a:solidFill>
                    <a:latin typeface="MarkOTBold"/>
                  </a:defRPr>
                </a:pPr>
              </a:p>
            </c:txPr>
            <c:dLblPos val="outEnd"/>
            <c:showLegendKey val="0"/>
            <c:showVal val="1"/>
            <c:showCatName val="0"/>
            <c:showSerName val="0"/>
            <c:showPercent val="0"/>
            <c:showBubbleSize val="0"/>
            <c:showLeaderLines val="1"/>
          </c:dLbls>
          <c:cat>
            <c:strRef>
              <c:f>Sheet1!$A$2:$A$11</c:f>
              <c:strCache>
                <c:ptCount val="10"/>
                <c:pt idx="0">
                  <c:v>P&amp;C</c:v>
                </c:pt>
                <c:pt idx="1">
                  <c:v>COE BP&amp;T</c:v>
                </c:pt>
                <c:pt idx="2">
                  <c:v>Enterprise Data</c:v>
                </c:pt>
                <c:pt idx="3">
                  <c:v>Infrastructure</c:v>
                </c:pt>
                <c:pt idx="4">
                  <c:v>COE Service Ops</c:v>
                </c:pt>
                <c:pt idx="5">
                  <c:v>COE Cyber</c:v>
                </c:pt>
                <c:pt idx="6">
                  <c:v>Commercial Fuels</c:v>
                </c:pt>
                <c:pt idx="7">
                  <c:v>TDD Group Functions</c:v>
                </c:pt>
                <c:pt idx="8">
                  <c:v>Ampol Retail</c:v>
                </c:pt>
                <c:pt idx="9">
                  <c:v>Customer</c:v>
                </c:pt>
              </c:strCache>
            </c:strRef>
          </c:cat>
          <c:val>
            <c:numRef>
              <c:f>Sheet1!$C$2:$C$11</c:f>
              <c:numCache>
                <c:formatCode>General</c:formatCode>
                <c:ptCount val="10"/>
                <c:pt idx="0">
                  <c:v>0.1364</c:v>
                </c:pt>
                <c:pt idx="1">
                  <c:v>0.1493</c:v>
                </c:pt>
                <c:pt idx="2">
                  <c:v>0.58</c:v>
                </c:pt>
                <c:pt idx="3">
                  <c:v>0.401</c:v>
                </c:pt>
                <c:pt idx="4">
                  <c:v>0.3998</c:v>
                </c:pt>
                <c:pt idx="5">
                  <c:v>0.6614</c:v>
                </c:pt>
                <c:pt idx="6">
                  <c:v>0.7277</c:v>
                </c:pt>
                <c:pt idx="7">
                  <c:v>0.8401</c:v>
                </c:pt>
                <c:pt idx="8">
                  <c:v>0.938</c:v>
                </c:pt>
                <c:pt idx="9">
                  <c:v>1.3787</c:v>
                </c:pt>
              </c:numCache>
            </c:numRef>
          </c:val>
        </c:ser>
        <c:gapWidth val="45"/>
        <c:overlap val="-10"/>
        <c:axId val="-2068027336"/>
        <c:axId val="-2113994440"/>
      </c:barChart>
      <c:catAx>
        <c:axId val="-2068027336"/>
        <c:scaling>
          <c:orientation val="minMax"/>
        </c:scaling>
        <c:delete val="0"/>
        <c:axPos val="l"/>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3.4"/>
        </c:scaling>
        <c:delete val="0"/>
        <c:axPos val="b"/>
        <c:majorGridlines>
          <c:spPr>
            <a:ln w="6350">
              <a:solidFill>
                <a:srgbClr val="E0E0E0"/>
              </a:solidFill>
            </a:ln>
          </c:spPr>
        </c:majorGridlines>
        <c:numFmt formatCode="0.0" sourceLinked="0"/>
        <c:majorTickMark val="none"/>
        <c:minorTickMark val="none"/>
        <c:tickLblPos val="nextTo"/>
        <c:spPr>
          <a:ln w="9525">
            <a:noFill/>
          </a:ln>
        </c:spPr>
        <c:txPr>
          <a:bodyPr/>
          <a:lstStyle/>
          <a:p>
            <a:pPr>
              <a:defRPr sz="650">
                <a:solidFill>
                  <a:srgbClr val="5F5F5F"/>
                </a:solidFill>
                <a:latin typeface="MarkOT"/>
              </a:defRPr>
            </a:pPr>
          </a:p>
        </c:txPr>
        <c:crossAx val="-2068027336"/>
        <c:crosses val="autoZero"/>
      </c:val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00"/>
          <c:y val="0.0600"/>
          <c:w val="0.9600"/>
          <c:h val="0.7200"/>
        </c:manualLayout>
      </c:layout>
      <c:barChart>
        <c:barDir val="col"/>
        <c:grouping val="stacked"/>
        <c:ser>
          <c:idx val="0"/>
          <c:order val="0"/>
          <c:tx>
            <c:strRef>
              <c:f>Sheet1!$B$1</c:f>
              <c:strCache>
                <c:ptCount val="1"/>
                <c:pt idx="0">
                  <c:v>base</c:v>
                </c:pt>
              </c:strCache>
            </c:strRef>
          </c:tx>
          <c:spPr>
            <a:noFill/>
            <a:ln>
              <a:noFill/>
            </a:ln>
          </c:spPr>
          <c:cat>
            <c:strRef>
              <c:f>Sheet1!$A$2:$A$6</c:f>
              <c:strCache>
                <c:ptCount val="5"/>
                <c:pt idx="0">
                  <c:v>Full price
today</c:v>
                </c:pt>
                <c:pt idx="1">
                  <c:v>30 vacancies
held at zero</c:v>
                </c:pt>
                <c:pt idx="2">
                  <c:v>82 roles at the
offshore rate</c:v>
                </c:pt>
                <c:pt idx="3">
                  <c:v>Filled holds and the
cyber uplift share</c:v>
                </c:pt>
                <c:pt idx="4">
                  <c:v>Cost after
the levers</c:v>
                </c:pt>
              </c:strCache>
            </c:strRef>
          </c:cat>
          <c:val>
            <c:numRef>
              <c:f>Sheet1!$B$2:$B$6</c:f>
              <c:numCache>
                <c:formatCode>General</c:formatCode>
                <c:ptCount val="5"/>
                <c:pt idx="0">
                  <c:v>0.0</c:v>
                </c:pt>
                <c:pt idx="1">
                  <c:v>109.5668</c:v>
                </c:pt>
                <c:pt idx="2">
                  <c:v>101.1733</c:v>
                </c:pt>
                <c:pt idx="3">
                  <c:v>98.8303</c:v>
                </c:pt>
                <c:pt idx="4">
                  <c:v>0.0</c:v>
                </c:pt>
              </c:numCache>
            </c:numRef>
          </c:val>
        </c:ser>
        <c:ser>
          <c:idx val="1"/>
          <c:order val="1"/>
          <c:tx>
            <c:strRef>
              <c:f>Sheet1!$C$1</c:f>
              <c:strCache>
                <c:ptCount val="1"/>
                <c:pt idx="0">
                  <c:v>step</c:v>
                </c:pt>
              </c:strCache>
            </c:strRef>
          </c:tx>
          <c:spPr>
            <a:solidFill>
              <a:srgbClr val="747BC3"/>
            </a:solidFill>
            <a:ln>
              <a:noFill/>
            </a:ln>
          </c:spPr>
          <c:dPt>
            <c:idx val="0"/>
            <c:spPr>
              <a:solidFill>
                <a:srgbClr val="18249C"/>
              </a:solidFill>
              <a:ln>
                <a:noFill/>
              </a:ln>
            </c:spPr>
          </c:dPt>
          <c:dPt>
            <c:idx val="4"/>
            <c:spPr>
              <a:solidFill>
                <a:srgbClr val="18249C"/>
              </a:solidFill>
              <a:ln>
                <a:noFill/>
              </a:ln>
            </c:spPr>
          </c:dPt>
          <c:dLbls>
            <c:dLbl>
              <c:idx val="1"/>
              <c:tx>
                <c:rich>
                  <a:bodyPr/>
                  <a:lstStyle/>
                  <a:p>
                    <a:pPr>
                      <a:defRPr sz="700" b="1">
                        <a:solidFill>
                          <a:srgbClr val="1A1A1A"/>
                        </a:solidFill>
                        <a:latin typeface="MarkOTBold"/>
                      </a:defRPr>
                    </a:pPr>
                    <a:r>
                      <a:rPr lang="en-AU" sz="700" b="1">
                        <a:solidFill>
                          <a:srgbClr val="1A1A1A"/>
                        </a:solidFill>
                        <a:latin typeface="MarkOTBold"/>
                      </a:rPr>
                      <a:t>(5.89)</a:t>
                    </a:r>
                  </a:p>
                </c:rich>
              </c:tx>
              <c:showLegendKey val="0"/>
              <c:showVal val="1"/>
              <c:showCatName val="0"/>
              <c:showSerName val="0"/>
              <c:showPercent val="0"/>
              <c:showBubbleSize val="0"/>
            </c:dLbl>
            <c:dLbl>
              <c:idx val="2"/>
              <c:tx>
                <c:rich>
                  <a:bodyPr/>
                  <a:lstStyle/>
                  <a:p>
                    <a:pPr>
                      <a:defRPr sz="700" b="1">
                        <a:solidFill>
                          <a:srgbClr val="1A1A1A"/>
                        </a:solidFill>
                        <a:latin typeface="MarkOTBold"/>
                      </a:defRPr>
                    </a:pPr>
                    <a:r>
                      <a:rPr lang="en-AU" sz="700" b="1">
                        <a:solidFill>
                          <a:srgbClr val="1A1A1A"/>
                        </a:solidFill>
                        <a:latin typeface="MarkOTBold"/>
                      </a:rPr>
                      <a:t>(8.39)</a:t>
                    </a:r>
                  </a:p>
                </c:rich>
              </c:tx>
              <c:showLegendKey val="0"/>
              <c:showVal val="1"/>
              <c:showCatName val="0"/>
              <c:showSerName val="0"/>
              <c:showPercent val="0"/>
              <c:showBubbleSize val="0"/>
            </c:dLbl>
            <c:dLbl>
              <c:idx val="3"/>
              <c:tx>
                <c:rich>
                  <a:bodyPr/>
                  <a:lstStyle/>
                  <a:p>
                    <a:pPr>
                      <a:defRPr sz="700" b="1">
                        <a:solidFill>
                          <a:srgbClr val="1A1A1A"/>
                        </a:solidFill>
                        <a:latin typeface="MarkOTBold"/>
                      </a:defRPr>
                    </a:pPr>
                    <a:r>
                      <a:rPr lang="en-AU" sz="700" b="1">
                        <a:solidFill>
                          <a:srgbClr val="1A1A1A"/>
                        </a:solidFill>
                        <a:latin typeface="MarkOTBold"/>
                      </a:rPr>
                      <a:t>(2.34)</a:t>
                    </a:r>
                  </a:p>
                </c:rich>
              </c:tx>
              <c:showLegendKey val="0"/>
              <c:showVal val="1"/>
              <c:showCatName val="0"/>
              <c:showSerName val="0"/>
              <c:showPercent val="0"/>
              <c:showBubbleSize val="0"/>
            </c:dLbl>
            <c:numFmt formatCode="0.00" sourceLinked="0"/>
            <c:txPr>
              <a:bodyPr/>
              <a:lstStyle/>
              <a:p>
                <a:pPr>
                  <a:defRPr sz="700">
                    <a:solidFill>
                      <a:srgbClr val="1A1A1A"/>
                    </a:solidFill>
                    <a:latin typeface="MarkOTBold"/>
                  </a:defRPr>
                </a:pPr>
              </a:p>
            </c:txPr>
            <c:dLblPos val="inEnd"/>
            <c:showLegendKey val="0"/>
            <c:showVal val="1"/>
            <c:showCatName val="0"/>
            <c:showSerName val="0"/>
            <c:showPercent val="0"/>
            <c:showBubbleSize val="0"/>
            <c:showLeaderLines val="1"/>
          </c:dLbls>
          <c:cat>
            <c:strRef>
              <c:f>Sheet1!$A$2:$A$6</c:f>
              <c:strCache>
                <c:ptCount val="5"/>
                <c:pt idx="0">
                  <c:v>Full price
today</c:v>
                </c:pt>
                <c:pt idx="1">
                  <c:v>30 vacancies
held at zero</c:v>
                </c:pt>
                <c:pt idx="2">
                  <c:v>82 roles at the
offshore rate</c:v>
                </c:pt>
                <c:pt idx="3">
                  <c:v>Filled holds and the
cyber uplift share</c:v>
                </c:pt>
                <c:pt idx="4">
                  <c:v>Cost after
the levers</c:v>
                </c:pt>
              </c:strCache>
            </c:strRef>
          </c:cat>
          <c:val>
            <c:numRef>
              <c:f>Sheet1!$C$2:$C$6</c:f>
              <c:numCache>
                <c:formatCode>General</c:formatCode>
                <c:ptCount val="5"/>
                <c:pt idx="0">
                  <c:v>115.4568</c:v>
                </c:pt>
                <c:pt idx="1">
                  <c:v>5.89</c:v>
                </c:pt>
                <c:pt idx="2">
                  <c:v>8.3935</c:v>
                </c:pt>
                <c:pt idx="3">
                  <c:v>2.343</c:v>
                </c:pt>
                <c:pt idx="4">
                  <c:v>98.8303</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119.0"/>
          <c:min val="94.0"/>
        </c:scaling>
        <c:delete/>
        <c:axPos val="l"/>
        <c:majorTickMark val="out"/>
        <c:minorTickMark val="none"/>
        <c:tickLblPos val="nextTo"/>
        <c:crossAx val="-2068027336"/>
        <c:crosses val="autoZero"/>
      </c:val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00"/>
          <c:y val="0.0600"/>
          <c:w val="0.9600"/>
          <c:h val="0.7200"/>
        </c:manualLayout>
      </c:layout>
      <c:barChart>
        <c:barDir val="col"/>
        <c:grouping val="stacked"/>
        <c:ser>
          <c:idx val="0"/>
          <c:order val="0"/>
          <c:tx>
            <c:strRef>
              <c:f>Sheet1!$B$1</c:f>
              <c:strCache>
                <c:ptCount val="1"/>
                <c:pt idx="0">
                  <c:v>base</c:v>
                </c:pt>
              </c:strCache>
            </c:strRef>
          </c:tx>
          <c:spPr>
            <a:noFill/>
            <a:ln>
              <a:noFill/>
            </a:ln>
          </c:spPr>
          <c:cat>
            <c:strRef>
              <c:f>Sheet1!$A$2:$A$5</c:f>
              <c:strCache>
                <c:ptCount val="4"/>
                <c:pt idx="0">
                  <c:v>What TDD
pays today</c:v>
                </c:pt>
                <c:pt idx="1">
                  <c:v>Hold the 19 vacant
overhead roles</c:v>
                </c:pt>
                <c:pt idx="2">
                  <c:v>Offshore the last
21 onshore roles</c:v>
                </c:pt>
                <c:pt idx="3">
                  <c:v>Where it
lands</c:v>
                </c:pt>
              </c:strCache>
            </c:strRef>
          </c:cat>
          <c:val>
            <c:numRef>
              <c:f>Sheet1!$B$2:$B$5</c:f>
              <c:numCache>
                <c:formatCode>General</c:formatCode>
                <c:ptCount val="4"/>
                <c:pt idx="0">
                  <c:v>0.0</c:v>
                </c:pt>
                <c:pt idx="1">
                  <c:v>49.416</c:v>
                </c:pt>
                <c:pt idx="2">
                  <c:v>48.4983</c:v>
                </c:pt>
                <c:pt idx="3">
                  <c:v>0.0</c:v>
                </c:pt>
              </c:numCache>
            </c:numRef>
          </c:val>
        </c:ser>
        <c:ser>
          <c:idx val="1"/>
          <c:order val="1"/>
          <c:tx>
            <c:strRef>
              <c:f>Sheet1!$C$1</c:f>
              <c:strCache>
                <c:ptCount val="1"/>
                <c:pt idx="0">
                  <c:v>step</c:v>
                </c:pt>
              </c:strCache>
            </c:strRef>
          </c:tx>
          <c:spPr>
            <a:solidFill>
              <a:srgbClr val="747BC3"/>
            </a:solidFill>
            <a:ln>
              <a:noFill/>
            </a:ln>
          </c:spPr>
          <c:dPt>
            <c:idx val="0"/>
            <c:spPr>
              <a:solidFill>
                <a:srgbClr val="ED0C06"/>
              </a:solidFill>
              <a:ln>
                <a:noFill/>
              </a:ln>
            </c:spPr>
          </c:dPt>
          <c:dPt>
            <c:idx val="3"/>
            <c:spPr>
              <a:solidFill>
                <a:srgbClr val="18249C"/>
              </a:solidFill>
              <a:ln>
                <a:noFill/>
              </a:ln>
            </c:spPr>
          </c:dPt>
          <c:dLbls>
            <c:dLbl>
              <c:idx val="1"/>
              <c:tx>
                <c:rich>
                  <a:bodyPr/>
                  <a:lstStyle/>
                  <a:p>
                    <a:pPr>
                      <a:defRPr sz="700" b="1">
                        <a:solidFill>
                          <a:srgbClr val="1A1A1A"/>
                        </a:solidFill>
                        <a:latin typeface="MarkOTBold"/>
                      </a:defRPr>
                    </a:pPr>
                    <a:r>
                      <a:rPr lang="en-AU" sz="700" b="1">
                        <a:solidFill>
                          <a:srgbClr val="1A1A1A"/>
                        </a:solidFill>
                        <a:latin typeface="MarkOTBold"/>
                      </a:rPr>
                      <a:t>(4.70)</a:t>
                    </a:r>
                  </a:p>
                </c:rich>
              </c:tx>
              <c:showLegendKey val="0"/>
              <c:showVal val="1"/>
              <c:showCatName val="0"/>
              <c:showSerName val="0"/>
              <c:showPercent val="0"/>
              <c:showBubbleSize val="0"/>
            </c:dLbl>
            <c:dLbl>
              <c:idx val="2"/>
              <c:tx>
                <c:rich>
                  <a:bodyPr/>
                  <a:lstStyle/>
                  <a:p>
                    <a:pPr>
                      <a:defRPr sz="700" b="1">
                        <a:solidFill>
                          <a:srgbClr val="1A1A1A"/>
                        </a:solidFill>
                        <a:latin typeface="MarkOTBold"/>
                      </a:defRPr>
                    </a:pPr>
                    <a:r>
                      <a:rPr lang="en-AU" sz="700" b="1">
                        <a:solidFill>
                          <a:srgbClr val="1A1A1A"/>
                        </a:solidFill>
                        <a:latin typeface="MarkOTBold"/>
                      </a:rPr>
                      <a:t>(0.92)</a:t>
                    </a:r>
                  </a:p>
                </c:rich>
              </c:tx>
              <c:showLegendKey val="0"/>
              <c:showVal val="1"/>
              <c:showCatName val="0"/>
              <c:showSerName val="0"/>
              <c:showPercent val="0"/>
              <c:showBubbleSize val="0"/>
            </c:dLbl>
            <c:numFmt formatCode="0.00" sourceLinked="0"/>
            <c:txPr>
              <a:bodyPr/>
              <a:lstStyle/>
              <a:p>
                <a:pPr>
                  <a:defRPr sz="700">
                    <a:solidFill>
                      <a:srgbClr val="1A1A1A"/>
                    </a:solidFill>
                    <a:latin typeface="MarkOTBold"/>
                  </a:defRPr>
                </a:pPr>
              </a:p>
            </c:txPr>
            <c:dLblPos val="inEnd"/>
            <c:showLegendKey val="0"/>
            <c:showVal val="1"/>
            <c:showCatName val="0"/>
            <c:showSerName val="0"/>
            <c:showPercent val="0"/>
            <c:showBubbleSize val="0"/>
            <c:showLeaderLines val="1"/>
          </c:dLbls>
          <c:cat>
            <c:strRef>
              <c:f>Sheet1!$A$2:$A$5</c:f>
              <c:strCache>
                <c:ptCount val="4"/>
                <c:pt idx="0">
                  <c:v>What TDD
pays today</c:v>
                </c:pt>
                <c:pt idx="1">
                  <c:v>Hold the 19 vacant
overhead roles</c:v>
                </c:pt>
                <c:pt idx="2">
                  <c:v>Offshore the last
21 onshore roles</c:v>
                </c:pt>
                <c:pt idx="3">
                  <c:v>Where it
lands</c:v>
                </c:pt>
              </c:strCache>
            </c:strRef>
          </c:cat>
          <c:val>
            <c:numRef>
              <c:f>Sheet1!$C$2:$C$5</c:f>
              <c:numCache>
                <c:formatCode>General</c:formatCode>
                <c:ptCount val="4"/>
                <c:pt idx="0">
                  <c:v>54.1177</c:v>
                </c:pt>
                <c:pt idx="1">
                  <c:v>4.7017</c:v>
                </c:pt>
                <c:pt idx="2">
                  <c:v>0.9177</c:v>
                </c:pt>
                <c:pt idx="3">
                  <c:v>48.4983</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56.0"/>
          <c:min val="46.5"/>
        </c:scaling>
        <c:delete/>
        <c:axPos val="l"/>
        <c:majorTickMark val="out"/>
        <c:minorTickMark val="none"/>
        <c:tickLblPos val="nextTo"/>
        <c:crossAx val="-2068027336"/>
        <c:crosses val="autoZero"/>
      </c:val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700"/>
          <c:y val="0.0500"/>
          <c:w val="0.8400"/>
          <c:h val="0.8000"/>
        </c:manualLayout>
      </c:layout>
      <c:barChart>
        <c:barDir val="col"/>
        <c:grouping val="clustered"/>
        <c:ser>
          <c:idx val="0"/>
          <c:order val="0"/>
          <c:tx>
            <c:strRef>
              <c:f>Sheet1!$B$1</c:f>
              <c:strCache>
                <c:ptCount val="1"/>
                <c:pt idx="0">
                  <c:v>Starts in the month</c:v>
                </c:pt>
              </c:strCache>
            </c:strRef>
          </c:tx>
          <c:spPr>
            <a:solidFill>
              <a:srgbClr val="18249C"/>
            </a:solidFill>
            <a:ln>
              <a:noFill/>
            </a:ln>
          </c:spPr>
          <c:dPt>
            <c:idx val="6"/>
            <c:spPr>
              <a:solidFill>
                <a:srgbClr val="747BC3"/>
              </a:solidFill>
              <a:ln>
                <a:noFill/>
              </a:ln>
            </c:spPr>
          </c:dPt>
          <c:dPt>
            <c:idx val="7"/>
            <c:spPr>
              <a:solidFill>
                <a:srgbClr val="747BC3"/>
              </a:solidFill>
              <a:ln>
                <a:noFill/>
              </a:ln>
            </c:spPr>
          </c:dPt>
          <c:dPt>
            <c:idx val="8"/>
            <c:spPr>
              <a:solidFill>
                <a:srgbClr val="747BC3"/>
              </a:solidFill>
              <a:ln>
                <a:noFill/>
              </a:ln>
            </c:spPr>
          </c:dPt>
          <c:dPt>
            <c:idx val="9"/>
            <c:spPr>
              <a:solidFill>
                <a:srgbClr val="747BC3"/>
              </a:solidFill>
              <a:ln>
                <a:noFill/>
              </a:ln>
            </c:spPr>
          </c:dPt>
          <c:dPt>
            <c:idx val="10"/>
            <c:spPr>
              <a:solidFill>
                <a:srgbClr val="747BC3"/>
              </a:solidFill>
              <a:ln>
                <a:noFill/>
              </a:ln>
            </c:spPr>
          </c:dPt>
          <c:dPt>
            <c:idx val="11"/>
            <c:spPr>
              <a:solidFill>
                <a:srgbClr val="747BC3"/>
              </a:solidFill>
              <a:ln>
                <a:noFill/>
              </a:ln>
            </c:spPr>
          </c:dPt>
          <c:dPt>
            <c:idx val="12"/>
            <c:spPr>
              <a:solidFill>
                <a:srgbClr val="747BC3"/>
              </a:solidFill>
              <a:ln>
                <a:noFill/>
              </a:ln>
            </c:spPr>
          </c:dPt>
          <c:dLbls>
            <c:numFmt formatCode="0" sourceLinked="0"/>
            <c:txPr>
              <a:bodyPr/>
              <a:lstStyle/>
              <a:p>
                <a:pPr>
                  <a:defRPr sz="700">
                    <a:solidFill>
                      <a:srgbClr val="1A1A1A"/>
                    </a:solidFill>
                    <a:latin typeface="MarkOTBold"/>
                  </a:defRPr>
                </a:pPr>
              </a:p>
            </c:txPr>
            <c:dLblPos val="outEnd"/>
            <c:showLegendKey val="0"/>
            <c:showVal val="1"/>
            <c:showCatName val="0"/>
            <c:showSerName val="0"/>
            <c:showPercent val="0"/>
            <c:showBubbleSize val="0"/>
            <c:showLeaderLines val="1"/>
          </c:dLbls>
          <c:cat>
            <c:strRef>
              <c:f>Sheet1!$A$2:$A$14</c:f>
              <c:strCache>
                <c:ptCount val="13"/>
                <c:pt idx="0">
                  <c:v>Jul-26</c:v>
                </c:pt>
                <c:pt idx="1">
                  <c:v>Aug-26</c:v>
                </c:pt>
                <c:pt idx="2">
                  <c:v>Sep-26</c:v>
                </c:pt>
                <c:pt idx="3">
                  <c:v>Oct-26</c:v>
                </c:pt>
                <c:pt idx="4">
                  <c:v>Nov-26</c:v>
                </c:pt>
                <c:pt idx="5">
                  <c:v>Dec-26</c:v>
                </c:pt>
                <c:pt idx="6">
                  <c:v>Jan-27</c:v>
                </c:pt>
                <c:pt idx="7">
                  <c:v>Feb-27</c:v>
                </c:pt>
                <c:pt idx="8">
                  <c:v>Mar-27</c:v>
                </c:pt>
                <c:pt idx="9">
                  <c:v>Apr-27</c:v>
                </c:pt>
                <c:pt idx="10">
                  <c:v>May-27</c:v>
                </c:pt>
                <c:pt idx="11">
                  <c:v>Jun-27</c:v>
                </c:pt>
                <c:pt idx="12">
                  <c:v>Jul-27</c:v>
                </c:pt>
              </c:strCache>
            </c:strRef>
          </c:cat>
          <c:val>
            <c:numRef>
              <c:f>Sheet1!$B$2:$B$14</c:f>
              <c:numCache>
                <c:formatCode>General</c:formatCode>
                <c:ptCount val="13"/>
                <c:pt idx="0">
                  <c:v>1</c:v>
                </c:pt>
                <c:pt idx="1">
                  <c:v>14</c:v>
                </c:pt>
                <c:pt idx="2">
                  <c:v>30</c:v>
                </c:pt>
                <c:pt idx="3">
                  <c:v>21</c:v>
                </c:pt>
                <c:pt idx="4">
                  <c:v>7</c:v>
                </c:pt>
                <c:pt idx="5">
                  <c:v>0</c:v>
                </c:pt>
                <c:pt idx="6">
                  <c:v>10</c:v>
                </c:pt>
                <c:pt idx="7">
                  <c:v>3</c:v>
                </c:pt>
                <c:pt idx="8">
                  <c:v>5</c:v>
                </c:pt>
                <c:pt idx="9">
                  <c:v>9</c:v>
                </c:pt>
                <c:pt idx="10">
                  <c:v>4</c:v>
                </c:pt>
                <c:pt idx="11">
                  <c:v>1</c:v>
                </c:pt>
                <c:pt idx="12">
                  <c:v>2</c:v>
                </c:pt>
              </c:numCache>
            </c:numRef>
          </c:val>
        </c:ser>
        <c:gapWidth val="45"/>
        <c:axId val="-2068027336"/>
        <c:axId val="-2113994440"/>
      </c:barChart>
      <c:lineChart>
        <c:grouping val="standard"/>
        <c:varyColors val="0"/>
        <c:ser>
          <c:idx val="1"/>
          <c:order val="1"/>
          <c:tx>
            <c:strRef>
              <c:f>Sheet1!$C$1</c:f>
              <c:strCache>
                <c:ptCount val="1"/>
                <c:pt idx="0">
                  <c:v>Starts to date</c:v>
                </c:pt>
              </c:strCache>
            </c:strRef>
          </c:tx>
          <c:spPr>
            <a:ln w="22225">
              <a:solidFill>
                <a:srgbClr val="ED0C06"/>
              </a:solidFill>
            </a:ln>
          </c:spPr>
          <c:marker>
            <c:symbol val="circle"/>
            <c:size val="4"/>
            <c:spPr>
              <a:solidFill>
                <a:srgbClr val="ED0C06"/>
              </a:solidFill>
              <a:ln>
                <a:noFill/>
              </a:ln>
            </c:spPr>
          </c:marker>
          <c:dLbls>
            <c:dLbl>
              <c:idx val="1"/>
              <c:delete val="1"/>
            </c:dLbl>
            <c:dLbl>
              <c:idx val="3"/>
              <c:delete val="1"/>
            </c:dLbl>
            <c:dLbl>
              <c:idx val="5"/>
              <c:delete val="1"/>
            </c:dLbl>
            <c:dLbl>
              <c:idx val="7"/>
              <c:delete val="1"/>
            </c:dLbl>
            <c:dLbl>
              <c:idx val="9"/>
              <c:delete val="1"/>
            </c:dLbl>
            <c:dLbl>
              <c:idx val="11"/>
              <c:delete val="1"/>
            </c:dLbl>
            <c:numFmt formatCode="0" sourceLinked="0"/>
            <c:txPr>
              <a:bodyPr/>
              <a:lstStyle/>
              <a:p>
                <a:pPr>
                  <a:defRPr sz="650">
                    <a:solidFill>
                      <a:srgbClr val="ED0C06"/>
                    </a:solidFill>
                    <a:latin typeface="MarkOT"/>
                  </a:defRPr>
                </a:pPr>
              </a:p>
            </c:txPr>
            <c:dLblPos val="t"/>
            <c:showLegendKey val="0"/>
            <c:showVal val="1"/>
            <c:showCatName val="0"/>
            <c:showSerName val="0"/>
            <c:showPercent val="0"/>
            <c:showBubbleSize val="0"/>
            <c:showLeaderLines val="1"/>
          </c:dLbls>
          <c:cat>
            <c:strRef>
              <c:f>Sheet1!$A$2:$A$14</c:f>
              <c:strCache>
                <c:ptCount val="13"/>
                <c:pt idx="0">
                  <c:v>Jul-26</c:v>
                </c:pt>
                <c:pt idx="1">
                  <c:v>Aug-26</c:v>
                </c:pt>
                <c:pt idx="2">
                  <c:v>Sep-26</c:v>
                </c:pt>
                <c:pt idx="3">
                  <c:v>Oct-26</c:v>
                </c:pt>
                <c:pt idx="4">
                  <c:v>Nov-26</c:v>
                </c:pt>
                <c:pt idx="5">
                  <c:v>Dec-26</c:v>
                </c:pt>
                <c:pt idx="6">
                  <c:v>Jan-27</c:v>
                </c:pt>
                <c:pt idx="7">
                  <c:v>Feb-27</c:v>
                </c:pt>
                <c:pt idx="8">
                  <c:v>Mar-27</c:v>
                </c:pt>
                <c:pt idx="9">
                  <c:v>Apr-27</c:v>
                </c:pt>
                <c:pt idx="10">
                  <c:v>May-27</c:v>
                </c:pt>
                <c:pt idx="11">
                  <c:v>Jun-27</c:v>
                </c:pt>
                <c:pt idx="12">
                  <c:v>Jul-27</c:v>
                </c:pt>
              </c:strCache>
            </c:strRef>
          </c:cat>
          <c:val>
            <c:numRef>
              <c:f>Sheet1!$C$2:$C$14</c:f>
              <c:numCache>
                <c:formatCode>General</c:formatCode>
                <c:ptCount val="13"/>
                <c:pt idx="0">
                  <c:v>1</c:v>
                </c:pt>
                <c:pt idx="1">
                  <c:v>15</c:v>
                </c:pt>
                <c:pt idx="2">
                  <c:v>45</c:v>
                </c:pt>
                <c:pt idx="3">
                  <c:v>66</c:v>
                </c:pt>
                <c:pt idx="4">
                  <c:v>73</c:v>
                </c:pt>
                <c:pt idx="5">
                  <c:v>73</c:v>
                </c:pt>
                <c:pt idx="6">
                  <c:v>83</c:v>
                </c:pt>
                <c:pt idx="7">
                  <c:v>86</c:v>
                </c:pt>
                <c:pt idx="8">
                  <c:v>91</c:v>
                </c:pt>
                <c:pt idx="9">
                  <c:v>100</c:v>
                </c:pt>
                <c:pt idx="10">
                  <c:v>104</c:v>
                </c:pt>
                <c:pt idx="11">
                  <c:v>105</c:v>
                </c:pt>
                <c:pt idx="12">
                  <c:v>107</c:v>
                </c:pt>
              </c:numCache>
            </c:numRef>
          </c:val>
          <c:smooth val="0"/>
        </c:ser>
        <c:marker val="1"/>
        <c:axId val="771111111"/>
        <c:axId val="771111112"/>
      </c:lineChart>
      <c:catAx>
        <c:axId val="-2068027336"/>
        <c:scaling>
          <c:orientation val="minMax"/>
        </c:scaling>
        <c:delete val="0"/>
        <c:axPos val="b"/>
        <c:majorTickMark val="out"/>
        <c:minorTickMark val="none"/>
        <c:tickLblPos val="nextTo"/>
        <c:spPr>
          <a:ln w="9525">
            <a:solidFill>
              <a:srgbClr val="E0E0E0"/>
            </a:solidFill>
          </a:ln>
        </c:spPr>
        <c:txPr>
          <a:bodyPr/>
          <a:lstStyle/>
          <a:p>
            <a:pPr>
              <a:defRPr sz="650">
                <a:solidFill>
                  <a:srgbClr val="1A1A1A"/>
                </a:solidFill>
                <a:latin typeface="MarkOT"/>
              </a:defRPr>
            </a:pPr>
          </a:p>
        </c:txPr>
        <c:crossAx val="-2113994440"/>
        <c:crosses val="autoZero"/>
        <c:auto val="1"/>
        <c:lblAlgn val="ctr"/>
        <c:lblOffset val="100"/>
        <c:noMultiLvlLbl val="0"/>
      </c:catAx>
      <c:valAx>
        <c:axId val="-2113994440"/>
        <c:scaling>
          <c:max val="34.0"/>
        </c:scaling>
        <c:delete val="0"/>
        <c:axPos val="l"/>
        <c:majorGridlines>
          <c:spPr>
            <a:ln w="6350">
              <a:solidFill>
                <a:srgbClr val="E0E0E0"/>
              </a:solidFill>
            </a:ln>
          </c:spPr>
        </c:majorGridlines>
        <c:numFmt formatCode="0" sourceLinked="0"/>
        <c:majorTickMark val="none"/>
        <c:minorTickMark val="none"/>
        <c:tickLblPos val="nextTo"/>
        <c:spPr>
          <a:ln w="9525">
            <a:noFill/>
          </a:ln>
        </c:spPr>
        <c:txPr>
          <a:bodyPr/>
          <a:lstStyle/>
          <a:p>
            <a:pPr>
              <a:defRPr sz="650">
                <a:solidFill>
                  <a:srgbClr val="5F5F5F"/>
                </a:solidFill>
                <a:latin typeface="MarkOT"/>
              </a:defRPr>
            </a:pPr>
          </a:p>
        </c:txPr>
        <c:crossAx val="-2068027336"/>
        <c:crosses val="autoZero"/>
      </c:valAx>
      <c:valAx>
        <c:axId val="771111112"/>
        <c:scaling>
          <c:orientation val="minMax"/>
        </c:scaling>
        <c:delete val="0"/>
        <c:axPos val="r"/>
        <c:numFmt formatCode="0.0" sourceLinked="0"/>
        <c:majorTickMark val="none"/>
        <c:minorTickMark val="none"/>
        <c:tickLblPos val="nextTo"/>
        <c:spPr>
          <a:ln>
            <a:noFill/>
          </a:ln>
        </c:spPr>
        <c:txPr>
          <a:bodyPr/>
          <a:lstStyle/>
          <a:p>
            <a:pPr>
              <a:defRPr sz="700">
                <a:solidFill>
                  <a:srgbClr val="5F5F5F"/>
                </a:solidFill>
                <a:latin typeface="MarkOT"/>
              </a:defRPr>
            </a:pPr>
            <a:endParaRPr lang="en-AU"/>
          </a:p>
        </c:txPr>
        <c:crossAx val="771111111"/>
        <c:crosses val="max"/>
      </c:valAx>
      <c:catAx>
        <c:axId val="771111111"/>
        <c:scaling>
          <c:orientation val="minMax"/>
        </c:scaling>
        <c:delete val="1"/>
        <c:axPos val="b"/>
        <c:majorTickMark val="none"/>
        <c:minorTickMark val="none"/>
        <c:tickLblPos val="none"/>
        <c:crossAx val="771111112"/>
        <c:crosses val="autoZero"/>
        <c:auto val="1"/>
        <c:lblAlgn val="ctr"/>
        <c:lblOffset val="100"/>
        <c:noMultiLvlLbl val="0"/>
      </c:cat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600"/>
          <c:y val="0.0500"/>
          <c:w val="0.8500"/>
          <c:h val="0.8000"/>
        </c:manualLayout>
      </c:layout>
      <c:barChart>
        <c:barDir val="col"/>
        <c:grouping val="clustered"/>
        <c:ser>
          <c:idx val="0"/>
          <c:order val="0"/>
          <c:tx>
            <c:strRef>
              <c:f>Sheet1!$B$1</c:f>
              <c:strCache>
                <c:ptCount val="1"/>
                <c:pt idx="0">
                  <c:v>Cost in the month</c:v>
                </c:pt>
              </c:strCache>
            </c:strRef>
          </c:tx>
          <c:spPr>
            <a:solidFill>
              <a:srgbClr val="18249C"/>
            </a:solidFill>
            <a:ln>
              <a:noFill/>
            </a:ln>
          </c:spPr>
          <c:dPt>
            <c:idx val="6"/>
            <c:spPr>
              <a:solidFill>
                <a:srgbClr val="747BC3"/>
              </a:solidFill>
              <a:ln>
                <a:noFill/>
              </a:ln>
            </c:spPr>
          </c:dPt>
          <c:dPt>
            <c:idx val="7"/>
            <c:spPr>
              <a:solidFill>
                <a:srgbClr val="747BC3"/>
              </a:solidFill>
              <a:ln>
                <a:noFill/>
              </a:ln>
            </c:spPr>
          </c:dPt>
          <c:dPt>
            <c:idx val="8"/>
            <c:spPr>
              <a:solidFill>
                <a:srgbClr val="747BC3"/>
              </a:solidFill>
              <a:ln>
                <a:noFill/>
              </a:ln>
            </c:spPr>
          </c:dPt>
          <c:dPt>
            <c:idx val="9"/>
            <c:spPr>
              <a:solidFill>
                <a:srgbClr val="747BC3"/>
              </a:solidFill>
              <a:ln>
                <a:noFill/>
              </a:ln>
            </c:spPr>
          </c:dPt>
          <c:dPt>
            <c:idx val="10"/>
            <c:spPr>
              <a:solidFill>
                <a:srgbClr val="747BC3"/>
              </a:solidFill>
              <a:ln>
                <a:noFill/>
              </a:ln>
            </c:spPr>
          </c:dPt>
          <c:dPt>
            <c:idx val="11"/>
            <c:spPr>
              <a:solidFill>
                <a:srgbClr val="747BC3"/>
              </a:solidFill>
              <a:ln>
                <a:noFill/>
              </a:ln>
            </c:spPr>
          </c:dPt>
          <c:dLbls>
            <c:numFmt formatCode="0.00" sourceLinked="0"/>
            <c:txPr>
              <a:bodyPr/>
              <a:lstStyle/>
              <a:p>
                <a:pPr>
                  <a:defRPr sz="650">
                    <a:solidFill>
                      <a:srgbClr val="1A1A1A"/>
                    </a:solidFill>
                    <a:latin typeface="MarkOTBold"/>
                  </a:defRPr>
                </a:pPr>
              </a:p>
            </c:txPr>
            <c:dLblPos val="outEnd"/>
            <c:showLegendKey val="0"/>
            <c:showVal val="1"/>
            <c:showCatName val="0"/>
            <c:showSerName val="0"/>
            <c:showPercent val="0"/>
            <c:showBubbleSize val="0"/>
            <c:showLeaderLines val="1"/>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4.1987000000000005</c:v>
                </c:pt>
                <c:pt idx="1">
                  <c:v>4.5026</c:v>
                </c:pt>
                <c:pt idx="2">
                  <c:v>4.196</c:v>
                </c:pt>
                <c:pt idx="3">
                  <c:v>5.260400000000001</c:v>
                </c:pt>
                <c:pt idx="4">
                  <c:v>4.5276000000000005</c:v>
                </c:pt>
                <c:pt idx="5">
                  <c:v>5.8055</c:v>
                </c:pt>
                <c:pt idx="6">
                  <c:v>3.8265</c:v>
                </c:pt>
                <c:pt idx="7">
                  <c:v>3.9391</c:v>
                </c:pt>
                <c:pt idx="8">
                  <c:v>4.2209</c:v>
                </c:pt>
                <c:pt idx="9">
                  <c:v>4.3598</c:v>
                </c:pt>
                <c:pt idx="10">
                  <c:v>4.4394</c:v>
                </c:pt>
                <c:pt idx="11">
                  <c:v>4.4394</c:v>
                </c:pt>
              </c:numCache>
            </c:numRef>
          </c:val>
        </c:ser>
        <c:gapWidth val="45"/>
        <c:axId val="-2068027336"/>
        <c:axId val="-2113994440"/>
      </c:barChart>
      <c:lineChart>
        <c:grouping val="standard"/>
        <c:varyColors val="0"/>
        <c:ser>
          <c:idx val="1"/>
          <c:order val="1"/>
          <c:tx>
            <c:strRef>
              <c:f>Sheet1!$C$1</c:f>
              <c:strCache>
                <c:ptCount val="1"/>
                <c:pt idx="0">
                  <c:v>Cost to date</c:v>
                </c:pt>
              </c:strCache>
            </c:strRef>
          </c:tx>
          <c:spPr>
            <a:ln w="22225">
              <a:solidFill>
                <a:srgbClr val="ED0C06"/>
              </a:solidFill>
            </a:ln>
          </c:spPr>
          <c:marker>
            <c:symbol val="circle"/>
            <c:size val="4"/>
            <c:spPr>
              <a:solidFill>
                <a:srgbClr val="ED0C06"/>
              </a:solidFill>
              <a:ln>
                <a:noFill/>
              </a:ln>
            </c:spPr>
          </c:marker>
          <c:dLbls>
            <c:dLbl>
              <c:idx val="1"/>
              <c:delete val="1"/>
            </c:dLbl>
            <c:dLbl>
              <c:idx val="2"/>
              <c:delete val="1"/>
            </c:dLbl>
            <c:dLbl>
              <c:idx val="4"/>
              <c:delete val="1"/>
            </c:dLbl>
            <c:dLbl>
              <c:idx val="6"/>
              <c:delete val="1"/>
            </c:dLbl>
            <c:dLbl>
              <c:idx val="7"/>
              <c:delete val="1"/>
            </c:dLbl>
            <c:dLbl>
              <c:idx val="9"/>
              <c:delete val="1"/>
            </c:dLbl>
            <c:dLbl>
              <c:idx val="10"/>
              <c:delete val="1"/>
            </c:dLbl>
            <c:numFmt formatCode="0.0" sourceLinked="0"/>
            <c:txPr>
              <a:bodyPr/>
              <a:lstStyle/>
              <a:p>
                <a:pPr>
                  <a:defRPr sz="650">
                    <a:solidFill>
                      <a:srgbClr val="ED0C06"/>
                    </a:solidFill>
                    <a:latin typeface="MarkOT"/>
                  </a:defRPr>
                </a:pPr>
              </a:p>
            </c:txPr>
            <c:dLblPos val="t"/>
            <c:showLegendKey val="0"/>
            <c:showVal val="1"/>
            <c:showCatName val="0"/>
            <c:showSerName val="0"/>
            <c:showPercent val="0"/>
            <c:showBubbleSize val="0"/>
            <c:showLeaderLines val="1"/>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4.1987</c:v>
                </c:pt>
                <c:pt idx="1">
                  <c:v>8.7013</c:v>
                </c:pt>
                <c:pt idx="2">
                  <c:v>12.8973</c:v>
                </c:pt>
                <c:pt idx="3">
                  <c:v>18.1577</c:v>
                </c:pt>
                <c:pt idx="4">
                  <c:v>22.6853</c:v>
                </c:pt>
                <c:pt idx="5">
                  <c:v>28.4908</c:v>
                </c:pt>
                <c:pt idx="6">
                  <c:v>32.3173</c:v>
                </c:pt>
                <c:pt idx="7">
                  <c:v>36.2564</c:v>
                </c:pt>
                <c:pt idx="8">
                  <c:v>40.4773</c:v>
                </c:pt>
                <c:pt idx="9">
                  <c:v>44.8371</c:v>
                </c:pt>
                <c:pt idx="10">
                  <c:v>49.2765</c:v>
                </c:pt>
                <c:pt idx="11">
                  <c:v>53.7159</c:v>
                </c:pt>
              </c:numCache>
            </c:numRef>
          </c:val>
          <c:smooth val="0"/>
        </c:ser>
        <c:marker val="1"/>
        <c:axId val="771111111"/>
        <c:axId val="771111112"/>
      </c:lineChart>
      <c:catAx>
        <c:axId val="-2068027336"/>
        <c:scaling>
          <c:orientation val="minMax"/>
        </c:scaling>
        <c:delete val="0"/>
        <c:axPos val="b"/>
        <c:majorTickMark val="out"/>
        <c:minorTickMark val="none"/>
        <c:tickLblPos val="nextTo"/>
        <c:spPr>
          <a:ln w="9525">
            <a:solidFill>
              <a:srgbClr val="E0E0E0"/>
            </a:solidFill>
          </a:ln>
        </c:spPr>
        <c:txPr>
          <a:bodyPr/>
          <a:lstStyle/>
          <a:p>
            <a:pPr>
              <a:defRPr sz="700">
                <a:solidFill>
                  <a:srgbClr val="1A1A1A"/>
                </a:solidFill>
                <a:latin typeface="MarkOT"/>
              </a:defRPr>
            </a:pPr>
          </a:p>
        </c:txPr>
        <c:crossAx val="-2113994440"/>
        <c:crosses val="autoZero"/>
        <c:auto val="1"/>
        <c:lblAlgn val="ctr"/>
        <c:lblOffset val="100"/>
        <c:noMultiLvlLbl val="0"/>
      </c:catAx>
      <c:valAx>
        <c:axId val="-2113994440"/>
        <c:scaling>
          <c:max val="7.0"/>
        </c:scaling>
        <c:delete val="0"/>
        <c:axPos val="l"/>
        <c:majorGridlines>
          <c:spPr>
            <a:ln w="6350">
              <a:solidFill>
                <a:srgbClr val="E0E0E0"/>
              </a:solidFill>
            </a:ln>
          </c:spPr>
        </c:majorGridlines>
        <c:numFmt formatCode="0" sourceLinked="0"/>
        <c:majorTickMark val="none"/>
        <c:minorTickMark val="none"/>
        <c:tickLblPos val="nextTo"/>
        <c:spPr>
          <a:ln w="9525">
            <a:noFill/>
          </a:ln>
        </c:spPr>
        <c:txPr>
          <a:bodyPr/>
          <a:lstStyle/>
          <a:p>
            <a:pPr>
              <a:defRPr sz="650">
                <a:solidFill>
                  <a:srgbClr val="5F5F5F"/>
                </a:solidFill>
                <a:latin typeface="MarkOT"/>
              </a:defRPr>
            </a:pPr>
          </a:p>
        </c:txPr>
        <c:crossAx val="-2068027336"/>
        <c:crosses val="autoZero"/>
      </c:valAx>
      <c:valAx>
        <c:axId val="771111112"/>
        <c:scaling>
          <c:orientation val="minMax"/>
          <c:max val="60.0"/>
          <c:min val="0.0"/>
        </c:scaling>
        <c:delete val="0"/>
        <c:axPos val="r"/>
        <c:numFmt formatCode="0.0" sourceLinked="0"/>
        <c:majorTickMark val="none"/>
        <c:minorTickMark val="none"/>
        <c:tickLblPos val="nextTo"/>
        <c:spPr>
          <a:ln>
            <a:noFill/>
          </a:ln>
        </c:spPr>
        <c:txPr>
          <a:bodyPr/>
          <a:lstStyle/>
          <a:p>
            <a:pPr>
              <a:defRPr sz="700">
                <a:solidFill>
                  <a:srgbClr val="5F5F5F"/>
                </a:solidFill>
                <a:latin typeface="MarkOT"/>
              </a:defRPr>
            </a:pPr>
            <a:endParaRPr lang="en-AU"/>
          </a:p>
        </c:txPr>
        <c:crossAx val="771111111"/>
        <c:crosses val="max"/>
      </c:valAx>
      <c:catAx>
        <c:axId val="771111111"/>
        <c:scaling>
          <c:orientation val="minMax"/>
        </c:scaling>
        <c:delete val="1"/>
        <c:axPos val="b"/>
        <c:majorTickMark val="none"/>
        <c:minorTickMark val="none"/>
        <c:tickLblPos val="none"/>
        <c:crossAx val="771111112"/>
        <c:crosses val="autoZero"/>
        <c:auto val="1"/>
        <c:lblAlgn val="ctr"/>
        <c:lblOffset val="100"/>
        <c:noMultiLvlLbl val="0"/>
      </c:catAx>
    </c:plotArea>
    <c:dispBlanksAs val="gap"/>
  </c:chart>
  <c:spPr>
    <a:noFill/>
    <a:ln>
      <a:noFill/>
    </a:ln>
  </c:spPr>
  <c:txPr>
    <a:bodyPr/>
    <a:lstStyle/>
    <a:p>
      <a:pPr>
        <a:defRPr sz="700">
          <a:solidFill>
            <a:srgbClr val="1A1A1A"/>
          </a:solidFill>
          <a:latin typeface="MarkOT"/>
        </a:defRPr>
      </a:pPr>
      <a:endParaRPr lang="en-US"/>
    </a:p>
  </c:txPr>
  <c:externalData r:id="rId1">
    <c:autoUpdate val="0"/>
  </c:externalData>
</c:chartSpace>
</file>

<file path=ppt/comments/modernComment_7FFFFFFA_B3599D08.xml><?xml version="1.0" encoding="utf-8"?>
<p188:cmLst xmlns:a="http://schemas.openxmlformats.org/drawingml/2006/main" xmlns:r="http://schemas.openxmlformats.org/officeDocument/2006/relationships" xmlns:p188="http://schemas.microsoft.com/office/powerpoint/2018/8/main">
  <p188:cm id="{0D94A12C-FC6A-4390-8D10-4FDD8A979660}" authorId="{BC761BE9-A382-8A65-76CD-4E58462349DD}" created="2026-07-06T01:39:36.955">
    <pc:sldMkLst xmlns:pc="http://schemas.microsoft.com/office/powerpoint/2013/main/command">
      <pc:docMk/>
      <pc:sldMk cId="3008994568" sldId="2147483642"/>
    </pc:sldMkLst>
    <p188:replyLst>
      <p188:reply id="{AC604BB4-7343-48FC-B12D-96A76912BA33}" authorId="{365DB3FD-3C87-6A1F-9AB4-9C85CE9F924F}" created="2026-07-06T02:06:39.447">
        <p188:txBody>
          <a:bodyPr/>
          <a:lstStyle/>
          <a:p>
            <a:r>
              <a:rPr lang="en-US"/>
              <a:t>They do include all squads related to the budget line - I can if you'd like provide an overview of the squad level detail. </a:t>
            </a:r>
          </a:p>
        </p188:txBody>
      </p188:reply>
    </p188:replyLst>
    <p188:txBody>
      <a:bodyPr/>
      <a:lstStyle/>
      <a:p>
        <a:r>
          <a:rPr lang="en-AU"/>
          <a:t>[@Lee Scott (External)] This table show the budget for each line item, but please confirm that the costs include all squads related to that budget line. GMs column does not map exactly to business area for Z Energy.</a:t>
        </a:r>
      </a:p>
    </p188:txBody>
  </p188:cm>
</p188:cmLst>
</file>

<file path=ppt/comments/modernComment_7FFFFFFB_71B33A62.xml><?xml version="1.0" encoding="utf-8"?>
<p188:cmLst xmlns:a="http://schemas.openxmlformats.org/drawingml/2006/main" xmlns:r="http://schemas.openxmlformats.org/officeDocument/2006/relationships" xmlns:p188="http://schemas.microsoft.com/office/powerpoint/2018/8/main">
  <p188:cm id="{D9CB8C98-54B8-4330-B1E3-7A470DE9FCAF}" authorId="{BC761BE9-A382-8A65-76CD-4E58462349DD}" status="resolved" created="2026-07-06T01:32:37.257">
    <ac:txMkLst xmlns:ac="http://schemas.microsoft.com/office/drawing/2013/main/command">
      <pc:docMk xmlns:pc="http://schemas.microsoft.com/office/powerpoint/2013/main/command"/>
      <pc:sldMk xmlns:pc="http://schemas.microsoft.com/office/powerpoint/2013/main/command" cId="1907571298" sldId="2147483643"/>
      <ac:spMk id="3" creationId="{D7EFEABB-0513-70F7-8A33-DD8CDAA11A56}"/>
      <ac:txMk cp="445">
        <ac:context len="514" hash="1471494238"/>
      </ac:txMk>
    </ac:txMkLst>
    <p188:pos x="3098926" y="3143398"/>
    <p188:txBody>
      <a:bodyPr/>
      <a:lstStyle/>
      <a:p>
        <a:r>
          <a:rPr lang="en-AU"/>
          <a:t>Not a valid assumption/comment</a:t>
        </a:r>
      </a:p>
    </p188:txBody>
  </p188:cm>
  <p188:cm id="{F388C61B-6F2B-4732-A424-8C5C769E212A}" authorId="{BC761BE9-A382-8A65-76CD-4E58462349DD}" created="2026-07-06T01:35:21.875">
    <ac:txMkLst xmlns:ac="http://schemas.microsoft.com/office/drawing/2013/main/command">
      <pc:docMk xmlns:pc="http://schemas.microsoft.com/office/powerpoint/2013/main/command"/>
      <pc:sldMk xmlns:pc="http://schemas.microsoft.com/office/powerpoint/2013/main/command" cId="1907571298" sldId="2147483643"/>
      <ac:graphicFrameMk id="4" creationId="{8E58F148-9C33-2AE7-821F-A5FAF4AB292C}"/>
      <ac:tblMk/>
      <ac:tcMk rowId="10001" colId="20000"/>
      <ac:txMk cp="0" len="48">
        <ac:context len="49" hash="1892016253"/>
      </ac:txMk>
    </ac:txMkLst>
    <p188:pos x="1808435" y="670362"/>
    <p188:replyLst>
      <p188:reply id="{18A8F687-87D1-4A37-9E92-422CA64C5851}" authorId="{365DB3FD-3C87-6A1F-9AB4-9C85CE9F924F}" created="2026-07-06T02:05:27.039">
        <p188:txBody>
          <a:bodyPr/>
          <a:lstStyle/>
          <a:p>
            <a:r>
              <a:rPr lang="en-US"/>
              <a:t>Will this need to be updated to reflect in OrgVue? Assume this is reflected in the most recent consultation pack</a:t>
            </a:r>
          </a:p>
        </p188:txBody>
      </p188:reply>
      <p188:reply id="{FC29E38A-96FF-408B-86C3-9506A2AEE475}" authorId="{BC761BE9-A382-8A65-76CD-4E58462349DD}" created="2026-07-06T06:17:15.860">
        <p188:txBody>
          <a:bodyPr/>
          <a:lstStyle/>
          <a:p>
            <a:r>
              <a:rPr lang="en-AU"/>
              <a:t>It is listed there but not shown. Additional 600k to the data teams in my area</a:t>
            </a:r>
          </a:p>
        </p188:txBody>
      </p188:reply>
    </p188:replyLst>
    <p188:txBody>
      <a:bodyPr/>
      <a:lstStyle/>
      <a:p>
        <a:r>
          <a:rPr lang="en-AU"/>
          <a:t>Data delivery squad is not listed in OrgVue - and needs to be included here. This would be incremental roles/cost. Planned to be  beach squad from day.
 </a:t>
        </a:r>
      </a:p>
    </p188:txBody>
  </p188:cm>
  <p188:cm id="{756CA45C-8E57-4C3B-A6A6-0AEBC64578B0}" authorId="{BC761BE9-A382-8A65-76CD-4E58462349DD}" status="resolved" created="2026-07-06T06:22:50.124">
    <ac:txMkLst xmlns:ac="http://schemas.microsoft.com/office/drawing/2013/main/command">
      <pc:docMk xmlns:pc="http://schemas.microsoft.com/office/powerpoint/2013/main/command"/>
      <pc:sldMk xmlns:pc="http://schemas.microsoft.com/office/powerpoint/2013/main/command" cId="1907571298" sldId="2147483643"/>
      <ac:graphicFrameMk id="4" creationId="{8E58F148-9C33-2AE7-821F-A5FAF4AB292C}"/>
      <ac:tblMk/>
      <ac:tcMk rowId="10001" colId="20001"/>
      <ac:txMk cp="0" len="21">
        <ac:context len="22" hash="1476450229"/>
      </ac:txMk>
    </ac:txMkLst>
    <p188:pos x="4094435" y="670362"/>
    <p188:txBody>
      <a:bodyPr/>
      <a:lstStyle/>
      <a:p>
        <a:r>
          <a:rPr lang="en-AU"/>
          <a:t>Reporting &amp; analytics, Data platforms and Data Delivery (offshored) are the data Squads. The other data teams are not in squads (data science, COE, ops)
[@Lee Scott (External)] </a:t>
        </a:r>
      </a:p>
    </p188:txBody>
  </p188:cm>
</p188:cmLst>
</file>

<file path=ppt/comments/modernComment_17F_4289480A.xml><?xml version="1.0" encoding="utf-8"?>
<p188:cmLst xmlns:a="http://schemas.openxmlformats.org/drawingml/2006/main" xmlns:r="http://schemas.openxmlformats.org/officeDocument/2006/relationships" xmlns:p188="http://schemas.microsoft.com/office/powerpoint/2018/8/main">
  <p188:cm id="{085F1544-4098-4B46-9576-D4DC1BD95AA2}" authorId="{86272B1B-C5D6-C4A5-F066-10C7936CD20D}" status="resolved" created="2026-08-07T05:34:00.138" startDate="2026-08-07T05:34:00.141" dueDate="2026-08-07T05:34:00.141" assignedTo="{E4188A59-8001-E41B-3575-B9D76FCCDB6B}" complete="100000" title="@Mimi Davidson (AU) can we add ($M) ">
    <ac:txMkLst xmlns:ac="http://schemas.microsoft.com/office/drawing/2013/main/command">
      <pc:docMk xmlns:pc="http://schemas.microsoft.com/office/powerpoint/2013/main/command"/>
      <pc:sldMk xmlns:pc="http://schemas.microsoft.com/office/powerpoint/2013/main/command" cId="1116293130" sldId="383"/>
      <ac:graphicFrameMk id="5" creationId="{D119F4D0-E7E3-51DB-4DCF-F4F31D9F1089}"/>
      <ac:tblMk/>
      <ac:tcMk rowId="641716671" colId="4117904395"/>
      <ac:txMk cp="0">
        <ac:context len="21" hash="3197583575"/>
      </ac:txMk>
    </ac:txMkLst>
    <p188:pos x="11520487" y="482473"/>
    <p188:txBody>
      <a:bodyPr/>
      <a:lstStyle/>
      <a:p>
        <a:r>
          <a:rPr lang="en-AU"/>
          <a:t>[@Mimi Davidson (AU)] can we add ($M) 
</a:t>
        </a:r>
      </a:p>
    </p188:txBody>
    <p188:extLst>
      <p:ext xmlns:p="http://schemas.openxmlformats.org/presentationml/2006/main" uri="{5BB2D875-25FF-4072-B9AC-8F64D62656EB}">
        <p228:taskDetails xmlns:p228="http://schemas.microsoft.com/office/powerpoint/2022/08/main">
          <p228:history>
            <p228:event time="2026-08-07T05:34:00.138" id="{DE25C908-9D62-47CF-931B-21CE78AB4EBF}">
              <p228:atrbtn authorId="{86272B1B-C5D6-C4A5-F066-10C7936CD20D}"/>
              <p228:anchr>
                <p228:comment id="{085F1544-4098-4B46-9576-D4DC1BD95AA2}"/>
              </p228:anchr>
              <p228:add/>
            </p228:event>
            <p228:event time="2026-08-07T05:34:00.138" id="{F41FFF54-4399-46F2-9530-9882FB0CBF67}">
              <p228:atrbtn authorId="{86272B1B-C5D6-C4A5-F066-10C7936CD20D}"/>
              <p228:anchr>
                <p228:comment id="{085F1544-4098-4B46-9576-D4DC1BD95AA2}"/>
              </p228:anchr>
              <p228:asgn authorId="{E4188A59-8001-E41B-3575-B9D76FCCDB6B}"/>
            </p228:event>
            <p228:event time="2026-08-07T05:34:00.138" id="{D6EA6543-B244-4473-A173-0F7D5347B246}">
              <p228:atrbtn authorId="{86272B1B-C5D6-C4A5-F066-10C7936CD20D}"/>
              <p228:anchr>
                <p228:comment id="{085F1544-4098-4B46-9576-D4DC1BD95AA2}"/>
              </p228:anchr>
              <p228:title val="@Mimi Davidson (AU) can we add ($M) "/>
            </p228:event>
            <p228:event time="2026-08-07T05:34:00.138" id="{1BDBF789-A696-4D70-AB29-5DC011B402E9}">
              <p228:atrbtn authorId="{86272B1B-C5D6-C4A5-F066-10C7936CD20D}"/>
              <p228:anchr>
                <p228:comment id="{085F1544-4098-4B46-9576-D4DC1BD95AA2}"/>
              </p228:anchr>
              <p228:date stDt="2026-08-07T05:34:00.141" endDt="2026-08-07T05:34:00.141"/>
            </p228:event>
            <p228:event time="2026-08-07T05:49:06.604" id="{5F20FCD8-9176-486A-ADB7-AE5A015E3683}">
              <p228:atrbtn authorId="{E4188A59-8001-E41B-3575-B9D76FCCDB6B}"/>
              <p228:anchr>
                <p228:comment id="{00000000-0000-0000-0000-000000000000}"/>
              </p228:anchr>
              <p228:pcntCmplt val="100000"/>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0689F7-BB33-4C56-A49D-5C0F0B1DD666}" type="datetimeFigureOut">
              <a:rPr lang="en-AU" smtClean="0"/>
              <a:t>11/08/2026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A5D200-B76A-404A-89FA-E606BC0BFD08}" type="slidenum">
              <a:rPr lang="en-AU" smtClean="0"/>
              <a:t>‹#›</a:t>
            </a:fld>
            <a:endParaRPr lang="en-AU"/>
          </a:p>
        </p:txBody>
      </p:sp>
    </p:spTree>
    <p:extLst>
      <p:ext uri="{BB962C8B-B14F-4D97-AF65-F5344CB8AC3E}">
        <p14:creationId xmlns:p14="http://schemas.microsoft.com/office/powerpoint/2010/main" val="253659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a:extLst>
            <a:ext uri="{FF2B5EF4-FFF2-40B4-BE49-F238E27FC236}">
              <a16:creationId xmlns:a16="http://schemas.microsoft.com/office/drawing/2014/main" id="{C7B1EE6A-F50D-4A58-323E-96F0DE6B8511}"/>
            </a:ext>
          </a:extLst>
        </p:cNvPr>
        <p:cNvGrpSpPr/>
        <p:nvPr/>
      </p:nvGrpSpPr>
      <p:grpSpPr>
        <a:xfrm>
          <a:off x="0" y="0"/>
          <a:ext cx="0" cy="0"/>
          <a:chOff x="0" y="0"/>
          <a:chExt cx="0" cy="0"/>
        </a:xfrm>
      </p:grpSpPr>
      <p:sp>
        <p:nvSpPr>
          <p:cNvPr id="1947" name="Google Shape;1947;ga83c82b40761cee_0:notes">
            <a:extLst>
              <a:ext uri="{FF2B5EF4-FFF2-40B4-BE49-F238E27FC236}">
                <a16:creationId xmlns:a16="http://schemas.microsoft.com/office/drawing/2014/main" id="{9ECDD79D-F147-78F2-9828-C6AC93AEDD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U"/>
          </a:p>
        </p:txBody>
      </p:sp>
      <p:sp>
        <p:nvSpPr>
          <p:cNvPr id="1948" name="Google Shape;1948;ga83c82b40761cee_0:notes">
            <a:extLst>
              <a:ext uri="{FF2B5EF4-FFF2-40B4-BE49-F238E27FC236}">
                <a16:creationId xmlns:a16="http://schemas.microsoft.com/office/drawing/2014/main" id="{40046A26-4B7B-4EE9-A85A-6DC7312414F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a:spcBef>
                <a:spcPts val="0"/>
              </a:spcBef>
              <a:spcAft>
                <a:spcPts val="0"/>
              </a:spcAft>
              <a:buNone/>
            </a:pPr>
            <a:endParaRPr lang="en-AU"/>
          </a:p>
        </p:txBody>
      </p:sp>
      <p:sp>
        <p:nvSpPr>
          <p:cNvPr id="1949" name="Google Shape;1949;ga83c82b40761cee_0:notes">
            <a:extLst>
              <a:ext uri="{FF2B5EF4-FFF2-40B4-BE49-F238E27FC236}">
                <a16:creationId xmlns:a16="http://schemas.microsoft.com/office/drawing/2014/main" id="{11D6D2C0-D398-CD8F-BACC-365EF6927E3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9046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a:extLst>
            <a:ext uri="{FF2B5EF4-FFF2-40B4-BE49-F238E27FC236}">
              <a16:creationId xmlns:a16="http://schemas.microsoft.com/office/drawing/2014/main" id="{37A91629-4660-4074-F207-0FF969AA2468}"/>
            </a:ext>
          </a:extLst>
        </p:cNvPr>
        <p:cNvGrpSpPr/>
        <p:nvPr/>
      </p:nvGrpSpPr>
      <p:grpSpPr>
        <a:xfrm>
          <a:off x="0" y="0"/>
          <a:ext cx="0" cy="0"/>
          <a:chOff x="0" y="0"/>
          <a:chExt cx="0" cy="0"/>
        </a:xfrm>
      </p:grpSpPr>
      <p:sp>
        <p:nvSpPr>
          <p:cNvPr id="1947" name="Google Shape;1947;ga83c82b40761cee_0:notes">
            <a:extLst>
              <a:ext uri="{FF2B5EF4-FFF2-40B4-BE49-F238E27FC236}">
                <a16:creationId xmlns:a16="http://schemas.microsoft.com/office/drawing/2014/main" id="{8DC34A51-D4DD-66A3-7122-F728C81252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U"/>
          </a:p>
        </p:txBody>
      </p:sp>
      <p:sp>
        <p:nvSpPr>
          <p:cNvPr id="1948" name="Google Shape;1948;ga83c82b40761cee_0:notes">
            <a:extLst>
              <a:ext uri="{FF2B5EF4-FFF2-40B4-BE49-F238E27FC236}">
                <a16:creationId xmlns:a16="http://schemas.microsoft.com/office/drawing/2014/main" id="{8D776F5C-845C-6E2E-A3ED-ECDF8BDF400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a:spcBef>
                <a:spcPts val="0"/>
              </a:spcBef>
              <a:spcAft>
                <a:spcPts val="0"/>
              </a:spcAft>
              <a:buNone/>
            </a:pPr>
            <a:endParaRPr lang="en-AU"/>
          </a:p>
        </p:txBody>
      </p:sp>
      <p:sp>
        <p:nvSpPr>
          <p:cNvPr id="1949" name="Google Shape;1949;ga83c82b40761cee_0:notes">
            <a:extLst>
              <a:ext uri="{FF2B5EF4-FFF2-40B4-BE49-F238E27FC236}">
                <a16:creationId xmlns:a16="http://schemas.microsoft.com/office/drawing/2014/main" id="{6F72E575-35DA-7004-DCA3-1DAE44661C4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7238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C29A2-79FC-090B-9E16-9D4738BE5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1B52F-FA07-1C58-9DE6-61FC72C6485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71D2CED-5F90-C353-3A1B-69A9CA19D7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C77ECA-BE50-A012-7E5C-61756E9C3D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DF9A3F-52E8-49E9-9591-0CDF6FA56AD6}" type="slidenum">
              <a:rPr kumimoji="0" lang="en-AU" sz="1200" b="0" i="0" u="none" strike="noStrike" kern="1200" cap="none" spc="0" normalizeH="0" baseline="0" noProof="0" smtClean="0">
                <a:ln>
                  <a:noFill/>
                </a:ln>
                <a:solidFill>
                  <a:prstClr val="black"/>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855074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5FF6E-D5DC-49BE-B090-E46E0EB05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7E0D8-D7F5-C43F-E424-EB03081226D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957049D-8CC0-B7EA-8AE1-AACF3094F7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221144-A7F8-4927-3FF6-0FF6CC153A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DF9A3F-52E8-49E9-9591-0CDF6FA56AD6}" type="slidenum">
              <a:rPr kumimoji="0" lang="en-AU" sz="1200" b="0" i="0" u="none" strike="noStrike" kern="1200" cap="none" spc="0" normalizeH="0" baseline="0" noProof="0" smtClean="0">
                <a:ln>
                  <a:noFill/>
                </a:ln>
                <a:solidFill>
                  <a:prstClr val="black"/>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4479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B530A-415D-08A5-ED6C-96C59CBEB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3EDA9-F6CE-2427-AFE6-0BDD5FAAA0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F2F28C3-DA42-D99F-402A-EC1E24ADEF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41612A-93BF-8320-B1ED-84FCA791F2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DF9A3F-52E8-49E9-9591-0CDF6FA56AD6}" type="slidenum">
              <a:rPr kumimoji="0" lang="en-AU" sz="1200" b="0" i="0" u="none" strike="noStrike" kern="1200" cap="none" spc="0" normalizeH="0" baseline="0" noProof="0" smtClean="0">
                <a:ln>
                  <a:noFill/>
                </a:ln>
                <a:solidFill>
                  <a:prstClr val="black"/>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717236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37BDE-535E-2CF2-7407-18312E0F7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57DA4-E5D4-1524-4FB6-7D304BFA290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49AEC6B-5568-3997-169F-4B56C1B1CD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1AFF1F-EF6C-025D-CEA3-92BF572E94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DF9A3F-52E8-49E9-9591-0CDF6FA56AD6}" type="slidenum">
              <a:rPr kumimoji="0" lang="en-AU" sz="1200" b="0" i="0" u="none" strike="noStrike" kern="1200" cap="none" spc="0" normalizeH="0" baseline="0" noProof="0" smtClean="0">
                <a:ln>
                  <a:noFill/>
                </a:ln>
                <a:solidFill>
                  <a:prstClr val="black"/>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868846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8C9EC-6714-1CB1-C796-F90EFD625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6570C-67C4-FD94-5C91-25AFE6215F9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ADF29FF-617D-A162-ADE6-D58B1AC0D7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F10CE1-0220-0C35-FE30-A6657841AF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DF9A3F-52E8-49E9-9591-0CDF6FA56AD6}" type="slidenum">
              <a:rPr kumimoji="0" lang="en-AU" sz="1200" b="0" i="0" u="none" strike="noStrike" kern="1200" cap="none" spc="0" normalizeH="0" baseline="0" noProof="0" smtClean="0">
                <a:ln>
                  <a:noFill/>
                </a:ln>
                <a:solidFill>
                  <a:prstClr val="black"/>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382434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 Id="rId5"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2.emf"/><Relationship Id="rId5"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2.emf"/><Relationship Id="rId5"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1.xml"/><Relationship Id="rId3" Type="http://schemas.openxmlformats.org/officeDocument/2006/relationships/oleObject" Target="../embeddings/oleObject35.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1.xml"/><Relationship Id="rId3" Type="http://schemas.openxmlformats.org/officeDocument/2006/relationships/oleObject" Target="../embeddings/oleObject3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1.xml"/><Relationship Id="rId3" Type="http://schemas.openxmlformats.org/officeDocument/2006/relationships/oleObject" Target="../embeddings/oleObject37.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1.xml"/><Relationship Id="rId3" Type="http://schemas.openxmlformats.org/officeDocument/2006/relationships/oleObject" Target="../embeddings/oleObject3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1.xml"/><Relationship Id="rId3" Type="http://schemas.openxmlformats.org/officeDocument/2006/relationships/oleObject" Target="../embeddings/oleObject3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Master" Target="../slideMasters/slideMaster1.xml"/><Relationship Id="rId3" Type="http://schemas.openxmlformats.org/officeDocument/2006/relationships/oleObject" Target="../embeddings/oleObject4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Master" Target="../slideMasters/slideMaster1.xml"/><Relationship Id="rId3" Type="http://schemas.openxmlformats.org/officeDocument/2006/relationships/oleObject" Target="../embeddings/oleObject4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Master" Target="../slideMasters/slideMaster1.xml"/><Relationship Id="rId3" Type="http://schemas.openxmlformats.org/officeDocument/2006/relationships/oleObject" Target="../embeddings/oleObject4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Master" Target="../slideMasters/slideMaster1.xml"/><Relationship Id="rId3" Type="http://schemas.openxmlformats.org/officeDocument/2006/relationships/oleObject" Target="../embeddings/oleObject4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Master" Target="../slideMasters/slideMaster1.xml"/><Relationship Id="rId3" Type="http://schemas.openxmlformats.org/officeDocument/2006/relationships/oleObject" Target="../embeddings/oleObject4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slideMaster" Target="../slideMasters/slideMaster1.xml"/><Relationship Id="rId3" Type="http://schemas.openxmlformats.org/officeDocument/2006/relationships/oleObject" Target="../embeddings/oleObject4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slideMaster" Target="../slideMasters/slideMaster1.xml"/><Relationship Id="rId3" Type="http://schemas.openxmlformats.org/officeDocument/2006/relationships/oleObject" Target="../embeddings/oleObject4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slideMaster" Target="../slideMasters/slideMaster1.xml"/><Relationship Id="rId3" Type="http://schemas.openxmlformats.org/officeDocument/2006/relationships/oleObject" Target="../embeddings/oleObject47.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slideMaster" Target="../slideMasters/slideMaster1.xml"/><Relationship Id="rId3" Type="http://schemas.openxmlformats.org/officeDocument/2006/relationships/oleObject" Target="../embeddings/oleObject4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Master" Target="../slideMasters/slideMaster1.xml"/><Relationship Id="rId3" Type="http://schemas.openxmlformats.org/officeDocument/2006/relationships/oleObject" Target="../embeddings/oleObject49.bin"/><Relationship Id="rId4" Type="http://schemas.openxmlformats.org/officeDocument/2006/relationships/image" Target="../media/image2.emf"/><Relationship Id="rId5" Type="http://schemas.openxmlformats.org/officeDocument/2006/relationships/image" Target="../media/image3.emf"/></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slideMaster" Target="../slideMasters/slideMaster1.xml"/><Relationship Id="rId3" Type="http://schemas.openxmlformats.org/officeDocument/2006/relationships/oleObject" Target="../embeddings/oleObject50.bin"/><Relationship Id="rId4" Type="http://schemas.openxmlformats.org/officeDocument/2006/relationships/image" Target="../media/image2.emf"/><Relationship Id="rId5" Type="http://schemas.openxmlformats.org/officeDocument/2006/relationships/image" Target="../media/image3.emf"/></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1.xml"/><Relationship Id="rId3" Type="http://schemas.openxmlformats.org/officeDocument/2006/relationships/oleObject" Target="../embeddings/oleObject51.bin"/><Relationship Id="rId4" Type="http://schemas.openxmlformats.org/officeDocument/2006/relationships/image" Target="../media/image2.emf"/><Relationship Id="rId5" Type="http://schemas.openxmlformats.org/officeDocument/2006/relationships/image" Target="../media/image3.emf"/></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slideMaster" Target="../slideMasters/slideMaster1.xml"/><Relationship Id="rId3" Type="http://schemas.openxmlformats.org/officeDocument/2006/relationships/oleObject" Target="../embeddings/oleObject52.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Master" Target="../slideMasters/slideMaster1.xml"/><Relationship Id="rId3" Type="http://schemas.openxmlformats.org/officeDocument/2006/relationships/oleObject" Target="../embeddings/oleObject53.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slideMaster" Target="../slideMasters/slideMaster1.xml"/><Relationship Id="rId3" Type="http://schemas.openxmlformats.org/officeDocument/2006/relationships/oleObject" Target="../embeddings/oleObject5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slideMaster" Target="../slideMasters/slideMaster1.xml"/><Relationship Id="rId3" Type="http://schemas.openxmlformats.org/officeDocument/2006/relationships/oleObject" Target="../embeddings/oleObject55.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slideMaster" Target="../slideMasters/slideMaster1.xml"/><Relationship Id="rId3" Type="http://schemas.openxmlformats.org/officeDocument/2006/relationships/oleObject" Target="../embeddings/oleObject5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slideMaster" Target="../slideMasters/slideMaster1.xml"/><Relationship Id="rId3" Type="http://schemas.openxmlformats.org/officeDocument/2006/relationships/oleObject" Target="../embeddings/oleObject5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slideMaster" Target="../slideMasters/slideMaster1.xml"/><Relationship Id="rId3" Type="http://schemas.openxmlformats.org/officeDocument/2006/relationships/oleObject" Target="../embeddings/oleObject5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slideMaster" Target="../slideMasters/slideMaster1.xml"/><Relationship Id="rId3" Type="http://schemas.openxmlformats.org/officeDocument/2006/relationships/oleObject" Target="../embeddings/oleObject5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slideMaster" Target="../slideMasters/slideMaster1.xml"/><Relationship Id="rId3" Type="http://schemas.openxmlformats.org/officeDocument/2006/relationships/oleObject" Target="../embeddings/oleObject5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slideMaster" Target="../slideMasters/slideMaster1.xml"/><Relationship Id="rId3" Type="http://schemas.openxmlformats.org/officeDocument/2006/relationships/oleObject" Target="../embeddings/oleObject5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62.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slideMaster" Target="../slideMasters/slideMaster1.xml"/><Relationship Id="rId3" Type="http://schemas.openxmlformats.org/officeDocument/2006/relationships/oleObject" Target="../embeddings/oleObject6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63.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slideMaster" Target="../slideMasters/slideMaster1.xml"/><Relationship Id="rId3" Type="http://schemas.openxmlformats.org/officeDocument/2006/relationships/oleObject" Target="../embeddings/oleObject6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64.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slideMaster" Target="../slideMasters/slideMaster1.xml"/><Relationship Id="rId3" Type="http://schemas.openxmlformats.org/officeDocument/2006/relationships/oleObject" Target="../embeddings/oleObject6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65.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slideMaster" Target="../slideMasters/slideMaster1.xml"/><Relationship Id="rId3" Type="http://schemas.openxmlformats.org/officeDocument/2006/relationships/oleObject" Target="../embeddings/oleObject63.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66.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slideMaster" Target="../slideMasters/slideMaster1.xml"/><Relationship Id="rId3" Type="http://schemas.openxmlformats.org/officeDocument/2006/relationships/oleObject" Target="../embeddings/oleObject6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67.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slideMaster" Target="../slideMasters/slideMaster1.xml"/><Relationship Id="rId3" Type="http://schemas.openxmlformats.org/officeDocument/2006/relationships/oleObject" Target="../embeddings/oleObject6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68.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Master" Target="../slideMasters/slideMaster1.xml"/><Relationship Id="rId3" Type="http://schemas.openxmlformats.org/officeDocument/2006/relationships/oleObject" Target="../embeddings/oleObject66.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70.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71.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slideMaster" Target="../slideMasters/slideMaster1.xml"/><Relationship Id="rId3" Type="http://schemas.openxmlformats.org/officeDocument/2006/relationships/oleObject" Target="../embeddings/oleObject6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72.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slideMaster" Target="../slideMasters/slideMaster1.xml"/><Relationship Id="rId3" Type="http://schemas.openxmlformats.org/officeDocument/2006/relationships/oleObject" Target="../embeddings/oleObject68.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73.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slideMaster" Target="../slideMasters/slideMaster1.xml"/><Relationship Id="rId3" Type="http://schemas.openxmlformats.org/officeDocument/2006/relationships/oleObject" Target="../embeddings/oleObject6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74.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slideMaster" Target="../slideMasters/slideMaster1.xml"/><Relationship Id="rId3" Type="http://schemas.openxmlformats.org/officeDocument/2006/relationships/oleObject" Target="../embeddings/oleObject70.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75.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Master" Target="../slideMasters/slideMaster1.xml"/><Relationship Id="rId3" Type="http://schemas.openxmlformats.org/officeDocument/2006/relationships/oleObject" Target="../embeddings/oleObject7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76.xml.rels><?xml version='1.0' encoding='UTF-8' standalone='yes'?>
<Relationships xmlns="http://schemas.openxmlformats.org/package/2006/relationships"><Relationship Id="rId1" Type="http://schemas.openxmlformats.org/officeDocument/2006/relationships/tags" Target="../tags/tag78.xml"/><Relationship Id="rId2" Type="http://schemas.openxmlformats.org/officeDocument/2006/relationships/slideMaster" Target="../slideMasters/slideMaster1.xml"/><Relationship Id="rId3" Type="http://schemas.openxmlformats.org/officeDocument/2006/relationships/oleObject" Target="../embeddings/oleObject72.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77.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slideMaster" Target="../slideMasters/slideMaster1.xml"/><Relationship Id="rId3" Type="http://schemas.openxmlformats.org/officeDocument/2006/relationships/oleObject" Target="../embeddings/oleObject73.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78.xml.rels><?xml version='1.0' encoding='UTF-8' standalone='yes'?>
<Relationships xmlns="http://schemas.openxmlformats.org/package/2006/relationships"><Relationship Id="rId1" Type="http://schemas.openxmlformats.org/officeDocument/2006/relationships/tags" Target="../tags/tag80.xml"/><Relationship Id="rId2" Type="http://schemas.openxmlformats.org/officeDocument/2006/relationships/slideMaster" Target="../slideMasters/slideMaster1.xml"/><Relationship Id="rId3" Type="http://schemas.openxmlformats.org/officeDocument/2006/relationships/oleObject" Target="../embeddings/oleObject74.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79.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slideMaster" Target="../slideMasters/slideMaster1.xml"/><Relationship Id="rId3" Type="http://schemas.openxmlformats.org/officeDocument/2006/relationships/oleObject" Target="../embeddings/oleObject75.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80.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slideMaster" Target="../slideMasters/slideMaster1.xml"/><Relationship Id="rId3" Type="http://schemas.openxmlformats.org/officeDocument/2006/relationships/oleObject" Target="../embeddings/oleObject7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81.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slideMaster" Target="../slideMasters/slideMaster1.xml"/><Relationship Id="rId3" Type="http://schemas.openxmlformats.org/officeDocument/2006/relationships/oleObject" Target="../embeddings/oleObject77.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82.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slideMaster" Target="../slideMasters/slideMaster1.xml"/><Relationship Id="rId3" Type="http://schemas.openxmlformats.org/officeDocument/2006/relationships/oleObject" Target="../embeddings/oleObject78.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83.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slideMaster" Target="../slideMasters/slideMaster1.xml"/><Relationship Id="rId3" Type="http://schemas.openxmlformats.org/officeDocument/2006/relationships/oleObject" Target="../embeddings/oleObject7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84.xml.rels><?xml version='1.0' encoding='UTF-8' standalone='yes'?>
<Relationships xmlns="http://schemas.openxmlformats.org/package/2006/relationships"><Relationship Id="rId1" Type="http://schemas.openxmlformats.org/officeDocument/2006/relationships/tags" Target="../tags/tag86.xml"/><Relationship Id="rId2" Type="http://schemas.openxmlformats.org/officeDocument/2006/relationships/slideMaster" Target="../slideMasters/slideMaster1.xml"/><Relationship Id="rId3" Type="http://schemas.openxmlformats.org/officeDocument/2006/relationships/oleObject" Target="../embeddings/oleObject8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85.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Master" Target="../slideMasters/slideMaster1.xml"/><Relationship Id="rId3" Type="http://schemas.openxmlformats.org/officeDocument/2006/relationships/oleObject" Target="../embeddings/oleObject8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86.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slideMaster" Target="../slideMasters/slideMaster1.xml"/><Relationship Id="rId3" Type="http://schemas.openxmlformats.org/officeDocument/2006/relationships/oleObject" Target="../embeddings/oleObject8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87.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slideMaster" Target="../slideMasters/slideMaster1.xml"/><Relationship Id="rId3" Type="http://schemas.openxmlformats.org/officeDocument/2006/relationships/oleObject" Target="../embeddings/oleObject83.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88.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slideMaster" Target="../slideMasters/slideMaster1.xml"/><Relationship Id="rId3" Type="http://schemas.openxmlformats.org/officeDocument/2006/relationships/oleObject" Target="../embeddings/oleObject8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89.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slideMaster" Target="../slideMasters/slideMaster1.xml"/><Relationship Id="rId3" Type="http://schemas.openxmlformats.org/officeDocument/2006/relationships/oleObject" Target="../embeddings/oleObject8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90.xml.rels><?xml version='1.0' encoding='UTF-8' standalone='yes'?>
<Relationships xmlns="http://schemas.openxmlformats.org/package/2006/relationships"><Relationship Id="rId1" Type="http://schemas.openxmlformats.org/officeDocument/2006/relationships/tags" Target="../tags/tag92.xml"/><Relationship Id="rId2" Type="http://schemas.openxmlformats.org/officeDocument/2006/relationships/slideMaster" Target="../slideMasters/slideMaster1.xml"/><Relationship Id="rId3" Type="http://schemas.openxmlformats.org/officeDocument/2006/relationships/oleObject" Target="../embeddings/oleObject86.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91.xml.rels><?xml version='1.0' encoding='UTF-8' standalone='yes'?>
<Relationships xmlns="http://schemas.openxmlformats.org/package/2006/relationships"><Relationship Id="rId1" Type="http://schemas.openxmlformats.org/officeDocument/2006/relationships/tags" Target="../tags/tag93.xml"/><Relationship Id="rId2" Type="http://schemas.openxmlformats.org/officeDocument/2006/relationships/slideMaster" Target="../slideMasters/slideMaster1.xml"/><Relationship Id="rId3" Type="http://schemas.openxmlformats.org/officeDocument/2006/relationships/oleObject" Target="../embeddings/oleObject8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92.xml.rels><?xml version='1.0' encoding='UTF-8' standalone='yes'?>
<Relationships xmlns="http://schemas.openxmlformats.org/package/2006/relationships"><Relationship Id="rId1" Type="http://schemas.openxmlformats.org/officeDocument/2006/relationships/tags" Target="../tags/tag94.xml"/><Relationship Id="rId2" Type="http://schemas.openxmlformats.org/officeDocument/2006/relationships/slideMaster" Target="../slideMasters/slideMaster1.xml"/><Relationship Id="rId3" Type="http://schemas.openxmlformats.org/officeDocument/2006/relationships/oleObject" Target="../embeddings/oleObject8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93.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slideMaster" Target="../slideMasters/slideMaster1.xml"/><Relationship Id="rId3" Type="http://schemas.openxmlformats.org/officeDocument/2006/relationships/oleObject" Target="../embeddings/oleObject8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94.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slideMaster" Target="../slideMasters/slideMaster1.xml"/><Relationship Id="rId3" Type="http://schemas.openxmlformats.org/officeDocument/2006/relationships/oleObject" Target="../embeddings/oleObject90.bin"/><Relationship Id="rId4" Type="http://schemas.openxmlformats.org/officeDocument/2006/relationships/image" Target="../media/image6.emf"/><Relationship Id="rId5" Type="http://schemas.openxmlformats.org/officeDocument/2006/relationships/image" Target="../media/image5.emf"/></Relationships>
</file>

<file path=ppt/slideLayouts/_rels/slideLayout9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Master" Target="../slideMasters/slideMaster1.xml"/><Relationship Id="rId3" Type="http://schemas.openxmlformats.org/officeDocument/2006/relationships/oleObject" Target="../embeddings/oleObject91.bin"/><Relationship Id="rId4" Type="http://schemas.openxmlformats.org/officeDocument/2006/relationships/image" Target="../media/image7.emf"/><Relationship Id="rId5" Type="http://schemas.openxmlformats.org/officeDocument/2006/relationships/image" Target="../media/image5.emf"/></Relationships>
</file>

<file path=ppt/slideLayouts/_rels/slideLayout9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Master" Target="../slideMasters/slideMaster1.xml"/><Relationship Id="rId3" Type="http://schemas.openxmlformats.org/officeDocument/2006/relationships/oleObject" Target="../embeddings/oleObject92.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9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Master" Target="../slideMasters/slideMaster1.xml"/><Relationship Id="rId3" Type="http://schemas.openxmlformats.org/officeDocument/2006/relationships/oleObject" Target="../embeddings/oleObject93.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9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Master" Target="../slideMasters/slideMaster1.xml"/><Relationship Id="rId3" Type="http://schemas.openxmlformats.org/officeDocument/2006/relationships/oleObject" Target="../embeddings/oleObject94.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9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Master" Target="../slideMasters/slideMaster1.xml"/><Relationship Id="rId3" Type="http://schemas.openxmlformats.org/officeDocument/2006/relationships/oleObject" Target="../embeddings/oleObject95.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0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Master" Target="../slideMasters/slideMaster1.xml"/><Relationship Id="rId3" Type="http://schemas.openxmlformats.org/officeDocument/2006/relationships/oleObject" Target="../embeddings/oleObject96.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0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Master" Target="../slideMasters/slideMaster1.xml"/><Relationship Id="rId3" Type="http://schemas.openxmlformats.org/officeDocument/2006/relationships/oleObject" Target="../embeddings/oleObject97.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0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Master" Target="../slideMasters/slideMaster1.xml"/><Relationship Id="rId3" Type="http://schemas.openxmlformats.org/officeDocument/2006/relationships/oleObject" Target="../embeddings/oleObject98.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0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Master" Target="../slideMasters/slideMaster1.xml"/><Relationship Id="rId3" Type="http://schemas.openxmlformats.org/officeDocument/2006/relationships/oleObject" Target="../embeddings/oleObject99.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0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Master" Target="../slideMasters/slideMaster1.xml"/><Relationship Id="rId3" Type="http://schemas.openxmlformats.org/officeDocument/2006/relationships/oleObject" Target="../embeddings/oleObject100.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0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Master" Target="../slideMasters/slideMaster1.xml"/><Relationship Id="rId3" Type="http://schemas.openxmlformats.org/officeDocument/2006/relationships/oleObject" Target="../embeddings/oleObject101.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0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Master" Target="../slideMasters/slideMaster1.xml"/><Relationship Id="rId3" Type="http://schemas.openxmlformats.org/officeDocument/2006/relationships/oleObject" Target="../embeddings/oleObject102.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0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Master" Target="../slideMasters/slideMaster1.xml"/><Relationship Id="rId3" Type="http://schemas.openxmlformats.org/officeDocument/2006/relationships/oleObject" Target="../embeddings/oleObject103.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0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slideMaster" Target="../slideMasters/slideMaster1.xml"/><Relationship Id="rId3" Type="http://schemas.openxmlformats.org/officeDocument/2006/relationships/oleObject" Target="../embeddings/oleObject104.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09.xml.rels><?xml version='1.0' encoding='UTF-8' standalone='yes'?>
<Relationships xmlns="http://schemas.openxmlformats.org/package/2006/relationships"><Relationship Id="rId1" Type="http://schemas.openxmlformats.org/officeDocument/2006/relationships/tags" Target="../tags/tag111.xml"/><Relationship Id="rId2" Type="http://schemas.openxmlformats.org/officeDocument/2006/relationships/slideMaster" Target="../slideMasters/slideMaster1.xml"/><Relationship Id="rId3" Type="http://schemas.openxmlformats.org/officeDocument/2006/relationships/oleObject" Target="../embeddings/oleObject105.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10.xml.rels><?xml version='1.0' encoding='UTF-8' standalone='yes'?>
<Relationships xmlns="http://schemas.openxmlformats.org/package/2006/relationships"><Relationship Id="rId1" Type="http://schemas.openxmlformats.org/officeDocument/2006/relationships/tags" Target="../tags/tag112.xml"/><Relationship Id="rId2" Type="http://schemas.openxmlformats.org/officeDocument/2006/relationships/slideMaster" Target="../slideMasters/slideMaster1.xml"/><Relationship Id="rId3" Type="http://schemas.openxmlformats.org/officeDocument/2006/relationships/oleObject" Target="../embeddings/oleObject106.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11.xml.rels><?xml version='1.0' encoding='UTF-8' standalone='yes'?>
<Relationships xmlns="http://schemas.openxmlformats.org/package/2006/relationships"><Relationship Id="rId1" Type="http://schemas.openxmlformats.org/officeDocument/2006/relationships/tags" Target="../tags/tag113.xml"/><Relationship Id="rId2" Type="http://schemas.openxmlformats.org/officeDocument/2006/relationships/slideMaster" Target="../slideMasters/slideMaster1.xml"/><Relationship Id="rId3" Type="http://schemas.openxmlformats.org/officeDocument/2006/relationships/oleObject" Target="../embeddings/oleObject107.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12.xml.rels><?xml version='1.0' encoding='UTF-8' standalone='yes'?>
<Relationships xmlns="http://schemas.openxmlformats.org/package/2006/relationships"><Relationship Id="rId1" Type="http://schemas.openxmlformats.org/officeDocument/2006/relationships/tags" Target="../tags/tag114.xml"/><Relationship Id="rId2" Type="http://schemas.openxmlformats.org/officeDocument/2006/relationships/slideMaster" Target="../slideMasters/slideMaster1.xml"/><Relationship Id="rId3" Type="http://schemas.openxmlformats.org/officeDocument/2006/relationships/oleObject" Target="../embeddings/oleObject108.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13.xml.rels><?xml version='1.0' encoding='UTF-8' standalone='yes'?>
<Relationships xmlns="http://schemas.openxmlformats.org/package/2006/relationships"><Relationship Id="rId1" Type="http://schemas.openxmlformats.org/officeDocument/2006/relationships/tags" Target="../tags/tag115.xml"/><Relationship Id="rId2" Type="http://schemas.openxmlformats.org/officeDocument/2006/relationships/slideMaster" Target="../slideMasters/slideMaster1.xml"/><Relationship Id="rId3" Type="http://schemas.openxmlformats.org/officeDocument/2006/relationships/oleObject" Target="../embeddings/oleObject109.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14.xml.rels><?xml version='1.0' encoding='UTF-8' standalone='yes'?>
<Relationships xmlns="http://schemas.openxmlformats.org/package/2006/relationships"><Relationship Id="rId1" Type="http://schemas.openxmlformats.org/officeDocument/2006/relationships/tags" Target="../tags/tag116.xml"/><Relationship Id="rId2" Type="http://schemas.openxmlformats.org/officeDocument/2006/relationships/slideMaster" Target="../slideMasters/slideMaster1.xml"/><Relationship Id="rId3" Type="http://schemas.openxmlformats.org/officeDocument/2006/relationships/oleObject" Target="../embeddings/oleObject110.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15.xml.rels><?xml version='1.0' encoding='UTF-8' standalone='yes'?>
<Relationships xmlns="http://schemas.openxmlformats.org/package/2006/relationships"><Relationship Id="rId1" Type="http://schemas.openxmlformats.org/officeDocument/2006/relationships/tags" Target="../tags/tag117.xml"/><Relationship Id="rId2" Type="http://schemas.openxmlformats.org/officeDocument/2006/relationships/slideMaster" Target="../slideMasters/slideMaster1.xml"/><Relationship Id="rId3" Type="http://schemas.openxmlformats.org/officeDocument/2006/relationships/oleObject" Target="../embeddings/oleObject111.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16.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slideMaster" Target="../slideMasters/slideMaster1.xml"/><Relationship Id="rId3" Type="http://schemas.openxmlformats.org/officeDocument/2006/relationships/oleObject" Target="../embeddings/oleObject112.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17.xml.rels><?xml version='1.0' encoding='UTF-8' standalone='yes'?>
<Relationships xmlns="http://schemas.openxmlformats.org/package/2006/relationships"><Relationship Id="rId1" Type="http://schemas.openxmlformats.org/officeDocument/2006/relationships/tags" Target="../tags/tag119.xml"/><Relationship Id="rId2" Type="http://schemas.openxmlformats.org/officeDocument/2006/relationships/slideMaster" Target="../slideMasters/slideMaster1.xml"/><Relationship Id="rId3" Type="http://schemas.openxmlformats.org/officeDocument/2006/relationships/oleObject" Target="../embeddings/oleObject113.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18.xml.rels><?xml version='1.0' encoding='UTF-8' standalone='yes'?>
<Relationships xmlns="http://schemas.openxmlformats.org/package/2006/relationships"><Relationship Id="rId1" Type="http://schemas.openxmlformats.org/officeDocument/2006/relationships/tags" Target="../tags/tag120.xml"/><Relationship Id="rId2" Type="http://schemas.openxmlformats.org/officeDocument/2006/relationships/slideMaster" Target="../slideMasters/slideMaster1.xml"/><Relationship Id="rId3" Type="http://schemas.openxmlformats.org/officeDocument/2006/relationships/oleObject" Target="../embeddings/oleObject114.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19.xml.rels><?xml version='1.0' encoding='UTF-8' standalone='yes'?>
<Relationships xmlns="http://schemas.openxmlformats.org/package/2006/relationships"><Relationship Id="rId1" Type="http://schemas.openxmlformats.org/officeDocument/2006/relationships/tags" Target="../tags/tag121.xml"/><Relationship Id="rId2" Type="http://schemas.openxmlformats.org/officeDocument/2006/relationships/slideMaster" Target="../slideMasters/slideMaster1.xml"/><Relationship Id="rId3" Type="http://schemas.openxmlformats.org/officeDocument/2006/relationships/oleObject" Target="../embeddings/oleObject115.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20.xml.rels><?xml version='1.0' encoding='UTF-8' standalone='yes'?>
<Relationships xmlns="http://schemas.openxmlformats.org/package/2006/relationships"><Relationship Id="rId1" Type="http://schemas.openxmlformats.org/officeDocument/2006/relationships/tags" Target="../tags/tag122.xml"/><Relationship Id="rId2" Type="http://schemas.openxmlformats.org/officeDocument/2006/relationships/slideMaster" Target="../slideMasters/slideMaster1.xml"/><Relationship Id="rId3" Type="http://schemas.openxmlformats.org/officeDocument/2006/relationships/oleObject" Target="../embeddings/oleObject116.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21.xml.rels><?xml version='1.0' encoding='UTF-8' standalone='yes'?>
<Relationships xmlns="http://schemas.openxmlformats.org/package/2006/relationships"><Relationship Id="rId1" Type="http://schemas.openxmlformats.org/officeDocument/2006/relationships/tags" Target="../tags/tag123.xml"/><Relationship Id="rId2" Type="http://schemas.openxmlformats.org/officeDocument/2006/relationships/slideMaster" Target="../slideMasters/slideMaster1.xml"/><Relationship Id="rId3" Type="http://schemas.openxmlformats.org/officeDocument/2006/relationships/oleObject" Target="../embeddings/oleObject117.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22.xml.rels><?xml version='1.0' encoding='UTF-8' standalone='yes'?>
<Relationships xmlns="http://schemas.openxmlformats.org/package/2006/relationships"><Relationship Id="rId1" Type="http://schemas.openxmlformats.org/officeDocument/2006/relationships/tags" Target="../tags/tag124.xml"/><Relationship Id="rId2" Type="http://schemas.openxmlformats.org/officeDocument/2006/relationships/slideMaster" Target="../slideMasters/slideMaster1.xml"/><Relationship Id="rId3" Type="http://schemas.openxmlformats.org/officeDocument/2006/relationships/oleObject" Target="../embeddings/oleObject118.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23.xml.rels><?xml version='1.0' encoding='UTF-8' standalone='yes'?>
<Relationships xmlns="http://schemas.openxmlformats.org/package/2006/relationships"><Relationship Id="rId1" Type="http://schemas.openxmlformats.org/officeDocument/2006/relationships/tags" Target="../tags/tag125.xml"/><Relationship Id="rId2" Type="http://schemas.openxmlformats.org/officeDocument/2006/relationships/slideMaster" Target="../slideMasters/slideMaster1.xml"/><Relationship Id="rId3" Type="http://schemas.openxmlformats.org/officeDocument/2006/relationships/oleObject" Target="../embeddings/oleObject119.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24.xml.rels><?xml version='1.0' encoding='UTF-8' standalone='yes'?>
<Relationships xmlns="http://schemas.openxmlformats.org/package/2006/relationships"><Relationship Id="rId1" Type="http://schemas.openxmlformats.org/officeDocument/2006/relationships/tags" Target="../tags/tag126.xml"/><Relationship Id="rId2" Type="http://schemas.openxmlformats.org/officeDocument/2006/relationships/slideMaster" Target="../slideMasters/slideMaster1.xml"/><Relationship Id="rId3" Type="http://schemas.openxmlformats.org/officeDocument/2006/relationships/oleObject" Target="../embeddings/oleObject120.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25.xml.rels><?xml version='1.0' encoding='UTF-8' standalone='yes'?>
<Relationships xmlns="http://schemas.openxmlformats.org/package/2006/relationships"><Relationship Id="rId1" Type="http://schemas.openxmlformats.org/officeDocument/2006/relationships/tags" Target="../tags/tag127.xml"/><Relationship Id="rId2" Type="http://schemas.openxmlformats.org/officeDocument/2006/relationships/slideMaster" Target="../slideMasters/slideMaster1.xml"/><Relationship Id="rId3" Type="http://schemas.openxmlformats.org/officeDocument/2006/relationships/oleObject" Target="../embeddings/oleObject121.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26.xml.rels><?xml version='1.0' encoding='UTF-8' standalone='yes'?>
<Relationships xmlns="http://schemas.openxmlformats.org/package/2006/relationships"><Relationship Id="rId1" Type="http://schemas.openxmlformats.org/officeDocument/2006/relationships/tags" Target="../tags/tag128.xml"/><Relationship Id="rId2" Type="http://schemas.openxmlformats.org/officeDocument/2006/relationships/slideMaster" Target="../slideMasters/slideMaster1.xml"/><Relationship Id="rId3" Type="http://schemas.openxmlformats.org/officeDocument/2006/relationships/oleObject" Target="../embeddings/oleObject122.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27.xml.rels><?xml version='1.0' encoding='UTF-8' standalone='yes'?>
<Relationships xmlns="http://schemas.openxmlformats.org/package/2006/relationships"><Relationship Id="rId1" Type="http://schemas.openxmlformats.org/officeDocument/2006/relationships/tags" Target="../tags/tag129.xml"/><Relationship Id="rId2" Type="http://schemas.openxmlformats.org/officeDocument/2006/relationships/slideMaster" Target="../slideMasters/slideMaster1.xml"/><Relationship Id="rId3" Type="http://schemas.openxmlformats.org/officeDocument/2006/relationships/oleObject" Target="../embeddings/oleObject123.bin"/><Relationship Id="rId4" Type="http://schemas.openxmlformats.org/officeDocument/2006/relationships/image" Target="../media/image8.emf"/><Relationship Id="rId5" Type="http://schemas.openxmlformats.org/officeDocument/2006/relationships/image" Target="../media/image4.emf"/></Relationships>
</file>

<file path=ppt/slideLayouts/_rels/slideLayout128.xml.rels><?xml version='1.0' encoding='UTF-8' standalone='yes'?>
<Relationships xmlns="http://schemas.openxmlformats.org/package/2006/relationships"><Relationship Id="rId1" Type="http://schemas.openxmlformats.org/officeDocument/2006/relationships/tags" Target="../tags/tag130.xml"/><Relationship Id="rId2" Type="http://schemas.openxmlformats.org/officeDocument/2006/relationships/slideMaster" Target="../slideMasters/slideMaster1.xml"/><Relationship Id="rId3" Type="http://schemas.openxmlformats.org/officeDocument/2006/relationships/oleObject" Target="../embeddings/oleObject124.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29.xml.rels><?xml version='1.0' encoding='UTF-8' standalone='yes'?>
<Relationships xmlns="http://schemas.openxmlformats.org/package/2006/relationships"><Relationship Id="rId1" Type="http://schemas.openxmlformats.org/officeDocument/2006/relationships/tags" Target="../tags/tag131.xml"/><Relationship Id="rId2" Type="http://schemas.openxmlformats.org/officeDocument/2006/relationships/slideMaster" Target="../slideMasters/slideMaster1.xml"/><Relationship Id="rId3" Type="http://schemas.openxmlformats.org/officeDocument/2006/relationships/oleObject" Target="../embeddings/oleObject125.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30.xml.rels><?xml version='1.0' encoding='UTF-8' standalone='yes'?>
<Relationships xmlns="http://schemas.openxmlformats.org/package/2006/relationships"><Relationship Id="rId1" Type="http://schemas.openxmlformats.org/officeDocument/2006/relationships/tags" Target="../tags/tag132.xml"/><Relationship Id="rId2" Type="http://schemas.openxmlformats.org/officeDocument/2006/relationships/slideMaster" Target="../slideMasters/slideMaster1.xml"/><Relationship Id="rId3" Type="http://schemas.openxmlformats.org/officeDocument/2006/relationships/oleObject" Target="../embeddings/oleObject126.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31.xml.rels><?xml version='1.0' encoding='UTF-8' standalone='yes'?>
<Relationships xmlns="http://schemas.openxmlformats.org/package/2006/relationships"><Relationship Id="rId1" Type="http://schemas.openxmlformats.org/officeDocument/2006/relationships/tags" Target="../tags/tag133.xml"/><Relationship Id="rId2" Type="http://schemas.openxmlformats.org/officeDocument/2006/relationships/slideMaster" Target="../slideMasters/slideMaster1.xml"/><Relationship Id="rId3" Type="http://schemas.openxmlformats.org/officeDocument/2006/relationships/oleObject" Target="../embeddings/oleObject127.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32.xml.rels><?xml version='1.0' encoding='UTF-8' standalone='yes'?>
<Relationships xmlns="http://schemas.openxmlformats.org/package/2006/relationships"><Relationship Id="rId1" Type="http://schemas.openxmlformats.org/officeDocument/2006/relationships/tags" Target="../tags/tag134.xml"/><Relationship Id="rId2" Type="http://schemas.openxmlformats.org/officeDocument/2006/relationships/slideMaster" Target="../slideMasters/slideMaster1.xml"/><Relationship Id="rId3" Type="http://schemas.openxmlformats.org/officeDocument/2006/relationships/oleObject" Target="../embeddings/oleObject128.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33.xml.rels><?xml version='1.0' encoding='UTF-8' standalone='yes'?>
<Relationships xmlns="http://schemas.openxmlformats.org/package/2006/relationships"><Relationship Id="rId1" Type="http://schemas.openxmlformats.org/officeDocument/2006/relationships/tags" Target="../tags/tag135.xml"/><Relationship Id="rId2" Type="http://schemas.openxmlformats.org/officeDocument/2006/relationships/slideMaster" Target="../slideMasters/slideMaster1.xml"/><Relationship Id="rId3" Type="http://schemas.openxmlformats.org/officeDocument/2006/relationships/oleObject" Target="../embeddings/oleObject129.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34.xml.rels><?xml version='1.0' encoding='UTF-8' standalone='yes'?>
<Relationships xmlns="http://schemas.openxmlformats.org/package/2006/relationships"><Relationship Id="rId1" Type="http://schemas.openxmlformats.org/officeDocument/2006/relationships/tags" Target="../tags/tag136.xml"/><Relationship Id="rId2" Type="http://schemas.openxmlformats.org/officeDocument/2006/relationships/slideMaster" Target="../slideMasters/slideMaster1.xml"/><Relationship Id="rId3" Type="http://schemas.openxmlformats.org/officeDocument/2006/relationships/oleObject" Target="../embeddings/oleObject130.bin"/><Relationship Id="rId4" Type="http://schemas.openxmlformats.org/officeDocument/2006/relationships/image" Target="../media/image8.emf"/><Relationship Id="rId5" Type="http://schemas.openxmlformats.org/officeDocument/2006/relationships/image" Target="../media/image5.emf"/></Relationships>
</file>

<file path=ppt/slideLayouts/_rels/slideLayout135.xml.rels><?xml version='1.0' encoding='UTF-8' standalone='yes'?>
<Relationships xmlns="http://schemas.openxmlformats.org/package/2006/relationships"><Relationship Id="rId1" Type="http://schemas.openxmlformats.org/officeDocument/2006/relationships/tags" Target="../tags/tag137.xml"/><Relationship Id="rId2" Type="http://schemas.openxmlformats.org/officeDocument/2006/relationships/slideMaster" Target="../slideMasters/slideMaster1.xml"/><Relationship Id="rId3" Type="http://schemas.openxmlformats.org/officeDocument/2006/relationships/oleObject" Target="../embeddings/oleObject13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36.xml.rels><?xml version='1.0' encoding='UTF-8' standalone='yes'?>
<Relationships xmlns="http://schemas.openxmlformats.org/package/2006/relationships"><Relationship Id="rId1" Type="http://schemas.openxmlformats.org/officeDocument/2006/relationships/tags" Target="../tags/tag138.xml"/><Relationship Id="rId2" Type="http://schemas.openxmlformats.org/officeDocument/2006/relationships/slideMaster" Target="../slideMasters/slideMaster1.xml"/><Relationship Id="rId3" Type="http://schemas.openxmlformats.org/officeDocument/2006/relationships/oleObject" Target="../embeddings/oleObject132.bin"/><Relationship Id="rId4" Type="http://schemas.openxmlformats.org/officeDocument/2006/relationships/image" Target="../media/image8.emf"/></Relationships>
</file>

<file path=ppt/slideLayouts/_rels/slideLayout137.xml.rels><?xml version='1.0' encoding='UTF-8' standalone='yes'?>
<Relationships xmlns="http://schemas.openxmlformats.org/package/2006/relationships"><Relationship Id="rId1" Type="http://schemas.openxmlformats.org/officeDocument/2006/relationships/tags" Target="../tags/tag139.xml"/><Relationship Id="rId2" Type="http://schemas.openxmlformats.org/officeDocument/2006/relationships/tags" Target="../tags/tag140.xml"/><Relationship Id="rId3"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tags" Target="../tags/tag141.xml"/><Relationship Id="rId2" Type="http://schemas.openxmlformats.org/officeDocument/2006/relationships/slideMaster" Target="../slideMasters/slideMaster1.xml"/><Relationship Id="rId3" Type="http://schemas.openxmlformats.org/officeDocument/2006/relationships/oleObject" Target="../embeddings/oleObject13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42.xml.rels><?xml version='1.0' encoding='UTF-8' standalone='yes'?>
<Relationships xmlns="http://schemas.openxmlformats.org/package/2006/relationships"><Relationship Id="rId1" Type="http://schemas.openxmlformats.org/officeDocument/2006/relationships/tags" Target="../tags/tag142.xml"/><Relationship Id="rId2" Type="http://schemas.openxmlformats.org/officeDocument/2006/relationships/slideMaster" Target="../slideMasters/slideMaster1.xml"/><Relationship Id="rId3" Type="http://schemas.openxmlformats.org/officeDocument/2006/relationships/oleObject" Target="../embeddings/oleObject13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43.xml.rels><?xml version='1.0' encoding='UTF-8' standalone='yes'?>
<Relationships xmlns="http://schemas.openxmlformats.org/package/2006/relationships"><Relationship Id="rId1" Type="http://schemas.openxmlformats.org/officeDocument/2006/relationships/tags" Target="../tags/tag143.xml"/><Relationship Id="rId2" Type="http://schemas.openxmlformats.org/officeDocument/2006/relationships/slideMaster" Target="../slideMasters/slideMaster1.xml"/><Relationship Id="rId3" Type="http://schemas.openxmlformats.org/officeDocument/2006/relationships/oleObject" Target="../embeddings/oleObject13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44.xml.rels><?xml version='1.0' encoding='UTF-8' standalone='yes'?>
<Relationships xmlns="http://schemas.openxmlformats.org/package/2006/relationships"><Relationship Id="rId1" Type="http://schemas.openxmlformats.org/officeDocument/2006/relationships/tags" Target="../tags/tag144.xml"/><Relationship Id="rId2" Type="http://schemas.openxmlformats.org/officeDocument/2006/relationships/slideMaster" Target="../slideMasters/slideMaster1.xml"/><Relationship Id="rId3" Type="http://schemas.openxmlformats.org/officeDocument/2006/relationships/oleObject" Target="../embeddings/oleObject136.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45.xml.rels><?xml version='1.0' encoding='UTF-8' standalone='yes'?>
<Relationships xmlns="http://schemas.openxmlformats.org/package/2006/relationships"><Relationship Id="rId1" Type="http://schemas.openxmlformats.org/officeDocument/2006/relationships/tags" Target="../tags/tag145.xml"/><Relationship Id="rId2" Type="http://schemas.openxmlformats.org/officeDocument/2006/relationships/slideMaster" Target="../slideMasters/slideMaster1.xml"/><Relationship Id="rId3" Type="http://schemas.openxmlformats.org/officeDocument/2006/relationships/oleObject" Target="../embeddings/oleObject137.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46.xml.rels><?xml version='1.0' encoding='UTF-8' standalone='yes'?>
<Relationships xmlns="http://schemas.openxmlformats.org/package/2006/relationships"><Relationship Id="rId1" Type="http://schemas.openxmlformats.org/officeDocument/2006/relationships/tags" Target="../tags/tag146.xml"/><Relationship Id="rId2" Type="http://schemas.openxmlformats.org/officeDocument/2006/relationships/slideMaster" Target="../slideMasters/slideMaster1.xml"/><Relationship Id="rId3" Type="http://schemas.openxmlformats.org/officeDocument/2006/relationships/oleObject" Target="../embeddings/oleObject138.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47.xml.rels><?xml version='1.0' encoding='UTF-8' standalone='yes'?>
<Relationships xmlns="http://schemas.openxmlformats.org/package/2006/relationships"><Relationship Id="rId1" Type="http://schemas.openxmlformats.org/officeDocument/2006/relationships/tags" Target="../tags/tag147.xml"/><Relationship Id="rId2" Type="http://schemas.openxmlformats.org/officeDocument/2006/relationships/slideMaster" Target="../slideMasters/slideMaster1.xml"/><Relationship Id="rId3" Type="http://schemas.openxmlformats.org/officeDocument/2006/relationships/oleObject" Target="../embeddings/oleObject13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48.xml.rels><?xml version='1.0' encoding='UTF-8' standalone='yes'?>
<Relationships xmlns="http://schemas.openxmlformats.org/package/2006/relationships"><Relationship Id="rId1" Type="http://schemas.openxmlformats.org/officeDocument/2006/relationships/tags" Target="../tags/tag148.xml"/><Relationship Id="rId2" Type="http://schemas.openxmlformats.org/officeDocument/2006/relationships/slideMaster" Target="../slideMasters/slideMaster1.xml"/><Relationship Id="rId3" Type="http://schemas.openxmlformats.org/officeDocument/2006/relationships/oleObject" Target="../embeddings/oleObject14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49.xml.rels><?xml version='1.0' encoding='UTF-8' standalone='yes'?>
<Relationships xmlns="http://schemas.openxmlformats.org/package/2006/relationships"><Relationship Id="rId1" Type="http://schemas.openxmlformats.org/officeDocument/2006/relationships/tags" Target="../tags/tag149.xml"/><Relationship Id="rId2" Type="http://schemas.openxmlformats.org/officeDocument/2006/relationships/slideMaster" Target="../slideMasters/slideMaster1.xml"/><Relationship Id="rId3" Type="http://schemas.openxmlformats.org/officeDocument/2006/relationships/oleObject" Target="../embeddings/oleObject141.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50.xml.rels><?xml version='1.0' encoding='UTF-8' standalone='yes'?>
<Relationships xmlns="http://schemas.openxmlformats.org/package/2006/relationships"><Relationship Id="rId1" Type="http://schemas.openxmlformats.org/officeDocument/2006/relationships/tags" Target="../tags/tag150.xml"/><Relationship Id="rId2" Type="http://schemas.openxmlformats.org/officeDocument/2006/relationships/slideMaster" Target="../slideMasters/slideMaster1.xml"/><Relationship Id="rId3" Type="http://schemas.openxmlformats.org/officeDocument/2006/relationships/oleObject" Target="../embeddings/oleObject142.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51.xml.rels><?xml version='1.0' encoding='UTF-8' standalone='yes'?>
<Relationships xmlns="http://schemas.openxmlformats.org/package/2006/relationships"><Relationship Id="rId1" Type="http://schemas.openxmlformats.org/officeDocument/2006/relationships/tags" Target="../tags/tag151.xml"/><Relationship Id="rId2" Type="http://schemas.openxmlformats.org/officeDocument/2006/relationships/slideMaster" Target="../slideMasters/slideMaster1.xml"/><Relationship Id="rId3" Type="http://schemas.openxmlformats.org/officeDocument/2006/relationships/oleObject" Target="../embeddings/oleObject143.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52.xml.rels><?xml version='1.0' encoding='UTF-8' standalone='yes'?>
<Relationships xmlns="http://schemas.openxmlformats.org/package/2006/relationships"><Relationship Id="rId1" Type="http://schemas.openxmlformats.org/officeDocument/2006/relationships/tags" Target="../tags/tag152.xml"/><Relationship Id="rId2" Type="http://schemas.openxmlformats.org/officeDocument/2006/relationships/slideMaster" Target="../slideMasters/slideMaster1.xml"/><Relationship Id="rId3" Type="http://schemas.openxmlformats.org/officeDocument/2006/relationships/oleObject" Target="../embeddings/oleObject144.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53.xml.rels><?xml version='1.0' encoding='UTF-8' standalone='yes'?>
<Relationships xmlns="http://schemas.openxmlformats.org/package/2006/relationships"><Relationship Id="rId1" Type="http://schemas.openxmlformats.org/officeDocument/2006/relationships/tags" Target="../tags/tag153.xml"/><Relationship Id="rId2" Type="http://schemas.openxmlformats.org/officeDocument/2006/relationships/slideMaster" Target="../slideMasters/slideMaster1.xml"/><Relationship Id="rId3" Type="http://schemas.openxmlformats.org/officeDocument/2006/relationships/oleObject" Target="../embeddings/oleObject14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54.xml.rels><?xml version='1.0' encoding='UTF-8' standalone='yes'?>
<Relationships xmlns="http://schemas.openxmlformats.org/package/2006/relationships"><Relationship Id="rId1" Type="http://schemas.openxmlformats.org/officeDocument/2006/relationships/tags" Target="../tags/tag154.xml"/><Relationship Id="rId2" Type="http://schemas.openxmlformats.org/officeDocument/2006/relationships/slideMaster" Target="../slideMasters/slideMaster1.xml"/><Relationship Id="rId3" Type="http://schemas.openxmlformats.org/officeDocument/2006/relationships/oleObject" Target="../embeddings/oleObject14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55.xml.rels><?xml version='1.0' encoding='UTF-8' standalone='yes'?>
<Relationships xmlns="http://schemas.openxmlformats.org/package/2006/relationships"><Relationship Id="rId1" Type="http://schemas.openxmlformats.org/officeDocument/2006/relationships/tags" Target="../tags/tag155.xml"/><Relationship Id="rId2" Type="http://schemas.openxmlformats.org/officeDocument/2006/relationships/slideMaster" Target="../slideMasters/slideMaster1.xml"/><Relationship Id="rId3" Type="http://schemas.openxmlformats.org/officeDocument/2006/relationships/oleObject" Target="../embeddings/oleObject14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56.xml.rels><?xml version='1.0' encoding='UTF-8' standalone='yes'?>
<Relationships xmlns="http://schemas.openxmlformats.org/package/2006/relationships"><Relationship Id="rId1" Type="http://schemas.openxmlformats.org/officeDocument/2006/relationships/tags" Target="../tags/tag156.xml"/><Relationship Id="rId2" Type="http://schemas.openxmlformats.org/officeDocument/2006/relationships/slideMaster" Target="../slideMasters/slideMaster1.xml"/><Relationship Id="rId3" Type="http://schemas.openxmlformats.org/officeDocument/2006/relationships/oleObject" Target="../embeddings/oleObject14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57.xml.rels><?xml version='1.0' encoding='UTF-8' standalone='yes'?>
<Relationships xmlns="http://schemas.openxmlformats.org/package/2006/relationships"><Relationship Id="rId1" Type="http://schemas.openxmlformats.org/officeDocument/2006/relationships/tags" Target="../tags/tag157.xml"/><Relationship Id="rId2" Type="http://schemas.openxmlformats.org/officeDocument/2006/relationships/slideMaster" Target="../slideMasters/slideMaster1.xml"/><Relationship Id="rId3" Type="http://schemas.openxmlformats.org/officeDocument/2006/relationships/oleObject" Target="../embeddings/oleObject14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58.xml.rels><?xml version='1.0' encoding='UTF-8' standalone='yes'?>
<Relationships xmlns="http://schemas.openxmlformats.org/package/2006/relationships"><Relationship Id="rId1" Type="http://schemas.openxmlformats.org/officeDocument/2006/relationships/tags" Target="../tags/tag158.xml"/><Relationship Id="rId2" Type="http://schemas.openxmlformats.org/officeDocument/2006/relationships/slideMaster" Target="../slideMasters/slideMaster1.xml"/><Relationship Id="rId3" Type="http://schemas.openxmlformats.org/officeDocument/2006/relationships/oleObject" Target="../embeddings/oleObject15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slideMaster" Target="../slideMasters/slideMaster1.xml"/><Relationship Id="rId3" Type="http://schemas.openxmlformats.org/officeDocument/2006/relationships/oleObject" Target="../embeddings/oleObject151.bin"/><Relationship Id="rId4" Type="http://schemas.openxmlformats.org/officeDocument/2006/relationships/image" Target="../media/image2.emf"/></Relationships>
</file>

<file path=ppt/slideLayouts/_rels/slideLayout161.xml.rels><?xml version='1.0' encoding='UTF-8' standalone='yes'?>
<Relationships xmlns="http://schemas.openxmlformats.org/package/2006/relationships"><Relationship Id="rId1" Type="http://schemas.openxmlformats.org/officeDocument/2006/relationships/tags" Target="../tags/tag160.xml"/><Relationship Id="rId2" Type="http://schemas.openxmlformats.org/officeDocument/2006/relationships/slideMaster" Target="../slideMasters/slideMaster1.xml"/><Relationship Id="rId3" Type="http://schemas.openxmlformats.org/officeDocument/2006/relationships/oleObject" Target="../embeddings/oleObject152.bin"/><Relationship Id="rId4" Type="http://schemas.openxmlformats.org/officeDocument/2006/relationships/image" Target="../media/image2.emf"/></Relationships>
</file>

<file path=ppt/slideLayouts/_rels/slideLayout162.xml.rels><?xml version='1.0' encoding='UTF-8' standalone='yes'?>
<Relationships xmlns="http://schemas.openxmlformats.org/package/2006/relationships"><Relationship Id="rId1" Type="http://schemas.openxmlformats.org/officeDocument/2006/relationships/tags" Target="../tags/tag161.xml"/><Relationship Id="rId2" Type="http://schemas.openxmlformats.org/officeDocument/2006/relationships/slideMaster" Target="../slideMasters/slideMaster1.xml"/><Relationship Id="rId3" Type="http://schemas.openxmlformats.org/officeDocument/2006/relationships/oleObject" Target="../embeddings/oleObject153.bin"/><Relationship Id="rId4" Type="http://schemas.openxmlformats.org/officeDocument/2006/relationships/image" Target="../media/image2.emf"/></Relationships>
</file>

<file path=ppt/slideLayouts/_rels/slideLayout163.xml.rels><?xml version='1.0' encoding='UTF-8' standalone='yes'?>
<Relationships xmlns="http://schemas.openxmlformats.org/package/2006/relationships"><Relationship Id="rId1" Type="http://schemas.openxmlformats.org/officeDocument/2006/relationships/tags" Target="../tags/tag162.xml"/><Relationship Id="rId2" Type="http://schemas.openxmlformats.org/officeDocument/2006/relationships/slideMaster" Target="../slideMasters/slideMaster1.xml"/><Relationship Id="rId3" Type="http://schemas.openxmlformats.org/officeDocument/2006/relationships/oleObject" Target="../embeddings/oleObject154.bin"/><Relationship Id="rId4" Type="http://schemas.openxmlformats.org/officeDocument/2006/relationships/image" Target="../media/image9.emf"/></Relationships>
</file>

<file path=ppt/slideLayouts/_rels/slideLayout164.xml.rels><?xml version='1.0' encoding='UTF-8' standalone='yes'?>
<Relationships xmlns="http://schemas.openxmlformats.org/package/2006/relationships"><Relationship Id="rId1" Type="http://schemas.openxmlformats.org/officeDocument/2006/relationships/tags" Target="../tags/tag163.xml"/><Relationship Id="rId2" Type="http://schemas.openxmlformats.org/officeDocument/2006/relationships/slideMaster" Target="../slideMasters/slideMaster1.xml"/><Relationship Id="rId3" Type="http://schemas.openxmlformats.org/officeDocument/2006/relationships/oleObject" Target="../embeddings/oleObject155.bin"/><Relationship Id="rId4" Type="http://schemas.openxmlformats.org/officeDocument/2006/relationships/image" Target="../media/image9.emf"/></Relationships>
</file>

<file path=ppt/slideLayouts/_rels/slideLayout165.xml.rels><?xml version='1.0' encoding='UTF-8' standalone='yes'?>
<Relationships xmlns="http://schemas.openxmlformats.org/package/2006/relationships"><Relationship Id="rId1" Type="http://schemas.openxmlformats.org/officeDocument/2006/relationships/tags" Target="../tags/tag164.xml"/><Relationship Id="rId2" Type="http://schemas.openxmlformats.org/officeDocument/2006/relationships/slideMaster" Target="../slideMasters/slideMaster1.xml"/><Relationship Id="rId3" Type="http://schemas.openxmlformats.org/officeDocument/2006/relationships/oleObject" Target="../embeddings/oleObject15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66.xml.rels><?xml version='1.0' encoding='UTF-8' standalone='yes'?>
<Relationships xmlns="http://schemas.openxmlformats.org/package/2006/relationships"><Relationship Id="rId1" Type="http://schemas.openxmlformats.org/officeDocument/2006/relationships/tags" Target="../tags/tag165.xml"/><Relationship Id="rId2" Type="http://schemas.openxmlformats.org/officeDocument/2006/relationships/slideMaster" Target="../slideMasters/slideMaster1.xml"/><Relationship Id="rId3" Type="http://schemas.openxmlformats.org/officeDocument/2006/relationships/oleObject" Target="../embeddings/oleObject15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67.xml.rels><?xml version='1.0' encoding='UTF-8' standalone='yes'?>
<Relationships xmlns="http://schemas.openxmlformats.org/package/2006/relationships"><Relationship Id="rId1" Type="http://schemas.openxmlformats.org/officeDocument/2006/relationships/tags" Target="../tags/tag166.xml"/><Relationship Id="rId2" Type="http://schemas.openxmlformats.org/officeDocument/2006/relationships/slideMaster" Target="../slideMasters/slideMaster1.xml"/><Relationship Id="rId3" Type="http://schemas.openxmlformats.org/officeDocument/2006/relationships/oleObject" Target="../embeddings/oleObject15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68.xml.rels><?xml version='1.0' encoding='UTF-8' standalone='yes'?>
<Relationships xmlns="http://schemas.openxmlformats.org/package/2006/relationships"><Relationship Id="rId1" Type="http://schemas.openxmlformats.org/officeDocument/2006/relationships/tags" Target="../tags/tag167.xml"/><Relationship Id="rId2" Type="http://schemas.openxmlformats.org/officeDocument/2006/relationships/slideMaster" Target="../slideMasters/slideMaster1.xml"/><Relationship Id="rId3" Type="http://schemas.openxmlformats.org/officeDocument/2006/relationships/oleObject" Target="../embeddings/oleObject15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69.xml.rels><?xml version='1.0' encoding='UTF-8' standalone='yes'?>
<Relationships xmlns="http://schemas.openxmlformats.org/package/2006/relationships"><Relationship Id="rId1" Type="http://schemas.openxmlformats.org/officeDocument/2006/relationships/tags" Target="../tags/tag168.xml"/><Relationship Id="rId2" Type="http://schemas.openxmlformats.org/officeDocument/2006/relationships/slideMaster" Target="../slideMasters/slideMaster1.xml"/><Relationship Id="rId3" Type="http://schemas.openxmlformats.org/officeDocument/2006/relationships/oleObject" Target="../embeddings/oleObject160.bin"/><Relationship Id="rId4" Type="http://schemas.openxmlformats.org/officeDocument/2006/relationships/image" Target="../media/image2.emf"/></Relationships>
</file>

<file path=ppt/slideLayouts/_rels/slideLayout170.xml.rels><?xml version='1.0' encoding='UTF-8' standalone='yes'?>
<Relationships xmlns="http://schemas.openxmlformats.org/package/2006/relationships"><Relationship Id="rId1" Type="http://schemas.openxmlformats.org/officeDocument/2006/relationships/tags" Target="../tags/tag169.xml"/><Relationship Id="rId2" Type="http://schemas.openxmlformats.org/officeDocument/2006/relationships/slideMaster" Target="../slideMasters/slideMaster1.xml"/><Relationship Id="rId3" Type="http://schemas.openxmlformats.org/officeDocument/2006/relationships/oleObject" Target="../embeddings/oleObject16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7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Master" Target="../slideMasters/slideMaster1.xml"/><Relationship Id="rId3" Type="http://schemas.openxmlformats.org/officeDocument/2006/relationships/oleObject" Target="../embeddings/oleObject16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7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Master" Target="../slideMasters/slideMaster1.xml"/><Relationship Id="rId3" Type="http://schemas.openxmlformats.org/officeDocument/2006/relationships/oleObject" Target="../embeddings/oleObject16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7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Master" Target="../slideMasters/slideMaster1.xml"/><Relationship Id="rId3" Type="http://schemas.openxmlformats.org/officeDocument/2006/relationships/oleObject" Target="../embeddings/oleObject16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7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Master" Target="../slideMasters/slideMaster1.xml"/><Relationship Id="rId3" Type="http://schemas.openxmlformats.org/officeDocument/2006/relationships/oleObject" Target="../embeddings/oleObject165.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7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Master" Target="../slideMasters/slideMaster1.xml"/><Relationship Id="rId3" Type="http://schemas.openxmlformats.org/officeDocument/2006/relationships/oleObject" Target="../embeddings/oleObject16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7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Master" Target="../slideMasters/slideMaster1.xml"/><Relationship Id="rId3" Type="http://schemas.openxmlformats.org/officeDocument/2006/relationships/oleObject" Target="../embeddings/oleObject167.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7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Master" Target="../slideMasters/slideMaster1.xml"/><Relationship Id="rId3" Type="http://schemas.openxmlformats.org/officeDocument/2006/relationships/oleObject" Target="../embeddings/oleObject16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7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Master" Target="../slideMasters/slideMaster1.xml"/><Relationship Id="rId3" Type="http://schemas.openxmlformats.org/officeDocument/2006/relationships/oleObject" Target="../embeddings/oleObject16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79.xml.rels><?xml version='1.0' encoding='UTF-8' standalone='yes'?>
<Relationships xmlns="http://schemas.openxmlformats.org/package/2006/relationships"><Relationship Id="rId1" Type="http://schemas.openxmlformats.org/officeDocument/2006/relationships/tags" Target="../tags/tag178.xml"/><Relationship Id="rId2" Type="http://schemas.openxmlformats.org/officeDocument/2006/relationships/slideMaster" Target="../slideMasters/slideMaster1.xml"/><Relationship Id="rId3" Type="http://schemas.openxmlformats.org/officeDocument/2006/relationships/oleObject" Target="../embeddings/oleObject170.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80.xml.rels><?xml version='1.0' encoding='UTF-8' standalone='yes'?>
<Relationships xmlns="http://schemas.openxmlformats.org/package/2006/relationships"><Relationship Id="rId1" Type="http://schemas.openxmlformats.org/officeDocument/2006/relationships/tags" Target="../tags/tag179.xml"/><Relationship Id="rId2" Type="http://schemas.openxmlformats.org/officeDocument/2006/relationships/slideMaster" Target="../slideMasters/slideMaster1.xml"/><Relationship Id="rId3" Type="http://schemas.openxmlformats.org/officeDocument/2006/relationships/oleObject" Target="../embeddings/oleObject171.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8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Master" Target="../slideMasters/slideMaster1.xml"/><Relationship Id="rId3" Type="http://schemas.openxmlformats.org/officeDocument/2006/relationships/oleObject" Target="../embeddings/oleObject172.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8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Master" Target="../slideMasters/slideMaster1.xml"/><Relationship Id="rId3" Type="http://schemas.openxmlformats.org/officeDocument/2006/relationships/oleObject" Target="../embeddings/oleObject17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8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Master" Target="../slideMasters/slideMaster1.xml"/><Relationship Id="rId3" Type="http://schemas.openxmlformats.org/officeDocument/2006/relationships/oleObject" Target="../embeddings/oleObject174.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18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Master" Target="../slideMasters/slideMaster1.xml"/><Relationship Id="rId3" Type="http://schemas.openxmlformats.org/officeDocument/2006/relationships/oleObject" Target="../embeddings/oleObject17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8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Master" Target="../slideMasters/slideMaster1.xml"/><Relationship Id="rId3" Type="http://schemas.openxmlformats.org/officeDocument/2006/relationships/oleObject" Target="../embeddings/oleObject176.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8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Master" Target="../slideMasters/slideMaster1.xml"/><Relationship Id="rId3" Type="http://schemas.openxmlformats.org/officeDocument/2006/relationships/oleObject" Target="../embeddings/oleObject17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8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Master" Target="../slideMasters/slideMaster1.xml"/><Relationship Id="rId3" Type="http://schemas.openxmlformats.org/officeDocument/2006/relationships/oleObject" Target="../embeddings/oleObject17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8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Master" Target="../slideMasters/slideMaster1.xml"/><Relationship Id="rId3" Type="http://schemas.openxmlformats.org/officeDocument/2006/relationships/oleObject" Target="../embeddings/oleObject17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89.xml.rels><?xml version='1.0' encoding='UTF-8' standalone='yes'?>
<Relationships xmlns="http://schemas.openxmlformats.org/package/2006/relationships"><Relationship Id="rId1" Type="http://schemas.openxmlformats.org/officeDocument/2006/relationships/tags" Target="../tags/tag188.xml"/><Relationship Id="rId2" Type="http://schemas.openxmlformats.org/officeDocument/2006/relationships/slideMaster" Target="../slideMasters/slideMaster1.xml"/><Relationship Id="rId3" Type="http://schemas.openxmlformats.org/officeDocument/2006/relationships/oleObject" Target="../embeddings/oleObject18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90.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slideMaster" Target="../slideMasters/slideMaster1.xml"/><Relationship Id="rId3" Type="http://schemas.openxmlformats.org/officeDocument/2006/relationships/oleObject" Target="../embeddings/oleObject181.bin"/><Relationship Id="rId4" Type="http://schemas.openxmlformats.org/officeDocument/2006/relationships/image" Target="../media/image2.emf"/></Relationships>
</file>

<file path=ppt/slideLayouts/_rels/slideLayout191.xml.rels><?xml version='1.0' encoding='UTF-8' standalone='yes'?>
<Relationships xmlns="http://schemas.openxmlformats.org/package/2006/relationships"><Relationship Id="rId1" Type="http://schemas.openxmlformats.org/officeDocument/2006/relationships/tags" Target="../tags/tag190.xml"/><Relationship Id="rId2" Type="http://schemas.openxmlformats.org/officeDocument/2006/relationships/slideMaster" Target="../slideMasters/slideMaster1.xml"/><Relationship Id="rId3" Type="http://schemas.openxmlformats.org/officeDocument/2006/relationships/oleObject" Target="../embeddings/oleObject17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192.xml.rels><?xml version='1.0' encoding='UTF-8' standalone='yes'?>
<Relationships xmlns="http://schemas.openxmlformats.org/package/2006/relationships"><Relationship Id="rId1" Type="http://schemas.openxmlformats.org/officeDocument/2006/relationships/tags" Target="../tags/tag191.xml"/><Relationship Id="rId2" Type="http://schemas.openxmlformats.org/officeDocument/2006/relationships/slideMaster" Target="../slideMasters/slideMaster1.xml"/><Relationship Id="rId3" Type="http://schemas.openxmlformats.org/officeDocument/2006/relationships/oleObject" Target="../embeddings/oleObject182.bin"/><Relationship Id="rId4" Type="http://schemas.openxmlformats.org/officeDocument/2006/relationships/image" Target="../media/image2.emf"/></Relationships>
</file>

<file path=ppt/slideLayouts/_rels/slideLayout193.xml.rels><?xml version='1.0' encoding='UTF-8' standalone='yes'?>
<Relationships xmlns="http://schemas.openxmlformats.org/package/2006/relationships"><Relationship Id="rId1" Type="http://schemas.openxmlformats.org/officeDocument/2006/relationships/tags" Target="../tags/tag192.xml"/><Relationship Id="rId2" Type="http://schemas.openxmlformats.org/officeDocument/2006/relationships/slideMaster" Target="../slideMasters/slideMaster1.xml"/><Relationship Id="rId3" Type="http://schemas.openxmlformats.org/officeDocument/2006/relationships/oleObject" Target="../embeddings/oleObject183.bin"/><Relationship Id="rId4" Type="http://schemas.openxmlformats.org/officeDocument/2006/relationships/image" Target="../media/image2.emf"/></Relationships>
</file>

<file path=ppt/slideLayouts/_rels/slideLayout194.xml.rels><?xml version='1.0' encoding='UTF-8' standalone='yes'?>
<Relationships xmlns="http://schemas.openxmlformats.org/package/2006/relationships"><Relationship Id="rId1" Type="http://schemas.openxmlformats.org/officeDocument/2006/relationships/tags" Target="../tags/tag193.xml"/><Relationship Id="rId2" Type="http://schemas.openxmlformats.org/officeDocument/2006/relationships/slideMaster" Target="../slideMasters/slideMaster1.xml"/><Relationship Id="rId3" Type="http://schemas.openxmlformats.org/officeDocument/2006/relationships/oleObject" Target="../embeddings/oleObject184.bin"/><Relationship Id="rId4" Type="http://schemas.openxmlformats.org/officeDocument/2006/relationships/image" Target="../media/image2.emf"/></Relationships>
</file>

<file path=ppt/slideLayouts/_rels/slideLayout195.xml.rels><?xml version='1.0' encoding='UTF-8' standalone='yes'?>
<Relationships xmlns="http://schemas.openxmlformats.org/package/2006/relationships"><Relationship Id="rId1" Type="http://schemas.openxmlformats.org/officeDocument/2006/relationships/tags" Target="../tags/tag194.xml"/><Relationship Id="rId2" Type="http://schemas.openxmlformats.org/officeDocument/2006/relationships/slideMaster" Target="../slideMasters/slideMaster1.xml"/><Relationship Id="rId3" Type="http://schemas.openxmlformats.org/officeDocument/2006/relationships/oleObject" Target="../embeddings/oleObject185.bin"/><Relationship Id="rId4" Type="http://schemas.openxmlformats.org/officeDocument/2006/relationships/image" Target="../media/image2.emf"/></Relationships>
</file>

<file path=ppt/slideLayouts/_rels/slideLayout196.xml.rels><?xml version='1.0' encoding='UTF-8' standalone='yes'?>
<Relationships xmlns="http://schemas.openxmlformats.org/package/2006/relationships"><Relationship Id="rId1" Type="http://schemas.openxmlformats.org/officeDocument/2006/relationships/tags" Target="../tags/tag195.xml"/><Relationship Id="rId2" Type="http://schemas.openxmlformats.org/officeDocument/2006/relationships/slideMaster" Target="../slideMasters/slideMaster1.xml"/><Relationship Id="rId3" Type="http://schemas.openxmlformats.org/officeDocument/2006/relationships/oleObject" Target="../embeddings/oleObject186.bin"/><Relationship Id="rId4" Type="http://schemas.openxmlformats.org/officeDocument/2006/relationships/image" Target="../media/image2.emf"/></Relationships>
</file>

<file path=ppt/slideLayouts/_rels/slideLayout197.xml.rels><?xml version='1.0' encoding='UTF-8' standalone='yes'?>
<Relationships xmlns="http://schemas.openxmlformats.org/package/2006/relationships"><Relationship Id="rId1" Type="http://schemas.openxmlformats.org/officeDocument/2006/relationships/tags" Target="../tags/tag196.xml"/><Relationship Id="rId2" Type="http://schemas.openxmlformats.org/officeDocument/2006/relationships/slideMaster" Target="../slideMasters/slideMaster1.xml"/><Relationship Id="rId3" Type="http://schemas.openxmlformats.org/officeDocument/2006/relationships/oleObject" Target="../embeddings/oleObject186.bin"/><Relationship Id="rId4" Type="http://schemas.openxmlformats.org/officeDocument/2006/relationships/image" Target="../media/image2.emf"/></Relationships>
</file>

<file path=ppt/slideLayouts/_rels/slideLayout198.xml.rels><?xml version='1.0' encoding='UTF-8' standalone='yes'?>
<Relationships xmlns="http://schemas.openxmlformats.org/package/2006/relationships"><Relationship Id="rId1" Type="http://schemas.openxmlformats.org/officeDocument/2006/relationships/tags" Target="../tags/tag197.xml"/><Relationship Id="rId2" Type="http://schemas.openxmlformats.org/officeDocument/2006/relationships/slideMaster" Target="../slideMasters/slideMaster1.xml"/><Relationship Id="rId3" Type="http://schemas.openxmlformats.org/officeDocument/2006/relationships/oleObject" Target="../embeddings/oleObject186.bin"/><Relationship Id="rId4" Type="http://schemas.openxmlformats.org/officeDocument/2006/relationships/image" Target="../media/image2.emf"/></Relationships>
</file>

<file path=ppt/slideLayouts/_rels/slideLayout199.xml.rels><?xml version='1.0' encoding='UTF-8' standalone='yes'?>
<Relationships xmlns="http://schemas.openxmlformats.org/package/2006/relationships"><Relationship Id="rId1" Type="http://schemas.openxmlformats.org/officeDocument/2006/relationships/tags" Target="../tags/tag198.xml"/><Relationship Id="rId2" Type="http://schemas.openxmlformats.org/officeDocument/2006/relationships/slideMaster" Target="../slideMasters/slideMaster1.xml"/><Relationship Id="rId3" Type="http://schemas.openxmlformats.org/officeDocument/2006/relationships/oleObject" Target="../embeddings/oleObject187.bin"/><Relationship Id="rId4" Type="http://schemas.openxmlformats.org/officeDocument/2006/relationships/image" Target="../media/image2.emf"/><Relationship Id="rId5" Type="http://schemas.openxmlformats.org/officeDocument/2006/relationships/image" Target="../media/image3.emf"/></Relationships>
</file>

<file path=ppt/slideLayouts/_rels/slideLayout200.xml.rels><?xml version='1.0' encoding='UTF-8' standalone='yes'?>
<Relationships xmlns="http://schemas.openxmlformats.org/package/2006/relationships"><Relationship Id="rId1" Type="http://schemas.openxmlformats.org/officeDocument/2006/relationships/tags" Target="../tags/tag199.xml"/><Relationship Id="rId2" Type="http://schemas.openxmlformats.org/officeDocument/2006/relationships/slideMaster" Target="../slideMasters/slideMaster1.xml"/><Relationship Id="rId3" Type="http://schemas.openxmlformats.org/officeDocument/2006/relationships/oleObject" Target="../embeddings/oleObject188.bin"/><Relationship Id="rId4" Type="http://schemas.openxmlformats.org/officeDocument/2006/relationships/image" Target="../media/image2.emf"/></Relationships>
</file>

<file path=ppt/slideLayouts/_rels/slideLayout201.xml.rels><?xml version='1.0' encoding='UTF-8' standalone='yes'?>
<Relationships xmlns="http://schemas.openxmlformats.org/package/2006/relationships"><Relationship Id="rId1" Type="http://schemas.openxmlformats.org/officeDocument/2006/relationships/tags" Target="../tags/tag200.xml"/><Relationship Id="rId2" Type="http://schemas.openxmlformats.org/officeDocument/2006/relationships/slideMaster" Target="../slideMasters/slideMaster1.xml"/><Relationship Id="rId3" Type="http://schemas.openxmlformats.org/officeDocument/2006/relationships/oleObject" Target="../embeddings/oleObject189.bin"/><Relationship Id="rId4" Type="http://schemas.openxmlformats.org/officeDocument/2006/relationships/image" Target="../media/image2.emf"/><Relationship Id="rId5" Type="http://schemas.openxmlformats.org/officeDocument/2006/relationships/image" Target="../media/image3.emf"/></Relationships>
</file>

<file path=ppt/slideLayouts/_rels/slideLayout202.xml.rels><?xml version='1.0' encoding='UTF-8' standalone='yes'?>
<Relationships xmlns="http://schemas.openxmlformats.org/package/2006/relationships"><Relationship Id="rId1" Type="http://schemas.openxmlformats.org/officeDocument/2006/relationships/tags" Target="../tags/tag201.xml"/><Relationship Id="rId2" Type="http://schemas.openxmlformats.org/officeDocument/2006/relationships/slideMaster" Target="../slideMasters/slideMaster1.xml"/><Relationship Id="rId3" Type="http://schemas.openxmlformats.org/officeDocument/2006/relationships/oleObject" Target="../embeddings/oleObject190.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03.xml.rels><?xml version='1.0' encoding='UTF-8' standalone='yes'?>
<Relationships xmlns="http://schemas.openxmlformats.org/package/2006/relationships"><Relationship Id="rId1" Type="http://schemas.openxmlformats.org/officeDocument/2006/relationships/tags" Target="../tags/tag202.xml"/><Relationship Id="rId2" Type="http://schemas.openxmlformats.org/officeDocument/2006/relationships/slideMaster" Target="../slideMasters/slideMaster1.xml"/><Relationship Id="rId3" Type="http://schemas.openxmlformats.org/officeDocument/2006/relationships/oleObject" Target="../embeddings/oleObject191.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04.xml.rels><?xml version='1.0' encoding='UTF-8' standalone='yes'?>
<Relationships xmlns="http://schemas.openxmlformats.org/package/2006/relationships"><Relationship Id="rId1" Type="http://schemas.openxmlformats.org/officeDocument/2006/relationships/tags" Target="../tags/tag203.xml"/><Relationship Id="rId2" Type="http://schemas.openxmlformats.org/officeDocument/2006/relationships/slideMaster" Target="../slideMasters/slideMaster1.xml"/><Relationship Id="rId3" Type="http://schemas.openxmlformats.org/officeDocument/2006/relationships/oleObject" Target="../embeddings/oleObject19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05.xml.rels><?xml version='1.0' encoding='UTF-8' standalone='yes'?>
<Relationships xmlns="http://schemas.openxmlformats.org/package/2006/relationships"><Relationship Id="rId1" Type="http://schemas.openxmlformats.org/officeDocument/2006/relationships/tags" Target="../tags/tag204.xml"/><Relationship Id="rId2" Type="http://schemas.openxmlformats.org/officeDocument/2006/relationships/slideMaster" Target="../slideMasters/slideMaster1.xml"/><Relationship Id="rId3" Type="http://schemas.openxmlformats.org/officeDocument/2006/relationships/oleObject" Target="../embeddings/oleObject193.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06.xml.rels><?xml version='1.0' encoding='UTF-8' standalone='yes'?>
<Relationships xmlns="http://schemas.openxmlformats.org/package/2006/relationships"><Relationship Id="rId1" Type="http://schemas.openxmlformats.org/officeDocument/2006/relationships/tags" Target="../tags/tag205.xml"/><Relationship Id="rId2" Type="http://schemas.openxmlformats.org/officeDocument/2006/relationships/slideMaster" Target="../slideMasters/slideMaster1.xml"/><Relationship Id="rId3" Type="http://schemas.openxmlformats.org/officeDocument/2006/relationships/oleObject" Target="../embeddings/oleObject194.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07.xml.rels><?xml version='1.0' encoding='UTF-8' standalone='yes'?>
<Relationships xmlns="http://schemas.openxmlformats.org/package/2006/relationships"><Relationship Id="rId1" Type="http://schemas.openxmlformats.org/officeDocument/2006/relationships/tags" Target="../tags/tag206.xml"/><Relationship Id="rId2" Type="http://schemas.openxmlformats.org/officeDocument/2006/relationships/slideMaster" Target="../slideMasters/slideMaster1.xml"/><Relationship Id="rId3" Type="http://schemas.openxmlformats.org/officeDocument/2006/relationships/oleObject" Target="../embeddings/oleObject19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08.xml.rels><?xml version='1.0' encoding='UTF-8' standalone='yes'?>
<Relationships xmlns="http://schemas.openxmlformats.org/package/2006/relationships"><Relationship Id="rId1" Type="http://schemas.openxmlformats.org/officeDocument/2006/relationships/tags" Target="../tags/tag207.xml"/><Relationship Id="rId2" Type="http://schemas.openxmlformats.org/officeDocument/2006/relationships/slideMaster" Target="../slideMasters/slideMaster1.xml"/><Relationship Id="rId3" Type="http://schemas.openxmlformats.org/officeDocument/2006/relationships/oleObject" Target="../embeddings/oleObject196.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09.xml.rels><?xml version='1.0' encoding='UTF-8' standalone='yes'?>
<Relationships xmlns="http://schemas.openxmlformats.org/package/2006/relationships"><Relationship Id="rId1" Type="http://schemas.openxmlformats.org/officeDocument/2006/relationships/tags" Target="../tags/tag208.xml"/><Relationship Id="rId2" Type="http://schemas.openxmlformats.org/officeDocument/2006/relationships/slideMaster" Target="../slideMasters/slideMaster1.xml"/><Relationship Id="rId3" Type="http://schemas.openxmlformats.org/officeDocument/2006/relationships/oleObject" Target="../embeddings/oleObject19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0.xml.rels><?xml version='1.0' encoding='UTF-8' standalone='yes'?>
<Relationships xmlns="http://schemas.openxmlformats.org/package/2006/relationships"><Relationship Id="rId1" Type="http://schemas.openxmlformats.org/officeDocument/2006/relationships/tags" Target="../tags/tag209.xml"/><Relationship Id="rId2" Type="http://schemas.openxmlformats.org/officeDocument/2006/relationships/slideMaster" Target="../slideMasters/slideMaster1.xml"/><Relationship Id="rId3" Type="http://schemas.openxmlformats.org/officeDocument/2006/relationships/oleObject" Target="../embeddings/oleObject19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1.xml.rels><?xml version='1.0' encoding='UTF-8' standalone='yes'?>
<Relationships xmlns="http://schemas.openxmlformats.org/package/2006/relationships"><Relationship Id="rId1" Type="http://schemas.openxmlformats.org/officeDocument/2006/relationships/tags" Target="../tags/tag210.xml"/><Relationship Id="rId2" Type="http://schemas.openxmlformats.org/officeDocument/2006/relationships/slideMaster" Target="../slideMasters/slideMaster1.xml"/><Relationship Id="rId3" Type="http://schemas.openxmlformats.org/officeDocument/2006/relationships/oleObject" Target="../embeddings/oleObject19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12.xml.rels><?xml version='1.0' encoding='UTF-8' standalone='yes'?>
<Relationships xmlns="http://schemas.openxmlformats.org/package/2006/relationships"><Relationship Id="rId1" Type="http://schemas.openxmlformats.org/officeDocument/2006/relationships/tags" Target="../tags/tag211.xml"/><Relationship Id="rId2" Type="http://schemas.openxmlformats.org/officeDocument/2006/relationships/slideMaster" Target="../slideMasters/slideMaster1.xml"/><Relationship Id="rId3" Type="http://schemas.openxmlformats.org/officeDocument/2006/relationships/oleObject" Target="../embeddings/oleObject20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3.xml.rels><?xml version='1.0' encoding='UTF-8' standalone='yes'?>
<Relationships xmlns="http://schemas.openxmlformats.org/package/2006/relationships"><Relationship Id="rId1" Type="http://schemas.openxmlformats.org/officeDocument/2006/relationships/tags" Target="../tags/tag212.xml"/><Relationship Id="rId2" Type="http://schemas.openxmlformats.org/officeDocument/2006/relationships/slideMaster" Target="../slideMasters/slideMaster1.xml"/><Relationship Id="rId3" Type="http://schemas.openxmlformats.org/officeDocument/2006/relationships/oleObject" Target="../embeddings/oleObject201.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4.xml.rels><?xml version='1.0' encoding='UTF-8' standalone='yes'?>
<Relationships xmlns="http://schemas.openxmlformats.org/package/2006/relationships"><Relationship Id="rId1" Type="http://schemas.openxmlformats.org/officeDocument/2006/relationships/tags" Target="../tags/tag213.xml"/><Relationship Id="rId2" Type="http://schemas.openxmlformats.org/officeDocument/2006/relationships/slideMaster" Target="../slideMasters/slideMaster1.xml"/><Relationship Id="rId3" Type="http://schemas.openxmlformats.org/officeDocument/2006/relationships/oleObject" Target="../embeddings/oleObject20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5.xml.rels><?xml version='1.0' encoding='UTF-8' standalone='yes'?>
<Relationships xmlns="http://schemas.openxmlformats.org/package/2006/relationships"><Relationship Id="rId1" Type="http://schemas.openxmlformats.org/officeDocument/2006/relationships/tags" Target="../tags/tag214.xml"/><Relationship Id="rId2" Type="http://schemas.openxmlformats.org/officeDocument/2006/relationships/slideMaster" Target="../slideMasters/slideMaster1.xml"/><Relationship Id="rId3" Type="http://schemas.openxmlformats.org/officeDocument/2006/relationships/oleObject" Target="../embeddings/oleObject203.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16.xml.rels><?xml version='1.0' encoding='UTF-8' standalone='yes'?>
<Relationships xmlns="http://schemas.openxmlformats.org/package/2006/relationships"><Relationship Id="rId1" Type="http://schemas.openxmlformats.org/officeDocument/2006/relationships/tags" Target="../tags/tag215.xml"/><Relationship Id="rId2" Type="http://schemas.openxmlformats.org/officeDocument/2006/relationships/slideMaster" Target="../slideMasters/slideMaster1.xml"/><Relationship Id="rId3" Type="http://schemas.openxmlformats.org/officeDocument/2006/relationships/oleObject" Target="../embeddings/oleObject204.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7.xml.rels><?xml version='1.0' encoding='UTF-8' standalone='yes'?>
<Relationships xmlns="http://schemas.openxmlformats.org/package/2006/relationships"><Relationship Id="rId1" Type="http://schemas.openxmlformats.org/officeDocument/2006/relationships/tags" Target="../tags/tag216.xml"/><Relationship Id="rId2" Type="http://schemas.openxmlformats.org/officeDocument/2006/relationships/slideMaster" Target="../slideMasters/slideMaster1.xml"/><Relationship Id="rId3" Type="http://schemas.openxmlformats.org/officeDocument/2006/relationships/oleObject" Target="../embeddings/oleObject20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8.xml.rels><?xml version='1.0' encoding='UTF-8' standalone='yes'?>
<Relationships xmlns="http://schemas.openxmlformats.org/package/2006/relationships"><Relationship Id="rId1" Type="http://schemas.openxmlformats.org/officeDocument/2006/relationships/tags" Target="../tags/tag217.xml"/><Relationship Id="rId2" Type="http://schemas.openxmlformats.org/officeDocument/2006/relationships/slideMaster" Target="../slideMasters/slideMaster1.xml"/><Relationship Id="rId3" Type="http://schemas.openxmlformats.org/officeDocument/2006/relationships/oleObject" Target="../embeddings/oleObject206.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19.xml.rels><?xml version='1.0' encoding='UTF-8' standalone='yes'?>
<Relationships xmlns="http://schemas.openxmlformats.org/package/2006/relationships"><Relationship Id="rId1" Type="http://schemas.openxmlformats.org/officeDocument/2006/relationships/tags" Target="../tags/tag218.xml"/><Relationship Id="rId2" Type="http://schemas.openxmlformats.org/officeDocument/2006/relationships/slideMaster" Target="../slideMasters/slideMaster1.xml"/><Relationship Id="rId3" Type="http://schemas.openxmlformats.org/officeDocument/2006/relationships/oleObject" Target="../embeddings/oleObject20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20.xml.rels><?xml version='1.0' encoding='UTF-8' standalone='yes'?>
<Relationships xmlns="http://schemas.openxmlformats.org/package/2006/relationships"><Relationship Id="rId1" Type="http://schemas.openxmlformats.org/officeDocument/2006/relationships/tags" Target="../tags/tag219.xml"/><Relationship Id="rId2" Type="http://schemas.openxmlformats.org/officeDocument/2006/relationships/slideMaster" Target="../slideMasters/slideMaster1.xml"/><Relationship Id="rId3" Type="http://schemas.openxmlformats.org/officeDocument/2006/relationships/oleObject" Target="../embeddings/oleObject20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21.xml.rels><?xml version='1.0' encoding='UTF-8' standalone='yes'?>
<Relationships xmlns="http://schemas.openxmlformats.org/package/2006/relationships"><Relationship Id="rId1" Type="http://schemas.openxmlformats.org/officeDocument/2006/relationships/tags" Target="../tags/tag220.xml"/><Relationship Id="rId2" Type="http://schemas.openxmlformats.org/officeDocument/2006/relationships/slideMaster" Target="../slideMasters/slideMaster1.xml"/><Relationship Id="rId3" Type="http://schemas.openxmlformats.org/officeDocument/2006/relationships/oleObject" Target="../embeddings/oleObject20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22.xml.rels><?xml version='1.0' encoding='UTF-8' standalone='yes'?>
<Relationships xmlns="http://schemas.openxmlformats.org/package/2006/relationships"><Relationship Id="rId1" Type="http://schemas.openxmlformats.org/officeDocument/2006/relationships/tags" Target="../tags/tag221.xml"/><Relationship Id="rId2" Type="http://schemas.openxmlformats.org/officeDocument/2006/relationships/slideMaster" Target="../slideMasters/slideMaster1.xml"/><Relationship Id="rId3" Type="http://schemas.openxmlformats.org/officeDocument/2006/relationships/oleObject" Target="../embeddings/oleObject210.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23.xml.rels><?xml version='1.0' encoding='UTF-8' standalone='yes'?>
<Relationships xmlns="http://schemas.openxmlformats.org/package/2006/relationships"><Relationship Id="rId1" Type="http://schemas.openxmlformats.org/officeDocument/2006/relationships/tags" Target="../tags/tag222.xml"/><Relationship Id="rId2" Type="http://schemas.openxmlformats.org/officeDocument/2006/relationships/slideMaster" Target="../slideMasters/slideMaster1.xml"/><Relationship Id="rId3" Type="http://schemas.openxmlformats.org/officeDocument/2006/relationships/oleObject" Target="../embeddings/oleObject211.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24.xml.rels><?xml version='1.0' encoding='UTF-8' standalone='yes'?>
<Relationships xmlns="http://schemas.openxmlformats.org/package/2006/relationships"><Relationship Id="rId1" Type="http://schemas.openxmlformats.org/officeDocument/2006/relationships/tags" Target="../tags/tag223.xml"/><Relationship Id="rId2" Type="http://schemas.openxmlformats.org/officeDocument/2006/relationships/slideMaster" Target="../slideMasters/slideMaster1.xml"/><Relationship Id="rId3" Type="http://schemas.openxmlformats.org/officeDocument/2006/relationships/oleObject" Target="../embeddings/oleObject212.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25.xml.rels><?xml version='1.0' encoding='UTF-8' standalone='yes'?>
<Relationships xmlns="http://schemas.openxmlformats.org/package/2006/relationships"><Relationship Id="rId1" Type="http://schemas.openxmlformats.org/officeDocument/2006/relationships/tags" Target="../tags/tag224.xml"/><Relationship Id="rId2" Type="http://schemas.openxmlformats.org/officeDocument/2006/relationships/slideMaster" Target="../slideMasters/slideMaster1.xml"/><Relationship Id="rId3" Type="http://schemas.openxmlformats.org/officeDocument/2006/relationships/oleObject" Target="../embeddings/oleObject21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26.xml.rels><?xml version='1.0' encoding='UTF-8' standalone='yes'?>
<Relationships xmlns="http://schemas.openxmlformats.org/package/2006/relationships"><Relationship Id="rId1" Type="http://schemas.openxmlformats.org/officeDocument/2006/relationships/tags" Target="../tags/tag225.xml"/><Relationship Id="rId2" Type="http://schemas.openxmlformats.org/officeDocument/2006/relationships/slideMaster" Target="../slideMasters/slideMaster1.xml"/><Relationship Id="rId3" Type="http://schemas.openxmlformats.org/officeDocument/2006/relationships/oleObject" Target="../embeddings/oleObject214.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27.xml.rels><?xml version='1.0' encoding='UTF-8' standalone='yes'?>
<Relationships xmlns="http://schemas.openxmlformats.org/package/2006/relationships"><Relationship Id="rId1" Type="http://schemas.openxmlformats.org/officeDocument/2006/relationships/tags" Target="../tags/tag226.xml"/><Relationship Id="rId2" Type="http://schemas.openxmlformats.org/officeDocument/2006/relationships/slideMaster" Target="../slideMasters/slideMaster1.xml"/><Relationship Id="rId3" Type="http://schemas.openxmlformats.org/officeDocument/2006/relationships/oleObject" Target="../embeddings/oleObject215.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28.xml.rels><?xml version='1.0' encoding='UTF-8' standalone='yes'?>
<Relationships xmlns="http://schemas.openxmlformats.org/package/2006/relationships"><Relationship Id="rId1" Type="http://schemas.openxmlformats.org/officeDocument/2006/relationships/tags" Target="../tags/tag227.xml"/><Relationship Id="rId2" Type="http://schemas.openxmlformats.org/officeDocument/2006/relationships/slideMaster" Target="../slideMasters/slideMaster1.xml"/><Relationship Id="rId3" Type="http://schemas.openxmlformats.org/officeDocument/2006/relationships/oleObject" Target="../embeddings/oleObject216.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29.xml.rels><?xml version='1.0' encoding='UTF-8' standalone='yes'?>
<Relationships xmlns="http://schemas.openxmlformats.org/package/2006/relationships"><Relationship Id="rId1" Type="http://schemas.openxmlformats.org/officeDocument/2006/relationships/tags" Target="../tags/tag228.xml"/><Relationship Id="rId2" Type="http://schemas.openxmlformats.org/officeDocument/2006/relationships/slideMaster" Target="../slideMasters/slideMaster1.xml"/><Relationship Id="rId3" Type="http://schemas.openxmlformats.org/officeDocument/2006/relationships/oleObject" Target="../embeddings/oleObject217.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30.xml.rels><?xml version='1.0' encoding='UTF-8' standalone='yes'?>
<Relationships xmlns="http://schemas.openxmlformats.org/package/2006/relationships"><Relationship Id="rId1" Type="http://schemas.openxmlformats.org/officeDocument/2006/relationships/tags" Target="../tags/tag229.xml"/><Relationship Id="rId2" Type="http://schemas.openxmlformats.org/officeDocument/2006/relationships/slideMaster" Target="../slideMasters/slideMaster1.xml"/><Relationship Id="rId3" Type="http://schemas.openxmlformats.org/officeDocument/2006/relationships/oleObject" Target="../embeddings/oleObject218.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31.xml.rels><?xml version='1.0' encoding='UTF-8' standalone='yes'?>
<Relationships xmlns="http://schemas.openxmlformats.org/package/2006/relationships"><Relationship Id="rId1" Type="http://schemas.openxmlformats.org/officeDocument/2006/relationships/tags" Target="../tags/tag230.xml"/><Relationship Id="rId2" Type="http://schemas.openxmlformats.org/officeDocument/2006/relationships/slideMaster" Target="../slideMasters/slideMaster1.xml"/><Relationship Id="rId3" Type="http://schemas.openxmlformats.org/officeDocument/2006/relationships/oleObject" Target="../embeddings/oleObject219.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32.xml.rels><?xml version='1.0' encoding='UTF-8' standalone='yes'?>
<Relationships xmlns="http://schemas.openxmlformats.org/package/2006/relationships"><Relationship Id="rId1" Type="http://schemas.openxmlformats.org/officeDocument/2006/relationships/tags" Target="../tags/tag231.xml"/><Relationship Id="rId2" Type="http://schemas.openxmlformats.org/officeDocument/2006/relationships/slideMaster" Target="../slideMasters/slideMaster1.xml"/><Relationship Id="rId3" Type="http://schemas.openxmlformats.org/officeDocument/2006/relationships/oleObject" Target="../embeddings/oleObject220.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33.xml.rels><?xml version='1.0' encoding='UTF-8' standalone='yes'?>
<Relationships xmlns="http://schemas.openxmlformats.org/package/2006/relationships"><Relationship Id="rId1" Type="http://schemas.openxmlformats.org/officeDocument/2006/relationships/tags" Target="../tags/tag232.xml"/><Relationship Id="rId2" Type="http://schemas.openxmlformats.org/officeDocument/2006/relationships/slideMaster" Target="../slideMasters/slideMaster1.xml"/><Relationship Id="rId3" Type="http://schemas.openxmlformats.org/officeDocument/2006/relationships/oleObject" Target="../embeddings/oleObject221.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34.xml.rels><?xml version='1.0' encoding='UTF-8' standalone='yes'?>
<Relationships xmlns="http://schemas.openxmlformats.org/package/2006/relationships"><Relationship Id="rId1" Type="http://schemas.openxmlformats.org/officeDocument/2006/relationships/tags" Target="../tags/tag233.xml"/><Relationship Id="rId2" Type="http://schemas.openxmlformats.org/officeDocument/2006/relationships/slideMaster" Target="../slideMasters/slideMaster1.xml"/><Relationship Id="rId3" Type="http://schemas.openxmlformats.org/officeDocument/2006/relationships/oleObject" Target="../embeddings/oleObject222.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35.xml.rels><?xml version='1.0' encoding='UTF-8' standalone='yes'?>
<Relationships xmlns="http://schemas.openxmlformats.org/package/2006/relationships"><Relationship Id="rId1" Type="http://schemas.openxmlformats.org/officeDocument/2006/relationships/tags" Target="../tags/tag234.xml"/><Relationship Id="rId2" Type="http://schemas.openxmlformats.org/officeDocument/2006/relationships/slideMaster" Target="../slideMasters/slideMaster1.xml"/><Relationship Id="rId3" Type="http://schemas.openxmlformats.org/officeDocument/2006/relationships/oleObject" Target="../embeddings/oleObject22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36.xml.rels><?xml version='1.0' encoding='UTF-8' standalone='yes'?>
<Relationships xmlns="http://schemas.openxmlformats.org/package/2006/relationships"><Relationship Id="rId1" Type="http://schemas.openxmlformats.org/officeDocument/2006/relationships/tags" Target="../tags/tag235.xml"/><Relationship Id="rId2" Type="http://schemas.openxmlformats.org/officeDocument/2006/relationships/slideMaster" Target="../slideMasters/slideMaster1.xml"/><Relationship Id="rId3" Type="http://schemas.openxmlformats.org/officeDocument/2006/relationships/oleObject" Target="../embeddings/oleObject224.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37.xml.rels><?xml version='1.0' encoding='UTF-8' standalone='yes'?>
<Relationships xmlns="http://schemas.openxmlformats.org/package/2006/relationships"><Relationship Id="rId1" Type="http://schemas.openxmlformats.org/officeDocument/2006/relationships/tags" Target="../tags/tag236.xml"/><Relationship Id="rId2" Type="http://schemas.openxmlformats.org/officeDocument/2006/relationships/slideMaster" Target="../slideMasters/slideMaster1.xml"/><Relationship Id="rId3" Type="http://schemas.openxmlformats.org/officeDocument/2006/relationships/oleObject" Target="../embeddings/oleObject225.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38.xml.rels><?xml version='1.0' encoding='UTF-8' standalone='yes'?>
<Relationships xmlns="http://schemas.openxmlformats.org/package/2006/relationships"><Relationship Id="rId1" Type="http://schemas.openxmlformats.org/officeDocument/2006/relationships/tags" Target="../tags/tag237.xml"/><Relationship Id="rId2" Type="http://schemas.openxmlformats.org/officeDocument/2006/relationships/slideMaster" Target="../slideMasters/slideMaster1.xml"/><Relationship Id="rId3" Type="http://schemas.openxmlformats.org/officeDocument/2006/relationships/oleObject" Target="../embeddings/oleObject226.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39.xml.rels><?xml version='1.0' encoding='UTF-8' standalone='yes'?>
<Relationships xmlns="http://schemas.openxmlformats.org/package/2006/relationships"><Relationship Id="rId1" Type="http://schemas.openxmlformats.org/officeDocument/2006/relationships/tags" Target="../tags/tag238.xml"/><Relationship Id="rId2" Type="http://schemas.openxmlformats.org/officeDocument/2006/relationships/slideMaster" Target="../slideMasters/slideMaster1.xml"/><Relationship Id="rId3" Type="http://schemas.openxmlformats.org/officeDocument/2006/relationships/oleObject" Target="../embeddings/oleObject227.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40.xml.rels><?xml version='1.0' encoding='UTF-8' standalone='yes'?>
<Relationships xmlns="http://schemas.openxmlformats.org/package/2006/relationships"><Relationship Id="rId1" Type="http://schemas.openxmlformats.org/officeDocument/2006/relationships/tags" Target="../tags/tag239.xml"/><Relationship Id="rId2" Type="http://schemas.openxmlformats.org/officeDocument/2006/relationships/slideMaster" Target="../slideMasters/slideMaster1.xml"/><Relationship Id="rId3" Type="http://schemas.openxmlformats.org/officeDocument/2006/relationships/oleObject" Target="../embeddings/oleObject228.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41.xml.rels><?xml version='1.0' encoding='UTF-8' standalone='yes'?>
<Relationships xmlns="http://schemas.openxmlformats.org/package/2006/relationships"><Relationship Id="rId1" Type="http://schemas.openxmlformats.org/officeDocument/2006/relationships/tags" Target="../tags/tag240.xml"/><Relationship Id="rId2" Type="http://schemas.openxmlformats.org/officeDocument/2006/relationships/slideMaster" Target="../slideMasters/slideMaster1.xml"/><Relationship Id="rId3" Type="http://schemas.openxmlformats.org/officeDocument/2006/relationships/oleObject" Target="../embeddings/oleObject229.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42.xml.rels><?xml version='1.0' encoding='UTF-8' standalone='yes'?>
<Relationships xmlns="http://schemas.openxmlformats.org/package/2006/relationships"><Relationship Id="rId1" Type="http://schemas.openxmlformats.org/officeDocument/2006/relationships/tags" Target="../tags/tag241.xml"/><Relationship Id="rId2" Type="http://schemas.openxmlformats.org/officeDocument/2006/relationships/slideMaster" Target="../slideMasters/slideMaster1.xml"/><Relationship Id="rId3" Type="http://schemas.openxmlformats.org/officeDocument/2006/relationships/oleObject" Target="../embeddings/oleObject230.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43.xml.rels><?xml version='1.0' encoding='UTF-8' standalone='yes'?>
<Relationships xmlns="http://schemas.openxmlformats.org/package/2006/relationships"><Relationship Id="rId1" Type="http://schemas.openxmlformats.org/officeDocument/2006/relationships/tags" Target="../tags/tag242.xml"/><Relationship Id="rId2" Type="http://schemas.openxmlformats.org/officeDocument/2006/relationships/slideMaster" Target="../slideMasters/slideMaster1.xml"/><Relationship Id="rId3" Type="http://schemas.openxmlformats.org/officeDocument/2006/relationships/oleObject" Target="../embeddings/oleObject231.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44.xml.rels><?xml version='1.0' encoding='UTF-8' standalone='yes'?>
<Relationships xmlns="http://schemas.openxmlformats.org/package/2006/relationships"><Relationship Id="rId1" Type="http://schemas.openxmlformats.org/officeDocument/2006/relationships/tags" Target="../tags/tag243.xml"/><Relationship Id="rId2" Type="http://schemas.openxmlformats.org/officeDocument/2006/relationships/slideMaster" Target="../slideMasters/slideMaster1.xml"/><Relationship Id="rId3" Type="http://schemas.openxmlformats.org/officeDocument/2006/relationships/oleObject" Target="../embeddings/oleObject232.bin"/><Relationship Id="rId4" Type="http://schemas.openxmlformats.org/officeDocument/2006/relationships/image" Target="../media/image2.emf"/><Relationship Id="rId5" Type="http://schemas.openxmlformats.org/officeDocument/2006/relationships/image" Target="../media/image4.emf"/></Relationships>
</file>

<file path=ppt/slideLayouts/_rels/slideLayout245.xml.rels><?xml version='1.0' encoding='UTF-8' standalone='yes'?>
<Relationships xmlns="http://schemas.openxmlformats.org/package/2006/relationships"><Relationship Id="rId1" Type="http://schemas.openxmlformats.org/officeDocument/2006/relationships/tags" Target="../tags/tag244.xml"/><Relationship Id="rId2" Type="http://schemas.openxmlformats.org/officeDocument/2006/relationships/slideMaster" Target="../slideMasters/slideMaster1.xml"/><Relationship Id="rId3" Type="http://schemas.openxmlformats.org/officeDocument/2006/relationships/oleObject" Target="../embeddings/oleObject233.bin"/><Relationship Id="rId4" Type="http://schemas.openxmlformats.org/officeDocument/2006/relationships/image" Target="../media/image2.emf"/><Relationship Id="rId5" Type="http://schemas.openxmlformats.org/officeDocument/2006/relationships/image" Target="../media/image5.emf"/></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98.xml.rels><?xml version='1.0' encoding='UTF-8' standalone='yes'?>
<Relationships xmlns="http://schemas.openxmlformats.org/package/2006/relationships"><Relationship Id="rId1" Type="http://schemas.openxmlformats.org/officeDocument/2006/relationships/tags" Target="../tags/tag245.xml"/><Relationship Id="rId2" Type="http://schemas.openxmlformats.org/officeDocument/2006/relationships/slideMaster" Target="../slideMasters/slideMaster1.xml"/><Relationship Id="rId3" Type="http://schemas.openxmlformats.org/officeDocument/2006/relationships/oleObject" Target="../embeddings/oleObject234.bin"/><Relationship Id="rId4" Type="http://schemas.openxmlformats.org/officeDocument/2006/relationships/image" Target="../media/image2.emf"/></Relationships>
</file>

<file path=ppt/slideLayouts/_rels/slideLayout299.xml.rels><?xml version='1.0' encoding='UTF-8' standalone='yes'?>
<Relationships xmlns="http://schemas.openxmlformats.org/package/2006/relationships"><Relationship Id="rId1" Type="http://schemas.openxmlformats.org/officeDocument/2006/relationships/tags" Target="../tags/tag246.xml"/><Relationship Id="rId2" Type="http://schemas.openxmlformats.org/officeDocument/2006/relationships/slideMaster" Target="../slideMasters/slideMaster1.xml"/><Relationship Id="rId3" Type="http://schemas.openxmlformats.org/officeDocument/2006/relationships/oleObject" Target="../embeddings/oleObject186.bin"/><Relationship Id="rId4" Type="http://schemas.openxmlformats.org/officeDocument/2006/relationships/image" Target="../media/image2.emf"/></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Blue BG">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C13BA7-54E4-27EB-EAA4-570A1BFC9E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2FC13BA7-54E4-27EB-EAA4-570A1BFC9E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3" y="1564967"/>
            <a:ext cx="11603979" cy="751988"/>
          </a:xfrm>
        </p:spPr>
        <p:txBody>
          <a:bodyPr vert="horz" anchor="t" anchorCtr="0"/>
          <a:lstStyle>
            <a:lvl1pPr algn="l" rtl="0">
              <a:defRPr sz="4400">
                <a:solidFill>
                  <a:schemeClr val="bg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316955"/>
            <a:ext cx="6955012" cy="3257732"/>
          </a:xfrm>
        </p:spPr>
        <p:txBody>
          <a:bodyPr/>
          <a:lstStyle>
            <a:lvl1pPr marL="0" indent="0" algn="l" rtl="0">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rtl="0">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3377841661"/>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Image BG">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0557C1A-E39D-7827-50C6-B067F229540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F0557C1A-E39D-7827-50C6-B067F22954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vert="horz" anchor="t" anchorCtr="0"/>
          <a:lstStyle>
            <a:lvl1pPr algn="l" rtl="0">
              <a:defRPr sz="4400">
                <a:solidFill>
                  <a:schemeClr val="bg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rtl="0">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rtl="0">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31720449"/>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hite BG">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F6262D-AAC9-D5E2-92E5-61FCC3F321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4F6262D-AAC9-D5E2-92E5-61FCC3F321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vert="horz" anchor="t" anchorCtr="0"/>
          <a:lstStyle>
            <a:lvl1pPr algn="l" rtl="0">
              <a:defRPr sz="44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rtl="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rtl="0">
              <a:defRPr sz="1400">
                <a:solidFill>
                  <a:schemeClr val="tx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087521" y="4753521"/>
            <a:ext cx="2104479" cy="2104479"/>
          </a:xfrm>
          <a:prstGeom prst="rect">
            <a:avLst/>
          </a:prstGeom>
        </p:spPr>
      </p:pic>
    </p:spTree>
    <p:extLst>
      <p:ext uri="{BB962C8B-B14F-4D97-AF65-F5344CB8AC3E}">
        <p14:creationId xmlns:p14="http://schemas.microsoft.com/office/powerpoint/2010/main" val="344070071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170DA27-28EA-79A1-F54D-4FF02DBCE56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8170DA27-28EA-79A1-F54D-4FF02DBCE5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Tree>
    <p:extLst>
      <p:ext uri="{BB962C8B-B14F-4D97-AF65-F5344CB8AC3E}">
        <p14:creationId xmlns:p14="http://schemas.microsoft.com/office/powerpoint/2010/main" val="278615644"/>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170DA27-28EA-79A1-F54D-4FF02DBCE56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8170DA27-28EA-79A1-F54D-4FF02DBCE5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Tree>
    <p:extLst>
      <p:ext uri="{BB962C8B-B14F-4D97-AF65-F5344CB8AC3E}">
        <p14:creationId xmlns:p14="http://schemas.microsoft.com/office/powerpoint/2010/main" val="3064970528"/>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s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E3F2D0E-853C-1D5E-67C6-D2D22322AC9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3E3F2D0E-853C-1D5E-67C6-D2D22322AC9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Tree>
    <p:extLst>
      <p:ext uri="{BB962C8B-B14F-4D97-AF65-F5344CB8AC3E}">
        <p14:creationId xmlns:p14="http://schemas.microsoft.com/office/powerpoint/2010/main" val="101430731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E02278B-457A-53EB-D3D1-0ADA90A1E7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3E02278B-457A-53EB-D3D1-0ADA90A1E7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tx1"/>
                </a:solidFill>
              </a:defRPr>
            </a:lvl1pPr>
          </a:lstStyle>
          <a:p>
            <a:r>
              <a:rPr lang="en-US"/>
              <a:t>Click icon to add table</a:t>
            </a:r>
            <a:endParaRPr lang="en-AU"/>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52109511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s Blue Imag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EC99762-E142-BCE4-8614-309AD7378E0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FEC99762-E142-BCE4-8614-309AD7378E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5330561" cy="1081397"/>
          </a:xfrm>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404949756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s Red Image">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225B8C0-33DF-AF76-29E4-492AF24308E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2225B8C0-33DF-AF76-29E4-492AF24308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15824229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s White Imag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55CE25B-9C14-9EE6-597F-739CE2E218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855CE25B-9C14-9EE6-597F-739CE2E2189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rtl="0">
              <a:defRPr sz="4000">
                <a:solidFill>
                  <a:schemeClr val="tx1"/>
                </a:solidFill>
              </a:defRPr>
            </a:lvl1pPr>
          </a:lstStyle>
          <a:p>
            <a:r>
              <a:rPr lang="en-US"/>
              <a:t>Click to edit Master title style</a:t>
            </a:r>
            <a:endParaRPr lang="en-AU"/>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tx1"/>
                </a:solidFill>
              </a:defRPr>
            </a:lvl1pPr>
          </a:lstStyle>
          <a:p>
            <a:r>
              <a:rPr lang="en-US"/>
              <a:t>Click icon to add table</a:t>
            </a:r>
            <a:endParaRPr lang="en-AU"/>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198088208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D3EE00B-9946-96FE-76CC-67B0856C257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D3EE00B-9946-96FE-76CC-67B0856C25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3933561253"/>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AD39D49-40D6-0159-B8D9-2F7DA22E56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2AD39D49-40D6-0159-B8D9-2F7DA22E56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Tree>
    <p:extLst>
      <p:ext uri="{BB962C8B-B14F-4D97-AF65-F5344CB8AC3E}">
        <p14:creationId xmlns:p14="http://schemas.microsoft.com/office/powerpoint/2010/main" val="1595769603"/>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2374F56-AED5-8C03-345A-D71F0B237D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82374F56-AED5-8C03-345A-D71F0B237D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39"/>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3322702"/>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Tree>
    <p:extLst>
      <p:ext uri="{BB962C8B-B14F-4D97-AF65-F5344CB8AC3E}">
        <p14:creationId xmlns:p14="http://schemas.microsoft.com/office/powerpoint/2010/main" val="3668342372"/>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 Imag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5D5C492-D9CE-7E95-08CE-EEAEA7FCB41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5D5C492-D9CE-7E95-08CE-EEAEA7FCB4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5330561" cy="1081397"/>
          </a:xfrm>
        </p:spPr>
        <p:txBody>
          <a:bodyPr vert="horz"/>
          <a:lstStyle>
            <a:lvl1pPr rtl="0">
              <a:defRPr sz="4000">
                <a:solidFill>
                  <a:schemeClr val="bg1"/>
                </a:solidFill>
              </a:defRPr>
            </a:lvl1pPr>
          </a:lstStyle>
          <a:p>
            <a:r>
              <a:rPr lang="en-US"/>
              <a:t>Click to edit Master title style</a:t>
            </a:r>
            <a:endParaRPr lang="en-AU"/>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5881"/>
            <a:ext cx="5292725" cy="4440238"/>
          </a:xfrm>
        </p:spPr>
        <p:txBody>
          <a:bodyPr/>
          <a:lstStyle>
            <a:lvl1pPr rtl="0">
              <a:defRPr sz="1400">
                <a:solidFill>
                  <a:schemeClr val="bg1"/>
                </a:solidFill>
              </a:defRPr>
            </a:lvl1pPr>
            <a:lvl2pPr rtl="0">
              <a:defRPr sz="1400">
                <a:solidFill>
                  <a:schemeClr val="bg1"/>
                </a:solidFill>
              </a:defRPr>
            </a:lvl2pPr>
            <a:lvl3pPr rtl="0">
              <a:defRPr sz="1400">
                <a:solidFill>
                  <a:schemeClr val="bg1"/>
                </a:solidFill>
              </a:defRPr>
            </a:lvl3pPr>
            <a:lvl4pPr rtl="0">
              <a:defRPr sz="1400">
                <a:solidFill>
                  <a:schemeClr val="bg1"/>
                </a:solidFill>
              </a:defRPr>
            </a:lvl4pPr>
            <a:lvl5pPr rtl="0">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23066337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5A402D0-2203-4670-3CEB-3BEF1555C9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5A402D0-2203-4670-3CEB-3BEF1555C9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vert="horz"/>
          <a:lstStyle>
            <a:lvl1pPr rtl="0">
              <a:defRPr sz="40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rtl="0">
              <a:defRPr sz="1400">
                <a:solidFill>
                  <a:schemeClr val="tx1"/>
                </a:solidFill>
              </a:defRPr>
            </a:lvl1pPr>
            <a:lvl2pPr rtl="0">
              <a:defRPr sz="1400">
                <a:solidFill>
                  <a:schemeClr val="tx1"/>
                </a:solidFill>
              </a:defRPr>
            </a:lvl2pPr>
            <a:lvl3pPr rtl="0">
              <a:defRPr sz="1400">
                <a:solidFill>
                  <a:schemeClr val="tx1"/>
                </a:solidFill>
              </a:defRPr>
            </a:lvl3pPr>
            <a:lvl4pPr rtl="0">
              <a:defRPr sz="1400">
                <a:solidFill>
                  <a:schemeClr val="tx1"/>
                </a:solidFill>
              </a:defRPr>
            </a:lvl4pPr>
            <a:lvl5pPr rtl="0">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6" name="Picture 5">
            <a:extLst>
              <a:ext uri="{FF2B5EF4-FFF2-40B4-BE49-F238E27FC236}">
                <a16:creationId xmlns:a16="http://schemas.microsoft.com/office/drawing/2014/main" id="{39AF7E15-FFFC-4F63-852E-353902866EA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927550397"/>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 1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0C43215-C6B8-802C-CCBC-8A0E494FDC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0C43215-C6B8-802C-CCBC-8A0E494FDC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rtl="0">
              <a:spcAft>
                <a:spcPts val="900"/>
              </a:spcAft>
              <a:defRPr sz="1400">
                <a:solidFill>
                  <a:schemeClr val="tx1"/>
                </a:solidFill>
              </a:defRPr>
            </a:lvl1pPr>
            <a:lvl2pPr marL="179388" indent="-179388" rtl="0">
              <a:spcAft>
                <a:spcPts val="900"/>
              </a:spcAft>
              <a:tabLst/>
              <a:defRPr sz="1400">
                <a:solidFill>
                  <a:schemeClr val="tx1"/>
                </a:solidFill>
              </a:defRPr>
            </a:lvl2pPr>
            <a:lvl3pPr marL="358775" indent="-179388" rtl="0">
              <a:spcAft>
                <a:spcPts val="900"/>
              </a:spcAft>
              <a:tabLst/>
              <a:defRPr sz="1400">
                <a:solidFill>
                  <a:schemeClr val="tx1"/>
                </a:solidFill>
              </a:defRPr>
            </a:lvl3pPr>
            <a:lvl4pPr marL="533400" indent="-174625" rtl="0">
              <a:spcAft>
                <a:spcPts val="900"/>
              </a:spcAft>
              <a:tabLst/>
              <a:defRPr sz="1400">
                <a:solidFill>
                  <a:schemeClr val="tx1"/>
                </a:solidFill>
              </a:defRPr>
            </a:lvl4pPr>
            <a:lvl5pPr marL="712788" indent="-1793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364379"/>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 2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6661A4C-BDC2-36B5-6268-8D7D0AF775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6661A4C-BDC2-36B5-6268-8D7D0AF775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rtl="0">
              <a:spcAft>
                <a:spcPts val="900"/>
              </a:spcAft>
              <a:defRPr sz="1400">
                <a:solidFill>
                  <a:schemeClr val="tx1"/>
                </a:solidFill>
              </a:defRPr>
            </a:lvl1pPr>
            <a:lvl2pPr marL="179388" indent="-179388" rtl="0">
              <a:spcAft>
                <a:spcPts val="900"/>
              </a:spcAft>
              <a:tabLst/>
              <a:defRPr sz="1400">
                <a:solidFill>
                  <a:schemeClr val="tx1"/>
                </a:solidFill>
              </a:defRPr>
            </a:lvl2pPr>
            <a:lvl3pPr marL="358775" indent="-179388" rtl="0">
              <a:spcAft>
                <a:spcPts val="900"/>
              </a:spcAft>
              <a:tabLst/>
              <a:defRPr sz="1400">
                <a:solidFill>
                  <a:schemeClr val="tx1"/>
                </a:solidFill>
              </a:defRPr>
            </a:lvl3pPr>
            <a:lvl4pPr marL="533400" indent="-174625" rtl="0">
              <a:spcAft>
                <a:spcPts val="900"/>
              </a:spcAft>
              <a:tabLst/>
              <a:defRPr sz="1400">
                <a:solidFill>
                  <a:schemeClr val="tx1"/>
                </a:solidFill>
              </a:defRPr>
            </a:lvl4pPr>
            <a:lvl5pPr marL="712788" indent="-1793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3434822"/>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0" cy="3427544"/>
          </a:xfrm>
          <a:solidFill>
            <a:schemeClr val="bg1">
              <a:lumMod val="85000"/>
            </a:schemeClr>
          </a:solidFill>
        </p:spPr>
        <p:txBody>
          <a:bodyPr anchor="ctr" anchorCtr="0"/>
          <a:lstStyle>
            <a:lvl1pPr algn="ctr" rtl="0">
              <a:defRPr sz="900"/>
            </a:lvl1pPr>
          </a:lstStyle>
          <a:p>
            <a:r>
              <a:rPr lang="en-US"/>
              <a:t>Click icon to add picture</a:t>
            </a:r>
            <a:endParaRPr lang="en-AU"/>
          </a:p>
        </p:txBody>
      </p:sp>
    </p:spTree>
    <p:extLst>
      <p:ext uri="{BB962C8B-B14F-4D97-AF65-F5344CB8AC3E}">
        <p14:creationId xmlns:p14="http://schemas.microsoft.com/office/powerpoint/2010/main" val="2733889632"/>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B8C31C1-3EEC-3094-9D6C-9EF617839D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5B8C31C1-3EEC-3094-9D6C-9EF617839D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9836988" cy="5193285"/>
          </a:xfrm>
        </p:spPr>
        <p:txBody>
          <a:bodyPr vert="horz"/>
          <a:lstStyle>
            <a:lvl1pPr rtl="0">
              <a:defRPr sz="36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Tree>
    <p:extLst>
      <p:ext uri="{BB962C8B-B14F-4D97-AF65-F5344CB8AC3E}">
        <p14:creationId xmlns:p14="http://schemas.microsoft.com/office/powerpoint/2010/main" val="392654078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A3B6D06-2F7C-CC35-23BF-9DC8E3FE8F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A3B6D06-2F7C-CC35-23BF-9DC8E3FE8F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rtl="0">
              <a:spcAft>
                <a:spcPts val="900"/>
              </a:spcAft>
              <a:defRPr sz="2400">
                <a:solidFill>
                  <a:schemeClr val="tx1"/>
                </a:solidFill>
              </a:defRPr>
            </a:lvl1pPr>
            <a:lvl2pPr marL="446088" indent="-446088" rtl="0">
              <a:spcAft>
                <a:spcPts val="900"/>
              </a:spcAft>
              <a:tabLst/>
              <a:defRPr sz="2400">
                <a:solidFill>
                  <a:schemeClr val="tx1"/>
                </a:solidFill>
              </a:defRPr>
            </a:lvl2pPr>
            <a:lvl3pPr marL="892175" indent="-446088" rtl="0">
              <a:spcAft>
                <a:spcPts val="900"/>
              </a:spcAft>
              <a:tabLst/>
              <a:defRPr sz="2400">
                <a:solidFill>
                  <a:schemeClr val="tx1"/>
                </a:solidFill>
              </a:defRPr>
            </a:lvl3pPr>
            <a:lvl4pPr marL="1333500" indent="-441325" rtl="0">
              <a:spcAft>
                <a:spcPts val="900"/>
              </a:spcAft>
              <a:tabLst/>
              <a:defRPr sz="2400">
                <a:solidFill>
                  <a:schemeClr val="tx1"/>
                </a:solidFill>
              </a:defRPr>
            </a:lvl4pPr>
            <a:lvl5pPr marL="1779588" indent="-4460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0EC16022-C854-45CB-B3C8-2530A9CA21A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519187526"/>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D43BF31-472C-01EA-4A75-413EDCEA44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D43BF31-472C-01EA-4A75-413EDCEA44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rtl="0">
              <a:spcAft>
                <a:spcPts val="600"/>
              </a:spcAft>
              <a:defRPr sz="2200">
                <a:solidFill>
                  <a:schemeClr val="tx1"/>
                </a:solidFill>
              </a:defRPr>
            </a:lvl1pPr>
            <a:lvl2pPr marL="446088" indent="-446088" rtl="0">
              <a:spcAft>
                <a:spcPts val="600"/>
              </a:spcAft>
              <a:tabLst/>
              <a:defRPr sz="2200">
                <a:solidFill>
                  <a:schemeClr val="tx1"/>
                </a:solidFill>
              </a:defRPr>
            </a:lvl2pPr>
            <a:lvl3pPr marL="892175" indent="-446088" rtl="0">
              <a:spcAft>
                <a:spcPts val="600"/>
              </a:spcAft>
              <a:tabLst/>
              <a:defRPr sz="2200">
                <a:solidFill>
                  <a:schemeClr val="tx1"/>
                </a:solidFill>
              </a:defRPr>
            </a:lvl3pPr>
            <a:lvl4pPr marL="1333500" indent="-441325" rtl="0">
              <a:spcAft>
                <a:spcPts val="600"/>
              </a:spcAft>
              <a:tabLst/>
              <a:defRPr sz="2200">
                <a:solidFill>
                  <a:schemeClr val="tx1"/>
                </a:solidFill>
              </a:defRPr>
            </a:lvl4pPr>
            <a:lvl5pPr marL="1779588" indent="-446088" rtl="0">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979B09CA-8AEC-4AF8-B3AE-D5DE83B1D746}"/>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10006409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EFB933-C384-8134-646F-0C393F90213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9EFB933-C384-8134-646F-0C393F90213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3000">
                <a:solidFill>
                  <a:schemeClr val="tx1"/>
                </a:solidFill>
              </a:defRPr>
            </a:lvl1pPr>
            <a:lvl2pPr marL="446088" indent="-446088" rtl="0">
              <a:spcAft>
                <a:spcPts val="900"/>
              </a:spcAft>
              <a:tabLst/>
              <a:defRPr sz="3000">
                <a:solidFill>
                  <a:schemeClr val="tx1"/>
                </a:solidFill>
              </a:defRPr>
            </a:lvl2pPr>
            <a:lvl3pPr marL="892175" indent="-446088" rtl="0">
              <a:spcAft>
                <a:spcPts val="900"/>
              </a:spcAft>
              <a:tabLst/>
              <a:defRPr sz="3000">
                <a:solidFill>
                  <a:schemeClr val="tx1"/>
                </a:solidFill>
              </a:defRPr>
            </a:lvl3pPr>
            <a:lvl4pPr marL="1333500" indent="-441325" rtl="0">
              <a:spcAft>
                <a:spcPts val="900"/>
              </a:spcAft>
              <a:tabLst/>
              <a:defRPr sz="3000">
                <a:solidFill>
                  <a:schemeClr val="tx1"/>
                </a:solidFill>
              </a:defRPr>
            </a:lvl4pPr>
            <a:lvl5pPr marL="1779588" indent="-446088" rtl="0">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8" name="Picture 7">
            <a:extLst>
              <a:ext uri="{FF2B5EF4-FFF2-40B4-BE49-F238E27FC236}">
                <a16:creationId xmlns:a16="http://schemas.microsoft.com/office/drawing/2014/main" id="{D4E23193-8510-4E6E-94D5-48BE6FEAA744}"/>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761092295"/>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FDF7BB0-CB1D-A409-11B9-1B50A001A3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FDF7BB0-CB1D-A409-11B9-1B50A001A3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4" name="Picture 13">
            <a:extLst>
              <a:ext uri="{FF2B5EF4-FFF2-40B4-BE49-F238E27FC236}">
                <a16:creationId xmlns:a16="http://schemas.microsoft.com/office/drawing/2014/main" id="{1E60E352-9507-43AC-9205-1FAC73C5631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902233460"/>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9061E2D-C0CD-7FC7-24B9-A2FF9EDEAD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9061E2D-C0CD-7FC7-24B9-A2FF9EDEAD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CABA0A6C-82A1-46C0-B600-58ECDDE1E9A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019679332"/>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A64ABE5-68E3-4F1E-968F-1E23E1F733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A64ABE5-68E3-4F1E-968F-1E23E1F733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rtl="0">
              <a:spcAft>
                <a:spcPts val="900"/>
              </a:spcAft>
              <a:defRPr sz="2400" b="1" i="0">
                <a:solidFill>
                  <a:schemeClr val="tx1"/>
                </a:solidFill>
                <a:latin typeface="Mark OT" panose="020B0604020201010104" pitchFamily="34" charset="77"/>
              </a:defRPr>
            </a:lvl1pPr>
            <a:lvl2pPr marL="0" indent="0" rtl="0">
              <a:spcAft>
                <a:spcPts val="900"/>
              </a:spcAft>
              <a:buNone/>
              <a:tabLst/>
              <a:defRPr sz="2400">
                <a:solidFill>
                  <a:schemeClr val="tx1"/>
                </a:solidFill>
              </a:defRPr>
            </a:lvl2pPr>
            <a:lvl3pPr marL="180975" indent="-180975" rtl="0">
              <a:spcAft>
                <a:spcPts val="900"/>
              </a:spcAft>
              <a:tabLst/>
              <a:defRPr sz="2400">
                <a:solidFill>
                  <a:schemeClr val="tx1"/>
                </a:solidFill>
              </a:defRPr>
            </a:lvl3pPr>
            <a:lvl4pPr marL="355600" indent="-180975" rtl="0">
              <a:spcAft>
                <a:spcPts val="900"/>
              </a:spcAft>
              <a:tabLst/>
              <a:defRPr sz="2400">
                <a:solidFill>
                  <a:schemeClr val="tx1"/>
                </a:solidFill>
              </a:defRPr>
            </a:lvl4pPr>
            <a:lvl5pPr marL="579438" indent="-2174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FA1E011C-3930-43B0-8EBC-930337F6B32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335681801"/>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66B61A-37D5-1B84-354F-324C2AA4A9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966B61A-37D5-1B84-354F-324C2AA4A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2958972975"/>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E584953-1B84-B43F-E74B-282319E1DE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E584953-1B84-B43F-E74B-282319E1DE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2466850101"/>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7924121-24FE-F283-A01E-D090DD35AB0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7924121-24FE-F283-A01E-D090DD35A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4747147"/>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E7A9F80-8753-A8B8-E313-530FD7A805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E7A9F80-8753-A8B8-E313-530FD7A805F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F194FD55-AE12-458A-948E-6EF3C401242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675937984"/>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D703A17-AE30-3FB8-6390-2143AFEF22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D703A17-AE30-3FB8-6390-2143AFEF22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rtl="0">
              <a:spcAft>
                <a:spcPts val="900"/>
              </a:spcAft>
              <a:defRPr sz="3000" b="1" i="0">
                <a:solidFill>
                  <a:schemeClr val="bg1"/>
                </a:solidFill>
                <a:latin typeface="Mark OT" panose="020B0604020201010104" pitchFamily="34" charset="77"/>
              </a:defRPr>
            </a:lvl1pPr>
            <a:lvl2pPr marL="0" indent="0" rtl="0">
              <a:spcAft>
                <a:spcPts val="900"/>
              </a:spcAft>
              <a:buNone/>
              <a:tabLst/>
              <a:defRPr sz="3000">
                <a:solidFill>
                  <a:schemeClr val="bg1"/>
                </a:solidFill>
              </a:defRPr>
            </a:lvl2pPr>
            <a:lvl3pPr marL="180975" indent="-180975" rtl="0">
              <a:spcAft>
                <a:spcPts val="900"/>
              </a:spcAft>
              <a:tabLst/>
              <a:defRPr sz="3000">
                <a:solidFill>
                  <a:schemeClr val="bg1"/>
                </a:solidFill>
              </a:defRPr>
            </a:lvl3pPr>
            <a:lvl4pPr marL="355600" indent="-180975" rtl="0">
              <a:spcAft>
                <a:spcPts val="900"/>
              </a:spcAft>
              <a:tabLst/>
              <a:defRPr sz="3000">
                <a:solidFill>
                  <a:schemeClr val="bg1"/>
                </a:solidFill>
              </a:defRPr>
            </a:lvl4pPr>
            <a:lvl5pPr marL="579438" indent="-217488" rtl="0">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637424"/>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7A75E4B-F28D-AA64-1BD8-6540CA11E1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7A75E4B-F28D-AA64-1BD8-6540CA11E1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3637644"/>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A66FBB2-9F6E-32D0-82D3-CCA5CDD1E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A66FBB2-9F6E-32D0-82D3-CCA5CDD1E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7598512"/>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ong Heading and Imag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4309AD2-EEE4-1498-704D-859502D7F7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4309AD2-EEE4-1498-704D-859502D7F7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1708150"/>
            <a:ext cx="12192000" cy="514985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296863"/>
            <a:ext cx="6043117" cy="1223962"/>
          </a:xfrm>
        </p:spPr>
        <p:txBody>
          <a:bodyPr vert="horz"/>
          <a:lstStyle>
            <a:lvl1pPr rtl="0">
              <a:defRPr sz="1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Tree>
    <p:extLst>
      <p:ext uri="{BB962C8B-B14F-4D97-AF65-F5344CB8AC3E}">
        <p14:creationId xmlns:p14="http://schemas.microsoft.com/office/powerpoint/2010/main" val="1402490511"/>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Images no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044B5A2-58D4-F9A3-9BE3-3690790AC9C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5044B5A2-58D4-F9A3-9BE3-3690790AC9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10" name="Picture Placeholder 5">
            <a:extLst>
              <a:ext uri="{FF2B5EF4-FFF2-40B4-BE49-F238E27FC236}">
                <a16:creationId xmlns:a16="http://schemas.microsoft.com/office/drawing/2014/main" id="{B7931B3D-9252-BE49-A66E-A9234FAC891B}"/>
              </a:ext>
            </a:extLst>
          </p:cNvPr>
          <p:cNvSpPr>
            <a:spLocks noGrp="1"/>
          </p:cNvSpPr>
          <p:nvPr>
            <p:ph type="pic" sz="quarter" idx="13"/>
          </p:nvPr>
        </p:nvSpPr>
        <p:spPr>
          <a:xfrm>
            <a:off x="6096000" y="3429001"/>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026108824"/>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B34FAD2-E9DC-32C3-0C21-08C627D715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6B34FAD2-E9DC-32C3-0C21-08C627D715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tx1"/>
                </a:solidFill>
                <a:latin typeface="Mark OT" panose="020B0604020201010104" pitchFamily="34" charset="77"/>
              </a:defRPr>
            </a:lvl1pPr>
            <a:lvl2pPr marL="0" indent="0" rtl="0">
              <a:spcAft>
                <a:spcPts val="600"/>
              </a:spcAft>
              <a:buNone/>
              <a:tabLst/>
              <a:defRPr sz="1200">
                <a:solidFill>
                  <a:schemeClr val="tx1"/>
                </a:solidFill>
              </a:defRPr>
            </a:lvl2pPr>
            <a:lvl3pPr marL="180975" indent="-180975" rtl="0">
              <a:spcAft>
                <a:spcPts val="600"/>
              </a:spcAft>
              <a:tabLst/>
              <a:defRPr sz="1200">
                <a:solidFill>
                  <a:schemeClr val="tx1"/>
                </a:solidFill>
              </a:defRPr>
            </a:lvl3pPr>
            <a:lvl4pPr marL="355600" indent="-180975" rtl="0">
              <a:spcAft>
                <a:spcPts val="600"/>
              </a:spcAft>
              <a:tabLst/>
              <a:defRPr sz="1200">
                <a:solidFill>
                  <a:schemeClr val="tx1"/>
                </a:solidFill>
              </a:defRPr>
            </a:lvl4pPr>
            <a:lvl5pPr marL="579438" indent="-217488"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758888924"/>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 Image + Pullout Blu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D52AEDD-ED6A-0178-B73F-E2EB9D76204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D52AEDD-ED6A-0178-B73F-E2EB9D7620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vert="horz" anchor="ctr" anchorCtr="0"/>
          <a:lstStyle>
            <a:lvl1pPr algn="ctr" rtl="0">
              <a:defRPr sz="2400">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1943500279"/>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Image + Graphics">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8126E19-85B9-6E7A-A7A1-FE7819B104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78126E19-85B9-6E7A-A7A1-FE7819B104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895611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7" name="Text Placeholder 6">
            <a:extLst>
              <a:ext uri="{FF2B5EF4-FFF2-40B4-BE49-F238E27FC236}">
                <a16:creationId xmlns:a16="http://schemas.microsoft.com/office/drawing/2014/main" id="{BB474675-2B4E-C64F-A2C6-2DF06865030A}"/>
              </a:ext>
            </a:extLst>
          </p:cNvPr>
          <p:cNvSpPr>
            <a:spLocks noGrp="1"/>
          </p:cNvSpPr>
          <p:nvPr>
            <p:ph type="body" sz="quarter" idx="12"/>
          </p:nvPr>
        </p:nvSpPr>
        <p:spPr>
          <a:xfrm>
            <a:off x="9720197" y="1484334"/>
            <a:ext cx="1702040" cy="988817"/>
          </a:xfrm>
        </p:spPr>
        <p:txBody>
          <a:bodyPr/>
          <a:lstStyle>
            <a:lvl1pPr algn="ctr" rtl="0">
              <a:defRPr sz="1050"/>
            </a:lvl1pPr>
            <a:lvl2pPr algn="ctr" rtl="0">
              <a:defRPr sz="1050"/>
            </a:lvl2pPr>
            <a:lvl3pPr algn="ctr" rtl="0">
              <a:defRPr sz="1050"/>
            </a:lvl3pPr>
            <a:lvl4pPr algn="ctr" rtl="0">
              <a:defRPr sz="1050"/>
            </a:lvl4pPr>
            <a:lvl5pPr algn="ctr" rtl="0">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364614959"/>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Heading + Content">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1ACDCAB-93DE-0F70-6942-0D28A92416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01ACDCAB-93DE-0F70-6942-0D28A92416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35227" y="252020"/>
            <a:ext cx="9953472" cy="477267"/>
          </a:xfrm>
        </p:spPr>
        <p:txBody>
          <a:bodyPr vert="horz"/>
          <a:lstStyle>
            <a:lvl1pPr rtl="0">
              <a:defRPr sz="2800">
                <a:solidFill>
                  <a:schemeClr val="tx1"/>
                </a:solidFill>
                <a:latin typeface="MarkOT" panose="020B0504020201010104" pitchFamily="34" charset="0"/>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818333"/>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361762" y="6615567"/>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2" name="Picture 1">
            <a:extLst>
              <a:ext uri="{FF2B5EF4-FFF2-40B4-BE49-F238E27FC236}">
                <a16:creationId xmlns:a16="http://schemas.microsoft.com/office/drawing/2014/main" id="{DDB2A1F9-B910-356C-6016-F75193415AD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58418" y="129216"/>
            <a:ext cx="598355" cy="600071"/>
          </a:xfrm>
          <a:prstGeom prst="rect">
            <a:avLst/>
          </a:prstGeom>
        </p:spPr>
      </p:pic>
      <p:sp>
        <p:nvSpPr>
          <p:cNvPr id="4" name="Text Placeholder 3">
            <a:extLst>
              <a:ext uri="{FF2B5EF4-FFF2-40B4-BE49-F238E27FC236}">
                <a16:creationId xmlns:a16="http://schemas.microsoft.com/office/drawing/2014/main" id="{283C3F2D-7F2C-70B9-C652-5C3E5C4D7FC9}"/>
              </a:ext>
            </a:extLst>
          </p:cNvPr>
          <p:cNvSpPr>
            <a:spLocks noGrp="1"/>
          </p:cNvSpPr>
          <p:nvPr>
            <p:ph type="body" sz="quarter" idx="10"/>
          </p:nvPr>
        </p:nvSpPr>
        <p:spPr>
          <a:xfrm>
            <a:off x="334963" y="1278631"/>
            <a:ext cx="9953736" cy="5228417"/>
          </a:xfrm>
        </p:spPr>
        <p:txBody>
          <a:bodyPr/>
          <a:lstStyle>
            <a:lvl1pPr rtl="0">
              <a:defRPr sz="1400">
                <a:latin typeface="MarkOT" panose="020B0504020201010104" pitchFamily="34" charset="0"/>
              </a:defRPr>
            </a:lvl1pPr>
            <a:lvl2pPr rtl="0">
              <a:defRPr sz="1200">
                <a:latin typeface="MarkOT" panose="020B0504020201010104" pitchFamily="34" charset="0"/>
              </a:defRPr>
            </a:lvl2pPr>
            <a:lvl3pPr rtl="0">
              <a:defRPr sz="1200">
                <a:latin typeface="MarkOT" panose="020B0504020201010104" pitchFamily="34" charset="0"/>
              </a:defRPr>
            </a:lvl3pPr>
            <a:lvl4pPr rtl="0">
              <a:defRPr sz="1200">
                <a:latin typeface="MarkOT" panose="020B0504020201010104" pitchFamily="34" charset="0"/>
              </a:defRPr>
            </a:lvl4pPr>
            <a:lvl5pPr rtl="0">
              <a:defRPr sz="1200">
                <a:latin typeface="MarkOT" panose="020B05040202010101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33548133"/>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65EB1A8-4563-E616-F0DB-FCDD986690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65EB1A8-4563-E616-F0DB-FCDD986690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E69A4D32-00C7-4E48-A080-0F06A8C32A2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853752220"/>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C5E7F6B-BB93-DB69-1F76-0FC113C83AF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C5E7F6B-BB93-DB69-1F76-0FC113C83A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rtl="0">
              <a:defRPr sz="3400">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3894071250"/>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7670B22-137B-A9AC-CB87-098CFBD268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7670B22-137B-A9AC-CB87-098CFBD268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bg1"/>
                </a:solidFill>
                <a:latin typeface="Mark OT" panose="020B0604020201010104" pitchFamily="34" charset="77"/>
              </a:defRPr>
            </a:lvl1pPr>
            <a:lvl2pPr marL="0" indent="0" rtl="0">
              <a:spcAft>
                <a:spcPts val="600"/>
              </a:spcAft>
              <a:buNone/>
              <a:tabLst/>
              <a:defRPr sz="1200">
                <a:solidFill>
                  <a:schemeClr val="bg1"/>
                </a:solidFill>
              </a:defRPr>
            </a:lvl2pPr>
            <a:lvl3pPr marL="180975" indent="-180975" rtl="0">
              <a:spcAft>
                <a:spcPts val="600"/>
              </a:spcAft>
              <a:tabLst/>
              <a:defRPr sz="1200">
                <a:solidFill>
                  <a:schemeClr val="bg1"/>
                </a:solidFill>
              </a:defRPr>
            </a:lvl3pPr>
            <a:lvl4pPr marL="355600" indent="-180975" rtl="0">
              <a:spcAft>
                <a:spcPts val="600"/>
              </a:spcAft>
              <a:tabLst/>
              <a:defRPr sz="1200">
                <a:solidFill>
                  <a:schemeClr val="bg1"/>
                </a:solidFill>
              </a:defRPr>
            </a:lvl4pPr>
            <a:lvl5pPr marL="579438" indent="-217488"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spTree>
    <p:extLst>
      <p:ext uri="{BB962C8B-B14F-4D97-AF65-F5344CB8AC3E}">
        <p14:creationId xmlns:p14="http://schemas.microsoft.com/office/powerpoint/2010/main" val="3218794697"/>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0DDC401-060F-B55A-027C-5A049A7325F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0DDC401-060F-B55A-027C-5A049A7325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pic>
        <p:nvPicPr>
          <p:cNvPr id="8" name="Picture 7">
            <a:extLst>
              <a:ext uri="{FF2B5EF4-FFF2-40B4-BE49-F238E27FC236}">
                <a16:creationId xmlns:a16="http://schemas.microsoft.com/office/drawing/2014/main" id="{3B6DF5B5-C373-4E55-A4A7-C3AFC2624B0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69259603"/>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C5F3A25-6C0E-D39A-3769-8E053EF6BCA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C5F3A25-6C0E-D39A-3769-8E053EF6BC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4202697"/>
          </a:xfrm>
        </p:spPr>
        <p:txBody>
          <a:bodyPr/>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rtl="0">
              <a:defRPr sz="1000"/>
            </a:lvl1pPr>
          </a:lstStyle>
          <a:p>
            <a:r>
              <a:rPr lang="en-AU"/>
              <a:t>H</a:t>
            </a:r>
          </a:p>
        </p:txBody>
      </p:sp>
      <p:pic>
        <p:nvPicPr>
          <p:cNvPr id="8" name="Picture 7">
            <a:extLst>
              <a:ext uri="{FF2B5EF4-FFF2-40B4-BE49-F238E27FC236}">
                <a16:creationId xmlns:a16="http://schemas.microsoft.com/office/drawing/2014/main" id="{5DF87350-8312-462F-8F27-17F46762F13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819307384"/>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 Char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EDE2526-A777-EBD0-EB63-3FA9688E103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EDE2526-A777-EBD0-EB63-3FA9688E10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4023448"/>
          </a:xfrm>
        </p:spPr>
        <p:txBody>
          <a:bodyPr anchor="ctr" anchorCtr="0"/>
          <a:lstStyle>
            <a:lvl1pPr algn="ctr" rtl="0">
              <a:defRPr sz="1000"/>
            </a:lvl1pPr>
          </a:lstStyle>
          <a:p>
            <a:r>
              <a:rPr lang="en-AU"/>
              <a:t>H</a:t>
            </a:r>
          </a:p>
        </p:txBody>
      </p:sp>
      <p:pic>
        <p:nvPicPr>
          <p:cNvPr id="7" name="Picture 6">
            <a:extLst>
              <a:ext uri="{FF2B5EF4-FFF2-40B4-BE49-F238E27FC236}">
                <a16:creationId xmlns:a16="http://schemas.microsoft.com/office/drawing/2014/main" id="{CE7C959F-FA6A-4607-A9BF-34558162E92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175981293"/>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8E50935-1F66-C3F2-29C5-EBE39283A11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8E50935-1F66-C3F2-29C5-EBE39283A1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rtl="0">
              <a:defRPr sz="1000"/>
            </a:lvl1pPr>
          </a:lstStyle>
          <a:p>
            <a:r>
              <a:rPr lang="en-AU"/>
              <a:t>H</a:t>
            </a:r>
          </a:p>
        </p:txBody>
      </p:sp>
      <p:pic>
        <p:nvPicPr>
          <p:cNvPr id="18" name="Picture 17">
            <a:extLst>
              <a:ext uri="{FF2B5EF4-FFF2-40B4-BE49-F238E27FC236}">
                <a16:creationId xmlns:a16="http://schemas.microsoft.com/office/drawing/2014/main" id="{6F229A43-7FBA-4C08-A782-FC6CC708206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492549385"/>
      </p:ext>
    </p:extLst>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 Tab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6861FEF-7A7B-2F45-4078-A093F6859A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16861FEF-7A7B-2F45-4078-A093F6859A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3" y="1520825"/>
            <a:ext cx="11569700" cy="4276229"/>
          </a:xfrm>
        </p:spPr>
        <p:txBody>
          <a:bodyPr/>
          <a:lstStyle>
            <a:lvl1pPr rtl="0">
              <a:defRPr/>
            </a:lvl1pPr>
          </a:lstStyle>
          <a:p>
            <a:r>
              <a:rPr lang="en-US"/>
              <a:t>Click icon to add table</a:t>
            </a:r>
            <a:endParaRPr lang="en-AU"/>
          </a:p>
        </p:txBody>
      </p:sp>
      <p:pic>
        <p:nvPicPr>
          <p:cNvPr id="7" name="Picture 6">
            <a:extLst>
              <a:ext uri="{FF2B5EF4-FFF2-40B4-BE49-F238E27FC236}">
                <a16:creationId xmlns:a16="http://schemas.microsoft.com/office/drawing/2014/main" id="{0497601E-6F80-430E-97F0-9E9A7C06C1BE}"/>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4022115670"/>
      </p:ext>
    </p:extLst>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Closing Slide Blu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D6E1C1D-2D9A-A9DF-DD87-4743181A70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2D6E1C1D-2D9A-A9DF-DD87-4743181A70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rtl="0">
              <a:defRPr sz="145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2578539752"/>
      </p:ext>
    </p:extLst>
  </p:cSld>
  <p:clrMapOvr>
    <a:masterClrMapping/>
  </p:clrMapOvr>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Slide Red">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9FB55A-6D14-38E3-4812-AB49766B130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879FB55A-6D14-38E3-4812-AB49766B13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rtl="0">
              <a:defRPr sz="145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4146043883"/>
      </p:ext>
    </p:extLst>
  </p:cSld>
  <p:clrMapOvr>
    <a:masterClrMapping/>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37FA13-584D-1F7B-1D23-8EEAB4A9E0D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1537FA13-584D-1F7B-1D23-8EEAB4A9E0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rtl="0">
              <a:defRPr sz="1450">
                <a:solidFill>
                  <a:schemeClr val="tx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3" cy="1562613"/>
          </a:xfrm>
          <a:prstGeom prst="rect">
            <a:avLst/>
          </a:prstGeom>
        </p:spPr>
      </p:pic>
    </p:spTree>
    <p:extLst>
      <p:ext uri="{BB962C8B-B14F-4D97-AF65-F5344CB8AC3E}">
        <p14:creationId xmlns:p14="http://schemas.microsoft.com/office/powerpoint/2010/main" val="1902963850"/>
      </p:ext>
    </p:extLst>
  </p:cSld>
  <p:clrMapOvr>
    <a:masterClrMapping/>
  </p:clrMapOvr>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Title Slide Blue BG">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9687FE7-DA4F-627B-428D-FC22378F186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19687FE7-DA4F-627B-428D-FC22378F18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7"/>
            <a:ext cx="11603979" cy="751988"/>
          </a:xfrm>
        </p:spPr>
        <p:txBody>
          <a:bodyPr vert="horz" anchor="t" anchorCtr="0"/>
          <a:lstStyle>
            <a:lvl1pPr algn="l" rtl="0">
              <a:defRPr sz="4399">
                <a:solidFill>
                  <a:schemeClr val="bg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6" y="2316955"/>
            <a:ext cx="6955012" cy="3257732"/>
          </a:xfrm>
        </p:spPr>
        <p:txBody>
          <a:bodyPr/>
          <a:lstStyle>
            <a:lvl1pPr marL="0" indent="0" algn="l" rtl="0">
              <a:buNone/>
              <a:defRPr sz="19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2" y="5946513"/>
            <a:ext cx="5761037" cy="652463"/>
          </a:xfrm>
        </p:spPr>
        <p:txBody>
          <a:bodyPr anchor="b" anchorCtr="0"/>
          <a:lstStyle>
            <a:lvl1pPr rtl="0">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4" y="2"/>
            <a:ext cx="1235283" cy="1235283"/>
          </a:xfrm>
          <a:prstGeom prst="rect">
            <a:avLst/>
          </a:prstGeom>
        </p:spPr>
      </p:pic>
    </p:spTree>
    <p:extLst>
      <p:ext uri="{BB962C8B-B14F-4D97-AF65-F5344CB8AC3E}">
        <p14:creationId xmlns:p14="http://schemas.microsoft.com/office/powerpoint/2010/main" val="112504938"/>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Title Slide Image BG">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012689-8B35-C824-B4C8-1BA7EF1AD5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BB012689-8B35-C824-B4C8-1BA7EF1AD5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8"/>
            <a:ext cx="6983074" cy="1341311"/>
          </a:xfrm>
        </p:spPr>
        <p:txBody>
          <a:bodyPr vert="horz" anchor="t" anchorCtr="0"/>
          <a:lstStyle>
            <a:lvl1pPr algn="l" rtl="0">
              <a:defRPr sz="4399">
                <a:solidFill>
                  <a:schemeClr val="bg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6" y="2935397"/>
            <a:ext cx="6955012" cy="2668410"/>
          </a:xfrm>
        </p:spPr>
        <p:txBody>
          <a:bodyPr/>
          <a:lstStyle>
            <a:lvl1pPr marL="0" indent="0" algn="l" rtl="0">
              <a:buNone/>
              <a:defRPr sz="19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2" y="5946513"/>
            <a:ext cx="5761037" cy="652463"/>
          </a:xfrm>
        </p:spPr>
        <p:txBody>
          <a:bodyPr anchor="b" anchorCtr="0"/>
          <a:lstStyle>
            <a:lvl1pPr rtl="0">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4" y="2"/>
            <a:ext cx="1235283" cy="1235283"/>
          </a:xfrm>
          <a:prstGeom prst="rect">
            <a:avLst/>
          </a:prstGeom>
        </p:spPr>
      </p:pic>
    </p:spTree>
    <p:extLst>
      <p:ext uri="{BB962C8B-B14F-4D97-AF65-F5344CB8AC3E}">
        <p14:creationId xmlns:p14="http://schemas.microsoft.com/office/powerpoint/2010/main" val="1837981861"/>
      </p:ext>
    </p:extLst>
  </p:cSld>
  <p:clrMapOvr>
    <a:masterClrMapping/>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Title Slide White BG">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3FAADAD-20C2-9073-D0DD-36543894A3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43FAADAD-20C2-9073-D0DD-36543894A3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8"/>
            <a:ext cx="6983074" cy="1341311"/>
          </a:xfrm>
        </p:spPr>
        <p:txBody>
          <a:bodyPr vert="horz" anchor="t" anchorCtr="0"/>
          <a:lstStyle>
            <a:lvl1pPr algn="l" rtl="0">
              <a:defRPr sz="4399">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6" y="2935397"/>
            <a:ext cx="6955012" cy="2668410"/>
          </a:xfrm>
        </p:spPr>
        <p:txBody>
          <a:bodyPr/>
          <a:lstStyle>
            <a:lvl1pPr marL="0" indent="0" algn="l" rtl="0">
              <a:buNone/>
              <a:defRPr sz="1999">
                <a:solidFill>
                  <a:schemeClr val="tx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2" y="5946513"/>
            <a:ext cx="5761037" cy="652463"/>
          </a:xfrm>
        </p:spPr>
        <p:txBody>
          <a:bodyPr anchor="b" anchorCtr="0"/>
          <a:lstStyle>
            <a:lvl1pPr rtl="0">
              <a:defRPr sz="1400">
                <a:solidFill>
                  <a:schemeClr val="tx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087522" y="4753523"/>
            <a:ext cx="2104479" cy="2104479"/>
          </a:xfrm>
          <a:prstGeom prst="rect">
            <a:avLst/>
          </a:prstGeom>
        </p:spPr>
      </p:pic>
    </p:spTree>
    <p:extLst>
      <p:ext uri="{BB962C8B-B14F-4D97-AF65-F5344CB8AC3E}">
        <p14:creationId xmlns:p14="http://schemas.microsoft.com/office/powerpoint/2010/main" val="4088596145"/>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29CAD5F-3A68-1A9D-93E3-3808909061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429CAD5F-3A68-1A9D-93E3-3808909061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9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1283447883"/>
      </p:ext>
    </p:extLst>
  </p:cSld>
  <p:clrMapOvr>
    <a:masterClrMapping/>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Contents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A775AF9-D652-E010-8F15-521BD03BB9E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0A775AF9-D652-E010-8F15-521BD03BB9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9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1101381050"/>
      </p:ext>
    </p:extLst>
  </p:cSld>
  <p:clrMapOvr>
    <a:masterClrMapping/>
  </p:clrMapOvr>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ED4C4A-25C0-044B-E78B-9CD3A75BB4F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F9ED4C4A-25C0-044B-E78B-9CD3A75BB4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999">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tx1"/>
                </a:solidFill>
              </a:defRPr>
            </a:lvl1pPr>
          </a:lstStyle>
          <a:p>
            <a:r>
              <a:rPr lang="en-US"/>
              <a:t>Click icon to add table</a:t>
            </a:r>
          </a:p>
        </p:txBody>
      </p:sp>
      <p:pic>
        <p:nvPicPr>
          <p:cNvPr id="6" name="Picture 5">
            <a:extLst>
              <a:ext uri="{FF2B5EF4-FFF2-40B4-BE49-F238E27FC236}">
                <a16:creationId xmlns:a16="http://schemas.microsoft.com/office/drawing/2014/main" id="{797DA6C7-23F6-45FA-8F76-A19192F914D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1" y="5961068"/>
            <a:ext cx="598355" cy="600071"/>
          </a:xfrm>
          <a:prstGeom prst="rect">
            <a:avLst/>
          </a:prstGeom>
        </p:spPr>
      </p:pic>
    </p:spTree>
    <p:extLst>
      <p:ext uri="{BB962C8B-B14F-4D97-AF65-F5344CB8AC3E}">
        <p14:creationId xmlns:p14="http://schemas.microsoft.com/office/powerpoint/2010/main" val="309180955"/>
      </p:ext>
    </p:extLst>
  </p:cSld>
  <p:clrMapOvr>
    <a:masterClrMapping/>
  </p:clrMapOvr>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Contents Blue Imag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899C96E-48D3-F7E4-E03D-C33AFFF8B1B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8899C96E-48D3-F7E4-E03D-C33AFFF8B1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8" y="520260"/>
            <a:ext cx="5330561" cy="1081397"/>
          </a:xfrm>
        </p:spPr>
        <p:txBody>
          <a:bodyPr vert="horz"/>
          <a:lstStyle>
            <a:lvl1pPr rtl="0">
              <a:defRPr sz="39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875658346"/>
      </p:ext>
    </p:extLst>
  </p:cSld>
  <p:clrMapOvr>
    <a:masterClrMapping/>
  </p:clrMapOvr>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Contents Red Image">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31C09BE-B56F-BEC9-0642-84151AD09F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731C09BE-B56F-BEC9-0642-84151AD09F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8" y="520259"/>
            <a:ext cx="5330561" cy="1000566"/>
          </a:xfrm>
        </p:spPr>
        <p:txBody>
          <a:bodyPr vert="horz"/>
          <a:lstStyle>
            <a:lvl1pPr rtl="0">
              <a:defRPr sz="39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3192127293"/>
      </p:ext>
    </p:extLst>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Contents White Imag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8E532AC-1A38-2E11-C8FB-F61121F7D6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F8E532AC-1A38-2E11-C8FB-F61121F7D6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8" y="520259"/>
            <a:ext cx="5330561" cy="1000566"/>
          </a:xfrm>
        </p:spPr>
        <p:txBody>
          <a:bodyPr vert="horz"/>
          <a:lstStyle>
            <a:lvl1pPr rtl="0">
              <a:defRPr sz="3999">
                <a:solidFill>
                  <a:schemeClr val="tx1"/>
                </a:solidFill>
              </a:defRPr>
            </a:lvl1pPr>
          </a:lstStyle>
          <a:p>
            <a:r>
              <a:rPr lang="en-US"/>
              <a:t>Click to edit Master title style</a:t>
            </a:r>
            <a:endParaRPr lang="en-AU"/>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3028666189"/>
      </p:ext>
    </p:extLst>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7927B50-5836-D8F4-4468-1C931FD15AE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E7927B50-5836-D8F4-4468-1C931FD15A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60"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3999">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5"/>
            <a:ext cx="3606274" cy="2029899"/>
          </a:xfrm>
        </p:spPr>
        <p:txBody>
          <a:bodyPr/>
          <a:lstStyle>
            <a:lvl1pPr marL="0" indent="0" algn="l" rtl="0">
              <a:buNone/>
              <a:defRPr sz="1400">
                <a:solidFill>
                  <a:schemeClr val="tx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1" y="5961068"/>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511558148"/>
      </p:ext>
    </p:extLst>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60B0C38-8340-F9D8-3C30-BCE3D5EE7AD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E60B0C38-8340-F9D8-3C30-BCE3D5EE7A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60"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3999">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5"/>
            <a:ext cx="3606274" cy="2029899"/>
          </a:xfrm>
        </p:spPr>
        <p:txBody>
          <a:bodyPr/>
          <a:lstStyle>
            <a:lvl1pPr marL="0" indent="0" algn="l" rtl="0">
              <a:buNone/>
              <a:defRPr sz="1400">
                <a:solidFill>
                  <a:schemeClr val="tx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1" y="5961068"/>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1354547542"/>
      </p:ext>
    </p:extLst>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3D9210B-8648-41E4-184C-92C120099A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43D9210B-8648-41E4-184C-92C120099A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vert="horz" anchor="t" anchorCtr="0"/>
          <a:lstStyle>
            <a:lvl1pPr algn="l" rtl="0">
              <a:defRPr sz="3999">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40"/>
            <a:ext cx="3606274" cy="2029899"/>
          </a:xfrm>
        </p:spPr>
        <p:txBody>
          <a:bodyPr/>
          <a:lstStyle>
            <a:lvl1pPr marL="0" indent="0" algn="l" rtl="0">
              <a:buNone/>
              <a:defRPr sz="1400">
                <a:solidFill>
                  <a:schemeClr val="tx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4" y="3322704"/>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2612874832"/>
      </p:ext>
    </p:extLst>
  </p:cSld>
  <p:clrMapOvr>
    <a:masterClrMapping/>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Section Title + Imag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D2B6B6-042D-8617-0E7D-CE0C7BBEC2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6D2B6B6-042D-8617-0E7D-CE0C7BBEC2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60"/>
            <a:ext cx="5330561" cy="1081397"/>
          </a:xfrm>
        </p:spPr>
        <p:txBody>
          <a:bodyPr vert="horz"/>
          <a:lstStyle>
            <a:lvl1pPr rtl="0">
              <a:defRPr sz="3999">
                <a:solidFill>
                  <a:schemeClr val="bg1"/>
                </a:solidFill>
              </a:defRPr>
            </a:lvl1pPr>
          </a:lstStyle>
          <a:p>
            <a:r>
              <a:rPr lang="en-US"/>
              <a:t>Click to edit Master title style</a:t>
            </a:r>
            <a:endParaRPr lang="en-AU"/>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4" y="1485881"/>
            <a:ext cx="5292725" cy="4440238"/>
          </a:xfrm>
        </p:spPr>
        <p:txBody>
          <a:bodyPr/>
          <a:lstStyle>
            <a:lvl1pPr rtl="0">
              <a:defRPr sz="1400">
                <a:solidFill>
                  <a:schemeClr val="bg1"/>
                </a:solidFill>
              </a:defRPr>
            </a:lvl1pPr>
            <a:lvl2pPr rtl="0">
              <a:defRPr sz="1400">
                <a:solidFill>
                  <a:schemeClr val="bg1"/>
                </a:solidFill>
              </a:defRPr>
            </a:lvl2pPr>
            <a:lvl3pPr rtl="0">
              <a:defRPr sz="1400">
                <a:solidFill>
                  <a:schemeClr val="bg1"/>
                </a:solidFill>
              </a:defRPr>
            </a:lvl3pPr>
            <a:lvl4pPr rtl="0">
              <a:defRPr sz="1400">
                <a:solidFill>
                  <a:schemeClr val="bg1"/>
                </a:solidFill>
              </a:defRPr>
            </a:lvl4pPr>
            <a:lvl5pPr rtl="0">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70071946"/>
      </p:ext>
    </p:extLst>
  </p:cSld>
  <p:clrMapOvr>
    <a:masterClrMapping/>
  </p:clrMapOvr>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3AB3F4C-B479-68B3-3A23-BCCFB47583F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3AB3F4C-B479-68B3-3A23-BCCFB47583F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60"/>
            <a:ext cx="11594836" cy="1081397"/>
          </a:xfrm>
        </p:spPr>
        <p:txBody>
          <a:bodyPr vert="horz"/>
          <a:lstStyle>
            <a:lvl1pPr rtl="0">
              <a:defRPr sz="39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4" y="1200493"/>
            <a:ext cx="5292725" cy="4440238"/>
          </a:xfrm>
        </p:spPr>
        <p:txBody>
          <a:bodyPr/>
          <a:lstStyle>
            <a:lvl1pPr rtl="0">
              <a:defRPr sz="1400">
                <a:solidFill>
                  <a:schemeClr val="tx1"/>
                </a:solidFill>
              </a:defRPr>
            </a:lvl1pPr>
            <a:lvl2pPr rtl="0">
              <a:defRPr sz="1400">
                <a:solidFill>
                  <a:schemeClr val="tx1"/>
                </a:solidFill>
              </a:defRPr>
            </a:lvl2pPr>
            <a:lvl3pPr rtl="0">
              <a:defRPr sz="1400">
                <a:solidFill>
                  <a:schemeClr val="tx1"/>
                </a:solidFill>
              </a:defRPr>
            </a:lvl3pPr>
            <a:lvl4pPr rtl="0">
              <a:defRPr sz="1400">
                <a:solidFill>
                  <a:schemeClr val="tx1"/>
                </a:solidFill>
              </a:defRPr>
            </a:lvl4pPr>
            <a:lvl5pPr rtl="0">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Box 8">
            <a:extLst>
              <a:ext uri="{FF2B5EF4-FFF2-40B4-BE49-F238E27FC236}">
                <a16:creationId xmlns:a16="http://schemas.microsoft.com/office/drawing/2014/main" id="{A872C399-A78F-744D-BB2A-F1FB5BE756D8}"/>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75499" y="5956375"/>
            <a:ext cx="598355" cy="600071"/>
          </a:xfrm>
          <a:prstGeom prst="rect">
            <a:avLst/>
          </a:prstGeom>
        </p:spPr>
      </p:pic>
    </p:spTree>
    <p:extLst>
      <p:ext uri="{BB962C8B-B14F-4D97-AF65-F5344CB8AC3E}">
        <p14:creationId xmlns:p14="http://schemas.microsoft.com/office/powerpoint/2010/main" val="3504258586"/>
      </p:ext>
    </p:extLst>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Text + 1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1491C48-77D7-448A-4D78-BE6119DC025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1491C48-77D7-448A-4D78-BE6119DC02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330561"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4" y="1480055"/>
            <a:ext cx="5292725" cy="4440238"/>
          </a:xfrm>
        </p:spPr>
        <p:txBody>
          <a:bodyPr/>
          <a:lstStyle>
            <a:lvl1pPr rtl="0">
              <a:spcAft>
                <a:spcPts val="900"/>
              </a:spcAft>
              <a:defRPr sz="1400">
                <a:solidFill>
                  <a:schemeClr val="tx1"/>
                </a:solidFill>
              </a:defRPr>
            </a:lvl1pPr>
            <a:lvl2pPr marL="179334" indent="-179334" rtl="0">
              <a:spcAft>
                <a:spcPts val="900"/>
              </a:spcAft>
              <a:tabLst/>
              <a:defRPr sz="1400">
                <a:solidFill>
                  <a:schemeClr val="tx1"/>
                </a:solidFill>
              </a:defRPr>
            </a:lvl2pPr>
            <a:lvl3pPr marL="358667" indent="-179334" rtl="0">
              <a:spcAft>
                <a:spcPts val="900"/>
              </a:spcAft>
              <a:tabLst/>
              <a:defRPr sz="1400">
                <a:solidFill>
                  <a:schemeClr val="tx1"/>
                </a:solidFill>
              </a:defRPr>
            </a:lvl3pPr>
            <a:lvl4pPr marL="533240" indent="-174573" rtl="0">
              <a:spcAft>
                <a:spcPts val="900"/>
              </a:spcAft>
              <a:tabLst/>
              <a:defRPr sz="1400">
                <a:solidFill>
                  <a:schemeClr val="tx1"/>
                </a:solidFill>
              </a:defRPr>
            </a:lvl4pPr>
            <a:lvl5pPr marL="712574" indent="-179334"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193707"/>
      </p:ext>
    </p:extLst>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Text + 2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77B3C0E-257A-5176-6AF0-88B955F8469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77B3C0E-257A-5176-6AF0-88B955F846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330561"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4" y="1480055"/>
            <a:ext cx="5292725" cy="4440238"/>
          </a:xfrm>
        </p:spPr>
        <p:txBody>
          <a:bodyPr/>
          <a:lstStyle>
            <a:lvl1pPr rtl="0">
              <a:spcAft>
                <a:spcPts val="900"/>
              </a:spcAft>
              <a:defRPr sz="1400">
                <a:solidFill>
                  <a:schemeClr val="tx1"/>
                </a:solidFill>
              </a:defRPr>
            </a:lvl1pPr>
            <a:lvl2pPr marL="179334" indent="-179334" rtl="0">
              <a:spcAft>
                <a:spcPts val="900"/>
              </a:spcAft>
              <a:tabLst/>
              <a:defRPr sz="1400">
                <a:solidFill>
                  <a:schemeClr val="tx1"/>
                </a:solidFill>
              </a:defRPr>
            </a:lvl2pPr>
            <a:lvl3pPr marL="358667" indent="-179334" rtl="0">
              <a:spcAft>
                <a:spcPts val="900"/>
              </a:spcAft>
              <a:tabLst/>
              <a:defRPr sz="1400">
                <a:solidFill>
                  <a:schemeClr val="tx1"/>
                </a:solidFill>
              </a:defRPr>
            </a:lvl3pPr>
            <a:lvl4pPr marL="533240" indent="-174573" rtl="0">
              <a:spcAft>
                <a:spcPts val="900"/>
              </a:spcAft>
              <a:tabLst/>
              <a:defRPr sz="1400">
                <a:solidFill>
                  <a:schemeClr val="tx1"/>
                </a:solidFill>
              </a:defRPr>
            </a:lvl4pPr>
            <a:lvl5pPr marL="712574" indent="-179334"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1" cy="3434822"/>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1" cy="3427544"/>
          </a:xfrm>
          <a:solidFill>
            <a:schemeClr val="bg1">
              <a:lumMod val="85000"/>
            </a:schemeClr>
          </a:solidFill>
        </p:spPr>
        <p:txBody>
          <a:bodyPr anchor="ctr" anchorCtr="0"/>
          <a:lstStyle>
            <a:lvl1pPr algn="ctr">
              <a:defRPr sz="900"/>
            </a:lvl1pPr>
          </a:lstStyle>
          <a:p>
            <a:r>
              <a:rPr lang="en-US"/>
              <a:t>Click icon to add picture</a:t>
            </a:r>
          </a:p>
        </p:txBody>
      </p:sp>
    </p:spTree>
    <p:extLst>
      <p:ext uri="{BB962C8B-B14F-4D97-AF65-F5344CB8AC3E}">
        <p14:creationId xmlns:p14="http://schemas.microsoft.com/office/powerpoint/2010/main" val="4157492825"/>
      </p:ext>
    </p:extLst>
  </p:cSld>
  <p:clrMapOvr>
    <a:masterClrMapping/>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Quote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72C6483-CE69-90A3-7F3C-7BC527FD23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772C6483-CE69-90A3-7F3C-7BC527FD233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60"/>
            <a:ext cx="9836988" cy="5193285"/>
          </a:xfrm>
        </p:spPr>
        <p:txBody>
          <a:bodyPr vert="horz"/>
          <a:lstStyle>
            <a:lvl1pPr rtl="0">
              <a:defRPr sz="35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2182409075"/>
      </p:ext>
    </p:extLst>
  </p:cSld>
  <p:clrMapOvr>
    <a:masterClrMapping/>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005F461-B531-8C65-07D4-764EF31F5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005F461-B531-8C65-07D4-764EF31F57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10444057" cy="4440238"/>
          </a:xfrm>
        </p:spPr>
        <p:txBody>
          <a:bodyPr/>
          <a:lstStyle>
            <a:lvl1pPr rtl="0">
              <a:spcAft>
                <a:spcPts val="900"/>
              </a:spcAft>
              <a:defRPr sz="2399">
                <a:solidFill>
                  <a:schemeClr val="tx1"/>
                </a:solidFill>
              </a:defRPr>
            </a:lvl1pPr>
            <a:lvl2pPr marL="445954" indent="-445954" rtl="0">
              <a:spcAft>
                <a:spcPts val="900"/>
              </a:spcAft>
              <a:tabLst/>
              <a:defRPr sz="2399">
                <a:solidFill>
                  <a:schemeClr val="tx1"/>
                </a:solidFill>
              </a:defRPr>
            </a:lvl2pPr>
            <a:lvl3pPr marL="891907" indent="-445954" rtl="0">
              <a:spcAft>
                <a:spcPts val="900"/>
              </a:spcAft>
              <a:tabLst/>
              <a:defRPr sz="2399">
                <a:solidFill>
                  <a:schemeClr val="tx1"/>
                </a:solidFill>
              </a:defRPr>
            </a:lvl3pPr>
            <a:lvl4pPr marL="1333100" indent="-441193" rtl="0">
              <a:spcAft>
                <a:spcPts val="900"/>
              </a:spcAft>
              <a:tabLst/>
              <a:defRPr sz="2399">
                <a:solidFill>
                  <a:schemeClr val="tx1"/>
                </a:solidFill>
              </a:defRPr>
            </a:lvl4pPr>
            <a:lvl5pPr marL="1779054" indent="-445954" rtl="0">
              <a:spcAft>
                <a:spcPts val="900"/>
              </a:spcAft>
              <a:tabLst/>
              <a:defRPr sz="23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75499" y="5974151"/>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3605279636"/>
      </p:ext>
    </p:extLst>
  </p:cSld>
  <p:clrMapOvr>
    <a:masterClrMapping/>
  </p:clrMapOvr>
  <p:hf hd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E14457-7F1C-CF14-6D2B-98DB12C297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BE14457-7F1C-CF14-6D2B-98DB12C297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rtl="0">
              <a:spcAft>
                <a:spcPts val="600"/>
              </a:spcAft>
              <a:defRPr sz="2199">
                <a:solidFill>
                  <a:schemeClr val="tx1"/>
                </a:solidFill>
              </a:defRPr>
            </a:lvl1pPr>
            <a:lvl2pPr marL="445954" indent="-445954" rtl="0">
              <a:spcAft>
                <a:spcPts val="600"/>
              </a:spcAft>
              <a:tabLst/>
              <a:defRPr sz="2199">
                <a:solidFill>
                  <a:schemeClr val="tx1"/>
                </a:solidFill>
              </a:defRPr>
            </a:lvl2pPr>
            <a:lvl3pPr marL="891907" indent="-445954" rtl="0">
              <a:spcAft>
                <a:spcPts val="600"/>
              </a:spcAft>
              <a:tabLst/>
              <a:defRPr sz="2199">
                <a:solidFill>
                  <a:schemeClr val="tx1"/>
                </a:solidFill>
              </a:defRPr>
            </a:lvl3pPr>
            <a:lvl4pPr marL="1333100" indent="-441193" rtl="0">
              <a:spcAft>
                <a:spcPts val="600"/>
              </a:spcAft>
              <a:tabLst/>
              <a:defRPr sz="2199">
                <a:solidFill>
                  <a:schemeClr val="tx1"/>
                </a:solidFill>
              </a:defRPr>
            </a:lvl4pPr>
            <a:lvl5pPr marL="1779054" indent="-445954" rtl="0">
              <a:spcAft>
                <a:spcPts val="600"/>
              </a:spcAft>
              <a:tabLst/>
              <a:defRPr sz="21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6221" y="5961068"/>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980768481"/>
      </p:ext>
    </p:extLst>
  </p:cSld>
  <p:clrMapOvr>
    <a:masterClrMapping/>
  </p:clrMapOvr>
  <p:hf hd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9D1B1A8-DE12-9AFD-20C2-D0B4D9A604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9D1B1A8-DE12-9AFD-20C2-D0B4D9A604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2999">
                <a:solidFill>
                  <a:schemeClr val="tx1"/>
                </a:solidFill>
              </a:defRPr>
            </a:lvl1pPr>
            <a:lvl2pPr marL="445954" indent="-445954" rtl="0">
              <a:spcAft>
                <a:spcPts val="900"/>
              </a:spcAft>
              <a:tabLst/>
              <a:defRPr sz="2999">
                <a:solidFill>
                  <a:schemeClr val="tx1"/>
                </a:solidFill>
              </a:defRPr>
            </a:lvl2pPr>
            <a:lvl3pPr marL="891907" indent="-445954" rtl="0">
              <a:spcAft>
                <a:spcPts val="900"/>
              </a:spcAft>
              <a:tabLst/>
              <a:defRPr sz="2999">
                <a:solidFill>
                  <a:schemeClr val="tx1"/>
                </a:solidFill>
              </a:defRPr>
            </a:lvl3pPr>
            <a:lvl4pPr marL="1333100" indent="-441193" rtl="0">
              <a:spcAft>
                <a:spcPts val="900"/>
              </a:spcAft>
              <a:tabLst/>
              <a:defRPr sz="2999">
                <a:solidFill>
                  <a:schemeClr val="tx1"/>
                </a:solidFill>
              </a:defRPr>
            </a:lvl4pPr>
            <a:lvl5pPr marL="1779054" indent="-445954" rtl="0">
              <a:spcAft>
                <a:spcPts val="900"/>
              </a:spcAft>
              <a:tabLst/>
              <a:defRPr sz="29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5721" y="5968154"/>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4" y="1481215"/>
            <a:ext cx="5349981"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12631714"/>
      </p:ext>
    </p:extLst>
  </p:cSld>
  <p:clrMapOvr>
    <a:masterClrMapping/>
  </p:clrMapOvr>
  <p:hf hd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30C57D6-3BAD-98C4-EA91-C3AE8B57273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30C57D6-3BAD-98C4-EA91-C3AE8B5727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4" y="1481215"/>
            <a:ext cx="5349981"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0859" y="5974151"/>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8" y="1481215"/>
            <a:ext cx="5349981"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539055023"/>
      </p:ext>
    </p:extLst>
  </p:cSld>
  <p:clrMapOvr>
    <a:masterClrMapping/>
  </p:clrMapOvr>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D667591-7C44-BB1D-32D1-3C9179CBD5A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D667591-7C44-BB1D-32D1-3C9179CBD5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256" y="5974151"/>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835344843"/>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231FE1-9CB2-BA6C-DA9F-8144150547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9231FE1-9CB2-BA6C-DA9F-8144150547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75499" y="5974151"/>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6" y="1450935"/>
            <a:ext cx="3692031" cy="4440238"/>
          </a:xfrm>
        </p:spPr>
        <p:txBody>
          <a:bodyPr/>
          <a:lstStyle>
            <a:lvl1pPr rtl="0">
              <a:spcAft>
                <a:spcPts val="900"/>
              </a:spcAft>
              <a:defRPr sz="2399" b="1" i="0">
                <a:solidFill>
                  <a:schemeClr val="tx1"/>
                </a:solidFill>
                <a:latin typeface="Arial" panose="020B0604020202020204" pitchFamily="34" charset="0"/>
              </a:defRPr>
            </a:lvl1pPr>
            <a:lvl2pPr marL="0" indent="0" rtl="0">
              <a:spcAft>
                <a:spcPts val="900"/>
              </a:spcAft>
              <a:buNone/>
              <a:tabLst/>
              <a:defRPr sz="2399">
                <a:solidFill>
                  <a:schemeClr val="tx1"/>
                </a:solidFill>
              </a:defRPr>
            </a:lvl2pPr>
            <a:lvl3pPr marL="180921" indent="-180921" rtl="0">
              <a:spcAft>
                <a:spcPts val="900"/>
              </a:spcAft>
              <a:tabLst/>
              <a:defRPr sz="2399">
                <a:solidFill>
                  <a:schemeClr val="tx1"/>
                </a:solidFill>
              </a:defRPr>
            </a:lvl3pPr>
            <a:lvl4pPr marL="355493" indent="-180921" rtl="0">
              <a:spcAft>
                <a:spcPts val="900"/>
              </a:spcAft>
              <a:tabLst/>
              <a:defRPr sz="2399">
                <a:solidFill>
                  <a:schemeClr val="tx1"/>
                </a:solidFill>
              </a:defRPr>
            </a:lvl4pPr>
            <a:lvl5pPr marL="579264" indent="-217423" rtl="0">
              <a:spcAft>
                <a:spcPts val="900"/>
              </a:spcAft>
              <a:tabLst/>
              <a:defRPr sz="23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06374109"/>
      </p:ext>
    </p:extLst>
  </p:cSld>
  <p:clrMapOvr>
    <a:masterClrMapping/>
  </p:clrMapOvr>
  <p:hf hd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E83C68C-88E6-C1C4-A895-5E4AD1F52BE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E83C68C-88E6-C1C4-A895-5E4AD1F52BE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1" y="3429002"/>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Tree>
    <p:extLst>
      <p:ext uri="{BB962C8B-B14F-4D97-AF65-F5344CB8AC3E}">
        <p14:creationId xmlns:p14="http://schemas.microsoft.com/office/powerpoint/2010/main" val="3240802386"/>
      </p:ext>
    </p:extLst>
  </p:cSld>
  <p:clrMapOvr>
    <a:masterClrMapping/>
  </p:clrMapOvr>
  <p:hf hd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58D4D8A-ABBB-B816-D935-9F5949D5C24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58D4D8A-ABBB-B816-D935-9F5949D5C2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1" y="3429002"/>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rgbClr val="004455"/>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rgbClr val="004455"/>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rgbClr val="004455"/>
                </a:solidFill>
                <a:latin typeface="Arial" panose="020B0604020202020204" pitchFamily="34" charset="0"/>
              </a:defRPr>
            </a:lvl1pPr>
            <a:lvl2pPr marL="0" indent="0" rtl="0">
              <a:spcAft>
                <a:spcPts val="900"/>
              </a:spcAft>
              <a:buNone/>
              <a:tabLst/>
              <a:defRPr sz="1400">
                <a:solidFill>
                  <a:srgbClr val="004455"/>
                </a:solidFill>
              </a:defRPr>
            </a:lvl2pPr>
            <a:lvl3pPr marL="180921" indent="-180921" rtl="0">
              <a:spcAft>
                <a:spcPts val="900"/>
              </a:spcAft>
              <a:tabLst/>
              <a:defRPr sz="1400">
                <a:solidFill>
                  <a:srgbClr val="004455"/>
                </a:solidFill>
              </a:defRPr>
            </a:lvl3pPr>
            <a:lvl4pPr marL="355493" indent="-180921" rtl="0">
              <a:spcAft>
                <a:spcPts val="900"/>
              </a:spcAft>
              <a:tabLst/>
              <a:defRPr sz="1400">
                <a:solidFill>
                  <a:srgbClr val="004455"/>
                </a:solidFill>
              </a:defRPr>
            </a:lvl4pPr>
            <a:lvl5pPr marL="579264" indent="-217423" rtl="0">
              <a:spcAft>
                <a:spcPts val="900"/>
              </a:spcAft>
              <a:tabLst/>
              <a:defRPr sz="1400">
                <a:solidFill>
                  <a:srgbClr val="00445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rgbClr val="004455"/>
                </a:solidFill>
                <a:latin typeface="Arial" panose="020B0604020202020204" pitchFamily="34" charset="0"/>
              </a:defRPr>
            </a:lvl1pPr>
            <a:lvl2pPr marL="0" indent="0" rtl="0">
              <a:spcAft>
                <a:spcPts val="900"/>
              </a:spcAft>
              <a:buNone/>
              <a:tabLst/>
              <a:defRPr sz="1400">
                <a:solidFill>
                  <a:srgbClr val="004455"/>
                </a:solidFill>
              </a:defRPr>
            </a:lvl2pPr>
            <a:lvl3pPr marL="180921" indent="-180921" rtl="0">
              <a:spcAft>
                <a:spcPts val="900"/>
              </a:spcAft>
              <a:tabLst/>
              <a:defRPr sz="1400">
                <a:solidFill>
                  <a:srgbClr val="004455"/>
                </a:solidFill>
              </a:defRPr>
            </a:lvl3pPr>
            <a:lvl4pPr marL="355493" indent="-180921" rtl="0">
              <a:spcAft>
                <a:spcPts val="900"/>
              </a:spcAft>
              <a:tabLst/>
              <a:defRPr sz="1400">
                <a:solidFill>
                  <a:srgbClr val="004455"/>
                </a:solidFill>
              </a:defRPr>
            </a:lvl4pPr>
            <a:lvl5pPr marL="579264" indent="-217423" rtl="0">
              <a:spcAft>
                <a:spcPts val="900"/>
              </a:spcAft>
              <a:tabLst/>
              <a:defRPr sz="1400">
                <a:solidFill>
                  <a:srgbClr val="00445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Tree>
    <p:extLst>
      <p:ext uri="{BB962C8B-B14F-4D97-AF65-F5344CB8AC3E}">
        <p14:creationId xmlns:p14="http://schemas.microsoft.com/office/powerpoint/2010/main" val="1995553935"/>
      </p:ext>
    </p:extLst>
  </p:cSld>
  <p:clrMapOvr>
    <a:masterClrMapping/>
  </p:clrMapOvr>
  <p:hf hd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828FA5F-9594-2C84-49C2-DF1CDC503EE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828FA5F-9594-2C84-49C2-DF1CDC503EE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1"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1"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1"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8846834"/>
      </p:ext>
    </p:extLst>
  </p:cSld>
  <p:clrMapOvr>
    <a:masterClrMapping/>
  </p:clrMapOvr>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2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0111F5F-B4A8-899B-B3CB-FB6CEC42CA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0111F5F-B4A8-899B-B3CB-FB6CEC42CA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FC62012A-DDC0-4642-8314-C0470B70EEB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403903" y="5974151"/>
            <a:ext cx="598355" cy="600071"/>
          </a:xfrm>
          <a:prstGeom prst="rect">
            <a:avLst/>
          </a:prstGeom>
        </p:spPr>
      </p:pic>
    </p:spTree>
    <p:extLst>
      <p:ext uri="{BB962C8B-B14F-4D97-AF65-F5344CB8AC3E}">
        <p14:creationId xmlns:p14="http://schemas.microsoft.com/office/powerpoint/2010/main" val="381314131"/>
      </p:ext>
    </p:extLst>
  </p:cSld>
  <p:clrMapOvr>
    <a:masterClrMapping/>
  </p:clrMapOvr>
  <p:hf hd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736E068-B24D-37D3-0717-5D9509D1BB1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736E068-B24D-37D3-0717-5D9509D1BB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473887" cy="713230"/>
          </a:xfrm>
        </p:spPr>
        <p:txBody>
          <a:bodyPr vert="horz"/>
          <a:lstStyle>
            <a:lvl1pPr rtl="0">
              <a:defRPr sz="3399">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2"/>
            <a:ext cx="5454220" cy="4356413"/>
          </a:xfrm>
        </p:spPr>
        <p:txBody>
          <a:bodyPr/>
          <a:lstStyle>
            <a:lvl1pPr rtl="0">
              <a:spcAft>
                <a:spcPts val="900"/>
              </a:spcAft>
              <a:defRPr sz="2999" b="1" i="0">
                <a:solidFill>
                  <a:schemeClr val="bg1"/>
                </a:solidFill>
                <a:latin typeface="Arial" panose="020B0604020202020204" pitchFamily="34" charset="0"/>
              </a:defRPr>
            </a:lvl1pPr>
            <a:lvl2pPr marL="0" indent="0" rtl="0">
              <a:spcAft>
                <a:spcPts val="900"/>
              </a:spcAft>
              <a:buNone/>
              <a:tabLst/>
              <a:defRPr sz="2999">
                <a:solidFill>
                  <a:schemeClr val="bg1"/>
                </a:solidFill>
              </a:defRPr>
            </a:lvl2pPr>
            <a:lvl3pPr marL="180921" indent="-180921" rtl="0">
              <a:spcAft>
                <a:spcPts val="900"/>
              </a:spcAft>
              <a:tabLst/>
              <a:defRPr sz="2999">
                <a:solidFill>
                  <a:schemeClr val="bg1"/>
                </a:solidFill>
              </a:defRPr>
            </a:lvl3pPr>
            <a:lvl4pPr marL="355493" indent="-180921" rtl="0">
              <a:spcAft>
                <a:spcPts val="900"/>
              </a:spcAft>
              <a:tabLst/>
              <a:defRPr sz="2999">
                <a:solidFill>
                  <a:schemeClr val="bg1"/>
                </a:solidFill>
              </a:defRPr>
            </a:lvl4pPr>
            <a:lvl5pPr marL="579264" indent="-217423" rtl="0">
              <a:spcAft>
                <a:spcPts val="900"/>
              </a:spcAft>
              <a:tabLst/>
              <a:defRPr sz="29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6"/>
            <a:ext cx="5343926" cy="5079923"/>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4"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525255"/>
      </p:ext>
    </p:extLst>
  </p:cSld>
  <p:clrMapOvr>
    <a:masterClrMapping/>
  </p:clrMapOvr>
  <p:hf hd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2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4DB632-6DC8-0806-71E9-6D328FA3963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F4DB632-6DC8-0806-71E9-6D328FA396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473887" cy="713230"/>
          </a:xfrm>
        </p:spPr>
        <p:txBody>
          <a:bodyPr vert="horz"/>
          <a:lstStyle>
            <a:lvl1pPr rtl="0">
              <a:defRPr sz="3399">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6"/>
            <a:ext cx="5343926" cy="5079923"/>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6"/>
            <a:ext cx="5343926" cy="4277689"/>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4"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7322658"/>
      </p:ext>
    </p:extLst>
  </p:cSld>
  <p:clrMapOvr>
    <a:masterClrMapping/>
  </p:clrMapOvr>
  <p:hf hd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E0B6188-180C-DD34-4030-929440C204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E0B6188-180C-DD34-4030-929440C204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473887" cy="713230"/>
          </a:xfrm>
        </p:spPr>
        <p:txBody>
          <a:bodyPr vert="horz"/>
          <a:lstStyle>
            <a:lvl1pPr rtl="0">
              <a:defRPr sz="3399">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6"/>
            <a:ext cx="5343926" cy="5079923"/>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6"/>
            <a:ext cx="5343926" cy="4277689"/>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4"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3311793"/>
      </p:ext>
    </p:extLst>
  </p:cSld>
  <p:clrMapOvr>
    <a:masterClrMapping/>
  </p:clrMapOvr>
  <p:hf hd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1_Long Heading and Imag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5FC4699-9FA3-8E18-9E3F-F68D12E7F9D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5FC4699-9FA3-8E18-9E3F-F68D12E7F9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1" y="1708150"/>
            <a:ext cx="12192000" cy="5149850"/>
          </a:xfrm>
          <a:solidFill>
            <a:schemeClr val="bg1">
              <a:lumMod val="85000"/>
            </a:schemeClr>
          </a:solidFill>
        </p:spPr>
        <p:txBody>
          <a:bodyPr anchor="ctr" anchorCtr="0"/>
          <a:lstStyle>
            <a:lvl1pPr algn="ctr">
              <a:defRPr sz="1000"/>
            </a:lvl1pPr>
          </a:lstStyle>
          <a:p>
            <a:r>
              <a:rPr lang="en-US"/>
              <a:t>Click icon to add picture</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296863"/>
            <a:ext cx="6043117" cy="1223962"/>
          </a:xfrm>
        </p:spPr>
        <p:txBody>
          <a:bodyPr vert="horz"/>
          <a:lstStyle>
            <a:lvl1pPr rtl="0">
              <a:defRPr sz="1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Tree>
    <p:extLst>
      <p:ext uri="{BB962C8B-B14F-4D97-AF65-F5344CB8AC3E}">
        <p14:creationId xmlns:p14="http://schemas.microsoft.com/office/powerpoint/2010/main" val="2539145471"/>
      </p:ext>
    </p:extLst>
  </p:cSld>
  <p:clrMapOvr>
    <a:masterClrMapping/>
  </p:clrMapOvr>
  <p:hf hd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3 Images no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D5C5D87-8A3B-A105-57C0-1B8764663DD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6D5C5D87-8A3B-A105-57C0-1B8764663D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1"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10" name="Picture Placeholder 5">
            <a:extLst>
              <a:ext uri="{FF2B5EF4-FFF2-40B4-BE49-F238E27FC236}">
                <a16:creationId xmlns:a16="http://schemas.microsoft.com/office/drawing/2014/main" id="{B7931B3D-9252-BE49-A66E-A9234FAC891B}"/>
              </a:ext>
            </a:extLst>
          </p:cNvPr>
          <p:cNvSpPr>
            <a:spLocks noGrp="1"/>
          </p:cNvSpPr>
          <p:nvPr>
            <p:ph type="pic" sz="quarter" idx="13"/>
          </p:nvPr>
        </p:nvSpPr>
        <p:spPr>
          <a:xfrm>
            <a:off x="6096001" y="3429001"/>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1"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769856054"/>
      </p:ext>
    </p:extLst>
  </p:cSld>
  <p:clrMapOvr>
    <a:masterClrMapping/>
  </p:clrMapOvr>
  <p:hf hd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E904A63-831B-6006-6064-D6652C4D03C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DE904A63-831B-6006-6064-D6652C4D03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1"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1"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10"/>
            <a:ext cx="2798067" cy="2803329"/>
          </a:xfrm>
        </p:spPr>
        <p:txBody>
          <a:bodyPr/>
          <a:lstStyle>
            <a:lvl1pPr rtl="0">
              <a:spcAft>
                <a:spcPts val="600"/>
              </a:spcAft>
              <a:defRPr sz="1200" b="1" i="0">
                <a:solidFill>
                  <a:schemeClr val="tx1"/>
                </a:solidFill>
                <a:latin typeface="Arial" panose="020B0604020202020204" pitchFamily="34" charset="0"/>
              </a:defRPr>
            </a:lvl1pPr>
            <a:lvl2pPr marL="0" indent="0" rtl="0">
              <a:spcAft>
                <a:spcPts val="600"/>
              </a:spcAft>
              <a:buNone/>
              <a:tabLst/>
              <a:defRPr sz="1200">
                <a:solidFill>
                  <a:schemeClr val="tx1"/>
                </a:solidFill>
              </a:defRPr>
            </a:lvl2pPr>
            <a:lvl3pPr marL="180921" indent="-180921" rtl="0">
              <a:spcAft>
                <a:spcPts val="600"/>
              </a:spcAft>
              <a:tabLst/>
              <a:defRPr sz="1200">
                <a:solidFill>
                  <a:schemeClr val="tx1"/>
                </a:solidFill>
              </a:defRPr>
            </a:lvl3pPr>
            <a:lvl4pPr marL="355493" indent="-180921" rtl="0">
              <a:spcAft>
                <a:spcPts val="600"/>
              </a:spcAft>
              <a:tabLst/>
              <a:defRPr sz="1200">
                <a:solidFill>
                  <a:schemeClr val="tx1"/>
                </a:solidFill>
              </a:defRPr>
            </a:lvl4pPr>
            <a:lvl5pPr marL="579264" indent="-217423"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961021536"/>
      </p:ext>
    </p:extLst>
  </p:cSld>
  <p:clrMapOvr>
    <a:masterClrMapping/>
  </p:clrMapOvr>
  <p:hf hd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1 Image + Pullout Blu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E326307-6A4D-ED89-D927-EB8C7547A96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E326307-6A4D-ED89-D927-EB8C7547A9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1"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vert="horz" anchor="ctr" anchorCtr="0"/>
          <a:lstStyle>
            <a:lvl1pPr algn="ctr" rtl="0">
              <a:defRPr sz="2399">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3829435619"/>
      </p:ext>
    </p:extLst>
  </p:cSld>
  <p:clrMapOvr>
    <a:masterClrMapping/>
  </p:clrMapOvr>
  <p:hf hd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Image + Graphics">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901C05D-D48C-487E-E3A3-B42691BF292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8901C05D-D48C-487E-E3A3-B42691BF29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895611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7" name="Text Placeholder 6">
            <a:extLst>
              <a:ext uri="{FF2B5EF4-FFF2-40B4-BE49-F238E27FC236}">
                <a16:creationId xmlns:a16="http://schemas.microsoft.com/office/drawing/2014/main" id="{BB474675-2B4E-C64F-A2C6-2DF06865030A}"/>
              </a:ext>
            </a:extLst>
          </p:cNvPr>
          <p:cNvSpPr>
            <a:spLocks noGrp="1"/>
          </p:cNvSpPr>
          <p:nvPr>
            <p:ph type="body" sz="quarter" idx="12"/>
          </p:nvPr>
        </p:nvSpPr>
        <p:spPr>
          <a:xfrm>
            <a:off x="9720198" y="1484336"/>
            <a:ext cx="1702040" cy="988817"/>
          </a:xfrm>
        </p:spPr>
        <p:txBody>
          <a:bodyPr/>
          <a:lstStyle>
            <a:lvl1pPr algn="ctr" rtl="0">
              <a:defRPr sz="1050"/>
            </a:lvl1pPr>
            <a:lvl2pPr algn="ctr" rtl="0">
              <a:defRPr sz="1050"/>
            </a:lvl2pPr>
            <a:lvl3pPr algn="ctr" rtl="0">
              <a:defRPr sz="1050"/>
            </a:lvl3pPr>
            <a:lvl4pPr algn="ctr" rtl="0">
              <a:defRPr sz="1050"/>
            </a:lvl4pPr>
            <a:lvl5pPr algn="ctr" rtl="0">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936323933"/>
      </p:ext>
    </p:extLst>
  </p:cSld>
  <p:clrMapOvr>
    <a:masterClrMapping/>
  </p:clrMapOvr>
  <p:hf hd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Heading + Conten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52A6765-AFDF-9B10-B6A2-8A128B92FD8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52A6765-AFDF-9B10-B6A2-8A128B92FD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rgbClr val="004455"/>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18143507"/>
      </p:ext>
    </p:extLst>
  </p:cSld>
  <p:clrMapOvr>
    <a:masterClrMapping/>
  </p:clrMapOvr>
  <p:hf hd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LOADS OF SPACE">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71F67CA-BD13-93E4-C427-14AE9FA3A6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371F67CA-BD13-93E4-C427-14AE9FA3A6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627412" y="145465"/>
            <a:ext cx="292950" cy="29379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flipV="1">
            <a:off x="105884" y="439256"/>
            <a:ext cx="11353465" cy="1"/>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459350" y="6551575"/>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477728554"/>
      </p:ext>
    </p:extLst>
  </p:cSld>
  <p:clrMapOvr>
    <a:masterClrMapping/>
  </p:clrMapOvr>
  <p:hf hd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9D739B0-82AF-4D3A-3496-78B599F0FE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9D739B0-82AF-4D3A-3496-78B599F0FE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3" y="1481215"/>
            <a:ext cx="5292725" cy="4440238"/>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rgbClr val="004455"/>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6221" y="6070125"/>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3916034695"/>
      </p:ext>
    </p:extLst>
  </p:cSld>
  <p:clrMapOvr>
    <a:masterClrMapping/>
  </p:clrMapOvr>
  <p:hf hd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3B1E572-DDFF-1835-2798-B777EB81E1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3B1E572-DDFF-1835-2798-B777EB81E1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3" y="1481215"/>
            <a:ext cx="5292725" cy="4440238"/>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447070" cy="713230"/>
          </a:xfrm>
        </p:spPr>
        <p:txBody>
          <a:bodyPr vert="horz"/>
          <a:lstStyle>
            <a:lvl1pPr rtl="0">
              <a:defRPr sz="3399">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Tree>
    <p:extLst>
      <p:ext uri="{BB962C8B-B14F-4D97-AF65-F5344CB8AC3E}">
        <p14:creationId xmlns:p14="http://schemas.microsoft.com/office/powerpoint/2010/main" val="163522271"/>
      </p:ext>
    </p:extLst>
  </p:cSld>
  <p:clrMapOvr>
    <a:masterClrMapping/>
  </p:clrMapOvr>
  <p:hf hd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6E42712-89F8-EA6C-D193-F81E2B57C8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46E42712-89F8-EA6C-D193-F81E2B57C8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10"/>
            <a:ext cx="2798067" cy="2803329"/>
          </a:xfrm>
        </p:spPr>
        <p:txBody>
          <a:bodyPr/>
          <a:lstStyle>
            <a:lvl1pPr rtl="0">
              <a:spcAft>
                <a:spcPts val="600"/>
              </a:spcAft>
              <a:defRPr sz="1200" b="1" i="0">
                <a:solidFill>
                  <a:schemeClr val="bg1"/>
                </a:solidFill>
                <a:latin typeface="Arial" panose="020B0604020202020204" pitchFamily="34" charset="0"/>
              </a:defRPr>
            </a:lvl1pPr>
            <a:lvl2pPr marL="0" indent="0" rtl="0">
              <a:spcAft>
                <a:spcPts val="600"/>
              </a:spcAft>
              <a:buNone/>
              <a:tabLst/>
              <a:defRPr sz="1200">
                <a:solidFill>
                  <a:schemeClr val="bg1"/>
                </a:solidFill>
              </a:defRPr>
            </a:lvl2pPr>
            <a:lvl3pPr marL="180921" indent="-180921" rtl="0">
              <a:spcAft>
                <a:spcPts val="600"/>
              </a:spcAft>
              <a:tabLst/>
              <a:defRPr sz="1200">
                <a:solidFill>
                  <a:schemeClr val="bg1"/>
                </a:solidFill>
              </a:defRPr>
            </a:lvl3pPr>
            <a:lvl4pPr marL="355493" indent="-180921" rtl="0">
              <a:spcAft>
                <a:spcPts val="600"/>
              </a:spcAft>
              <a:tabLst/>
              <a:defRPr sz="1200">
                <a:solidFill>
                  <a:schemeClr val="bg1"/>
                </a:solidFill>
              </a:defRPr>
            </a:lvl4pPr>
            <a:lvl5pPr marL="579264" indent="-217423"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4" y="1520827"/>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2466510569"/>
      </p:ext>
    </p:extLst>
  </p:cSld>
  <p:clrMapOvr>
    <a:masterClrMapping/>
  </p:clrMapOvr>
  <p:hf hd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1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0B4A301-CB54-6EB2-3C7A-A1668A41C13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0B4A301-CB54-6EB2-3C7A-A1668A41C1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5" y="1520825"/>
            <a:ext cx="5327649" cy="5040301"/>
          </a:xfrm>
        </p:spPr>
        <p:txBody>
          <a:bodyPr/>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4" y="1520827"/>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3364213639"/>
      </p:ext>
    </p:extLst>
  </p:cSld>
  <p:clrMapOvr>
    <a:masterClrMapping/>
  </p:clrMapOvr>
  <p:hf hd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ECAE922-1F28-2678-0347-5A7D4837651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ECAE922-1F28-2678-0347-5A7D483765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8" y="1520825"/>
            <a:ext cx="5327649" cy="5040301"/>
          </a:xfrm>
        </p:spPr>
        <p:txBody>
          <a:bodyPr/>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3608" y="6053347"/>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80"/>
            <a:ext cx="5327650" cy="5439741"/>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533961638"/>
      </p:ext>
    </p:extLst>
  </p:cSld>
  <p:clrMapOvr>
    <a:masterClrMapping/>
  </p:clrMapOvr>
  <p:hf hd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1_1 Char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06F53DF-B33C-C923-5A85-4A078D6F098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06F53DF-B33C-C923-5A85-4A078D6F09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6221" y="5948363"/>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4440237"/>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2249101228"/>
      </p:ext>
    </p:extLst>
  </p:cSld>
  <p:clrMapOvr>
    <a:masterClrMapping/>
  </p:clrMapOvr>
  <p:hf hd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068BFD0-D740-B89E-F4F0-3EFC38094B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068BFD0-D740-B89E-F4F0-3EFC38094B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8"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4"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5"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2"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7"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1" y="1520826"/>
            <a:ext cx="3732291" cy="2567152"/>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135764012"/>
      </p:ext>
    </p:extLst>
  </p:cSld>
  <p:clrMapOvr>
    <a:masterClrMapping/>
  </p:clrMapOvr>
  <p:hf hd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1 Tab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850F72E-1031-E2E2-04C1-B98022AFA7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4850F72E-1031-E2E2-04C1-B98022AFA7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6221" y="5974151"/>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4" y="1520826"/>
            <a:ext cx="11569700" cy="4276229"/>
          </a:xfrm>
        </p:spPr>
        <p:txBody>
          <a:bodyPr/>
          <a:lstStyle/>
          <a:p>
            <a:r>
              <a:rPr lang="en-US"/>
              <a:t>Click icon to add table</a:t>
            </a:r>
          </a:p>
        </p:txBody>
      </p:sp>
    </p:spTree>
    <p:extLst>
      <p:ext uri="{BB962C8B-B14F-4D97-AF65-F5344CB8AC3E}">
        <p14:creationId xmlns:p14="http://schemas.microsoft.com/office/powerpoint/2010/main" val="2280952240"/>
      </p:ext>
    </p:extLst>
  </p:cSld>
  <p:clrMapOvr>
    <a:masterClrMapping/>
  </p:clrMapOvr>
  <p:hf hdr="0" dt="0"/>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10_Title Slide">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9" y="1589"/>
                        <a:ext cx="1587" cy="1587"/>
                      </a:xfrm>
                      <a:prstGeom prst="rect">
                        <a:avLst/>
                      </a:prstGeom>
                    </p:spPr>
                  </p:pic>
                </p:oleObj>
              </mc:Fallback>
            </mc:AlternateContent>
          </a:graphicData>
        </a:graphic>
      </p:graphicFrame>
      <p:sp>
        <p:nvSpPr>
          <p:cNvPr id="13" name="Title 1"/>
          <p:cNvSpPr>
            <a:spLocks noGrp="1"/>
          </p:cNvSpPr>
          <p:nvPr>
            <p:ph type="title" hasCustomPrompt="1"/>
          </p:nvPr>
        </p:nvSpPr>
        <p:spPr>
          <a:xfrm>
            <a:off x="616784" y="225277"/>
            <a:ext cx="10968310" cy="589793"/>
          </a:xfrm>
          <a:prstGeom prst="rect">
            <a:avLst/>
          </a:prstGeom>
        </p:spPr>
        <p:txBody>
          <a:bodyPr vert="horz" anchor="ctr">
            <a:normAutofit/>
          </a:bodyPr>
          <a:lstStyle>
            <a:lvl1pPr algn="l" rtl="0">
              <a:lnSpc>
                <a:spcPct val="100000"/>
              </a:lnSpc>
              <a:defRPr sz="2800" b="1" i="0">
                <a:solidFill>
                  <a:schemeClr val="accent2"/>
                </a:solidFill>
                <a:latin typeface="MarkOT" panose="020B0504020201010104" pitchFamily="34" charset="0"/>
                <a:ea typeface="Maax" charset="0"/>
                <a:cs typeface="Maax" charset="0"/>
              </a:defRPr>
            </a:lvl1pPr>
          </a:lstStyle>
          <a:p>
            <a:r>
              <a:rPr lang="en-AU"/>
              <a:t>Click to edit title</a:t>
            </a:r>
          </a:p>
        </p:txBody>
      </p:sp>
      <p:sp>
        <p:nvSpPr>
          <p:cNvPr id="3" name="Text Placeholder 2"/>
          <p:cNvSpPr>
            <a:spLocks noGrp="1"/>
          </p:cNvSpPr>
          <p:nvPr>
            <p:ph type="body" sz="quarter" idx="11" hasCustomPrompt="1"/>
          </p:nvPr>
        </p:nvSpPr>
        <p:spPr>
          <a:xfrm>
            <a:off x="616111" y="850329"/>
            <a:ext cx="10968984"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5" name="Text Placeholder 4"/>
          <p:cNvSpPr>
            <a:spLocks noGrp="1"/>
          </p:cNvSpPr>
          <p:nvPr>
            <p:ph type="body" sz="quarter" idx="12"/>
          </p:nvPr>
        </p:nvSpPr>
        <p:spPr>
          <a:xfrm>
            <a:off x="616110" y="1320801"/>
            <a:ext cx="10969307" cy="4951732"/>
          </a:xfrm>
          <a:prstGeom prst="rect">
            <a:avLst/>
          </a:prstGeom>
        </p:spPr>
        <p:txBody>
          <a:bodyPr>
            <a:normAutofit/>
          </a:bodyPr>
          <a:lstStyle>
            <a:lvl1pPr marL="0" indent="0" rtl="0">
              <a:buNone/>
              <a:defRPr sz="1400">
                <a:solidFill>
                  <a:schemeClr val="tx1"/>
                </a:solidFill>
              </a:defRPr>
            </a:lvl1pPr>
            <a:lvl2pPr marL="363538" indent="-188913" rtl="0">
              <a:buFont typeface="Wingdings" panose="05000000000000000000" pitchFamily="2" charset="2"/>
              <a:buChar char="§"/>
              <a:defRPr sz="1200">
                <a:solidFill>
                  <a:schemeClr val="tx1"/>
                </a:solidFill>
              </a:defRPr>
            </a:lvl2pPr>
            <a:lvl3pPr marL="711200" indent="-227013" rtl="0">
              <a:buFont typeface="Arial" panose="020B0604020202020204" pitchFamily="34" charset="0"/>
              <a:buChar char="−"/>
              <a:defRPr sz="1200" b="0">
                <a:solidFill>
                  <a:schemeClr val="tx1"/>
                </a:solidFill>
              </a:defRPr>
            </a:lvl3pPr>
            <a:lvl4pPr marL="987425" indent="-227013" rtl="0">
              <a:buFont typeface="Wingdings" panose="05000000000000000000" pitchFamily="2" charset="2"/>
              <a:buChar char="Ø"/>
              <a:defRPr sz="1200">
                <a:solidFill>
                  <a:schemeClr val="tx1"/>
                </a:solidFill>
              </a:defRPr>
            </a:lvl4pPr>
            <a:lvl5pPr marL="2056680" indent="-228520">
              <a:buFont typeface="Wingdings" panose="05000000000000000000" pitchFamily="2" charset="2"/>
              <a:buChar char="Ø"/>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Footer Placeholder 2"/>
          <p:cNvSpPr>
            <a:spLocks noGrp="1"/>
          </p:cNvSpPr>
          <p:nvPr>
            <p:ph type="ftr" sz="quarter" idx="10"/>
          </p:nvPr>
        </p:nvSpPr>
        <p:spPr>
          <a:xfrm>
            <a:off x="622462" y="6301562"/>
            <a:ext cx="4115872" cy="365125"/>
          </a:xfrm>
          <a:prstGeom prst="rect">
            <a:avLst/>
          </a:prstGeom>
        </p:spPr>
        <p:txBody>
          <a:bodyPr/>
          <a:lstStyle>
            <a:lvl1pPr algn="l" rtl="0">
              <a:defRPr sz="1000">
                <a:latin typeface="MarkOT" panose="020B0504020201010104" pitchFamily="34" charset="0"/>
              </a:defRPr>
            </a:lvl1pPr>
          </a:lstStyle>
          <a:p>
            <a:r>
              <a:rPr lang="en-US"/>
              <a:t>Presentation Title   |   Section Title</a:t>
            </a:r>
          </a:p>
        </p:txBody>
      </p:sp>
      <p:pic>
        <p:nvPicPr>
          <p:cNvPr id="8" name="Picture 7">
            <a:extLst>
              <a:ext uri="{FF2B5EF4-FFF2-40B4-BE49-F238E27FC236}">
                <a16:creationId xmlns:a16="http://schemas.microsoft.com/office/drawing/2014/main" id="{9677C00F-EB75-4240-A02B-372F2BEBF78D}"/>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986740" y="6032654"/>
            <a:ext cx="598355" cy="600071"/>
          </a:xfrm>
          <a:prstGeom prst="rect">
            <a:avLst/>
          </a:prstGeom>
        </p:spPr>
      </p:pic>
      <p:sp>
        <p:nvSpPr>
          <p:cNvPr id="9" name="TextBox 8">
            <a:extLst>
              <a:ext uri="{FF2B5EF4-FFF2-40B4-BE49-F238E27FC236}">
                <a16:creationId xmlns:a16="http://schemas.microsoft.com/office/drawing/2014/main" id="{3C05AA0E-CB6A-4279-8BD9-E788C003CA2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93528772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890">
          <p15:clr>
            <a:srgbClr val="FBAE40"/>
          </p15:clr>
        </p15:guide>
        <p15:guide id="2" pos="369">
          <p15:clr>
            <a:srgbClr val="FBAE40"/>
          </p15:clr>
        </p15:guide>
        <p15:guide id="3" orient="horz" pos="119">
          <p15:clr>
            <a:srgbClr val="FBAE40"/>
          </p15:clr>
        </p15:guide>
        <p15:guide id="4" pos="7309">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90"/>
                        <a:ext cx="2116" cy="1587"/>
                      </a:xfrm>
                      <a:prstGeom prst="rect">
                        <a:avLst/>
                      </a:prstGeom>
                    </p:spPr>
                  </p:pic>
                </p:oleObj>
              </mc:Fallback>
            </mc:AlternateContent>
          </a:graphicData>
        </a:graphic>
      </p:graphicFrame>
      <p:sp>
        <p:nvSpPr>
          <p:cNvPr id="3" name="Content Placeholder 2"/>
          <p:cNvSpPr>
            <a:spLocks noGrp="1"/>
          </p:cNvSpPr>
          <p:nvPr>
            <p:ph idx="1"/>
          </p:nvPr>
        </p:nvSpPr>
        <p:spPr>
          <a:xfrm>
            <a:off x="549417" y="1277019"/>
            <a:ext cx="5367149"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Text Placeholder 2"/>
          <p:cNvSpPr>
            <a:spLocks noGrp="1"/>
          </p:cNvSpPr>
          <p:nvPr>
            <p:ph type="body" sz="quarter" idx="11" hasCustomPrompt="1"/>
          </p:nvPr>
        </p:nvSpPr>
        <p:spPr>
          <a:xfrm>
            <a:off x="549417" y="850329"/>
            <a:ext cx="5367149"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9" name="Content Placeholder 2"/>
          <p:cNvSpPr>
            <a:spLocks noGrp="1"/>
          </p:cNvSpPr>
          <p:nvPr>
            <p:ph idx="12"/>
          </p:nvPr>
        </p:nvSpPr>
        <p:spPr>
          <a:xfrm>
            <a:off x="6338541" y="1277019"/>
            <a:ext cx="5294659"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2"/>
          <p:cNvSpPr>
            <a:spLocks noGrp="1"/>
          </p:cNvSpPr>
          <p:nvPr>
            <p:ph type="body" sz="quarter" idx="13" hasCustomPrompt="1"/>
          </p:nvPr>
        </p:nvSpPr>
        <p:spPr>
          <a:xfrm>
            <a:off x="6338541" y="850329"/>
            <a:ext cx="5304041"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11" name="Content Placeholder 2"/>
          <p:cNvSpPr>
            <a:spLocks noGrp="1"/>
          </p:cNvSpPr>
          <p:nvPr>
            <p:ph idx="14"/>
          </p:nvPr>
        </p:nvSpPr>
        <p:spPr>
          <a:xfrm>
            <a:off x="549417" y="4216053"/>
            <a:ext cx="5340566"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ext Placeholder 2"/>
          <p:cNvSpPr>
            <a:spLocks noGrp="1"/>
          </p:cNvSpPr>
          <p:nvPr>
            <p:ph type="body" sz="quarter" idx="15" hasCustomPrompt="1"/>
          </p:nvPr>
        </p:nvSpPr>
        <p:spPr>
          <a:xfrm>
            <a:off x="549417" y="3789363"/>
            <a:ext cx="5340566"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13" name="Content Placeholder 2"/>
          <p:cNvSpPr>
            <a:spLocks noGrp="1"/>
          </p:cNvSpPr>
          <p:nvPr>
            <p:ph idx="16"/>
          </p:nvPr>
        </p:nvSpPr>
        <p:spPr>
          <a:xfrm>
            <a:off x="6338539" y="4216053"/>
            <a:ext cx="5304042"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2"/>
          <p:cNvSpPr>
            <a:spLocks noGrp="1"/>
          </p:cNvSpPr>
          <p:nvPr>
            <p:ph type="body" sz="quarter" idx="17" hasCustomPrompt="1"/>
          </p:nvPr>
        </p:nvSpPr>
        <p:spPr>
          <a:xfrm>
            <a:off x="6338540" y="3789363"/>
            <a:ext cx="5304041"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7" name="Title 1"/>
          <p:cNvSpPr txBox="1">
            <a:spLocks/>
          </p:cNvSpPr>
          <p:nvPr/>
        </p:nvSpPr>
        <p:spPr>
          <a:xfrm>
            <a:off x="549417" y="225277"/>
            <a:ext cx="11093164" cy="589793"/>
          </a:xfrm>
          <a:prstGeom prst="rect">
            <a:avLst/>
          </a:prstGeom>
        </p:spPr>
        <p:txBody>
          <a:bodyPr anchor="ctr">
            <a:normAutofit/>
          </a:bodyPr>
          <a:lstStyle>
            <a:lvl1pPr algn="l" defTabSz="914081" rtl="0" eaLnBrk="1" latinLnBrk="0" hangingPunct="1">
              <a:lnSpc>
                <a:spcPct val="100000"/>
              </a:lnSpc>
              <a:spcBef>
                <a:spcPct val="0"/>
              </a:spcBef>
              <a:buNone/>
              <a:defRPr sz="2800" b="1" i="0" kern="1200">
                <a:solidFill>
                  <a:schemeClr val="accent2"/>
                </a:solidFill>
                <a:latin typeface="+mj-lt"/>
                <a:ea typeface="Maax" charset="0"/>
                <a:cs typeface="Maax" charset="0"/>
              </a:defRPr>
            </a:lvl1pPr>
          </a:lstStyle>
          <a:p>
            <a:pPr rtl="0"/>
            <a:r>
              <a:rPr lang="en-AU" sz="2800">
                <a:latin typeface="MarkOT" panose="020B0504020201010104" pitchFamily="34" charset="0"/>
              </a:rPr>
              <a:t>Click to edit title</a:t>
            </a:r>
          </a:p>
        </p:txBody>
      </p:sp>
      <p:pic>
        <p:nvPicPr>
          <p:cNvPr id="15" name="Picture 14">
            <a:extLst>
              <a:ext uri="{FF2B5EF4-FFF2-40B4-BE49-F238E27FC236}">
                <a16:creationId xmlns:a16="http://schemas.microsoft.com/office/drawing/2014/main" id="{574308FE-B815-488E-849B-F3817B7AA31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6" name="TextBox 15">
            <a:extLst>
              <a:ext uri="{FF2B5EF4-FFF2-40B4-BE49-F238E27FC236}">
                <a16:creationId xmlns:a16="http://schemas.microsoft.com/office/drawing/2014/main" id="{8D5E4E96-5CC1-4BEF-B419-F2404C526271}"/>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974234894"/>
      </p:ext>
    </p:extLst>
  </p:cSld>
  <p:clrMapOvr>
    <a:masterClrMapping/>
  </p:clrMapOvr>
  <p:hf hdr="0" dt="0"/>
  <p:extLst>
    <p:ext uri="{DCECCB84-F9BA-43D5-87BE-67443E8EF086}">
      <p15:sldGuideLst xmlns:p15="http://schemas.microsoft.com/office/powerpoint/2012/main">
        <p15:guide id="1" orient="horz" pos="2614">
          <p15:clr>
            <a:srgbClr val="FBAE40"/>
          </p15:clr>
        </p15:guide>
        <p15:guide id="2" pos="346">
          <p15:clr>
            <a:srgbClr val="FBAE40"/>
          </p15:clr>
        </p15:guide>
        <p15:guide id="3" pos="7332">
          <p15:clr>
            <a:srgbClr val="FBAE40"/>
          </p15:clr>
        </p15:guide>
        <p15:guide id="4" pos="3839">
          <p15:clr>
            <a:srgbClr val="FBAE40"/>
          </p15:clr>
        </p15:guide>
        <p15:guide id="5" pos="3726">
          <p15:clr>
            <a:srgbClr val="FBAE40"/>
          </p15:clr>
        </p15:guide>
        <p15:guide id="6" pos="3975">
          <p15:clr>
            <a:srgbClr val="FBAE40"/>
          </p15:clr>
        </p15:guide>
        <p15:guide id="7" orient="horz" pos="2387">
          <p15:clr>
            <a:srgbClr val="FBAE40"/>
          </p15:clr>
        </p15:guide>
        <p15:guide id="8" orient="horz" pos="2273">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3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3808888-85C6-8DAF-8FB2-776BEFC3DB3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73808888-85C6-8DAF-8FB2-776BEFC3DB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2733608038"/>
      </p:ext>
    </p:extLst>
  </p:cSld>
  <p:clrMapOvr>
    <a:masterClrMapping/>
  </p:clrMapOvr>
  <p:hf hd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2_Contents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0623D41-F635-5685-6AC9-829C040F91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C0623D41-F635-5685-6AC9-829C040F91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1011632247"/>
      </p:ext>
    </p:extLst>
  </p:cSld>
  <p:clrMapOvr>
    <a:masterClrMapping/>
  </p:clrMapOvr>
  <p:hf hd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2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9DD35E3-F6CE-D175-2572-2DFD3E1A09D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A9DD35E3-F6CE-D175-2572-2DFD3E1A09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2734169392"/>
      </p:ext>
    </p:extLst>
  </p:cSld>
  <p:clrMapOvr>
    <a:masterClrMapping/>
  </p:clrMapOvr>
  <p:hf hd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2_Contents Blue Imag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A02BF16-8002-7119-1823-DBD7BD4D73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FA02BF16-8002-7119-1823-DBD7BD4D73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5330561" cy="1081397"/>
          </a:xfrm>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994793182"/>
      </p:ext>
    </p:extLst>
  </p:cSld>
  <p:clrMapOvr>
    <a:masterClrMapping/>
  </p:clrMapOvr>
  <p:hf hd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2_Contents Red Image">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706AC5B-5ACD-F8A5-BF48-A35A363EAE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E706AC5B-5ACD-F8A5-BF48-A35A363EAE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4035462553"/>
      </p:ext>
    </p:extLst>
  </p:cSld>
  <p:clrMapOvr>
    <a:masterClrMapping/>
  </p:clrMapOvr>
  <p:hf hd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2_Contents White Imag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055CAEE-087A-453C-47AC-EBDD91B34C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5" name="think-cell data - do not delete" hidden="1">
                        <a:extLst>
                          <a:ext uri="{FF2B5EF4-FFF2-40B4-BE49-F238E27FC236}">
                            <a16:creationId xmlns:a16="http://schemas.microsoft.com/office/drawing/2014/main" id="{6055CAEE-087A-453C-47AC-EBDD91B34C5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rtl="0">
              <a:defRPr sz="4000">
                <a:solidFill>
                  <a:schemeClr val="tx1"/>
                </a:solidFill>
              </a:defRPr>
            </a:lvl1pPr>
          </a:lstStyle>
          <a:p>
            <a:r>
              <a:rPr lang="en-US"/>
              <a:t>Click to edit Master title style</a:t>
            </a:r>
            <a:endParaRPr lang="en-AU"/>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034383645"/>
      </p:ext>
    </p:extLst>
  </p:cSld>
  <p:clrMapOvr>
    <a:masterClrMapping/>
  </p:clrMapOvr>
  <p:hf hd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C8C468-3E5A-2BF7-DC15-CCA97DEF46C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F9C8C468-3E5A-2BF7-DC15-CCA97DEF46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922756561"/>
      </p:ext>
    </p:extLst>
  </p:cSld>
  <p:clrMapOvr>
    <a:masterClrMapping/>
  </p:clrMapOvr>
  <p:hf hd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2_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1C1A459-A187-F165-0AFD-A9D7241D670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71C1A459-A187-F165-0AFD-A9D7241D67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1701224624"/>
      </p:ext>
    </p:extLst>
  </p:cSld>
  <p:clrMapOvr>
    <a:masterClrMapping/>
  </p:clrMapOvr>
  <p:hf hd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2_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48AFC7A-6463-9214-9F3B-BAC86ED4617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248AFC7A-6463-9214-9F3B-BAC86ED461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39"/>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3322702"/>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2291325105"/>
      </p:ext>
    </p:extLst>
  </p:cSld>
  <p:clrMapOvr>
    <a:masterClrMapping/>
  </p:clrMapOvr>
  <p:hf hd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2_Section Title + Imag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5D092EC-8C1D-ADA6-FC95-CB228DBB274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B5D092EC-8C1D-ADA6-FC95-CB228DBB27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5330561" cy="1081397"/>
          </a:xfrm>
        </p:spPr>
        <p:txBody>
          <a:bodyPr vert="horz"/>
          <a:lstStyle>
            <a:lvl1pPr rtl="0">
              <a:defRPr sz="4000">
                <a:solidFill>
                  <a:schemeClr val="bg1"/>
                </a:solidFill>
              </a:defRPr>
            </a:lvl1pPr>
          </a:lstStyle>
          <a:p>
            <a:r>
              <a:rPr lang="en-US"/>
              <a:t>Click to edit Master title style</a:t>
            </a:r>
            <a:endParaRPr lang="en-AU"/>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5881"/>
            <a:ext cx="5292725" cy="4440238"/>
          </a:xfrm>
        </p:spPr>
        <p:txBody>
          <a:bodyPr/>
          <a:lstStyle>
            <a:lvl1pPr rtl="0">
              <a:defRPr sz="1400">
                <a:solidFill>
                  <a:schemeClr val="bg1"/>
                </a:solidFill>
              </a:defRPr>
            </a:lvl1pPr>
            <a:lvl2pPr rtl="0">
              <a:defRPr sz="1400">
                <a:solidFill>
                  <a:schemeClr val="bg1"/>
                </a:solidFill>
              </a:defRPr>
            </a:lvl2pPr>
            <a:lvl3pPr rtl="0">
              <a:defRPr sz="1400">
                <a:solidFill>
                  <a:schemeClr val="bg1"/>
                </a:solidFill>
              </a:defRPr>
            </a:lvl3pPr>
            <a:lvl4pPr rtl="0">
              <a:defRPr sz="1400">
                <a:solidFill>
                  <a:schemeClr val="bg1"/>
                </a:solidFill>
              </a:defRPr>
            </a:lvl4pPr>
            <a:lvl5pPr rtl="0">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159505872"/>
      </p:ext>
    </p:extLst>
  </p:cSld>
  <p:clrMapOvr>
    <a:masterClrMapping/>
  </p:clrMapOvr>
  <p:hf hd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2_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CFEF02-FD7B-4787-F937-170E90C9DC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4BCFEF02-FD7B-4787-F937-170E90C9DC2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vert="horz"/>
          <a:lstStyle>
            <a:lvl1pPr rtl="0">
              <a:defRPr sz="40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rtl="0">
              <a:defRPr sz="1400">
                <a:solidFill>
                  <a:schemeClr val="tx1"/>
                </a:solidFill>
              </a:defRPr>
            </a:lvl1pPr>
            <a:lvl2pPr rtl="0">
              <a:defRPr sz="1400">
                <a:solidFill>
                  <a:schemeClr val="tx1"/>
                </a:solidFill>
              </a:defRPr>
            </a:lvl2pPr>
            <a:lvl3pPr rtl="0">
              <a:defRPr sz="1400">
                <a:solidFill>
                  <a:schemeClr val="tx1"/>
                </a:solidFill>
              </a:defRPr>
            </a:lvl3pPr>
            <a:lvl4pPr rtl="0">
              <a:defRPr sz="1400">
                <a:solidFill>
                  <a:schemeClr val="tx1"/>
                </a:solidFill>
              </a:defRPr>
            </a:lvl4pPr>
            <a:lvl5pPr rtl="0">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757371674"/>
      </p:ext>
    </p:extLst>
  </p:cSld>
  <p:clrMapOvr>
    <a:masterClrMapping/>
  </p:clrMapOvr>
  <p:hf hd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2_Text + 1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EB1487E-8B1A-8D36-D33F-6616533924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CEB1487E-8B1A-8D36-D33F-6616533924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rtl="0">
              <a:spcAft>
                <a:spcPts val="900"/>
              </a:spcAft>
              <a:defRPr sz="1400">
                <a:solidFill>
                  <a:schemeClr val="tx1"/>
                </a:solidFill>
              </a:defRPr>
            </a:lvl1pPr>
            <a:lvl2pPr marL="179388" indent="-179388" rtl="0">
              <a:spcAft>
                <a:spcPts val="900"/>
              </a:spcAft>
              <a:tabLst/>
              <a:defRPr sz="1400">
                <a:solidFill>
                  <a:schemeClr val="tx1"/>
                </a:solidFill>
              </a:defRPr>
            </a:lvl2pPr>
            <a:lvl3pPr marL="358775" indent="-179388" rtl="0">
              <a:spcAft>
                <a:spcPts val="900"/>
              </a:spcAft>
              <a:tabLst/>
              <a:defRPr sz="1400">
                <a:solidFill>
                  <a:schemeClr val="tx1"/>
                </a:solidFill>
              </a:defRPr>
            </a:lvl3pPr>
            <a:lvl4pPr marL="533400" indent="-174625" rtl="0">
              <a:spcAft>
                <a:spcPts val="900"/>
              </a:spcAft>
              <a:tabLst/>
              <a:defRPr sz="1400">
                <a:solidFill>
                  <a:schemeClr val="tx1"/>
                </a:solidFill>
              </a:defRPr>
            </a:lvl4pPr>
            <a:lvl5pPr marL="712788" indent="-1793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826210"/>
      </p:ext>
    </p:extLst>
  </p:cSld>
  <p:clrMapOvr>
    <a:masterClrMapping/>
  </p:clrMapOvr>
  <p:hf hd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2_Text + 2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D953DD-88CF-6C18-5B81-E7834599DE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82D953DD-88CF-6C18-5B81-E7834599DE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rtl="0">
              <a:spcAft>
                <a:spcPts val="900"/>
              </a:spcAft>
              <a:defRPr sz="1400">
                <a:solidFill>
                  <a:schemeClr val="tx1"/>
                </a:solidFill>
              </a:defRPr>
            </a:lvl1pPr>
            <a:lvl2pPr marL="179388" indent="-179388" rtl="0">
              <a:spcAft>
                <a:spcPts val="900"/>
              </a:spcAft>
              <a:tabLst/>
              <a:defRPr sz="1400">
                <a:solidFill>
                  <a:schemeClr val="tx1"/>
                </a:solidFill>
              </a:defRPr>
            </a:lvl2pPr>
            <a:lvl3pPr marL="358775" indent="-179388" rtl="0">
              <a:spcAft>
                <a:spcPts val="900"/>
              </a:spcAft>
              <a:tabLst/>
              <a:defRPr sz="1400">
                <a:solidFill>
                  <a:schemeClr val="tx1"/>
                </a:solidFill>
              </a:defRPr>
            </a:lvl3pPr>
            <a:lvl4pPr marL="533400" indent="-174625" rtl="0">
              <a:spcAft>
                <a:spcPts val="900"/>
              </a:spcAft>
              <a:tabLst/>
              <a:defRPr sz="1400">
                <a:solidFill>
                  <a:schemeClr val="tx1"/>
                </a:solidFill>
              </a:defRPr>
            </a:lvl4pPr>
            <a:lvl5pPr marL="712788" indent="-1793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3434822"/>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0" cy="3427544"/>
          </a:xfrm>
          <a:solidFill>
            <a:schemeClr val="bg1">
              <a:lumMod val="85000"/>
            </a:schemeClr>
          </a:solidFill>
        </p:spPr>
        <p:txBody>
          <a:bodyPr anchor="ctr" anchorCtr="0"/>
          <a:lstStyle>
            <a:lvl1pPr algn="ctr">
              <a:defRPr sz="900"/>
            </a:lvl1pPr>
          </a:lstStyle>
          <a:p>
            <a:r>
              <a:rPr lang="en-US"/>
              <a:t>Click icon to add picture</a:t>
            </a:r>
          </a:p>
        </p:txBody>
      </p:sp>
    </p:spTree>
    <p:extLst>
      <p:ext uri="{BB962C8B-B14F-4D97-AF65-F5344CB8AC3E}">
        <p14:creationId xmlns:p14="http://schemas.microsoft.com/office/powerpoint/2010/main" val="2358309119"/>
      </p:ext>
    </p:extLst>
  </p:cSld>
  <p:clrMapOvr>
    <a:masterClrMapping/>
  </p:clrMapOvr>
  <p:hf hd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2_Quote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92B6333-8018-24AB-3988-F8180DBC0D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E92B6333-8018-24AB-3988-F8180DBC0D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9836988" cy="5193285"/>
          </a:xfrm>
        </p:spPr>
        <p:txBody>
          <a:bodyPr vert="horz"/>
          <a:lstStyle>
            <a:lvl1pPr rtl="0">
              <a:defRPr sz="36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2634912127"/>
      </p:ext>
    </p:extLst>
  </p:cSld>
  <p:clrMapOvr>
    <a:masterClrMapping/>
  </p:clrMapOvr>
  <p:hf hd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2_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C454E6A-BF3A-40B1-25D8-1C189A6EBD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DC454E6A-BF3A-40B1-25D8-1C189A6EBD5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rtl="0">
              <a:spcAft>
                <a:spcPts val="900"/>
              </a:spcAft>
              <a:defRPr sz="2400">
                <a:solidFill>
                  <a:schemeClr val="tx1"/>
                </a:solidFill>
              </a:defRPr>
            </a:lvl1pPr>
            <a:lvl2pPr marL="446088" indent="-446088" rtl="0">
              <a:spcAft>
                <a:spcPts val="900"/>
              </a:spcAft>
              <a:tabLst/>
              <a:defRPr sz="2400">
                <a:solidFill>
                  <a:schemeClr val="tx1"/>
                </a:solidFill>
              </a:defRPr>
            </a:lvl2pPr>
            <a:lvl3pPr marL="892175" indent="-446088" rtl="0">
              <a:spcAft>
                <a:spcPts val="900"/>
              </a:spcAft>
              <a:tabLst/>
              <a:defRPr sz="2400">
                <a:solidFill>
                  <a:schemeClr val="tx1"/>
                </a:solidFill>
              </a:defRPr>
            </a:lvl3pPr>
            <a:lvl4pPr marL="1333500" indent="-441325" rtl="0">
              <a:spcAft>
                <a:spcPts val="900"/>
              </a:spcAft>
              <a:tabLst/>
              <a:defRPr sz="2400">
                <a:solidFill>
                  <a:schemeClr val="tx1"/>
                </a:solidFill>
              </a:defRPr>
            </a:lvl4pPr>
            <a:lvl5pPr marL="1779588" indent="-4460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3660059304"/>
      </p:ext>
    </p:extLst>
  </p:cSld>
  <p:clrMapOvr>
    <a:masterClrMapping/>
  </p:clrMapOvr>
  <p:hf hd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2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39A8357-5322-44AC-4429-77FE0FDF2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639A8357-5322-44AC-4429-77FE0FDF2F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rtl="0">
              <a:spcAft>
                <a:spcPts val="600"/>
              </a:spcAft>
              <a:defRPr sz="2200">
                <a:solidFill>
                  <a:schemeClr val="tx1"/>
                </a:solidFill>
              </a:defRPr>
            </a:lvl1pPr>
            <a:lvl2pPr marL="446088" indent="-446088" rtl="0">
              <a:spcAft>
                <a:spcPts val="600"/>
              </a:spcAft>
              <a:tabLst/>
              <a:defRPr sz="2200">
                <a:solidFill>
                  <a:schemeClr val="tx1"/>
                </a:solidFill>
              </a:defRPr>
            </a:lvl2pPr>
            <a:lvl3pPr marL="892175" indent="-446088" rtl="0">
              <a:spcAft>
                <a:spcPts val="600"/>
              </a:spcAft>
              <a:tabLst/>
              <a:defRPr sz="2200">
                <a:solidFill>
                  <a:schemeClr val="tx1"/>
                </a:solidFill>
              </a:defRPr>
            </a:lvl3pPr>
            <a:lvl4pPr marL="1333500" indent="-441325" rtl="0">
              <a:spcAft>
                <a:spcPts val="600"/>
              </a:spcAft>
              <a:tabLst/>
              <a:defRPr sz="2200">
                <a:solidFill>
                  <a:schemeClr val="tx1"/>
                </a:solidFill>
              </a:defRPr>
            </a:lvl4pPr>
            <a:lvl5pPr marL="1779588" indent="-446088" rtl="0">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634827251"/>
      </p:ext>
    </p:extLst>
  </p:cSld>
  <p:clrMapOvr>
    <a:masterClrMapping/>
  </p:clrMapOvr>
  <p:hf hd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2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1622629-60A2-90D4-337F-4B308251FD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D1622629-60A2-90D4-337F-4B308251FD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3000">
                <a:solidFill>
                  <a:schemeClr val="tx1"/>
                </a:solidFill>
              </a:defRPr>
            </a:lvl1pPr>
            <a:lvl2pPr marL="446088" indent="-446088" rtl="0">
              <a:spcAft>
                <a:spcPts val="900"/>
              </a:spcAft>
              <a:tabLst/>
              <a:defRPr sz="3000">
                <a:solidFill>
                  <a:schemeClr val="tx1"/>
                </a:solidFill>
              </a:defRPr>
            </a:lvl2pPr>
            <a:lvl3pPr marL="892175" indent="-446088" rtl="0">
              <a:spcAft>
                <a:spcPts val="900"/>
              </a:spcAft>
              <a:tabLst/>
              <a:defRPr sz="3000">
                <a:solidFill>
                  <a:schemeClr val="tx1"/>
                </a:solidFill>
              </a:defRPr>
            </a:lvl3pPr>
            <a:lvl4pPr marL="1333500" indent="-441325" rtl="0">
              <a:spcAft>
                <a:spcPts val="900"/>
              </a:spcAft>
              <a:tabLst/>
              <a:defRPr sz="3000">
                <a:solidFill>
                  <a:schemeClr val="tx1"/>
                </a:solidFill>
              </a:defRPr>
            </a:lvl4pPr>
            <a:lvl5pPr marL="1779588" indent="-446088" rtl="0">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69755869"/>
      </p:ext>
    </p:extLst>
  </p:cSld>
  <p:clrMapOvr>
    <a:masterClrMapping/>
  </p:clrMapOvr>
  <p:hf hd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2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EE40890-26E9-A5AD-AC8E-558FE33480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6EE40890-26E9-A5AD-AC8E-558FE33480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75690708"/>
      </p:ext>
    </p:extLst>
  </p:cSld>
  <p:clrMapOvr>
    <a:masterClrMapping/>
  </p:clrMapOvr>
  <p:hf hdr="0" dt="0"/>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2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B9AECF3-725F-462A-1CE3-1B4491DA189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BB9AECF3-725F-462A-1CE3-1B4491DA18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116305459"/>
      </p:ext>
    </p:extLst>
  </p:cSld>
  <p:clrMapOvr>
    <a:masterClrMapping/>
  </p:clrMapOvr>
  <p:hf hdr="0" dt="0"/>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2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09215B-8F56-59A9-12B9-FDB57706FB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CF09215B-8F56-59A9-12B9-FDB57706FB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rtl="0">
              <a:spcAft>
                <a:spcPts val="900"/>
              </a:spcAft>
              <a:defRPr sz="2400" b="1" i="0">
                <a:solidFill>
                  <a:schemeClr val="tx1"/>
                </a:solidFill>
                <a:latin typeface="Arial" panose="020B0604020202020204" pitchFamily="34" charset="0"/>
              </a:defRPr>
            </a:lvl1pPr>
            <a:lvl2pPr marL="0" indent="0" rtl="0">
              <a:spcAft>
                <a:spcPts val="900"/>
              </a:spcAft>
              <a:buNone/>
              <a:tabLst/>
              <a:defRPr sz="2400">
                <a:solidFill>
                  <a:schemeClr val="tx1"/>
                </a:solidFill>
              </a:defRPr>
            </a:lvl2pPr>
            <a:lvl3pPr marL="180975" indent="-180975" rtl="0">
              <a:spcAft>
                <a:spcPts val="900"/>
              </a:spcAft>
              <a:tabLst/>
              <a:defRPr sz="2400">
                <a:solidFill>
                  <a:schemeClr val="tx1"/>
                </a:solidFill>
              </a:defRPr>
            </a:lvl3pPr>
            <a:lvl4pPr marL="355600" indent="-180975" rtl="0">
              <a:spcAft>
                <a:spcPts val="900"/>
              </a:spcAft>
              <a:tabLst/>
              <a:defRPr sz="2400">
                <a:solidFill>
                  <a:schemeClr val="tx1"/>
                </a:solidFill>
              </a:defRPr>
            </a:lvl4pPr>
            <a:lvl5pPr marL="579438" indent="-2174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852551664"/>
      </p:ext>
    </p:extLst>
  </p:cSld>
  <p:clrMapOvr>
    <a:masterClrMapping/>
  </p:clrMapOvr>
  <p:hf hdr="0" dt="0"/>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2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7ADDF8F-4C50-DE12-27E0-0AE5CD0207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77ADDF8F-4C50-DE12-27E0-0AE5CD0207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2278033527"/>
      </p:ext>
    </p:extLst>
  </p:cSld>
  <p:clrMapOvr>
    <a:masterClrMapping/>
  </p:clrMapOvr>
  <p:hf hdr="0" dt="0"/>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2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30F4831-B644-7FC8-8C82-8473C8223A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D30F4831-B644-7FC8-8C82-8473C8223A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51866031"/>
      </p:ext>
    </p:extLst>
  </p:cSld>
  <p:clrMapOvr>
    <a:masterClrMapping/>
  </p:clrMapOvr>
  <p:hf hdr="0" dt="0"/>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2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182F532-5B15-65A7-2F19-D97915F1E85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7182F532-5B15-65A7-2F19-D97915F1E8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1500521"/>
      </p:ext>
    </p:extLst>
  </p:cSld>
  <p:clrMapOvr>
    <a:masterClrMapping/>
  </p:clrMapOvr>
  <p:hf hdr="0" dt="0"/>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3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8A107F6-EB93-F321-F43C-15543131B1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E8A107F6-EB93-F321-F43C-15543131B1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FC62012A-DDC0-4642-8314-C0470B70EEB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1970550141"/>
      </p:ext>
    </p:extLst>
  </p:cSld>
  <p:clrMapOvr>
    <a:masterClrMapping/>
  </p:clrMapOvr>
  <p:hf hdr="0" dt="0"/>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2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5FAE697-3A2D-F136-BFCC-32DA3706BE6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45FAE697-3A2D-F136-BFCC-32DA3706BE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rtl="0">
              <a:spcAft>
                <a:spcPts val="900"/>
              </a:spcAft>
              <a:defRPr sz="3000" b="1" i="0">
                <a:solidFill>
                  <a:schemeClr val="bg1"/>
                </a:solidFill>
                <a:latin typeface="Arial" panose="020B0604020202020204" pitchFamily="34" charset="0"/>
              </a:defRPr>
            </a:lvl1pPr>
            <a:lvl2pPr marL="0" indent="0" rtl="0">
              <a:spcAft>
                <a:spcPts val="900"/>
              </a:spcAft>
              <a:buNone/>
              <a:tabLst/>
              <a:defRPr sz="3000">
                <a:solidFill>
                  <a:schemeClr val="bg1"/>
                </a:solidFill>
              </a:defRPr>
            </a:lvl2pPr>
            <a:lvl3pPr marL="180975" indent="-180975" rtl="0">
              <a:spcAft>
                <a:spcPts val="900"/>
              </a:spcAft>
              <a:tabLst/>
              <a:defRPr sz="3000">
                <a:solidFill>
                  <a:schemeClr val="bg1"/>
                </a:solidFill>
              </a:defRPr>
            </a:lvl3pPr>
            <a:lvl4pPr marL="355600" indent="-180975" rtl="0">
              <a:spcAft>
                <a:spcPts val="900"/>
              </a:spcAft>
              <a:tabLst/>
              <a:defRPr sz="3000">
                <a:solidFill>
                  <a:schemeClr val="bg1"/>
                </a:solidFill>
              </a:defRPr>
            </a:lvl4pPr>
            <a:lvl5pPr marL="579438" indent="-217488" rtl="0">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795429"/>
      </p:ext>
    </p:extLst>
  </p:cSld>
  <p:clrMapOvr>
    <a:masterClrMapping/>
  </p:clrMapOvr>
  <p:hf hdr="0" dt="0"/>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821996D-F9DD-5656-ED1B-64D0F33D2CC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C821996D-F9DD-5656-ED1B-64D0F33D2C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5190496"/>
      </p:ext>
    </p:extLst>
  </p:cSld>
  <p:clrMapOvr>
    <a:masterClrMapping/>
  </p:clrMapOvr>
  <p:hf hdr="0" dt="0"/>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2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593FBF-0204-7542-41B5-36FD41A194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09593FBF-0204-7542-41B5-36FD41A194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617887"/>
      </p:ext>
    </p:extLst>
  </p:cSld>
  <p:clrMapOvr>
    <a:masterClrMapping/>
  </p:clrMapOvr>
  <p:hf hdr="0" dt="0"/>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2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B1D8836-0DE8-69F4-1A80-835D61BBC8F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2" name="think-cell data - do not delete" hidden="1">
                        <a:extLst>
                          <a:ext uri="{FF2B5EF4-FFF2-40B4-BE49-F238E27FC236}">
                            <a16:creationId xmlns:a16="http://schemas.microsoft.com/office/drawing/2014/main" id="{8B1D8836-0DE8-69F4-1A80-835D61BBC8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tx1"/>
                </a:solidFill>
                <a:latin typeface="Arial" panose="020B0604020202020204" pitchFamily="34" charset="0"/>
              </a:defRPr>
            </a:lvl1pPr>
            <a:lvl2pPr marL="0" indent="0" rtl="0">
              <a:spcAft>
                <a:spcPts val="600"/>
              </a:spcAft>
              <a:buNone/>
              <a:tabLst/>
              <a:defRPr sz="1200">
                <a:solidFill>
                  <a:schemeClr val="tx1"/>
                </a:solidFill>
              </a:defRPr>
            </a:lvl2pPr>
            <a:lvl3pPr marL="180975" indent="-180975" rtl="0">
              <a:spcAft>
                <a:spcPts val="600"/>
              </a:spcAft>
              <a:tabLst/>
              <a:defRPr sz="1200">
                <a:solidFill>
                  <a:schemeClr val="tx1"/>
                </a:solidFill>
              </a:defRPr>
            </a:lvl3pPr>
            <a:lvl4pPr marL="355600" indent="-180975" rtl="0">
              <a:spcAft>
                <a:spcPts val="600"/>
              </a:spcAft>
              <a:tabLst/>
              <a:defRPr sz="1200">
                <a:solidFill>
                  <a:schemeClr val="tx1"/>
                </a:solidFill>
              </a:defRPr>
            </a:lvl4pPr>
            <a:lvl5pPr marL="579438" indent="-217488"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148777098"/>
      </p:ext>
    </p:extLst>
  </p:cSld>
  <p:clrMapOvr>
    <a:masterClrMapping/>
  </p:clrMapOvr>
  <p:hf hdr="0" dt="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2_1 Image + Pullout Blu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44FF8E7-148A-04FC-F90E-7F7C55E4DF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344FF8E7-148A-04FC-F90E-7F7C55E4DF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vert="horz" anchor="ctr" anchorCtr="0"/>
          <a:lstStyle>
            <a:lvl1pPr algn="ctr" rtl="0">
              <a:defRPr sz="2400">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1247176926"/>
      </p:ext>
    </p:extLst>
  </p:cSld>
  <p:clrMapOvr>
    <a:masterClrMapping/>
  </p:clrMapOvr>
  <p:hf hd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3_Heading + Conten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BA521D3-8ECE-09EA-7713-5763AD82F4B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EBA521D3-8ECE-09EA-7713-5763AD82F4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037194274"/>
      </p:ext>
    </p:extLst>
  </p:cSld>
  <p:clrMapOvr>
    <a:masterClrMapping/>
  </p:clrMapOvr>
  <p:hf hdr="0" dt="0"/>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2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93B38C1-875B-190B-ECDB-591739F8BDA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293B38C1-875B-190B-ECDB-591739F8BD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133021182"/>
      </p:ext>
    </p:extLst>
  </p:cSld>
  <p:clrMapOvr>
    <a:masterClrMapping/>
  </p:clrMapOvr>
  <p:hf hdr="0" dt="0"/>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2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AA8E39B-1D83-E389-983F-17A6C305554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7AA8E39B-1D83-E389-983F-17A6C30555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rtl="0">
              <a:defRPr sz="3400">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3442049401"/>
      </p:ext>
    </p:extLst>
  </p:cSld>
  <p:clrMapOvr>
    <a:masterClrMapping/>
  </p:clrMapOvr>
  <p:hf hdr="0" dt="0"/>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2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7FD85A-AA9A-3D4B-1C6B-F0DAC1A8BE5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5" name="think-cell data - do not delete" hidden="1">
                        <a:extLst>
                          <a:ext uri="{FF2B5EF4-FFF2-40B4-BE49-F238E27FC236}">
                            <a16:creationId xmlns:a16="http://schemas.microsoft.com/office/drawing/2014/main" id="{4D7FD85A-AA9A-3D4B-1C6B-F0DAC1A8BE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bg1"/>
                </a:solidFill>
                <a:latin typeface="Arial" panose="020B0604020202020204" pitchFamily="34" charset="0"/>
              </a:defRPr>
            </a:lvl1pPr>
            <a:lvl2pPr marL="0" indent="0" rtl="0">
              <a:spcAft>
                <a:spcPts val="600"/>
              </a:spcAft>
              <a:buNone/>
              <a:tabLst/>
              <a:defRPr sz="1200">
                <a:solidFill>
                  <a:schemeClr val="bg1"/>
                </a:solidFill>
              </a:defRPr>
            </a:lvl2pPr>
            <a:lvl3pPr marL="180975" indent="-180975" rtl="0">
              <a:spcAft>
                <a:spcPts val="600"/>
              </a:spcAft>
              <a:tabLst/>
              <a:defRPr sz="1200">
                <a:solidFill>
                  <a:schemeClr val="bg1"/>
                </a:solidFill>
              </a:defRPr>
            </a:lvl3pPr>
            <a:lvl4pPr marL="355600" indent="-180975" rtl="0">
              <a:spcAft>
                <a:spcPts val="600"/>
              </a:spcAft>
              <a:tabLst/>
              <a:defRPr sz="1200">
                <a:solidFill>
                  <a:schemeClr val="bg1"/>
                </a:solidFill>
              </a:defRPr>
            </a:lvl4pPr>
            <a:lvl5pPr marL="579438" indent="-217488"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2225983917"/>
      </p:ext>
    </p:extLst>
  </p:cSld>
  <p:clrMapOvr>
    <a:masterClrMapping/>
  </p:clrMapOvr>
  <p:hf hdr="0" dt="0"/>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2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637E31-528F-0287-B5B1-474DF0D8A6D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1C637E31-528F-0287-B5B1-474DF0D8A6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1547389034"/>
      </p:ext>
    </p:extLst>
  </p:cSld>
  <p:clrMapOvr>
    <a:masterClrMapping/>
  </p:clrMapOvr>
  <p:hf hdr="0" dt="0"/>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2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30A3359-D21B-CA23-8F2D-F962C9CD401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530A3359-D21B-CA23-8F2D-F962C9CD40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5040301"/>
          </a:xfrm>
        </p:spPr>
        <p:txBody>
          <a:bodyPr/>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1392665647"/>
      </p:ext>
    </p:extLst>
  </p:cSld>
  <p:clrMapOvr>
    <a:masterClrMapping/>
  </p:clrMapOvr>
  <p:hf hdr="0" dt="0"/>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2_1 Char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BF7F0FE-6524-1B5F-6F8A-5805CD3BEB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DBF7F0FE-6524-1B5F-6F8A-5805CD3BE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5053394"/>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456440683"/>
      </p:ext>
    </p:extLst>
  </p:cSld>
  <p:clrMapOvr>
    <a:masterClrMapping/>
  </p:clrMapOvr>
  <p:hf hdr="0" dt="0"/>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2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C7323BD-1AC3-90E8-5290-DF352496E8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AC7323BD-1AC3-90E8-5290-DF352496E8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2972577043"/>
      </p:ext>
    </p:extLst>
  </p:cSld>
  <p:clrMapOvr>
    <a:masterClrMapping/>
  </p:clrMapOvr>
  <p:hf hdr="0" dt="0"/>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2_1 Tab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09F4BAC-67C3-9463-8C23-4E9BF40EE8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609F4BAC-67C3-9463-8C23-4E9BF40EE8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3" y="1520825"/>
            <a:ext cx="11569700" cy="4276229"/>
          </a:xfrm>
        </p:spPr>
        <p:txBody>
          <a:bodyPr/>
          <a:lstStyle/>
          <a:p>
            <a:r>
              <a:rPr lang="en-US"/>
              <a:t>Click icon to add table</a:t>
            </a:r>
          </a:p>
        </p:txBody>
      </p:sp>
    </p:spTree>
    <p:extLst>
      <p:ext uri="{BB962C8B-B14F-4D97-AF65-F5344CB8AC3E}">
        <p14:creationId xmlns:p14="http://schemas.microsoft.com/office/powerpoint/2010/main" val="2356728314"/>
      </p:ext>
    </p:extLst>
  </p:cSld>
  <p:clrMapOvr>
    <a:masterClrMapping/>
  </p:clrMapOvr>
  <p:hf hdr="0" dt="0"/>
</p:sldLayout>
</file>

<file path=ppt/slideLayouts/slideLayout134.xml><?xml version="1.0" encoding="utf-8"?>
<p:sldLayout xmlns:a="http://schemas.openxmlformats.org/drawingml/2006/main" xmlns:r="http://schemas.openxmlformats.org/officeDocument/2006/relationships" xmlns:p="http://schemas.openxmlformats.org/presentationml/2006/main">
  <p:cSld name="2 x Title and Cont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D7C8009-D6D4-C8C4-7F48-8B39A157F15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5" name="think-cell data - do not delete" hidden="1">
                        <a:extLst>
                          <a:ext uri="{FF2B5EF4-FFF2-40B4-BE49-F238E27FC236}">
                            <a16:creationId xmlns:a16="http://schemas.microsoft.com/office/drawing/2014/main" id="{0D7C8009-D6D4-C8C4-7F48-8B39A157F1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400">
                <a:latin typeface="MarkOT" panose="020B0504020201010104" pitchFamily="34" charset="0"/>
              </a:defRPr>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14F5B72-53EE-3E4D-B607-B0A5E48F37E5}"/>
              </a:ext>
            </a:extLst>
          </p:cNvPr>
          <p:cNvSpPr>
            <a:spLocks noGrp="1"/>
          </p:cNvSpPr>
          <p:nvPr>
            <p:ph idx="1"/>
          </p:nvPr>
        </p:nvSpPr>
        <p:spPr>
          <a:xfrm>
            <a:off x="322351" y="1489295"/>
            <a:ext cx="10548218" cy="1559750"/>
          </a:xfrm>
        </p:spPr>
        <p:txBody>
          <a:bodyPr/>
          <a:lstStyle>
            <a:lvl1pPr rtl="0">
              <a:defRPr sz="1450">
                <a:latin typeface="MarkOT" panose="020B0504020201010104" pitchFamily="34" charset="0"/>
              </a:defRPr>
            </a:lvl1pPr>
            <a:lvl2pPr rtl="0">
              <a:defRPr sz="1450">
                <a:latin typeface="MarkOT" panose="020B0504020201010104" pitchFamily="34" charset="0"/>
              </a:defRPr>
            </a:lvl2pPr>
            <a:lvl3pPr rtl="0">
              <a:defRPr sz="1450">
                <a:latin typeface="MarkOT" panose="020B0504020201010104" pitchFamily="34" charset="0"/>
              </a:defRPr>
            </a:lvl3pPr>
            <a:lvl4pPr rtl="0">
              <a:defRPr sz="1450">
                <a:latin typeface="MarkOT" panose="020B0504020201010104" pitchFamily="34" charset="0"/>
              </a:defRPr>
            </a:lvl4pPr>
            <a:lvl5pPr rtl="0">
              <a:defRPr sz="1450">
                <a:latin typeface="MarkOT" panose="020B05040202010101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cxnSp>
        <p:nvCxnSpPr>
          <p:cNvPr id="13" name="Straight Connector 12">
            <a:extLst>
              <a:ext uri="{FF2B5EF4-FFF2-40B4-BE49-F238E27FC236}">
                <a16:creationId xmlns:a16="http://schemas.microsoft.com/office/drawing/2014/main" id="{5FB9F90A-5050-D24E-9C7D-F6FCD969A703}"/>
              </a:ext>
            </a:extLst>
          </p:cNvPr>
          <p:cNvCxnSpPr/>
          <p:nvPr/>
        </p:nvCxnSpPr>
        <p:spPr>
          <a:xfrm>
            <a:off x="334963" y="1233488"/>
            <a:ext cx="115570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F22A98C7-0EB3-E54A-B728-78D6A74E5913}"/>
              </a:ext>
            </a:extLst>
          </p:cNvPr>
          <p:cNvSpPr>
            <a:spLocks noGrp="1"/>
          </p:cNvSpPr>
          <p:nvPr>
            <p:ph idx="10"/>
          </p:nvPr>
        </p:nvSpPr>
        <p:spPr>
          <a:xfrm>
            <a:off x="322351" y="3967635"/>
            <a:ext cx="10548218" cy="1872996"/>
          </a:xfrm>
        </p:spPr>
        <p:txBody>
          <a:bodyPr/>
          <a:lstStyle>
            <a:lvl1pPr rtl="0">
              <a:defRPr sz="1450">
                <a:latin typeface="MarkOT" panose="020B0504020201010104" pitchFamily="34" charset="0"/>
              </a:defRPr>
            </a:lvl1pPr>
            <a:lvl2pPr rtl="0">
              <a:defRPr sz="1450">
                <a:latin typeface="MarkOT" panose="020B0504020201010104" pitchFamily="34" charset="0"/>
              </a:defRPr>
            </a:lvl2pPr>
            <a:lvl3pPr rtl="0">
              <a:defRPr sz="1450">
                <a:latin typeface="MarkOT" panose="020B0504020201010104" pitchFamily="34" charset="0"/>
              </a:defRPr>
            </a:lvl3pPr>
            <a:lvl4pPr rtl="0">
              <a:defRPr sz="1450">
                <a:latin typeface="MarkOT" panose="020B0504020201010104" pitchFamily="34" charset="0"/>
              </a:defRPr>
            </a:lvl4pPr>
            <a:lvl5pPr rtl="0">
              <a:defRPr sz="1450">
                <a:latin typeface="MarkOT" panose="020B05040202010101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0" name="Straight Connector 19">
            <a:extLst>
              <a:ext uri="{FF2B5EF4-FFF2-40B4-BE49-F238E27FC236}">
                <a16:creationId xmlns:a16="http://schemas.microsoft.com/office/drawing/2014/main" id="{8C0F1346-5774-B749-9B80-327CFB658D0D}"/>
              </a:ext>
            </a:extLst>
          </p:cNvPr>
          <p:cNvCxnSpPr/>
          <p:nvPr/>
        </p:nvCxnSpPr>
        <p:spPr>
          <a:xfrm>
            <a:off x="297127" y="4157408"/>
            <a:ext cx="11557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B56F8231-3D34-2540-8D62-897490F89337}"/>
              </a:ext>
            </a:extLst>
          </p:cNvPr>
          <p:cNvSpPr>
            <a:spLocks noGrp="1"/>
          </p:cNvSpPr>
          <p:nvPr>
            <p:ph type="body" sz="quarter" idx="11"/>
          </p:nvPr>
        </p:nvSpPr>
        <p:spPr>
          <a:xfrm>
            <a:off x="297127" y="3576424"/>
            <a:ext cx="11557000" cy="661987"/>
          </a:xfrm>
        </p:spPr>
        <p:txBody>
          <a:bodyPr/>
          <a:lstStyle>
            <a:lvl1pPr rtl="0">
              <a:defRPr sz="3400">
                <a:solidFill>
                  <a:schemeClr val="accent2"/>
                </a:solidFill>
                <a:latin typeface="MarkOT" panose="020B05040202010101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3D7F1526-A2C6-AB4A-B853-B03055A3BADB}"/>
              </a:ext>
            </a:extLst>
          </p:cNvPr>
          <p:cNvPicPr>
            <a:picLocks noChangeAspect="1"/>
          </p:cNvPicPr>
          <p:nvPr/>
        </p:nvPicPr>
        <p:blipFill>
          <a:blip r:embed="rId5"/>
          <a:srcRect/>
          <a:stretch/>
        </p:blipFill>
        <p:spPr>
          <a:xfrm>
            <a:off x="322351" y="5961066"/>
            <a:ext cx="598355" cy="600071"/>
          </a:xfrm>
          <a:prstGeom prst="rect">
            <a:avLst/>
          </a:prstGeom>
        </p:spPr>
      </p:pic>
    </p:spTree>
    <p:extLst>
      <p:ext uri="{BB962C8B-B14F-4D97-AF65-F5344CB8AC3E}">
        <p14:creationId xmlns:p14="http://schemas.microsoft.com/office/powerpoint/2010/main" val="2319334403"/>
      </p:ext>
    </p:extLst>
  </p:cSld>
  <p:clrMapOvr>
    <a:masterClrMapping/>
  </p:clrMapOvr>
  <p:hf hdr="0" dt="0"/>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FBF7696-0A36-B87E-A838-DE9304DDAC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6FBF7696-0A36-B87E-A838-DE9304DDAC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Google Shape;721;g2dc0e050917_1_518">
            <a:extLst>
              <a:ext uri="{FF2B5EF4-FFF2-40B4-BE49-F238E27FC236}">
                <a16:creationId xmlns:a16="http://schemas.microsoft.com/office/drawing/2014/main" id="{942842CD-EEA8-19F0-D401-F826769D8CD2}"/>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 OT" panose="020B0504020201010104" pitchFamily="34" charset="0"/>
                <a:ea typeface="Mark 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4" name="Google Shape;722;g2dc0e050917_1_518">
            <a:extLst>
              <a:ext uri="{FF2B5EF4-FFF2-40B4-BE49-F238E27FC236}">
                <a16:creationId xmlns:a16="http://schemas.microsoft.com/office/drawing/2014/main" id="{D339B6E1-BBA0-EEF8-EEA2-38A4DFAE023C}"/>
              </a:ext>
            </a:extLst>
          </p:cNvPr>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5" name="Google Shape;723;g2dc0e050917_1_518">
            <a:extLst>
              <a:ext uri="{FF2B5EF4-FFF2-40B4-BE49-F238E27FC236}">
                <a16:creationId xmlns:a16="http://schemas.microsoft.com/office/drawing/2014/main" id="{F6058343-4614-B084-3357-B96408293530}"/>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pic>
        <p:nvPicPr>
          <p:cNvPr id="6" name="Picture 5">
            <a:extLst>
              <a:ext uri="{FF2B5EF4-FFF2-40B4-BE49-F238E27FC236}">
                <a16:creationId xmlns:a16="http://schemas.microsoft.com/office/drawing/2014/main" id="{B1D8FA7D-1F53-001E-6C53-7F6BDAB5379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5" cy="600071"/>
          </a:xfrm>
          <a:prstGeom prst="rect">
            <a:avLst/>
          </a:prstGeom>
        </p:spPr>
      </p:pic>
    </p:spTree>
    <p:extLst>
      <p:ext uri="{BB962C8B-B14F-4D97-AF65-F5344CB8AC3E}">
        <p14:creationId xmlns:p14="http://schemas.microsoft.com/office/powerpoint/2010/main" val="1727232149"/>
      </p:ext>
    </p:extLst>
  </p:cSld>
  <p:clrMapOvr>
    <a:masterClrMapping/>
  </p:clrMapOvr>
  <p:hf hdr="0" dt="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Airservices — Pages Table + Conten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8AC842A-3DC0-4329-8AD8-EC7A963D9E7A}"/>
              </a:ext>
            </a:extLst>
          </p:cNvPr>
          <p:cNvGraphicFramePr>
            <a:graphicFrameLocks noChangeAspect="1"/>
          </p:cNvGraphicFramePr>
          <p:nvPr>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2" name="Object 1" hidden="1">
                        <a:extLst>
                          <a:ext uri="{FF2B5EF4-FFF2-40B4-BE49-F238E27FC236}">
                            <a16:creationId xmlns:a16="http://schemas.microsoft.com/office/drawing/2014/main" id="{48AC842A-3DC0-4329-8AD8-EC7A963D9E7A}"/>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0" name="Content Placeholder 2">
            <a:extLst>
              <a:ext uri="{FF2B5EF4-FFF2-40B4-BE49-F238E27FC236}">
                <a16:creationId xmlns:a16="http://schemas.microsoft.com/office/drawing/2014/main" id="{F7B8FCED-60A7-0F49-B591-C4AA64E6825D}"/>
              </a:ext>
            </a:extLst>
          </p:cNvPr>
          <p:cNvSpPr>
            <a:spLocks noGrp="1"/>
          </p:cNvSpPr>
          <p:nvPr>
            <p:ph sz="half" idx="10" hasCustomPrompt="1"/>
          </p:nvPr>
        </p:nvSpPr>
        <p:spPr>
          <a:xfrm>
            <a:off x="7442522" y="1719350"/>
            <a:ext cx="4389479" cy="4162626"/>
          </a:xfrm>
          <a:prstGeom prst="rect">
            <a:avLst/>
          </a:prstGeom>
        </p:spPr>
        <p:txBody>
          <a:bodyPr/>
          <a:lstStyle>
            <a:lvl1pPr rtl="0">
              <a:buClr>
                <a:schemeClr val="tx1"/>
              </a:buClr>
              <a:defRPr sz="1125" b="0" i="0" baseline="0">
                <a:solidFill>
                  <a:schemeClr val="accent6">
                    <a:lumMod val="50000"/>
                  </a:schemeClr>
                </a:solidFill>
                <a:latin typeface="Arial" panose="020B0604020202020204" pitchFamily="34" charset="0"/>
              </a:defRPr>
            </a:lvl1pPr>
            <a:lvl2pPr rtl="0">
              <a:buClr>
                <a:schemeClr val="tx1"/>
              </a:buClr>
              <a:defRPr sz="1125" b="0" i="0" baseline="0">
                <a:solidFill>
                  <a:schemeClr val="accent6">
                    <a:lumMod val="50000"/>
                  </a:schemeClr>
                </a:solidFill>
                <a:latin typeface="Arial" panose="020B0604020202020204" pitchFamily="34" charset="0"/>
              </a:defRPr>
            </a:lvl2pPr>
            <a:lvl3pPr marL="857250" marR="0" indent="-171450" algn="l" defTabSz="685800" rtl="0" eaLnBrk="1" fontAlgn="auto" latinLnBrk="0" hangingPunct="1">
              <a:lnSpc>
                <a:spcPct val="90000"/>
              </a:lnSpc>
              <a:spcBef>
                <a:spcPts val="375"/>
              </a:spcBef>
              <a:spcAft>
                <a:spcPts val="0"/>
              </a:spcAft>
              <a:buClr>
                <a:schemeClr val="tx1"/>
              </a:buClr>
              <a:buSzTx/>
              <a:buFont typeface="Arial" panose="020B0604020202020204" pitchFamily="34" charset="0"/>
              <a:buChar char="•"/>
              <a:tabLst/>
              <a:defRPr sz="900" b="0" i="0" baseline="0">
                <a:solidFill>
                  <a:schemeClr val="accent6">
                    <a:lumMod val="50000"/>
                  </a:schemeClr>
                </a:solidFill>
                <a:latin typeface="Arial" panose="020B0604020202020204" pitchFamily="34" charset="0"/>
              </a:defRPr>
            </a:lvl3pPr>
            <a:lvl4pPr>
              <a:buClr>
                <a:schemeClr val="tx1"/>
              </a:buClr>
              <a:defRPr sz="750">
                <a:solidFill>
                  <a:schemeClr val="accent6"/>
                </a:solidFill>
              </a:defRPr>
            </a:lvl4pPr>
            <a:lvl5pPr>
              <a:buClr>
                <a:schemeClr val="tx1"/>
              </a:buClr>
              <a:defRPr sz="750" b="0" i="0">
                <a:solidFill>
                  <a:schemeClr val="accent6"/>
                </a:solidFill>
                <a:latin typeface="Helvetica" pitchFamily="2" charset="0"/>
              </a:defRPr>
            </a:lvl5pPr>
          </a:lstStyle>
          <a:p>
            <a:pPr lvl="0"/>
            <a:r>
              <a:rPr lang="en-AU"/>
              <a:t>Bullets can be utilised to simplify info</a:t>
            </a:r>
          </a:p>
          <a:p>
            <a:pPr lvl="1"/>
            <a:r>
              <a:rPr lang="en-AU"/>
              <a:t>And can be stepped out into a second</a:t>
            </a:r>
          </a:p>
          <a:p>
            <a:pPr marL="857250" marR="0" lvl="2" indent="-171450" algn="l" defTabSz="685800" rtl="0" eaLnBrk="1" fontAlgn="auto" latinLnBrk="0" hangingPunct="1">
              <a:lnSpc>
                <a:spcPct val="90000"/>
              </a:lnSpc>
              <a:spcBef>
                <a:spcPts val="375"/>
              </a:spcBef>
              <a:spcAft>
                <a:spcPts val="0"/>
              </a:spcAft>
              <a:buClr>
                <a:schemeClr val="tx1"/>
              </a:buClr>
              <a:buSzTx/>
              <a:buFont typeface="Arial" panose="020B0604020202020204" pitchFamily="34" charset="0"/>
              <a:buChar char="•"/>
              <a:tabLst/>
              <a:defRPr/>
            </a:pPr>
            <a:r>
              <a:rPr lang="en-AU"/>
              <a:t>Or a third level</a:t>
            </a:r>
          </a:p>
          <a:p>
            <a:pPr marL="857250" marR="0" lvl="2" indent="-171450" algn="l" defTabSz="685800" rtl="0" eaLnBrk="1" fontAlgn="auto" latinLnBrk="0" hangingPunct="1">
              <a:lnSpc>
                <a:spcPct val="90000"/>
              </a:lnSpc>
              <a:spcBef>
                <a:spcPts val="375"/>
              </a:spcBef>
              <a:spcAft>
                <a:spcPts val="0"/>
              </a:spcAft>
              <a:buClr>
                <a:schemeClr val="tx1"/>
              </a:buClr>
              <a:buSzTx/>
              <a:buFont typeface="Arial" panose="020B0604020202020204" pitchFamily="34" charset="0"/>
              <a:buChar char="•"/>
              <a:tabLst/>
              <a:defRPr/>
            </a:pPr>
            <a:r>
              <a:rPr lang="en-AU"/>
              <a:t>But remember to not overwhelm, as they’re designed to be simple and concise</a:t>
            </a:r>
          </a:p>
        </p:txBody>
      </p:sp>
      <p:sp>
        <p:nvSpPr>
          <p:cNvPr id="4" name="Table Placeholder 3">
            <a:extLst>
              <a:ext uri="{FF2B5EF4-FFF2-40B4-BE49-F238E27FC236}">
                <a16:creationId xmlns:a16="http://schemas.microsoft.com/office/drawing/2014/main" id="{3A4BD503-85B0-304E-AF1F-AF4E6849BFC6}"/>
              </a:ext>
            </a:extLst>
          </p:cNvPr>
          <p:cNvSpPr>
            <a:spLocks noGrp="1"/>
          </p:cNvSpPr>
          <p:nvPr>
            <p:ph type="tbl" sz="quarter" idx="11" hasCustomPrompt="1"/>
          </p:nvPr>
        </p:nvSpPr>
        <p:spPr>
          <a:xfrm>
            <a:off x="360001" y="1719984"/>
            <a:ext cx="6508751" cy="4162629"/>
          </a:xfrm>
          <a:prstGeom prst="rect">
            <a:avLst/>
          </a:prstGeom>
        </p:spPr>
        <p:txBody>
          <a:bodyPr/>
          <a:lstStyle>
            <a:lvl1pPr marL="0" indent="0" rtl="0">
              <a:buNone/>
              <a:defRPr b="0" i="0">
                <a:latin typeface="Arial" panose="020B0604020202020204" pitchFamily="34" charset="0"/>
              </a:defRPr>
            </a:lvl1pPr>
          </a:lstStyle>
          <a:p>
            <a:r>
              <a:rPr lang="en-AU"/>
              <a:t>Show your data with an easy to read table.</a:t>
            </a:r>
          </a:p>
        </p:txBody>
      </p:sp>
      <p:sp>
        <p:nvSpPr>
          <p:cNvPr id="7" name="Slide Number Placeholder 5">
            <a:extLst>
              <a:ext uri="{FF2B5EF4-FFF2-40B4-BE49-F238E27FC236}">
                <a16:creationId xmlns:a16="http://schemas.microsoft.com/office/drawing/2014/main" id="{A63C39A8-8B80-5B4F-A4FC-0C93D0058F87}"/>
              </a:ext>
            </a:extLst>
          </p:cNvPr>
          <p:cNvSpPr>
            <a:spLocks noGrp="1"/>
          </p:cNvSpPr>
          <p:nvPr>
            <p:ph type="sldNum" sz="quarter" idx="4"/>
          </p:nvPr>
        </p:nvSpPr>
        <p:spPr>
          <a:xfrm>
            <a:off x="9088800" y="6300000"/>
            <a:ext cx="2743200" cy="360000"/>
          </a:xfrm>
          <a:prstGeom prst="rect">
            <a:avLst/>
          </a:prstGeom>
        </p:spPr>
        <p:txBody>
          <a:bodyPr/>
          <a:lstStyle>
            <a:lvl1pPr algn="r" rtl="0">
              <a:defRPr sz="900">
                <a:solidFill>
                  <a:schemeClr val="tx2"/>
                </a:solidFill>
              </a:defRPr>
            </a:lvl1pPr>
          </a:lstStyle>
          <a:p>
            <a:fld id="{3E6AC032-1535-134B-A583-D5E1DDD0D167}" type="slidenum">
              <a:rPr lang="en-US" smtClean="0"/>
              <a:pPr/>
              <a:t>‹#›</a:t>
            </a:fld>
            <a:endParaRPr lang="en-US"/>
          </a:p>
        </p:txBody>
      </p:sp>
      <p:sp>
        <p:nvSpPr>
          <p:cNvPr id="8" name="Title 1">
            <a:extLst>
              <a:ext uri="{FF2B5EF4-FFF2-40B4-BE49-F238E27FC236}">
                <a16:creationId xmlns:a16="http://schemas.microsoft.com/office/drawing/2014/main" id="{8E984B70-3E32-4FA0-A418-A809312638A6}"/>
              </a:ext>
            </a:extLst>
          </p:cNvPr>
          <p:cNvSpPr>
            <a:spLocks noGrp="1"/>
          </p:cNvSpPr>
          <p:nvPr>
            <p:ph type="ctrTitle" hasCustomPrompt="1"/>
          </p:nvPr>
        </p:nvSpPr>
        <p:spPr>
          <a:xfrm>
            <a:off x="360000" y="370512"/>
            <a:ext cx="11472000" cy="971995"/>
          </a:xfrm>
          <a:prstGeom prst="rect">
            <a:avLst/>
          </a:prstGeom>
        </p:spPr>
        <p:txBody>
          <a:bodyPr vert="horz" anchor="t">
            <a:normAutofit/>
          </a:bodyPr>
          <a:lstStyle>
            <a:lvl1pPr algn="l" rtl="0">
              <a:lnSpc>
                <a:spcPct val="75000"/>
              </a:lnSpc>
              <a:defRPr sz="2400" b="1" i="0" cap="all" spc="-75" baseline="0">
                <a:solidFill>
                  <a:schemeClr val="tx2"/>
                </a:solidFill>
                <a:latin typeface="Arial Narrow" panose="020B0604020202020204" pitchFamily="34" charset="0"/>
                <a:cs typeface="Arial Narrow" panose="020B0604020202020204" pitchFamily="34" charset="0"/>
              </a:defRPr>
            </a:lvl1pPr>
          </a:lstStyle>
          <a:p>
            <a:r>
              <a:rPr lang="en-AU"/>
              <a:t>Use a short to-the-point title</a:t>
            </a:r>
          </a:p>
        </p:txBody>
      </p:sp>
      <p:cxnSp>
        <p:nvCxnSpPr>
          <p:cNvPr id="11" name="Straight Connector 10">
            <a:extLst>
              <a:ext uri="{FF2B5EF4-FFF2-40B4-BE49-F238E27FC236}">
                <a16:creationId xmlns:a16="http://schemas.microsoft.com/office/drawing/2014/main" id="{2442F0FD-D399-4A9D-9D29-F5F9DA657FDC}"/>
              </a:ext>
            </a:extLst>
          </p:cNvPr>
          <p:cNvCxnSpPr>
            <a:cxnSpLocks/>
            <a:stCxn id="8" idx="1"/>
          </p:cNvCxnSpPr>
          <p:nvPr/>
        </p:nvCxnSpPr>
        <p:spPr>
          <a:xfrm flipV="1">
            <a:off x="360000" y="827508"/>
            <a:ext cx="11832000" cy="290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0335490"/>
      </p:ext>
    </p:extLst>
  </p:cSld>
  <p:clrMapOvr>
    <a:masterClrMapping/>
  </p:clrMapOvr>
  <p:hf hdr="0" dt="0"/>
</p:sldLayout>
</file>

<file path=ppt/slideLayouts/slideLayout137.xml><?xml version="1.0" encoding="utf-8"?>
<p:sldLayout xmlns:a="http://schemas.openxmlformats.org/drawingml/2006/main" xmlns:r="http://schemas.openxmlformats.org/officeDocument/2006/relationships" xmlns:p="http://schemas.openxmlformats.org/presentationml/2006/main">
  <p:cSld name="Title Only - White">
    <p:spTree>
      <p:nvGrpSpPr>
        <p:cNvPr id="1" name=""/>
        <p:cNvGrpSpPr/>
        <p:nvPr/>
      </p:nvGrpSpPr>
      <p:grpSpPr>
        <a:xfrm>
          <a:off x="0" y="0"/>
          <a:ext cx="0" cy="0"/>
          <a:chOff x="0" y="0"/>
          <a:chExt cx="0" cy="0"/>
        </a:xfrm>
      </p:grpSpPr>
      <p:sp>
        <p:nvSpPr>
          <p:cNvPr id="19" name="Slide Tags" hidden="1"/>
          <p:cNvSpPr txBox="1"/>
          <p:nvPr>
            <p:custDataLst>
              <p:tags r:id="rId1"/>
            </p:custDataLst>
          </p:nvPr>
        </p:nvSpPr>
        <p:spPr>
          <a:xfrm>
            <a:off x="0" y="201706"/>
            <a:ext cx="1939636" cy="241733"/>
          </a:xfrm>
          <a:prstGeom prst="rect">
            <a:avLst/>
          </a:prstGeom>
          <a:noFill/>
        </p:spPr>
        <p:txBody>
          <a:bodyPr wrap="square" rtlCol="0">
            <a:spAutoFit/>
          </a:bodyPr>
          <a:lstStyle/>
          <a:p>
            <a:r>
              <a:rPr lang="en-GB" sz="971" noProof="1"/>
              <a:t>Slide Tags</a:t>
            </a:r>
          </a:p>
        </p:txBody>
      </p:sp>
      <p:sp>
        <p:nvSpPr>
          <p:cNvPr id="21" name="Date/Filepath" hidden="1"/>
          <p:cNvSpPr txBox="1"/>
          <p:nvPr>
            <p:custDataLst>
              <p:tags r:id="rId2"/>
            </p:custDataLst>
          </p:nvPr>
        </p:nvSpPr>
        <p:spPr>
          <a:xfrm>
            <a:off x="3999350" y="267427"/>
            <a:ext cx="7536873" cy="122213"/>
          </a:xfrm>
          <a:prstGeom prst="rect">
            <a:avLst/>
          </a:prstGeom>
          <a:noFill/>
        </p:spPr>
        <p:txBody>
          <a:bodyPr wrap="square" lIns="0" tIns="0" rIns="0" bIns="0" rtlCol="0" anchor="b" anchorCtr="0">
            <a:spAutoFit/>
          </a:bodyPr>
          <a:lstStyle/>
          <a:p>
            <a:pPr algn="r"/>
            <a:r>
              <a:rPr lang="en-GB" sz="794" noProof="1"/>
              <a:t>17/11/2023 Presentation2</a:t>
            </a:r>
          </a:p>
        </p:txBody>
      </p:sp>
      <p:sp>
        <p:nvSpPr>
          <p:cNvPr id="47" name="Banner Statement"/>
          <p:cNvSpPr>
            <a:spLocks noGrp="1"/>
          </p:cNvSpPr>
          <p:nvPr>
            <p:ph type="title" hasCustomPrompt="1"/>
          </p:nvPr>
        </p:nvSpPr>
        <p:spPr>
          <a:xfrm>
            <a:off x="442913" y="384048"/>
            <a:ext cx="11306173" cy="841248"/>
          </a:xfrm>
        </p:spPr>
        <p:txBody>
          <a:bodyPr vert="horz" lIns="0" tIns="0" rIns="0" bIns="0" rtlCol="0" anchor="b" anchorCtr="0">
            <a:noAutofit/>
          </a:bodyPr>
          <a:lstStyle>
            <a:lvl1pPr algn="l" defTabSz="899010" rtl="0" eaLnBrk="1" latinLnBrk="0" hangingPunct="1">
              <a:lnSpc>
                <a:spcPct val="85000"/>
              </a:lnSpc>
              <a:spcBef>
                <a:spcPct val="0"/>
              </a:spcBef>
              <a:buNone/>
              <a:defRPr lang="en-GB" sz="3200" b="0" i="0" kern="1200" baseline="0" noProof="0" dirty="0">
                <a:solidFill>
                  <a:schemeClr val="tx1"/>
                </a:solidFill>
                <a:latin typeface="+mj-lt"/>
                <a:ea typeface="+mj-ea"/>
                <a:cs typeface="+mj-cs"/>
              </a:defRPr>
            </a:lvl1pPr>
          </a:lstStyle>
          <a:p>
            <a:pPr lvl="0" algn="l" defTabSz="899010" rtl="0" eaLnBrk="1" latinLnBrk="0" hangingPunct="1">
              <a:spcBef>
                <a:spcPct val="0"/>
              </a:spcBef>
              <a:buNone/>
            </a:pPr>
            <a:r>
              <a:rPr lang="en-GB"/>
              <a:t>[Slide title]</a:t>
            </a:r>
          </a:p>
        </p:txBody>
      </p:sp>
      <p:sp>
        <p:nvSpPr>
          <p:cNvPr id="14" name="Footer Text">
            <a:extLst>
              <a:ext uri="{FF2B5EF4-FFF2-40B4-BE49-F238E27FC236}">
                <a16:creationId xmlns:a16="http://schemas.microsoft.com/office/drawing/2014/main" id="{C18FC0CC-4F80-4CC1-B8EF-BA9A7C972106}"/>
              </a:ext>
            </a:extLst>
          </p:cNvPr>
          <p:cNvSpPr>
            <a:spLocks noGrp="1"/>
          </p:cNvSpPr>
          <p:nvPr>
            <p:ph type="body" sz="quarter" idx="14" hasCustomPrompt="1"/>
          </p:nvPr>
        </p:nvSpPr>
        <p:spPr>
          <a:xfrm>
            <a:off x="2590800" y="6355080"/>
            <a:ext cx="6998208" cy="274320"/>
          </a:xfrm>
        </p:spPr>
        <p:txBody>
          <a:bodyPr anchor="b">
            <a:noAutofit/>
          </a:bodyPr>
          <a:lstStyle>
            <a:lvl1pPr marL="0" indent="0">
              <a:buNone/>
              <a:defRPr sz="750"/>
            </a:lvl1pPr>
          </a:lstStyle>
          <a:p>
            <a:pPr lvl="0"/>
            <a:r>
              <a:rPr lang="en-GB"/>
              <a:t>[Optional footnotes/references]</a:t>
            </a:r>
          </a:p>
        </p:txBody>
      </p:sp>
      <p:sp>
        <p:nvSpPr>
          <p:cNvPr id="13" name="Subtitle">
            <a:extLst>
              <a:ext uri="{FF2B5EF4-FFF2-40B4-BE49-F238E27FC236}">
                <a16:creationId xmlns:a16="http://schemas.microsoft.com/office/drawing/2014/main" id="{A3F7C341-510E-4274-A98C-F6527D1BE533}"/>
              </a:ext>
            </a:extLst>
          </p:cNvPr>
          <p:cNvSpPr>
            <a:spLocks noGrp="1"/>
          </p:cNvSpPr>
          <p:nvPr>
            <p:ph type="body" sz="quarter" idx="15" hasCustomPrompt="1"/>
          </p:nvPr>
        </p:nvSpPr>
        <p:spPr>
          <a:xfrm>
            <a:off x="442913" y="1276212"/>
            <a:ext cx="11306173" cy="320177"/>
          </a:xfrm>
        </p:spPr>
        <p:txBody>
          <a:bodyPr>
            <a:normAutofit/>
          </a:bodyPr>
          <a:lstStyle>
            <a:lvl1pPr marL="0" indent="0">
              <a:buFontTx/>
              <a:buNone/>
              <a:defRPr sz="1800" b="1">
                <a:solidFill>
                  <a:schemeClr val="tx2"/>
                </a:solidFill>
              </a:defRPr>
            </a:lvl1pPr>
          </a:lstStyle>
          <a:p>
            <a:pPr lvl="0"/>
            <a:r>
              <a:rPr lang="en-GB"/>
              <a:t>[Optional slide subtitle]</a:t>
            </a:r>
          </a:p>
        </p:txBody>
      </p:sp>
      <p:sp>
        <p:nvSpPr>
          <p:cNvPr id="3" name="Slide Number Placeholder 1">
            <a:extLst>
              <a:ext uri="{FF2B5EF4-FFF2-40B4-BE49-F238E27FC236}">
                <a16:creationId xmlns:a16="http://schemas.microsoft.com/office/drawing/2014/main" id="{D66BA114-2E3B-49A8-4ECE-71ECB8005BF9}"/>
              </a:ext>
            </a:extLst>
          </p:cNvPr>
          <p:cNvSpPr>
            <a:spLocks noGrp="1"/>
          </p:cNvSpPr>
          <p:nvPr>
            <p:ph type="sldNum" sz="quarter" idx="4"/>
          </p:nvPr>
        </p:nvSpPr>
        <p:spPr>
          <a:xfrm>
            <a:off x="9701408" y="6495238"/>
            <a:ext cx="2028305" cy="137160"/>
          </a:xfrm>
          <a:prstGeom prst="rect">
            <a:avLst/>
          </a:prstGeom>
        </p:spPr>
        <p:txBody>
          <a:bodyPr vert="horz" lIns="0" tIns="50941" rIns="0" bIns="50941" rtlCol="0" anchor="ctr"/>
          <a:lstStyle>
            <a:lvl1pPr algn="r">
              <a:defRPr sz="800">
                <a:solidFill>
                  <a:schemeClr val="tx1"/>
                </a:solidFill>
                <a:latin typeface="Arial" pitchFamily="34" charset="0"/>
                <a:cs typeface="Arial"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962910315"/>
      </p:ext>
    </p:extLst>
  </p:cSld>
  <p:clrMapOvr>
    <a:masterClrMapping/>
  </p:clrMapOvr>
  <p:hf hdr="0" dt="0"/>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3_Heading + 2 column Text">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AU" sz="1000" b="0" i="0" smtClean="0">
                <a:solidFill>
                  <a:schemeClr val="tx1"/>
                </a:solidFill>
                <a:latin typeface="Arial" panose="020B0604020202020204" pitchFamily="34" charset="0"/>
              </a:rPr>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a:spcAft>
                <a:spcPts val="900"/>
              </a:spcAft>
              <a:defRPr sz="1400" b="1" i="0">
                <a:solidFill>
                  <a:schemeClr val="accent1"/>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Text Placeholder 14">
            <a:extLst>
              <a:ext uri="{FF2B5EF4-FFF2-40B4-BE49-F238E27FC236}">
                <a16:creationId xmlns:a16="http://schemas.microsoft.com/office/drawing/2014/main" id="{B1621486-794B-F9AE-ED80-8118996F5477}"/>
              </a:ext>
            </a:extLst>
          </p:cNvPr>
          <p:cNvSpPr>
            <a:spLocks noGrp="1"/>
          </p:cNvSpPr>
          <p:nvPr>
            <p:ph type="body" sz="quarter" idx="16"/>
          </p:nvPr>
        </p:nvSpPr>
        <p:spPr>
          <a:xfrm>
            <a:off x="334964" y="1233489"/>
            <a:ext cx="11569612" cy="287334"/>
          </a:xfrm>
        </p:spPr>
        <p:txBody>
          <a:bodyPr/>
          <a:lstStyle>
            <a:lvl1pPr>
              <a:spcAft>
                <a:spcPts val="900"/>
              </a:spcAft>
              <a:defRPr sz="1400" b="0" i="0">
                <a:solidFill>
                  <a:schemeClr val="accent1"/>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403428284"/>
      </p:ext>
    </p:extLst>
  </p:cSld>
  <p:clrMapOvr>
    <a:masterClrMapping/>
  </p:clrMapOvr>
  <p:hf hdr="0" dt="0"/>
</p:sldLayout>
</file>

<file path=ppt/slideLayouts/slideLayout139.xml><?xml version="1.0" encoding="utf-8"?>
<p:sldLayout xmlns:a="http://schemas.openxmlformats.org/drawingml/2006/main" xmlns:r="http://schemas.openxmlformats.org/officeDocument/2006/relationships" xmlns:p="http://schemas.openxmlformats.org/presentationml/2006/main">
  <p:cSld name="3_Agenda">
    <p:spTree>
      <p:nvGrpSpPr>
        <p:cNvPr id="1" name=""/>
        <p:cNvGrpSpPr/>
        <p:nvPr/>
      </p:nvGrpSpPr>
      <p:grpSpPr>
        <a:xfrm>
          <a:off x="0" y="0"/>
          <a:ext cx="0" cy="0"/>
          <a:chOff x="0" y="0"/>
          <a:chExt cx="0" cy="0"/>
        </a:xfrm>
      </p:grpSpPr>
      <p:sp>
        <p:nvSpPr>
          <p:cNvPr id="4" name="Presentation Title">
            <a:extLst>
              <a:ext uri="{FF2B5EF4-FFF2-40B4-BE49-F238E27FC236}">
                <a16:creationId xmlns:a16="http://schemas.microsoft.com/office/drawing/2014/main" id="{27200510-6B72-624A-A0B0-026CD1676CF0}"/>
              </a:ext>
            </a:extLst>
          </p:cNvPr>
          <p:cNvSpPr>
            <a:spLocks noGrp="1"/>
          </p:cNvSpPr>
          <p:nvPr>
            <p:ph type="title" hasCustomPrompt="1"/>
          </p:nvPr>
        </p:nvSpPr>
        <p:spPr/>
        <p:txBody>
          <a:bodyPr/>
          <a:lstStyle>
            <a:lvl1pPr>
              <a:defRPr/>
            </a:lvl1pPr>
          </a:lstStyle>
          <a:p>
            <a:r>
              <a:rPr lang="en-AU"/>
              <a:t>[Slide title]</a:t>
            </a:r>
          </a:p>
        </p:txBody>
      </p:sp>
      <p:sp>
        <p:nvSpPr>
          <p:cNvPr id="3" name="Content Placeholder 2"/>
          <p:cNvSpPr>
            <a:spLocks noGrp="1"/>
          </p:cNvSpPr>
          <p:nvPr>
            <p:ph idx="1"/>
          </p:nvPr>
        </p:nvSpPr>
        <p:spPr>
          <a:xfrm>
            <a:off x="609600" y="2103438"/>
            <a:ext cx="10972800" cy="4068762"/>
          </a:xfrm>
        </p:spPr>
        <p:txBody>
          <a:bodyPr/>
          <a:lstStyle>
            <a:lvl1pPr marL="547688" indent="-547688">
              <a:lnSpc>
                <a:spcPct val="90000"/>
              </a:lnSpc>
              <a:spcBef>
                <a:spcPts val="0"/>
              </a:spcBef>
              <a:spcAft>
                <a:spcPts val="450"/>
              </a:spcAft>
              <a:buClr>
                <a:schemeClr val="accent1"/>
              </a:buClr>
              <a:buFont typeface="+mj-lt"/>
              <a:buAutoNum type="arabicPeriod"/>
              <a:tabLst>
                <a:tab pos="8170863" algn="r"/>
              </a:tabLst>
              <a:defRPr sz="2000" b="0">
                <a:solidFill>
                  <a:schemeClr val="tx1"/>
                </a:solidFill>
              </a:defRPr>
            </a:lvl1pPr>
            <a:lvl2pPr marL="547688" indent="0">
              <a:buClr>
                <a:schemeClr val="accent4"/>
              </a:buClr>
              <a:buFont typeface="+mj-lt"/>
              <a:buNone/>
              <a:tabLst>
                <a:tab pos="8170863" algn="r"/>
              </a:tabLst>
              <a:defRPr sz="1400"/>
            </a:lvl2pPr>
            <a:lvl3pPr marL="730250" indent="-182563">
              <a:lnSpc>
                <a:spcPct val="100000"/>
              </a:lnSpc>
              <a:tabLst>
                <a:tab pos="8170863" algn="r"/>
              </a:tabLst>
              <a:defRPr sz="1400"/>
            </a:lvl3pPr>
            <a:lvl4pPr marL="914400" indent="-182563">
              <a:lnSpc>
                <a:spcPct val="100000"/>
              </a:lnSpc>
              <a:tabLst>
                <a:tab pos="8170863" algn="r"/>
              </a:tabLst>
              <a:defRPr sz="1400"/>
            </a:lvl4pPr>
            <a:lvl5pPr marL="1096963" indent="-182563">
              <a:lnSpc>
                <a:spcPct val="100000"/>
              </a:lnSpc>
              <a:tabLst>
                <a:tab pos="8170863" algn="r"/>
              </a:tabLst>
              <a:defRPr sz="1400"/>
            </a:lvl5pPr>
            <a:lvl6pPr marL="1279525" indent="-182563">
              <a:lnSpc>
                <a:spcPct val="100000"/>
              </a:lnSpc>
              <a:tabLst>
                <a:tab pos="8170863" algn="r"/>
              </a:tabLst>
              <a:defRPr sz="1400"/>
            </a:lvl6pPr>
            <a:lvl7pPr marL="1462088" indent="-182563">
              <a:lnSpc>
                <a:spcPct val="100000"/>
              </a:lnSpc>
              <a:tabLst>
                <a:tab pos="8170863" algn="r"/>
              </a:tabLst>
              <a:defRPr sz="1400"/>
            </a:lvl7pPr>
            <a:lvl8pPr marL="1644650" indent="-182563">
              <a:lnSpc>
                <a:spcPct val="100000"/>
              </a:lnSpc>
              <a:tabLst>
                <a:tab pos="8170863" algn="r"/>
              </a:tabLst>
              <a:defRPr sz="1400"/>
            </a:lvl8pPr>
            <a:lvl9pPr marL="1828800" indent="-182563">
              <a:lnSpc>
                <a:spcPct val="100000"/>
              </a:lnSpc>
              <a:tabLst>
                <a:tab pos="8170863" algn="r"/>
              </a:tabLst>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a:extLst>
              <a:ext uri="{FF2B5EF4-FFF2-40B4-BE49-F238E27FC236}">
                <a16:creationId xmlns:a16="http://schemas.microsoft.com/office/drawing/2014/main" id="{CBB5EE8C-5641-7446-A666-D6661816F231}"/>
              </a:ext>
            </a:extLst>
          </p:cNvPr>
          <p:cNvSpPr>
            <a:spLocks noGrp="1"/>
          </p:cNvSpPr>
          <p:nvPr>
            <p:ph type="ftr" sz="quarter" idx="13"/>
          </p:nvPr>
        </p:nvSpPr>
        <p:spPr/>
        <p:txBody>
          <a:bodyPr/>
          <a:lstStyle/>
          <a:p>
            <a:r>
              <a:rPr lang="en-US"/>
              <a:t>Presentation Title   |   Section Title</a:t>
            </a:r>
          </a:p>
        </p:txBody>
      </p:sp>
      <p:sp>
        <p:nvSpPr>
          <p:cNvPr id="2" name="Date">
            <a:extLst>
              <a:ext uri="{FF2B5EF4-FFF2-40B4-BE49-F238E27FC236}">
                <a16:creationId xmlns:a16="http://schemas.microsoft.com/office/drawing/2014/main" id="{05FEE32E-1FF0-EC4F-8BCD-AD139AB29994}"/>
              </a:ext>
            </a:extLst>
          </p:cNvPr>
          <p:cNvSpPr>
            <a:spLocks noGrp="1"/>
          </p:cNvSpPr>
          <p:nvPr>
            <p:ph type="dt" sz="half" idx="12"/>
          </p:nvPr>
        </p:nvSpPr>
        <p:spPr/>
        <p:txBody>
          <a:bodyPr/>
          <a:lstStyle/>
          <a:p>
            <a:endParaRPr lang="en-US"/>
          </a:p>
        </p:txBody>
      </p:sp>
      <p:sp>
        <p:nvSpPr>
          <p:cNvPr id="6" name="Slide Number">
            <a:extLst>
              <a:ext uri="{FF2B5EF4-FFF2-40B4-BE49-F238E27FC236}">
                <a16:creationId xmlns:a16="http://schemas.microsoft.com/office/drawing/2014/main" id="{7092926E-C7A2-1946-B74B-5EC49D3EAE3C}"/>
              </a:ext>
            </a:extLst>
          </p:cNvPr>
          <p:cNvSpPr>
            <a:spLocks noGrp="1"/>
          </p:cNvSpPr>
          <p:nvPr>
            <p:ph type="sldNum" sz="quarter" idx="11"/>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3749401344"/>
      </p:ext>
    </p:extLst>
  </p:cSld>
  <p:clrMapOvr>
    <a:masterClrMapping/>
  </p:clrMapOvr>
  <p:hf hdr="0" dt="0"/>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47"/>
        <p:cNvGrpSpPr/>
        <p:nvPr/>
      </p:nvGrpSpPr>
      <p:grpSpPr>
        <a:xfrm>
          <a:off x="0" y="0"/>
          <a:ext cx="0" cy="0"/>
          <a:chOff x="0" y="0"/>
          <a:chExt cx="0" cy="0"/>
        </a:xfrm>
      </p:grpSpPr>
      <p:sp>
        <p:nvSpPr>
          <p:cNvPr id="48" name="Google Shape;48;p9"/>
          <p:cNvSpPr txBox="1">
            <a:spLocks noGrp="1"/>
          </p:cNvSpPr>
          <p:nvPr>
            <p:ph type="ctrTitle"/>
          </p:nvPr>
        </p:nvSpPr>
        <p:spPr>
          <a:xfrm>
            <a:off x="1524000" y="1122363"/>
            <a:ext cx="9144000" cy="23876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Clr>
                <a:schemeClr val="accent1"/>
              </a:buClr>
              <a:buSzPts val="4500"/>
              <a:buFont typeface="Arial"/>
              <a:buNone/>
              <a:defRPr sz="6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r>
              <a:rPr lang="en-US"/>
              <a:t>Click to edit Master title style</a:t>
            </a:r>
            <a:endParaRPr/>
          </a:p>
        </p:txBody>
      </p:sp>
      <p:sp>
        <p:nvSpPr>
          <p:cNvPr id="49" name="Google Shape;49;p9"/>
          <p:cNvSpPr txBox="1">
            <a:spLocks noGrp="1"/>
          </p:cNvSpPr>
          <p:nvPr>
            <p:ph type="subTitle" idx="1"/>
          </p:nvPr>
        </p:nvSpPr>
        <p:spPr>
          <a:xfrm>
            <a:off x="1524000" y="3602039"/>
            <a:ext cx="9144000" cy="1655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dk1"/>
              </a:buClr>
              <a:buSzPts val="1800"/>
              <a:buNone/>
              <a:defRPr sz="2400"/>
            </a:lvl1pPr>
            <a:lvl2pPr lvl="1" algn="ctr">
              <a:lnSpc>
                <a:spcPct val="100000"/>
              </a:lnSpc>
              <a:spcBef>
                <a:spcPts val="0"/>
              </a:spcBef>
              <a:spcAft>
                <a:spcPts val="0"/>
              </a:spcAft>
              <a:buClr>
                <a:schemeClr val="dk1"/>
              </a:buClr>
              <a:buSzPts val="1500"/>
              <a:buNone/>
              <a:defRPr sz="2000"/>
            </a:lvl2pPr>
            <a:lvl3pPr lvl="2" algn="ctr">
              <a:lnSpc>
                <a:spcPct val="100000"/>
              </a:lnSpc>
              <a:spcBef>
                <a:spcPts val="0"/>
              </a:spcBef>
              <a:spcAft>
                <a:spcPts val="0"/>
              </a:spcAft>
              <a:buClr>
                <a:schemeClr val="dk1"/>
              </a:buClr>
              <a:buSzPts val="1400"/>
              <a:buNone/>
              <a:defRPr sz="1867"/>
            </a:lvl3pPr>
            <a:lvl4pPr lvl="3" algn="ctr">
              <a:lnSpc>
                <a:spcPct val="100000"/>
              </a:lnSpc>
              <a:spcBef>
                <a:spcPts val="0"/>
              </a:spcBef>
              <a:spcAft>
                <a:spcPts val="0"/>
              </a:spcAft>
              <a:buClr>
                <a:schemeClr val="dk1"/>
              </a:buClr>
              <a:buSzPts val="1200"/>
              <a:buNone/>
              <a:defRPr sz="1600"/>
            </a:lvl4pPr>
            <a:lvl5pPr lvl="4" algn="ctr">
              <a:lnSpc>
                <a:spcPct val="100000"/>
              </a:lnSpc>
              <a:spcBef>
                <a:spcPts val="0"/>
              </a:spcBef>
              <a:spcAft>
                <a:spcPts val="0"/>
              </a:spcAft>
              <a:buClr>
                <a:schemeClr val="dk1"/>
              </a:buClr>
              <a:buSzPts val="1200"/>
              <a:buNone/>
              <a:defRPr sz="1600"/>
            </a:lvl5pPr>
            <a:lvl6pPr lvl="5" algn="ctr">
              <a:lnSpc>
                <a:spcPct val="90000"/>
              </a:lnSpc>
              <a:spcBef>
                <a:spcPts val="533"/>
              </a:spcBef>
              <a:spcAft>
                <a:spcPts val="0"/>
              </a:spcAft>
              <a:buClr>
                <a:schemeClr val="dk1"/>
              </a:buClr>
              <a:buSzPts val="1200"/>
              <a:buNone/>
              <a:defRPr sz="1600"/>
            </a:lvl6pPr>
            <a:lvl7pPr lvl="6" algn="ctr">
              <a:lnSpc>
                <a:spcPct val="90000"/>
              </a:lnSpc>
              <a:spcBef>
                <a:spcPts val="533"/>
              </a:spcBef>
              <a:spcAft>
                <a:spcPts val="0"/>
              </a:spcAft>
              <a:buClr>
                <a:schemeClr val="dk1"/>
              </a:buClr>
              <a:buSzPts val="1200"/>
              <a:buNone/>
              <a:defRPr sz="1600"/>
            </a:lvl7pPr>
            <a:lvl8pPr lvl="7" algn="ctr">
              <a:lnSpc>
                <a:spcPct val="90000"/>
              </a:lnSpc>
              <a:spcBef>
                <a:spcPts val="533"/>
              </a:spcBef>
              <a:spcAft>
                <a:spcPts val="0"/>
              </a:spcAft>
              <a:buClr>
                <a:schemeClr val="dk1"/>
              </a:buClr>
              <a:buSzPts val="1200"/>
              <a:buNone/>
              <a:defRPr sz="1600"/>
            </a:lvl8pPr>
            <a:lvl9pPr lvl="8" algn="ctr">
              <a:lnSpc>
                <a:spcPct val="90000"/>
              </a:lnSpc>
              <a:spcBef>
                <a:spcPts val="533"/>
              </a:spcBef>
              <a:spcAft>
                <a:spcPts val="0"/>
              </a:spcAft>
              <a:buClr>
                <a:schemeClr val="dk1"/>
              </a:buClr>
              <a:buSzPts val="1200"/>
              <a:buNone/>
              <a:defRPr sz="1600"/>
            </a:lvl9pPr>
          </a:lstStyle>
          <a:p>
            <a:r>
              <a:rPr lang="en-US"/>
              <a:t>Click to edit Master subtitle style</a:t>
            </a:r>
            <a:endParaRPr/>
          </a:p>
        </p:txBody>
      </p:sp>
      <p:sp>
        <p:nvSpPr>
          <p:cNvPr id="50" name="Google Shape;50;p9"/>
          <p:cNvSpPr txBox="1">
            <a:spLocks noGrp="1"/>
          </p:cNvSpPr>
          <p:nvPr>
            <p:ph type="dt" idx="10"/>
          </p:nvPr>
        </p:nvSpPr>
        <p:spPr>
          <a:xfrm>
            <a:off x="0" y="0"/>
            <a:ext cx="3000000" cy="300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9pPr>
          </a:lstStyle>
          <a:p>
            <a:endParaRPr lang="en-US"/>
          </a:p>
        </p:txBody>
      </p:sp>
      <p:sp>
        <p:nvSpPr>
          <p:cNvPr id="51" name="Google Shape;51;p9"/>
          <p:cNvSpPr txBox="1">
            <a:spLocks noGrp="1"/>
          </p:cNvSpPr>
          <p:nvPr>
            <p:ph type="ftr" idx="11"/>
          </p:nvPr>
        </p:nvSpPr>
        <p:spPr>
          <a:xfrm>
            <a:off x="0" y="0"/>
            <a:ext cx="3000000" cy="300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9pPr>
          </a:lstStyle>
          <a:p>
            <a:r>
              <a:rPr lang="en-US"/>
              <a:t>Presentation Title   |   Section Title</a:t>
            </a:r>
          </a:p>
        </p:txBody>
      </p:sp>
      <p:sp>
        <p:nvSpPr>
          <p:cNvPr id="52" name="Google Shape;52;p9"/>
          <p:cNvSpPr txBox="1">
            <a:spLocks noGrp="1"/>
          </p:cNvSpPr>
          <p:nvPr>
            <p:ph type="sldNum" idx="12"/>
          </p:nvPr>
        </p:nvSpPr>
        <p:spPr>
          <a:xfrm>
            <a:off x="8891433" y="6635355"/>
            <a:ext cx="3000000" cy="184800"/>
          </a:xfrm>
          <a:prstGeom prst="rect">
            <a:avLst/>
          </a:prstGeom>
          <a:noFill/>
          <a:ln>
            <a:noFill/>
          </a:ln>
        </p:spPr>
        <p:txBody>
          <a:bodyPr spcFirstLastPara="1" wrap="square" lIns="0" tIns="0" rIns="0" bIns="0" anchor="t" anchorCtr="0">
            <a:noAutofit/>
          </a:bodyPr>
          <a:lstStyle>
            <a:lvl1pPr marL="0" marR="0" lvl="0"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1pPr>
            <a:lvl2pPr marL="0" marR="0" lvl="1"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2pPr>
            <a:lvl3pPr marL="0" marR="0" lvl="2"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3pPr>
            <a:lvl4pPr marL="0" marR="0" lvl="3"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4pPr>
            <a:lvl5pPr marL="0" marR="0" lvl="4"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5pPr>
            <a:lvl6pPr marL="0" marR="0" lvl="5"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6pPr>
            <a:lvl7pPr marL="0" marR="0" lvl="6"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7pPr>
            <a:lvl8pPr marL="0" marR="0" lvl="7"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8pPr>
            <a:lvl9pPr marL="0" marR="0" lvl="8"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4240881323"/>
      </p:ext>
    </p:extLst>
  </p:cSld>
  <p:clrMapOvr>
    <a:masterClrMapping/>
  </p:clrMapOvr>
  <p:hf hdr="0" dt="0"/>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5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EFB933-C384-8134-646F-0C393F90213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9EFB933-C384-8134-646F-0C393F90213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3000">
                <a:solidFill>
                  <a:schemeClr val="tx1"/>
                </a:solidFill>
              </a:defRPr>
            </a:lvl1pPr>
            <a:lvl2pPr marL="446088" indent="-446088" rtl="0">
              <a:spcAft>
                <a:spcPts val="900"/>
              </a:spcAft>
              <a:tabLst/>
              <a:defRPr sz="3000">
                <a:solidFill>
                  <a:schemeClr val="tx1"/>
                </a:solidFill>
              </a:defRPr>
            </a:lvl2pPr>
            <a:lvl3pPr marL="892175" indent="-446088" rtl="0">
              <a:spcAft>
                <a:spcPts val="900"/>
              </a:spcAft>
              <a:tabLst/>
              <a:defRPr sz="3000">
                <a:solidFill>
                  <a:schemeClr val="tx1"/>
                </a:solidFill>
              </a:defRPr>
            </a:lvl3pPr>
            <a:lvl4pPr marL="1333500" indent="-441325" rtl="0">
              <a:spcAft>
                <a:spcPts val="900"/>
              </a:spcAft>
              <a:tabLst/>
              <a:defRPr sz="3000">
                <a:solidFill>
                  <a:schemeClr val="tx1"/>
                </a:solidFill>
              </a:defRPr>
            </a:lvl4pPr>
            <a:lvl5pPr marL="1779588" indent="-446088" rtl="0">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8" name="Picture 7">
            <a:extLst>
              <a:ext uri="{FF2B5EF4-FFF2-40B4-BE49-F238E27FC236}">
                <a16:creationId xmlns:a16="http://schemas.microsoft.com/office/drawing/2014/main" id="{D4E23193-8510-4E6E-94D5-48BE6FEAA744}"/>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568126369"/>
      </p:ext>
    </p:extLst>
  </p:cSld>
  <p:clrMapOvr>
    <a:masterClrMapping/>
  </p:clrMapOvr>
  <p:hf hdr="0" dt="0"/>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5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FDF7BB0-CB1D-A409-11B9-1B50A001A3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FDF7BB0-CB1D-A409-11B9-1B50A001A3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4" name="Picture 13">
            <a:extLst>
              <a:ext uri="{FF2B5EF4-FFF2-40B4-BE49-F238E27FC236}">
                <a16:creationId xmlns:a16="http://schemas.microsoft.com/office/drawing/2014/main" id="{1E60E352-9507-43AC-9205-1FAC73C5631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867227061"/>
      </p:ext>
    </p:extLst>
  </p:cSld>
  <p:clrMapOvr>
    <a:masterClrMapping/>
  </p:clrMapOvr>
  <p:hf hdr="0" dt="0"/>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5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9061E2D-C0CD-7FC7-24B9-A2FF9EDEAD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9061E2D-C0CD-7FC7-24B9-A2FF9EDEAD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CABA0A6C-82A1-46C0-B600-58ECDDE1E9A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954344022"/>
      </p:ext>
    </p:extLst>
  </p:cSld>
  <p:clrMapOvr>
    <a:masterClrMapping/>
  </p:clrMapOvr>
  <p:hf hdr="0" dt="0"/>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5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A64ABE5-68E3-4F1E-968F-1E23E1F733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A64ABE5-68E3-4F1E-968F-1E23E1F733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rtl="0">
              <a:spcAft>
                <a:spcPts val="900"/>
              </a:spcAft>
              <a:defRPr sz="2400" b="1" i="0">
                <a:solidFill>
                  <a:schemeClr val="tx1"/>
                </a:solidFill>
                <a:latin typeface="MarkOT-BoldItalic" panose="020B0604020201010104" pitchFamily="34" charset="77"/>
              </a:defRPr>
            </a:lvl1pPr>
            <a:lvl2pPr marL="0" indent="0" rtl="0">
              <a:spcAft>
                <a:spcPts val="900"/>
              </a:spcAft>
              <a:buNone/>
              <a:tabLst/>
              <a:defRPr sz="2400">
                <a:solidFill>
                  <a:schemeClr val="tx1"/>
                </a:solidFill>
              </a:defRPr>
            </a:lvl2pPr>
            <a:lvl3pPr marL="180975" indent="-180975" rtl="0">
              <a:spcAft>
                <a:spcPts val="900"/>
              </a:spcAft>
              <a:tabLst/>
              <a:defRPr sz="2400">
                <a:solidFill>
                  <a:schemeClr val="tx1"/>
                </a:solidFill>
              </a:defRPr>
            </a:lvl3pPr>
            <a:lvl4pPr marL="355600" indent="-180975" rtl="0">
              <a:spcAft>
                <a:spcPts val="900"/>
              </a:spcAft>
              <a:tabLst/>
              <a:defRPr sz="2400">
                <a:solidFill>
                  <a:schemeClr val="tx1"/>
                </a:solidFill>
              </a:defRPr>
            </a:lvl4pPr>
            <a:lvl5pPr marL="579438" indent="-2174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FA1E011C-3930-43B0-8EBC-930337F6B32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047309856"/>
      </p:ext>
    </p:extLst>
  </p:cSld>
  <p:clrMapOvr>
    <a:masterClrMapping/>
  </p:clrMapOvr>
  <p:hf hdr="0" dt="0"/>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5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66B61A-37D5-1B84-354F-324C2AA4A9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966B61A-37D5-1B84-354F-324C2AA4A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1500974519"/>
      </p:ext>
    </p:extLst>
  </p:cSld>
  <p:clrMapOvr>
    <a:masterClrMapping/>
  </p:clrMapOvr>
  <p:hf hdr="0" dt="0"/>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5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E584953-1B84-B43F-E74B-282319E1DE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E584953-1B84-B43F-E74B-282319E1DE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2408490300"/>
      </p:ext>
    </p:extLst>
  </p:cSld>
  <p:clrMapOvr>
    <a:masterClrMapping/>
  </p:clrMapOvr>
  <p:hf hdr="0" dt="0"/>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5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7924121-24FE-F283-A01E-D090DD35AB0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7924121-24FE-F283-A01E-D090DD35A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9875926"/>
      </p:ext>
    </p:extLst>
  </p:cSld>
  <p:clrMapOvr>
    <a:masterClrMapping/>
  </p:clrMapOvr>
  <p:hf hdr="0" dt="0"/>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6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E7A9F80-8753-A8B8-E313-530FD7A805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E7A9F80-8753-A8B8-E313-530FD7A805F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F194FD55-AE12-458A-948E-6EF3C401242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4252288549"/>
      </p:ext>
    </p:extLst>
  </p:cSld>
  <p:clrMapOvr>
    <a:masterClrMapping/>
  </p:clrMapOvr>
  <p:hf hdr="0" dt="0"/>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5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D703A17-AE30-3FB8-6390-2143AFEF22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D703A17-AE30-3FB8-6390-2143AFEF22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rtl="0">
              <a:spcAft>
                <a:spcPts val="900"/>
              </a:spcAft>
              <a:defRPr sz="3000" b="1" i="0">
                <a:solidFill>
                  <a:schemeClr val="bg1"/>
                </a:solidFill>
                <a:latin typeface="MarkOT-BoldItalic" panose="020B0604020201010104" pitchFamily="34" charset="77"/>
              </a:defRPr>
            </a:lvl1pPr>
            <a:lvl2pPr marL="0" indent="0" rtl="0">
              <a:spcAft>
                <a:spcPts val="900"/>
              </a:spcAft>
              <a:buNone/>
              <a:tabLst/>
              <a:defRPr sz="3000">
                <a:solidFill>
                  <a:schemeClr val="bg1"/>
                </a:solidFill>
              </a:defRPr>
            </a:lvl2pPr>
            <a:lvl3pPr marL="180975" indent="-180975" rtl="0">
              <a:spcAft>
                <a:spcPts val="900"/>
              </a:spcAft>
              <a:tabLst/>
              <a:defRPr sz="3000">
                <a:solidFill>
                  <a:schemeClr val="bg1"/>
                </a:solidFill>
              </a:defRPr>
            </a:lvl3pPr>
            <a:lvl4pPr marL="355600" indent="-180975" rtl="0">
              <a:spcAft>
                <a:spcPts val="900"/>
              </a:spcAft>
              <a:tabLst/>
              <a:defRPr sz="3000">
                <a:solidFill>
                  <a:schemeClr val="bg1"/>
                </a:solidFill>
              </a:defRPr>
            </a:lvl4pPr>
            <a:lvl5pPr marL="579438" indent="-217488" rtl="0">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317082"/>
      </p:ext>
    </p:extLst>
  </p:cSld>
  <p:clrMapOvr>
    <a:masterClrMapping/>
  </p:clrMapOvr>
  <p:hf hdr="0" dt="0"/>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6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7A75E4B-F28D-AA64-1BD8-6540CA11E1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7A75E4B-F28D-AA64-1BD8-6540CA11E1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4881608"/>
      </p:ext>
    </p:extLst>
  </p:cSld>
  <p:clrMapOvr>
    <a:masterClrMapping/>
  </p:clrMapOvr>
  <p:hf hdr="0" dt="0"/>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5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A66FBB2-9F6E-32D0-82D3-CCA5CDD1E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A66FBB2-9F6E-32D0-82D3-CCA5CDD1E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536957"/>
      </p:ext>
    </p:extLst>
  </p:cSld>
  <p:clrMapOvr>
    <a:masterClrMapping/>
  </p:clrMapOvr>
  <p:hf hdr="0" dt="0"/>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5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B34FAD2-E9DC-32C3-0C21-08C627D715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6B34FAD2-E9DC-32C3-0C21-08C627D715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tx1"/>
                </a:solidFill>
                <a:latin typeface="MarkOT-BoldItalic" panose="020B0604020201010104" pitchFamily="34" charset="77"/>
              </a:defRPr>
            </a:lvl1pPr>
            <a:lvl2pPr marL="0" indent="0" rtl="0">
              <a:spcAft>
                <a:spcPts val="600"/>
              </a:spcAft>
              <a:buNone/>
              <a:tabLst/>
              <a:defRPr sz="1200">
                <a:solidFill>
                  <a:schemeClr val="tx1"/>
                </a:solidFill>
              </a:defRPr>
            </a:lvl2pPr>
            <a:lvl3pPr marL="180975" indent="-180975" rtl="0">
              <a:spcAft>
                <a:spcPts val="600"/>
              </a:spcAft>
              <a:tabLst/>
              <a:defRPr sz="1200">
                <a:solidFill>
                  <a:schemeClr val="tx1"/>
                </a:solidFill>
              </a:defRPr>
            </a:lvl3pPr>
            <a:lvl4pPr marL="355600" indent="-180975" rtl="0">
              <a:spcAft>
                <a:spcPts val="600"/>
              </a:spcAft>
              <a:tabLst/>
              <a:defRPr sz="1200">
                <a:solidFill>
                  <a:schemeClr val="tx1"/>
                </a:solidFill>
              </a:defRPr>
            </a:lvl4pPr>
            <a:lvl5pPr marL="579438" indent="-217488"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166977377"/>
      </p:ext>
    </p:extLst>
  </p:cSld>
  <p:clrMapOvr>
    <a:masterClrMapping/>
  </p:clrMapOvr>
  <p:hf hdr="0" dt="0"/>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5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65EB1A8-4563-E616-F0DB-FCDD986690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65EB1A8-4563-E616-F0DB-FCDD986690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E69A4D32-00C7-4E48-A080-0F06A8C32A2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016152481"/>
      </p:ext>
    </p:extLst>
  </p:cSld>
  <p:clrMapOvr>
    <a:masterClrMapping/>
  </p:clrMapOvr>
  <p:hf hdr="0" dt="0"/>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5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C5E7F6B-BB93-DB69-1F76-0FC113C83AF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C5E7F6B-BB93-DB69-1F76-0FC113C83A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rtl="0">
              <a:defRPr sz="3400">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2736172130"/>
      </p:ext>
    </p:extLst>
  </p:cSld>
  <p:clrMapOvr>
    <a:masterClrMapping/>
  </p:clrMapOvr>
  <p:hf hdr="0" dt="0"/>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5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7670B22-137B-A9AC-CB87-098CFBD268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7670B22-137B-A9AC-CB87-098CFBD268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bg1"/>
                </a:solidFill>
                <a:latin typeface="MarkOT-BoldItalic" panose="020B0604020201010104" pitchFamily="34" charset="77"/>
              </a:defRPr>
            </a:lvl1pPr>
            <a:lvl2pPr marL="0" indent="0" rtl="0">
              <a:spcAft>
                <a:spcPts val="600"/>
              </a:spcAft>
              <a:buNone/>
              <a:tabLst/>
              <a:defRPr sz="1200">
                <a:solidFill>
                  <a:schemeClr val="bg1"/>
                </a:solidFill>
              </a:defRPr>
            </a:lvl2pPr>
            <a:lvl3pPr marL="180975" indent="-180975" rtl="0">
              <a:spcAft>
                <a:spcPts val="600"/>
              </a:spcAft>
              <a:tabLst/>
              <a:defRPr sz="1200">
                <a:solidFill>
                  <a:schemeClr val="bg1"/>
                </a:solidFill>
              </a:defRPr>
            </a:lvl3pPr>
            <a:lvl4pPr marL="355600" indent="-180975" rtl="0">
              <a:spcAft>
                <a:spcPts val="600"/>
              </a:spcAft>
              <a:tabLst/>
              <a:defRPr sz="1200">
                <a:solidFill>
                  <a:schemeClr val="bg1"/>
                </a:solidFill>
              </a:defRPr>
            </a:lvl4pPr>
            <a:lvl5pPr marL="579438" indent="-217488"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spTree>
    <p:extLst>
      <p:ext uri="{BB962C8B-B14F-4D97-AF65-F5344CB8AC3E}">
        <p14:creationId xmlns:p14="http://schemas.microsoft.com/office/powerpoint/2010/main" val="2830664441"/>
      </p:ext>
    </p:extLst>
  </p:cSld>
  <p:clrMapOvr>
    <a:masterClrMapping/>
  </p:clrMapOvr>
  <p:hf hdr="0" dt="0"/>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5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0DDC401-060F-B55A-027C-5A049A7325F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0DDC401-060F-B55A-027C-5A049A7325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pic>
        <p:nvPicPr>
          <p:cNvPr id="8" name="Picture 7">
            <a:extLst>
              <a:ext uri="{FF2B5EF4-FFF2-40B4-BE49-F238E27FC236}">
                <a16:creationId xmlns:a16="http://schemas.microsoft.com/office/drawing/2014/main" id="{3B6DF5B5-C373-4E55-A4A7-C3AFC2624B0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081312827"/>
      </p:ext>
    </p:extLst>
  </p:cSld>
  <p:clrMapOvr>
    <a:masterClrMapping/>
  </p:clrMapOvr>
  <p:hf hdr="0" dt="0"/>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5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C5F3A25-6C0E-D39A-3769-8E053EF6BCA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C5F3A25-6C0E-D39A-3769-8E053EF6BC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4202697"/>
          </a:xfrm>
        </p:spPr>
        <p:txBody>
          <a:bodyPr/>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rtl="0">
              <a:defRPr sz="1000"/>
            </a:lvl1pPr>
          </a:lstStyle>
          <a:p>
            <a:r>
              <a:rPr lang="en-AU"/>
              <a:t>H</a:t>
            </a:r>
          </a:p>
        </p:txBody>
      </p:sp>
      <p:pic>
        <p:nvPicPr>
          <p:cNvPr id="8" name="Picture 7">
            <a:extLst>
              <a:ext uri="{FF2B5EF4-FFF2-40B4-BE49-F238E27FC236}">
                <a16:creationId xmlns:a16="http://schemas.microsoft.com/office/drawing/2014/main" id="{5DF87350-8312-462F-8F27-17F46762F13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243442877"/>
      </p:ext>
    </p:extLst>
  </p:cSld>
  <p:clrMapOvr>
    <a:masterClrMapping/>
  </p:clrMapOvr>
  <p:hf hdr="0" dt="0"/>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5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8E50935-1F66-C3F2-29C5-EBE39283A11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8E50935-1F66-C3F2-29C5-EBE39283A1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rtl="0">
              <a:defRPr sz="1000"/>
            </a:lvl1pPr>
          </a:lstStyle>
          <a:p>
            <a:r>
              <a:rPr lang="en-AU"/>
              <a:t>H</a:t>
            </a:r>
          </a:p>
        </p:txBody>
      </p:sp>
      <p:pic>
        <p:nvPicPr>
          <p:cNvPr id="18" name="Picture 17">
            <a:extLst>
              <a:ext uri="{FF2B5EF4-FFF2-40B4-BE49-F238E27FC236}">
                <a16:creationId xmlns:a16="http://schemas.microsoft.com/office/drawing/2014/main" id="{6F229A43-7FBA-4C08-A782-FC6CC708206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744263540"/>
      </p:ext>
    </p:extLst>
  </p:cSld>
  <p:clrMapOvr>
    <a:masterClrMapping/>
  </p:clrMapOvr>
  <p:hf hdr="0" dt="0"/>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52"/>
        <p:cNvGrpSpPr/>
        <p:nvPr/>
      </p:nvGrpSpPr>
      <p:grpSpPr>
        <a:xfrm>
          <a:off x="0" y="0"/>
          <a:ext cx="0" cy="0"/>
          <a:chOff x="0" y="0"/>
          <a:chExt cx="0" cy="0"/>
        </a:xfrm>
      </p:grpSpPr>
      <p:sp>
        <p:nvSpPr>
          <p:cNvPr id="53" name="Google Shape;53;p12"/>
          <p:cNvSpPr txBox="1">
            <a:spLocks noGrp="1"/>
          </p:cNvSpPr>
          <p:nvPr>
            <p:ph type="body" idx="1"/>
          </p:nvPr>
        </p:nvSpPr>
        <p:spPr>
          <a:xfrm>
            <a:off x="442915" y="1554935"/>
            <a:ext cx="11306175" cy="406876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800"/>
              <a:buNone/>
              <a:defRPr/>
            </a:lvl1pPr>
            <a:lvl2pPr marL="914400" lvl="1" indent="-228600" algn="l">
              <a:lnSpc>
                <a:spcPct val="100000"/>
              </a:lnSpc>
              <a:spcBef>
                <a:spcPts val="6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450"/>
              </a:spcBef>
              <a:spcAft>
                <a:spcPts val="0"/>
              </a:spcAft>
              <a:buClr>
                <a:schemeClr val="dk1"/>
              </a:buClr>
              <a:buSzPts val="1800"/>
              <a:buChar char="•"/>
              <a:defRPr/>
            </a:lvl7pPr>
            <a:lvl8pPr marL="3657600" lvl="7" indent="-342900" algn="l">
              <a:lnSpc>
                <a:spcPct val="100000"/>
              </a:lnSpc>
              <a:spcBef>
                <a:spcPts val="450"/>
              </a:spcBef>
              <a:spcAft>
                <a:spcPts val="0"/>
              </a:spcAft>
              <a:buClr>
                <a:schemeClr val="dk1"/>
              </a:buClr>
              <a:buSzPts val="1800"/>
              <a:buChar char="–"/>
              <a:defRPr/>
            </a:lvl8pPr>
            <a:lvl9pPr marL="4114800" lvl="8" indent="-342900" algn="l">
              <a:lnSpc>
                <a:spcPct val="100000"/>
              </a:lnSpc>
              <a:spcBef>
                <a:spcPts val="450"/>
              </a:spcBef>
              <a:spcAft>
                <a:spcPts val="450"/>
              </a:spcAft>
              <a:buClr>
                <a:schemeClr val="dk1"/>
              </a:buClr>
              <a:buSzPts val="1800"/>
              <a:buChar char="•"/>
              <a:defRPr/>
            </a:lvl9pPr>
          </a:lstStyle>
          <a:p>
            <a:pPr lvl="0"/>
            <a:r>
              <a:rPr lang="en-US"/>
              <a:t>Click to edit Master text styles</a:t>
            </a:r>
          </a:p>
        </p:txBody>
      </p:sp>
      <p:sp>
        <p:nvSpPr>
          <p:cNvPr id="54" name="Google Shape;54;p12"/>
          <p:cNvSpPr txBox="1">
            <a:spLocks noGrp="1"/>
          </p:cNvSpPr>
          <p:nvPr>
            <p:ph type="title"/>
          </p:nvPr>
        </p:nvSpPr>
        <p:spPr>
          <a:xfrm>
            <a:off x="442915" y="430515"/>
            <a:ext cx="11306175" cy="50292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5" name="Google Shape;55;p12"/>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lvl="0" indent="0" algn="r">
              <a:spcBef>
                <a:spcPts val="0"/>
              </a:spcBef>
              <a:buSzPts val="800"/>
              <a:buNone/>
              <a:defRPr sz="800" b="0" i="0" u="none" strike="noStrike" cap="none">
                <a:solidFill>
                  <a:schemeClr val="dk1"/>
                </a:solidFill>
                <a:latin typeface="Arial"/>
                <a:ea typeface="Arial"/>
                <a:cs typeface="Arial"/>
                <a:sym typeface="Arial"/>
              </a:defRPr>
            </a:lvl1pPr>
            <a:lvl2pPr marL="0" lvl="1" indent="0" algn="r">
              <a:spcBef>
                <a:spcPts val="0"/>
              </a:spcBef>
              <a:buSzPts val="800"/>
              <a:buNone/>
              <a:defRPr sz="800" b="0" i="0" u="none" strike="noStrike" cap="none">
                <a:solidFill>
                  <a:schemeClr val="dk1"/>
                </a:solidFill>
                <a:latin typeface="Arial"/>
                <a:ea typeface="Arial"/>
                <a:cs typeface="Arial"/>
                <a:sym typeface="Arial"/>
              </a:defRPr>
            </a:lvl2pPr>
            <a:lvl3pPr marL="0" lvl="2" indent="0" algn="r">
              <a:spcBef>
                <a:spcPts val="0"/>
              </a:spcBef>
              <a:buSzPts val="800"/>
              <a:buNone/>
              <a:defRPr sz="800" b="0" i="0" u="none" strike="noStrike" cap="none">
                <a:solidFill>
                  <a:schemeClr val="dk1"/>
                </a:solidFill>
                <a:latin typeface="Arial"/>
                <a:ea typeface="Arial"/>
                <a:cs typeface="Arial"/>
                <a:sym typeface="Arial"/>
              </a:defRPr>
            </a:lvl3pPr>
            <a:lvl4pPr marL="0" lvl="3" indent="0" algn="r">
              <a:spcBef>
                <a:spcPts val="0"/>
              </a:spcBef>
              <a:buSzPts val="800"/>
              <a:buNone/>
              <a:defRPr sz="800" b="0" i="0" u="none" strike="noStrike" cap="none">
                <a:solidFill>
                  <a:schemeClr val="dk1"/>
                </a:solidFill>
                <a:latin typeface="Arial"/>
                <a:ea typeface="Arial"/>
                <a:cs typeface="Arial"/>
                <a:sym typeface="Arial"/>
              </a:defRPr>
            </a:lvl4pPr>
            <a:lvl5pPr marL="0" lvl="4" indent="0" algn="r">
              <a:spcBef>
                <a:spcPts val="0"/>
              </a:spcBef>
              <a:buSzPts val="800"/>
              <a:buNone/>
              <a:defRPr sz="800" b="0" i="0" u="none" strike="noStrike" cap="none">
                <a:solidFill>
                  <a:schemeClr val="dk1"/>
                </a:solidFill>
                <a:latin typeface="Arial"/>
                <a:ea typeface="Arial"/>
                <a:cs typeface="Arial"/>
                <a:sym typeface="Arial"/>
              </a:defRPr>
            </a:lvl5pPr>
            <a:lvl6pPr marL="0" lvl="5" indent="0" algn="r">
              <a:spcBef>
                <a:spcPts val="0"/>
              </a:spcBef>
              <a:buSzPts val="800"/>
              <a:buNone/>
              <a:defRPr sz="800" b="0" i="0" u="none" strike="noStrike" cap="none">
                <a:solidFill>
                  <a:schemeClr val="dk1"/>
                </a:solidFill>
                <a:latin typeface="Arial"/>
                <a:ea typeface="Arial"/>
                <a:cs typeface="Arial"/>
                <a:sym typeface="Arial"/>
              </a:defRPr>
            </a:lvl6pPr>
            <a:lvl7pPr marL="0" lvl="6" indent="0" algn="r">
              <a:spcBef>
                <a:spcPts val="0"/>
              </a:spcBef>
              <a:buSzPts val="800"/>
              <a:buNone/>
              <a:defRPr sz="800" b="0" i="0" u="none" strike="noStrike" cap="none">
                <a:solidFill>
                  <a:schemeClr val="dk1"/>
                </a:solidFill>
                <a:latin typeface="Arial"/>
                <a:ea typeface="Arial"/>
                <a:cs typeface="Arial"/>
                <a:sym typeface="Arial"/>
              </a:defRPr>
            </a:lvl7pPr>
            <a:lvl8pPr marL="0" lvl="7" indent="0" algn="r">
              <a:spcBef>
                <a:spcPts val="0"/>
              </a:spcBef>
              <a:buSzPts val="800"/>
              <a:buNone/>
              <a:defRPr sz="800" b="0" i="0" u="none" strike="noStrike" cap="none">
                <a:solidFill>
                  <a:schemeClr val="dk1"/>
                </a:solidFill>
                <a:latin typeface="Arial"/>
                <a:ea typeface="Arial"/>
                <a:cs typeface="Arial"/>
                <a:sym typeface="Arial"/>
              </a:defRPr>
            </a:lvl8pPr>
            <a:lvl9pPr marL="0" lvl="8" indent="0" algn="r">
              <a:spcBef>
                <a:spcPts val="0"/>
              </a:spcBef>
              <a:buSzPts val="800"/>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56" name="Google Shape;56;p12"/>
          <p:cNvSpPr txBox="1">
            <a:spLocks noGrp="1"/>
          </p:cNvSpPr>
          <p:nvPr>
            <p:ph type="subTitle" idx="2"/>
          </p:nvPr>
        </p:nvSpPr>
        <p:spPr>
          <a:xfrm>
            <a:off x="442912" y="933435"/>
            <a:ext cx="11306176" cy="340685"/>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400"/>
              <a:buNone/>
              <a:defRPr sz="14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r>
              <a:rPr lang="en-US"/>
              <a:t>Click to edit Master subtitle style</a:t>
            </a:r>
            <a:endParaRPr/>
          </a:p>
        </p:txBody>
      </p:sp>
    </p:spTree>
    <p:extLst>
      <p:ext uri="{BB962C8B-B14F-4D97-AF65-F5344CB8AC3E}">
        <p14:creationId xmlns:p14="http://schemas.microsoft.com/office/powerpoint/2010/main" val="3697366837"/>
      </p:ext>
    </p:extLst>
  </p:cSld>
  <p:clrMapOvr>
    <a:masterClrMapping/>
  </p:clrMapOvr>
  <p:hf hdr="0" dt="0"/>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3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9282D3E-F0B8-B6E0-9C80-F9E667F2C8D8}"/>
              </a:ext>
            </a:extLst>
          </p:cNvPr>
          <p:cNvGraphicFramePr>
            <a:graphicFrameLocks noChangeAspect="1"/>
          </p:cNvGraphicFramePr>
          <p:nvPr>
            <p:custDataLst>
              <p:tags r:id="rId1"/>
            </p:custDataLst>
            <p:extLst>
              <p:ext uri="{D42A27DB-BD31-4B8C-83A1-F6EECF244321}">
                <p14:modId xmlns:p14="http://schemas.microsoft.com/office/powerpoint/2010/main" val="73395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B9282D3E-F0B8-B6E0-9C80-F9E667F2C8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tx1"/>
                </a:solidFill>
              </a:defRPr>
            </a:lvl1pPr>
          </a:lstStyle>
          <a:p>
            <a:r>
              <a:rPr lang="en-US"/>
              <a:t>Click icon to add table</a:t>
            </a:r>
            <a:endParaRPr lang="en-AU"/>
          </a:p>
        </p:txBody>
      </p:sp>
    </p:spTree>
    <p:extLst>
      <p:ext uri="{BB962C8B-B14F-4D97-AF65-F5344CB8AC3E}">
        <p14:creationId xmlns:p14="http://schemas.microsoft.com/office/powerpoint/2010/main" val="678704711"/>
      </p:ext>
    </p:extLst>
  </p:cSld>
  <p:clrMapOvr>
    <a:masterClrMapping/>
  </p:clrMapOvr>
  <p:hf hdr="0" dt="0"/>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3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79A2215-953E-9C01-E9EF-CC81399CD339}"/>
              </a:ext>
            </a:extLst>
          </p:cNvPr>
          <p:cNvGraphicFramePr>
            <a:graphicFrameLocks noChangeAspect="1"/>
          </p:cNvGraphicFramePr>
          <p:nvPr>
            <p:custDataLst>
              <p:tags r:id="rId1"/>
            </p:custDataLst>
            <p:extLst>
              <p:ext uri="{D42A27DB-BD31-4B8C-83A1-F6EECF244321}">
                <p14:modId xmlns:p14="http://schemas.microsoft.com/office/powerpoint/2010/main" val="1027681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F79A2215-953E-9C01-E9EF-CC81399CD3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2888034955"/>
      </p:ext>
    </p:extLst>
  </p:cSld>
  <p:clrMapOvr>
    <a:masterClrMapping/>
  </p:clrMapOvr>
  <p:hf hdr="0" dt="0"/>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3_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E8A6ACA-0F89-9385-207B-E2C641F151A5}"/>
              </a:ext>
            </a:extLst>
          </p:cNvPr>
          <p:cNvGraphicFramePr>
            <a:graphicFrameLocks noChangeAspect="1"/>
          </p:cNvGraphicFramePr>
          <p:nvPr>
            <p:custDataLst>
              <p:tags r:id="rId1"/>
            </p:custDataLst>
            <p:extLst>
              <p:ext uri="{D42A27DB-BD31-4B8C-83A1-F6EECF244321}">
                <p14:modId xmlns:p14="http://schemas.microsoft.com/office/powerpoint/2010/main" val="168799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E8A6ACA-0F89-9385-207B-E2C641F151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vert="horz"/>
          <a:lstStyle>
            <a:lvl1pPr rtl="0">
              <a:defRPr sz="40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rtl="0">
              <a:defRPr sz="1400">
                <a:solidFill>
                  <a:schemeClr val="tx1"/>
                </a:solidFill>
              </a:defRPr>
            </a:lvl1pPr>
            <a:lvl2pPr rtl="0">
              <a:defRPr sz="1400">
                <a:solidFill>
                  <a:schemeClr val="tx1"/>
                </a:solidFill>
              </a:defRPr>
            </a:lvl2pPr>
            <a:lvl3pPr rtl="0">
              <a:defRPr sz="1400">
                <a:solidFill>
                  <a:schemeClr val="tx1"/>
                </a:solidFill>
              </a:defRPr>
            </a:lvl3pPr>
            <a:lvl4pPr rtl="0">
              <a:defRPr sz="1400">
                <a:solidFill>
                  <a:schemeClr val="tx1"/>
                </a:solidFill>
              </a:defRPr>
            </a:lvl4pPr>
            <a:lvl5pPr rtl="0">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2398464450"/>
      </p:ext>
    </p:extLst>
  </p:cSld>
  <p:clrMapOvr>
    <a:masterClrMapping/>
  </p:clrMapOvr>
  <p:hf hdr="0" dt="0"/>
</p:sldLayout>
</file>

<file path=ppt/slideLayouts/slideLayout163.xml><?xml version="1.0" encoding="utf-8"?>
<p:sldLayout xmlns:a="http://schemas.openxmlformats.org/drawingml/2006/main" xmlns:r="http://schemas.openxmlformats.org/officeDocument/2006/relationships" xmlns:p="http://schemas.openxmlformats.org/presentationml/2006/main">
  <p:cSld name="1_MAIN_FinalPack">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F811ADC-ECBD-ADDE-338C-3B1D15694C15}"/>
              </a:ext>
            </a:extLst>
          </p:cNvPr>
          <p:cNvGraphicFramePr>
            <a:graphicFrameLocks noChangeAspect="1"/>
          </p:cNvGraphicFramePr>
          <p:nvPr>
            <p:custDataLst>
              <p:tags r:id="rId1"/>
            </p:custDataLst>
            <p:extLst>
              <p:ext uri="{D42A27DB-BD31-4B8C-83A1-F6EECF244321}">
                <p14:modId xmlns:p14="http://schemas.microsoft.com/office/powerpoint/2010/main" val="1912516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3" name="think-cell data - do not delete" hidden="1">
                        <a:extLst>
                          <a:ext uri="{FF2B5EF4-FFF2-40B4-BE49-F238E27FC236}">
                            <a16:creationId xmlns:a16="http://schemas.microsoft.com/office/drawing/2014/main" id="{AF811ADC-ECBD-ADDE-338C-3B1D15694C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34963" y="689811"/>
            <a:ext cx="11545903" cy="831014"/>
          </a:xfrm>
        </p:spPr>
        <p:txBody>
          <a:bodyPr vert="horz"/>
          <a:lstStyle>
            <a:lvl1pPr>
              <a:defRPr sz="2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AU" sz="1000" b="0" i="0" smtClean="0">
                <a:solidFill>
                  <a:schemeClr val="tx1"/>
                </a:solidFill>
                <a:latin typeface="Mark OT" panose="020B0504020201010104" pitchFamily="34" charset="0"/>
              </a:rPr>
              <a:t>‹#›</a:t>
            </a:fld>
            <a:endParaRPr lang="en-AU" sz="1000" b="0" i="0">
              <a:solidFill>
                <a:schemeClr val="tx1"/>
              </a:solidFill>
              <a:latin typeface="Mark OT" panose="020B0504020201010104" pitchFamily="34" charset="0"/>
            </a:endParaRPr>
          </a:p>
        </p:txBody>
      </p:sp>
      <p:sp>
        <p:nvSpPr>
          <p:cNvPr id="8" name="Subtitle 2">
            <a:extLst>
              <a:ext uri="{FF2B5EF4-FFF2-40B4-BE49-F238E27FC236}">
                <a16:creationId xmlns:a16="http://schemas.microsoft.com/office/drawing/2014/main" id="{00CFB9CC-19DF-D80E-1477-6EC2F19E2EE9}"/>
              </a:ext>
            </a:extLst>
          </p:cNvPr>
          <p:cNvSpPr>
            <a:spLocks noGrp="1"/>
          </p:cNvSpPr>
          <p:nvPr>
            <p:ph type="subTitle" idx="1" hasCustomPrompt="1"/>
          </p:nvPr>
        </p:nvSpPr>
        <p:spPr>
          <a:xfrm>
            <a:off x="334963" y="375613"/>
            <a:ext cx="6675437" cy="241135"/>
          </a:xfrm>
        </p:spPr>
        <p:txBody>
          <a:bodyPr/>
          <a:lstStyle>
            <a:lvl1pPr marL="0" indent="0" algn="l">
              <a:buNone/>
              <a:defRPr sz="1050" spc="3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p>
        </p:txBody>
      </p:sp>
    </p:spTree>
    <p:extLst>
      <p:ext uri="{BB962C8B-B14F-4D97-AF65-F5344CB8AC3E}">
        <p14:creationId xmlns:p14="http://schemas.microsoft.com/office/powerpoint/2010/main" val="1263219073"/>
      </p:ext>
    </p:extLst>
  </p:cSld>
  <p:clrMapOvr>
    <a:masterClrMapping/>
  </p:clrMapOvr>
  <p:hf hdr="0" dt="0"/>
</p:sldLayout>
</file>

<file path=ppt/slideLayouts/slideLayout164.xml><?xml version="1.0" encoding="utf-8"?>
<p:sldLayout xmlns:a="http://schemas.openxmlformats.org/drawingml/2006/main" xmlns:r="http://schemas.openxmlformats.org/officeDocument/2006/relationships" xmlns:p="http://schemas.openxmlformats.org/presentationml/2006/main">
  <p:cSld name="1_OPPORTUNITY_FinalPack">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F811ADC-ECBD-ADDE-338C-3B1D15694C15}"/>
              </a:ext>
            </a:extLst>
          </p:cNvPr>
          <p:cNvGraphicFramePr>
            <a:graphicFrameLocks noChangeAspect="1"/>
          </p:cNvGraphicFramePr>
          <p:nvPr>
            <p:custDataLst>
              <p:tags r:id="rId1"/>
            </p:custDataLst>
            <p:extLst>
              <p:ext uri="{D42A27DB-BD31-4B8C-83A1-F6EECF244321}">
                <p14:modId xmlns:p14="http://schemas.microsoft.com/office/powerpoint/2010/main" val="1912516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3" name="think-cell data - do not delete" hidden="1">
                        <a:extLst>
                          <a:ext uri="{FF2B5EF4-FFF2-40B4-BE49-F238E27FC236}">
                            <a16:creationId xmlns:a16="http://schemas.microsoft.com/office/drawing/2014/main" id="{AF811ADC-ECBD-ADDE-338C-3B1D15694C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34963" y="689811"/>
            <a:ext cx="11545903" cy="831014"/>
          </a:xfrm>
        </p:spPr>
        <p:txBody>
          <a:bodyPr vert="horz"/>
          <a:lstStyle>
            <a:lvl1pPr>
              <a:defRPr sz="2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AU" sz="1000" b="0" i="0" smtClean="0">
                <a:solidFill>
                  <a:schemeClr val="tx1"/>
                </a:solidFill>
                <a:latin typeface="Mark OT" panose="020B0504020201010104" pitchFamily="34" charset="0"/>
              </a:rPr>
              <a:t>‹#›</a:t>
            </a:fld>
            <a:endParaRPr lang="en-AU" sz="1000" b="0" i="0">
              <a:solidFill>
                <a:schemeClr val="tx1"/>
              </a:solidFill>
              <a:latin typeface="Mark OT" panose="020B0504020201010104" pitchFamily="34" charset="0"/>
            </a:endParaRPr>
          </a:p>
        </p:txBody>
      </p:sp>
      <p:sp>
        <p:nvSpPr>
          <p:cNvPr id="8" name="Subtitle 2">
            <a:extLst>
              <a:ext uri="{FF2B5EF4-FFF2-40B4-BE49-F238E27FC236}">
                <a16:creationId xmlns:a16="http://schemas.microsoft.com/office/drawing/2014/main" id="{00CFB9CC-19DF-D80E-1477-6EC2F19E2EE9}"/>
              </a:ext>
            </a:extLst>
          </p:cNvPr>
          <p:cNvSpPr>
            <a:spLocks noGrp="1"/>
          </p:cNvSpPr>
          <p:nvPr>
            <p:ph type="subTitle" idx="1" hasCustomPrompt="1"/>
          </p:nvPr>
        </p:nvSpPr>
        <p:spPr>
          <a:xfrm>
            <a:off x="989556" y="375613"/>
            <a:ext cx="5677944" cy="241135"/>
          </a:xfrm>
        </p:spPr>
        <p:txBody>
          <a:bodyPr/>
          <a:lstStyle>
            <a:lvl1pPr marL="0" indent="0" algn="l">
              <a:buNone/>
              <a:defRPr sz="1050" spc="3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p>
        </p:txBody>
      </p:sp>
    </p:spTree>
    <p:extLst>
      <p:ext uri="{BB962C8B-B14F-4D97-AF65-F5344CB8AC3E}">
        <p14:creationId xmlns:p14="http://schemas.microsoft.com/office/powerpoint/2010/main" val="2067826689"/>
      </p:ext>
    </p:extLst>
  </p:cSld>
  <p:clrMapOvr>
    <a:masterClrMapping/>
  </p:clrMapOvr>
  <p:hf hdr="0" dt="0"/>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8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7451B66-89FF-F4F9-7289-53D9A756870A}"/>
              </a:ext>
            </a:extLst>
          </p:cNvPr>
          <p:cNvGraphicFramePr>
            <a:graphicFrameLocks noChangeAspect="1"/>
          </p:cNvGraphicFramePr>
          <p:nvPr>
            <p:custDataLst>
              <p:tags r:id="rId1"/>
            </p:custDataLst>
            <p:extLst>
              <p:ext uri="{D42A27DB-BD31-4B8C-83A1-F6EECF244321}">
                <p14:modId xmlns:p14="http://schemas.microsoft.com/office/powerpoint/2010/main" val="2136877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47451B66-89FF-F4F9-7289-53D9A75687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
        <p:nvSpPr>
          <p:cNvPr id="3" name="Google Shape;721;g2dc0e050917_1_518">
            <a:extLst>
              <a:ext uri="{FF2B5EF4-FFF2-40B4-BE49-F238E27FC236}">
                <a16:creationId xmlns:a16="http://schemas.microsoft.com/office/drawing/2014/main" id="{192BF6F2-A9F2-AE40-C941-06E57EE8DD1D}"/>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bg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1742766075"/>
      </p:ext>
    </p:extLst>
  </p:cSld>
  <p:clrMapOvr>
    <a:masterClrMapping/>
  </p:clrMapOvr>
  <p:hf hdr="0" dt="0"/>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Agenda">
  <p:cSld name="1_Agenda">
    <p:spTree>
      <p:nvGrpSpPr>
        <p:cNvPr id="1" name="Shape 7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CC383FE-3FF7-2094-3940-8A31669B5091}"/>
              </a:ext>
            </a:extLst>
          </p:cNvPr>
          <p:cNvGraphicFramePr>
            <a:graphicFrameLocks noChangeAspect="1"/>
          </p:cNvGraphicFramePr>
          <p:nvPr>
            <p:custDataLst>
              <p:tags r:id="rId1"/>
            </p:custDataLst>
            <p:extLst>
              <p:ext uri="{D42A27DB-BD31-4B8C-83A1-F6EECF244321}">
                <p14:modId xmlns:p14="http://schemas.microsoft.com/office/powerpoint/2010/main" val="3707478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8CC383FE-3FF7-2094-3940-8A31669B50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Google Shape;721;g2dc0e050917_1_518">
            <a:extLst>
              <a:ext uri="{FF2B5EF4-FFF2-40B4-BE49-F238E27FC236}">
                <a16:creationId xmlns:a16="http://schemas.microsoft.com/office/drawing/2014/main" id="{942842CD-EEA8-19F0-D401-F826769D8CD2}"/>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AU" smtClean="0"/>
              <a:pPr/>
              <a:t>‹#›</a:t>
            </a:fld>
            <a:endParaRPr lang="en-AU"/>
          </a:p>
        </p:txBody>
      </p:sp>
      <p:sp>
        <p:nvSpPr>
          <p:cNvPr id="4" name="Google Shape;722;g2dc0e050917_1_518">
            <a:extLst>
              <a:ext uri="{FF2B5EF4-FFF2-40B4-BE49-F238E27FC236}">
                <a16:creationId xmlns:a16="http://schemas.microsoft.com/office/drawing/2014/main" id="{D339B6E1-BBA0-EEF8-EEA2-38A4DFAE023C}"/>
              </a:ext>
            </a:extLst>
          </p:cNvPr>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5" name="Google Shape;723;g2dc0e050917_1_518">
            <a:extLst>
              <a:ext uri="{FF2B5EF4-FFF2-40B4-BE49-F238E27FC236}">
                <a16:creationId xmlns:a16="http://schemas.microsoft.com/office/drawing/2014/main" id="{F6058343-4614-B084-3357-B96408293530}"/>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pic>
        <p:nvPicPr>
          <p:cNvPr id="6" name="Picture 5">
            <a:extLst>
              <a:ext uri="{FF2B5EF4-FFF2-40B4-BE49-F238E27FC236}">
                <a16:creationId xmlns:a16="http://schemas.microsoft.com/office/drawing/2014/main" id="{B1D8FA7D-1F53-001E-6C53-7F6BDAB5379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5" cy="600071"/>
          </a:xfrm>
          <a:prstGeom prst="rect">
            <a:avLst/>
          </a:prstGeom>
        </p:spPr>
      </p:pic>
    </p:spTree>
    <p:extLst>
      <p:ext uri="{BB962C8B-B14F-4D97-AF65-F5344CB8AC3E}">
        <p14:creationId xmlns:p14="http://schemas.microsoft.com/office/powerpoint/2010/main" val="53431673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cSld name="9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B56E977-4BA6-A0DF-553F-34BD55909967}"/>
              </a:ext>
            </a:extLst>
          </p:cNvPr>
          <p:cNvGraphicFramePr>
            <a:graphicFrameLocks noChangeAspect="1"/>
          </p:cNvGraphicFramePr>
          <p:nvPr>
            <p:custDataLst>
              <p:tags r:id="rId1"/>
            </p:custDataLst>
            <p:extLst>
              <p:ext uri="{D42A27DB-BD31-4B8C-83A1-F6EECF244321}">
                <p14:modId xmlns:p14="http://schemas.microsoft.com/office/powerpoint/2010/main" val="42387190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7B56E977-4BA6-A0DF-553F-34BD559099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Google Shape;721;g2dc0e050917_1_518">
            <a:extLst>
              <a:ext uri="{FF2B5EF4-FFF2-40B4-BE49-F238E27FC236}">
                <a16:creationId xmlns:a16="http://schemas.microsoft.com/office/drawing/2014/main" id="{68B27D17-1A4A-CA4B-F0FA-26A6A867DEAA}"/>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18" name="Google Shape;722;g2dc0e050917_1_518">
            <a:extLst>
              <a:ext uri="{FF2B5EF4-FFF2-40B4-BE49-F238E27FC236}">
                <a16:creationId xmlns:a16="http://schemas.microsoft.com/office/drawing/2014/main" id="{873E0545-E325-0B45-EF10-5E9C79695CC3}"/>
              </a:ext>
            </a:extLst>
          </p:cNvPr>
          <p:cNvSpPr txBox="1">
            <a:spLocks noGrp="1"/>
          </p:cNvSpPr>
          <p:nvPr>
            <p:ph type="subTitle" idx="1"/>
          </p:nvPr>
        </p:nvSpPr>
        <p:spPr>
          <a:xfrm>
            <a:off x="442900" y="1000593"/>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atin typeface="MarkOT" panose="020B0504020201010104" pitchFamily="34" charset="0"/>
              </a:defRPr>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19" name="Google Shape;723;g2dc0e050917_1_518">
            <a:extLst>
              <a:ext uri="{FF2B5EF4-FFF2-40B4-BE49-F238E27FC236}">
                <a16:creationId xmlns:a16="http://schemas.microsoft.com/office/drawing/2014/main" id="{43B86343-6332-0584-82B0-1AAEA621295E}"/>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tx1"/>
                </a:solidFill>
                <a:latin typeface="MarkOT" panose="020B05040202010101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pic>
        <p:nvPicPr>
          <p:cNvPr id="20" name="Picture 19">
            <a:extLst>
              <a:ext uri="{FF2B5EF4-FFF2-40B4-BE49-F238E27FC236}">
                <a16:creationId xmlns:a16="http://schemas.microsoft.com/office/drawing/2014/main" id="{ED0F6D80-895E-0BD0-8C6B-9593CE4EB7E7}"/>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5" cy="600071"/>
          </a:xfrm>
          <a:prstGeom prst="rect">
            <a:avLst/>
          </a:prstGeom>
        </p:spPr>
      </p:pic>
    </p:spTree>
    <p:extLst>
      <p:ext uri="{BB962C8B-B14F-4D97-AF65-F5344CB8AC3E}">
        <p14:creationId xmlns:p14="http://schemas.microsoft.com/office/powerpoint/2010/main" val="3994534756"/>
      </p:ext>
    </p:extLst>
  </p:cSld>
  <p:clrMapOvr>
    <a:masterClrMapping/>
  </p:clrMapOvr>
  <p:hf hdr="0" dt="0"/>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21"/>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A4A6D7A-8A10-4FB9-8E32-FC55D6797CC7}"/>
              </a:ext>
            </a:extLst>
          </p:cNvPr>
          <p:cNvGraphicFramePr>
            <a:graphicFrameLocks noChangeAspect="1"/>
          </p:cNvGraphicFramePr>
          <p:nvPr>
            <p:custDataLst>
              <p:tags r:id="rId1"/>
            </p:custDataLst>
            <p:extLst>
              <p:ext uri="{D42A27DB-BD31-4B8C-83A1-F6EECF244321}">
                <p14:modId xmlns:p14="http://schemas.microsoft.com/office/powerpoint/2010/main" val="21422560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5A4A6D7A-8A10-4FB9-8E32-FC55D6797C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Google Shape;721;g2dc0e050917_1_518">
            <a:extLst>
              <a:ext uri="{FF2B5EF4-FFF2-40B4-BE49-F238E27FC236}">
                <a16:creationId xmlns:a16="http://schemas.microsoft.com/office/drawing/2014/main" id="{6795795B-8FCD-4C09-677A-B451361FF396}"/>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13" name="Google Shape;722;g2dc0e050917_1_518">
            <a:extLst>
              <a:ext uri="{FF2B5EF4-FFF2-40B4-BE49-F238E27FC236}">
                <a16:creationId xmlns:a16="http://schemas.microsoft.com/office/drawing/2014/main" id="{4B44D056-8F67-618B-E938-F5FDF51DDCCE}"/>
              </a:ext>
            </a:extLst>
          </p:cNvPr>
          <p:cNvSpPr txBox="1">
            <a:spLocks noGrp="1"/>
          </p:cNvSpPr>
          <p:nvPr>
            <p:ph type="subTitle" idx="1"/>
          </p:nvPr>
        </p:nvSpPr>
        <p:spPr>
          <a:xfrm>
            <a:off x="442900" y="1000593"/>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atin typeface="MarkOT" panose="020B0504020201010104" pitchFamily="34" charset="0"/>
              </a:defRPr>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14" name="Google Shape;723;g2dc0e050917_1_518">
            <a:extLst>
              <a:ext uri="{FF2B5EF4-FFF2-40B4-BE49-F238E27FC236}">
                <a16:creationId xmlns:a16="http://schemas.microsoft.com/office/drawing/2014/main" id="{6D95E96F-F185-3637-DBA3-8D7F36BBB52E}"/>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tx1"/>
                </a:solidFill>
                <a:latin typeface="MarkOT" panose="020B05040202010101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pic>
        <p:nvPicPr>
          <p:cNvPr id="15" name="Picture 14">
            <a:extLst>
              <a:ext uri="{FF2B5EF4-FFF2-40B4-BE49-F238E27FC236}">
                <a16:creationId xmlns:a16="http://schemas.microsoft.com/office/drawing/2014/main" id="{F0BEB392-4845-C336-886C-EA8DEAD47AD6}"/>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5" cy="600071"/>
          </a:xfrm>
          <a:prstGeom prst="rect">
            <a:avLst/>
          </a:prstGeom>
        </p:spPr>
      </p:pic>
    </p:spTree>
    <p:extLst>
      <p:ext uri="{BB962C8B-B14F-4D97-AF65-F5344CB8AC3E}">
        <p14:creationId xmlns:p14="http://schemas.microsoft.com/office/powerpoint/2010/main" val="1132789227"/>
      </p:ext>
    </p:extLst>
  </p:cSld>
  <p:clrMapOvr>
    <a:masterClrMapping/>
  </p:clrMapOvr>
  <p:hf hdr="0" dt="0"/>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6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BA78698-2C42-5A76-ABAF-711DC7924174}"/>
              </a:ext>
            </a:extLst>
          </p:cNvPr>
          <p:cNvGraphicFramePr>
            <a:graphicFrameLocks noChangeAspect="1"/>
          </p:cNvGraphicFramePr>
          <p:nvPr>
            <p:custDataLst>
              <p:tags r:id="rId1"/>
            </p:custDataLst>
            <p:extLst>
              <p:ext uri="{D42A27DB-BD31-4B8C-83A1-F6EECF244321}">
                <p14:modId xmlns:p14="http://schemas.microsoft.com/office/powerpoint/2010/main" val="1176456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2BA78698-2C42-5A76-ABAF-711DC79241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09" name="Google Shape;609;p110"/>
          <p:cNvSpPr txBox="1">
            <a:spLocks noGrp="1"/>
          </p:cNvSpPr>
          <p:nvPr>
            <p:ph type="title"/>
          </p:nvPr>
        </p:nvSpPr>
        <p:spPr>
          <a:xfrm>
            <a:off x="442913" y="432001"/>
            <a:ext cx="113061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r>
              <a:rPr lang="en-US"/>
              <a:t>Click to edit Master title style</a:t>
            </a:r>
            <a:endParaRPr/>
          </a:p>
        </p:txBody>
      </p:sp>
      <p:sp>
        <p:nvSpPr>
          <p:cNvPr id="610" name="Google Shape;610;p110"/>
          <p:cNvSpPr txBox="1">
            <a:spLocks noGrp="1"/>
          </p:cNvSpPr>
          <p:nvPr>
            <p:ph type="sldNum" idx="12"/>
          </p:nvPr>
        </p:nvSpPr>
        <p:spPr>
          <a:xfrm>
            <a:off x="8218489" y="6492240"/>
            <a:ext cx="3530700" cy="1371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750">
                <a:solidFill>
                  <a:schemeClr val="dk1"/>
                </a:solidFill>
                <a:latin typeface="Arial"/>
                <a:ea typeface="Arial"/>
                <a:cs typeface="Arial"/>
                <a:sym typeface="Arial"/>
              </a:defRPr>
            </a:lvl1pPr>
            <a:lvl2pPr marL="0" marR="0" lvl="1" indent="0" algn="r" rtl="0">
              <a:spcBef>
                <a:spcPts val="0"/>
              </a:spcBef>
              <a:buNone/>
              <a:defRPr sz="750">
                <a:solidFill>
                  <a:schemeClr val="dk1"/>
                </a:solidFill>
                <a:latin typeface="Arial"/>
                <a:ea typeface="Arial"/>
                <a:cs typeface="Arial"/>
                <a:sym typeface="Arial"/>
              </a:defRPr>
            </a:lvl2pPr>
            <a:lvl3pPr marL="0" marR="0" lvl="2" indent="0" algn="r" rtl="0">
              <a:spcBef>
                <a:spcPts val="0"/>
              </a:spcBef>
              <a:buNone/>
              <a:defRPr sz="750">
                <a:solidFill>
                  <a:schemeClr val="dk1"/>
                </a:solidFill>
                <a:latin typeface="Arial"/>
                <a:ea typeface="Arial"/>
                <a:cs typeface="Arial"/>
                <a:sym typeface="Arial"/>
              </a:defRPr>
            </a:lvl3pPr>
            <a:lvl4pPr marL="0" marR="0" lvl="3" indent="0" algn="r" rtl="0">
              <a:spcBef>
                <a:spcPts val="0"/>
              </a:spcBef>
              <a:buNone/>
              <a:defRPr sz="750">
                <a:solidFill>
                  <a:schemeClr val="dk1"/>
                </a:solidFill>
                <a:latin typeface="Arial"/>
                <a:ea typeface="Arial"/>
                <a:cs typeface="Arial"/>
                <a:sym typeface="Arial"/>
              </a:defRPr>
            </a:lvl4pPr>
            <a:lvl5pPr marL="0" marR="0" lvl="4" indent="0" algn="r" rtl="0">
              <a:spcBef>
                <a:spcPts val="0"/>
              </a:spcBef>
              <a:buNone/>
              <a:defRPr sz="750">
                <a:solidFill>
                  <a:schemeClr val="dk1"/>
                </a:solidFill>
                <a:latin typeface="Arial"/>
                <a:ea typeface="Arial"/>
                <a:cs typeface="Arial"/>
                <a:sym typeface="Arial"/>
              </a:defRPr>
            </a:lvl5pPr>
            <a:lvl6pPr marL="0" marR="0" lvl="5" indent="0" algn="r" rtl="0">
              <a:spcBef>
                <a:spcPts val="0"/>
              </a:spcBef>
              <a:buNone/>
              <a:defRPr sz="750">
                <a:solidFill>
                  <a:schemeClr val="dk1"/>
                </a:solidFill>
                <a:latin typeface="Arial"/>
                <a:ea typeface="Arial"/>
                <a:cs typeface="Arial"/>
                <a:sym typeface="Arial"/>
              </a:defRPr>
            </a:lvl6pPr>
            <a:lvl7pPr marL="0" marR="0" lvl="6" indent="0" algn="r" rtl="0">
              <a:spcBef>
                <a:spcPts val="0"/>
              </a:spcBef>
              <a:buNone/>
              <a:defRPr sz="750">
                <a:solidFill>
                  <a:schemeClr val="dk1"/>
                </a:solidFill>
                <a:latin typeface="Arial"/>
                <a:ea typeface="Arial"/>
                <a:cs typeface="Arial"/>
                <a:sym typeface="Arial"/>
              </a:defRPr>
            </a:lvl7pPr>
            <a:lvl8pPr marL="0" marR="0" lvl="7" indent="0" algn="r" rtl="0">
              <a:spcBef>
                <a:spcPts val="0"/>
              </a:spcBef>
              <a:buNone/>
              <a:defRPr sz="750">
                <a:solidFill>
                  <a:schemeClr val="dk1"/>
                </a:solidFill>
                <a:latin typeface="Arial"/>
                <a:ea typeface="Arial"/>
                <a:cs typeface="Arial"/>
                <a:sym typeface="Arial"/>
              </a:defRPr>
            </a:lvl8pPr>
            <a:lvl9pPr marL="0" marR="0" lvl="8" indent="0" algn="r" rtl="0">
              <a:spcBef>
                <a:spcPts val="0"/>
              </a:spcBef>
              <a:buNone/>
              <a:defRPr sz="750">
                <a:solidFill>
                  <a:schemeClr val="dk1"/>
                </a:solidFill>
                <a:latin typeface="Arial"/>
                <a:ea typeface="Arial"/>
                <a:cs typeface="Arial"/>
                <a:sym typeface="Arial"/>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947505667"/>
      </p:ext>
    </p:extLst>
  </p:cSld>
  <p:clrMapOvr>
    <a:masterClrMapping/>
  </p:clrMapOvr>
  <p:hf hdr="0" dt="0"/>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7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9777E03-A1E6-5C3E-C275-4ED49FD435E8}"/>
              </a:ext>
            </a:extLst>
          </p:cNvPr>
          <p:cNvGraphicFramePr>
            <a:graphicFrameLocks noChangeAspect="1"/>
          </p:cNvGraphicFramePr>
          <p:nvPr>
            <p:custDataLst>
              <p:tags r:id="rId1"/>
            </p:custDataLst>
            <p:extLst>
              <p:ext uri="{D42A27DB-BD31-4B8C-83A1-F6EECF244321}">
                <p14:modId xmlns:p14="http://schemas.microsoft.com/office/powerpoint/2010/main" val="1545395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9777E03-A1E6-5C3E-C275-4ED49FD435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3000">
                <a:solidFill>
                  <a:schemeClr val="tx1"/>
                </a:solidFill>
              </a:defRPr>
            </a:lvl1pPr>
            <a:lvl2pPr marL="446088" indent="-446088" rtl="0">
              <a:spcAft>
                <a:spcPts val="900"/>
              </a:spcAft>
              <a:tabLst/>
              <a:defRPr sz="3000">
                <a:solidFill>
                  <a:schemeClr val="tx1"/>
                </a:solidFill>
              </a:defRPr>
            </a:lvl2pPr>
            <a:lvl3pPr marL="892175" indent="-446088" rtl="0">
              <a:spcAft>
                <a:spcPts val="900"/>
              </a:spcAft>
              <a:tabLst/>
              <a:defRPr sz="3000">
                <a:solidFill>
                  <a:schemeClr val="tx1"/>
                </a:solidFill>
              </a:defRPr>
            </a:lvl3pPr>
            <a:lvl4pPr marL="1333500" indent="-441325" rtl="0">
              <a:spcAft>
                <a:spcPts val="900"/>
              </a:spcAft>
              <a:tabLst/>
              <a:defRPr sz="3000">
                <a:solidFill>
                  <a:schemeClr val="tx1"/>
                </a:solidFill>
              </a:defRPr>
            </a:lvl4pPr>
            <a:lvl5pPr marL="1779588" indent="-446088" rtl="0">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8" name="Picture 7">
            <a:extLst>
              <a:ext uri="{FF2B5EF4-FFF2-40B4-BE49-F238E27FC236}">
                <a16:creationId xmlns:a16="http://schemas.microsoft.com/office/drawing/2014/main" id="{D4E23193-8510-4E6E-94D5-48BE6FEAA744}"/>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332505489"/>
      </p:ext>
    </p:extLst>
  </p:cSld>
  <p:clrMapOvr>
    <a:masterClrMapping/>
  </p:clrMapOvr>
  <p:hf hdr="0" dt="0"/>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9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90870D9-FB4B-FDF9-5700-F73F3E0B61D6}"/>
              </a:ext>
            </a:extLst>
          </p:cNvPr>
          <p:cNvGraphicFramePr>
            <a:graphicFrameLocks noChangeAspect="1"/>
          </p:cNvGraphicFramePr>
          <p:nvPr>
            <p:custDataLst>
              <p:tags r:id="rId1"/>
            </p:custDataLst>
            <p:extLst>
              <p:ext uri="{D42A27DB-BD31-4B8C-83A1-F6EECF244321}">
                <p14:modId xmlns:p14="http://schemas.microsoft.com/office/powerpoint/2010/main" val="1103059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90870D9-FB4B-FDF9-5700-F73F3E0B61D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4" name="Picture 13">
            <a:extLst>
              <a:ext uri="{FF2B5EF4-FFF2-40B4-BE49-F238E27FC236}">
                <a16:creationId xmlns:a16="http://schemas.microsoft.com/office/drawing/2014/main" id="{1E60E352-9507-43AC-9205-1FAC73C5631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542170995"/>
      </p:ext>
    </p:extLst>
  </p:cSld>
  <p:clrMapOvr>
    <a:masterClrMapping/>
  </p:clrMapOvr>
  <p:hf hdr="0" dt="0"/>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7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0C004C1-7564-38A5-061A-57943E9EF33E}"/>
              </a:ext>
            </a:extLst>
          </p:cNvPr>
          <p:cNvGraphicFramePr>
            <a:graphicFrameLocks noChangeAspect="1"/>
          </p:cNvGraphicFramePr>
          <p:nvPr>
            <p:custDataLst>
              <p:tags r:id="rId1"/>
            </p:custDataLst>
            <p:extLst>
              <p:ext uri="{D42A27DB-BD31-4B8C-83A1-F6EECF244321}">
                <p14:modId xmlns:p14="http://schemas.microsoft.com/office/powerpoint/2010/main" val="3886701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0C004C1-7564-38A5-061A-57943E9EF3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CABA0A6C-82A1-46C0-B600-58ECDDE1E9A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7676795"/>
      </p:ext>
    </p:extLst>
  </p:cSld>
  <p:clrMapOvr>
    <a:masterClrMapping/>
  </p:clrMapOvr>
  <p:hf hdr="0" dt="0"/>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7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4034995-798C-6CBF-DD79-4DDADDCA8CEF}"/>
              </a:ext>
            </a:extLst>
          </p:cNvPr>
          <p:cNvGraphicFramePr>
            <a:graphicFrameLocks noChangeAspect="1"/>
          </p:cNvGraphicFramePr>
          <p:nvPr>
            <p:custDataLst>
              <p:tags r:id="rId1"/>
            </p:custDataLst>
            <p:extLst>
              <p:ext uri="{D42A27DB-BD31-4B8C-83A1-F6EECF244321}">
                <p14:modId xmlns:p14="http://schemas.microsoft.com/office/powerpoint/2010/main" val="1082263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4034995-798C-6CBF-DD79-4DDADDCA8C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rtl="0">
              <a:spcAft>
                <a:spcPts val="900"/>
              </a:spcAft>
              <a:defRPr sz="2400" b="1" i="0">
                <a:solidFill>
                  <a:schemeClr val="tx1"/>
                </a:solidFill>
                <a:latin typeface="MarkOT" panose="020B0504020201010104" pitchFamily="34" charset="0"/>
              </a:defRPr>
            </a:lvl1pPr>
            <a:lvl2pPr marL="0" indent="0" rtl="0">
              <a:spcAft>
                <a:spcPts val="900"/>
              </a:spcAft>
              <a:buNone/>
              <a:tabLst/>
              <a:defRPr sz="2400">
                <a:solidFill>
                  <a:schemeClr val="tx1"/>
                </a:solidFill>
              </a:defRPr>
            </a:lvl2pPr>
            <a:lvl3pPr marL="180975" indent="-180975" rtl="0">
              <a:spcAft>
                <a:spcPts val="900"/>
              </a:spcAft>
              <a:tabLst/>
              <a:defRPr sz="2400">
                <a:solidFill>
                  <a:schemeClr val="tx1"/>
                </a:solidFill>
              </a:defRPr>
            </a:lvl3pPr>
            <a:lvl4pPr marL="355600" indent="-180975" rtl="0">
              <a:spcAft>
                <a:spcPts val="900"/>
              </a:spcAft>
              <a:tabLst/>
              <a:defRPr sz="2400">
                <a:solidFill>
                  <a:schemeClr val="tx1"/>
                </a:solidFill>
              </a:defRPr>
            </a:lvl4pPr>
            <a:lvl5pPr marL="579438" indent="-2174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FA1E011C-3930-43B0-8EBC-930337F6B32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653122981"/>
      </p:ext>
    </p:extLst>
  </p:cSld>
  <p:clrMapOvr>
    <a:masterClrMapping/>
  </p:clrMapOvr>
  <p:hf hdr="0" dt="0"/>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7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2A7D918-DBF6-2EED-1312-CC8ED351F497}"/>
              </a:ext>
            </a:extLst>
          </p:cNvPr>
          <p:cNvGraphicFramePr>
            <a:graphicFrameLocks noChangeAspect="1"/>
          </p:cNvGraphicFramePr>
          <p:nvPr>
            <p:custDataLst>
              <p:tags r:id="rId1"/>
            </p:custDataLst>
            <p:extLst>
              <p:ext uri="{D42A27DB-BD31-4B8C-83A1-F6EECF244321}">
                <p14:modId xmlns:p14="http://schemas.microsoft.com/office/powerpoint/2010/main" val="1732508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2A7D918-DBF6-2EED-1312-CC8ED351F4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4102067823"/>
      </p:ext>
    </p:extLst>
  </p:cSld>
  <p:clrMapOvr>
    <a:masterClrMapping/>
  </p:clrMapOvr>
  <p:hf hdr="0" dt="0"/>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7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C46355D-FD8E-2856-9799-56BAA84BB0C8}"/>
              </a:ext>
            </a:extLst>
          </p:cNvPr>
          <p:cNvGraphicFramePr>
            <a:graphicFrameLocks noChangeAspect="1"/>
          </p:cNvGraphicFramePr>
          <p:nvPr>
            <p:custDataLst>
              <p:tags r:id="rId1"/>
            </p:custDataLst>
            <p:extLst>
              <p:ext uri="{D42A27DB-BD31-4B8C-83A1-F6EECF244321}">
                <p14:modId xmlns:p14="http://schemas.microsoft.com/office/powerpoint/2010/main" val="21344771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C46355D-FD8E-2856-9799-56BAA84BB0C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2105449909"/>
      </p:ext>
    </p:extLst>
  </p:cSld>
  <p:clrMapOvr>
    <a:masterClrMapping/>
  </p:clrMapOvr>
  <p:hf hdr="0" dt="0"/>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7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C5D1369-C3A7-9206-4979-61F7276BD768}"/>
              </a:ext>
            </a:extLst>
          </p:cNvPr>
          <p:cNvGraphicFramePr>
            <a:graphicFrameLocks noChangeAspect="1"/>
          </p:cNvGraphicFramePr>
          <p:nvPr>
            <p:custDataLst>
              <p:tags r:id="rId1"/>
            </p:custDataLst>
            <p:extLst>
              <p:ext uri="{D42A27DB-BD31-4B8C-83A1-F6EECF244321}">
                <p14:modId xmlns:p14="http://schemas.microsoft.com/office/powerpoint/2010/main" val="1842432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C5D1369-C3A7-9206-4979-61F7276BD7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3053572"/>
      </p:ext>
    </p:extLst>
  </p:cSld>
  <p:clrMapOvr>
    <a:masterClrMapping/>
  </p:clrMapOvr>
  <p:hf hdr="0" dt="0"/>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8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56F284F-C843-B515-E983-61735E6FEF9D}"/>
              </a:ext>
            </a:extLst>
          </p:cNvPr>
          <p:cNvGraphicFramePr>
            <a:graphicFrameLocks noChangeAspect="1"/>
          </p:cNvGraphicFramePr>
          <p:nvPr>
            <p:custDataLst>
              <p:tags r:id="rId1"/>
            </p:custDataLst>
            <p:extLst>
              <p:ext uri="{D42A27DB-BD31-4B8C-83A1-F6EECF244321}">
                <p14:modId xmlns:p14="http://schemas.microsoft.com/office/powerpoint/2010/main" val="9234815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56F284F-C843-B515-E983-61735E6FEF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F194FD55-AE12-458A-948E-6EF3C401242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265484602"/>
      </p:ext>
    </p:extLst>
  </p:cSld>
  <p:clrMapOvr>
    <a:masterClrMapping/>
  </p:clrMapOvr>
  <p:hf hdr="0" dt="0"/>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7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70C47BE-FB02-9DC5-4E8F-241271994489}"/>
              </a:ext>
            </a:extLst>
          </p:cNvPr>
          <p:cNvGraphicFramePr>
            <a:graphicFrameLocks noChangeAspect="1"/>
          </p:cNvGraphicFramePr>
          <p:nvPr>
            <p:custDataLst>
              <p:tags r:id="rId1"/>
            </p:custDataLst>
            <p:extLst>
              <p:ext uri="{D42A27DB-BD31-4B8C-83A1-F6EECF244321}">
                <p14:modId xmlns:p14="http://schemas.microsoft.com/office/powerpoint/2010/main" val="3931666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70C47BE-FB02-9DC5-4E8F-2412719944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rtl="0">
              <a:spcAft>
                <a:spcPts val="900"/>
              </a:spcAft>
              <a:defRPr sz="3000" b="1" i="0">
                <a:solidFill>
                  <a:schemeClr val="bg1"/>
                </a:solidFill>
                <a:latin typeface="MarkOT" panose="020B0504020201010104" pitchFamily="34" charset="0"/>
              </a:defRPr>
            </a:lvl1pPr>
            <a:lvl2pPr marL="0" indent="0" rtl="0">
              <a:spcAft>
                <a:spcPts val="900"/>
              </a:spcAft>
              <a:buNone/>
              <a:tabLst/>
              <a:defRPr sz="3000">
                <a:solidFill>
                  <a:schemeClr val="bg1"/>
                </a:solidFill>
              </a:defRPr>
            </a:lvl2pPr>
            <a:lvl3pPr marL="180975" indent="-180975" rtl="0">
              <a:spcAft>
                <a:spcPts val="900"/>
              </a:spcAft>
              <a:tabLst/>
              <a:defRPr sz="3000">
                <a:solidFill>
                  <a:schemeClr val="bg1"/>
                </a:solidFill>
              </a:defRPr>
            </a:lvl3pPr>
            <a:lvl4pPr marL="355600" indent="-180975" rtl="0">
              <a:spcAft>
                <a:spcPts val="900"/>
              </a:spcAft>
              <a:tabLst/>
              <a:defRPr sz="3000">
                <a:solidFill>
                  <a:schemeClr val="bg1"/>
                </a:solidFill>
              </a:defRPr>
            </a:lvl4pPr>
            <a:lvl5pPr marL="579438" indent="-217488" rtl="0">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748249"/>
      </p:ext>
    </p:extLst>
  </p:cSld>
  <p:clrMapOvr>
    <a:masterClrMapping/>
  </p:clrMapOvr>
  <p:hf hdr="0" dt="0"/>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8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44436C8-B01A-B141-FEDC-B0F12BA87BBB}"/>
              </a:ext>
            </a:extLst>
          </p:cNvPr>
          <p:cNvGraphicFramePr>
            <a:graphicFrameLocks noChangeAspect="1"/>
          </p:cNvGraphicFramePr>
          <p:nvPr>
            <p:custDataLst>
              <p:tags r:id="rId1"/>
            </p:custDataLst>
            <p:extLst>
              <p:ext uri="{D42A27DB-BD31-4B8C-83A1-F6EECF244321}">
                <p14:modId xmlns:p14="http://schemas.microsoft.com/office/powerpoint/2010/main" val="33484858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44436C8-B01A-B141-FEDC-B0F12BA87BB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791178"/>
      </p:ext>
    </p:extLst>
  </p:cSld>
  <p:clrMapOvr>
    <a:masterClrMapping/>
  </p:clrMapOvr>
  <p:hf hdr="0" dt="0"/>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7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E35EC6C-706C-A230-9F93-07B6A688B920}"/>
              </a:ext>
            </a:extLst>
          </p:cNvPr>
          <p:cNvGraphicFramePr>
            <a:graphicFrameLocks noChangeAspect="1"/>
          </p:cNvGraphicFramePr>
          <p:nvPr>
            <p:custDataLst>
              <p:tags r:id="rId1"/>
            </p:custDataLst>
            <p:extLst>
              <p:ext uri="{D42A27DB-BD31-4B8C-83A1-F6EECF244321}">
                <p14:modId xmlns:p14="http://schemas.microsoft.com/office/powerpoint/2010/main" val="313070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E35EC6C-706C-A230-9F93-07B6A688B9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9568988"/>
      </p:ext>
    </p:extLst>
  </p:cSld>
  <p:clrMapOvr>
    <a:masterClrMapping/>
  </p:clrMapOvr>
  <p:hf hdr="0" dt="0"/>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7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2552623-1464-6B49-E2A0-716051DA926F}"/>
              </a:ext>
            </a:extLst>
          </p:cNvPr>
          <p:cNvGraphicFramePr>
            <a:graphicFrameLocks noChangeAspect="1"/>
          </p:cNvGraphicFramePr>
          <p:nvPr>
            <p:custDataLst>
              <p:tags r:id="rId1"/>
            </p:custDataLst>
            <p:extLst>
              <p:ext uri="{D42A27DB-BD31-4B8C-83A1-F6EECF244321}">
                <p14:modId xmlns:p14="http://schemas.microsoft.com/office/powerpoint/2010/main" val="2720352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72552623-1464-6B49-E2A0-716051DA92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tx1"/>
                </a:solidFill>
                <a:latin typeface="MarkOT" panose="020B0504020201010104" pitchFamily="34" charset="0"/>
              </a:defRPr>
            </a:lvl1pPr>
            <a:lvl2pPr marL="0" indent="0" rtl="0">
              <a:spcAft>
                <a:spcPts val="600"/>
              </a:spcAft>
              <a:buNone/>
              <a:tabLst/>
              <a:defRPr sz="1200">
                <a:solidFill>
                  <a:schemeClr val="tx1"/>
                </a:solidFill>
              </a:defRPr>
            </a:lvl2pPr>
            <a:lvl3pPr marL="180975" indent="-180975" rtl="0">
              <a:spcAft>
                <a:spcPts val="600"/>
              </a:spcAft>
              <a:tabLst/>
              <a:defRPr sz="1200">
                <a:solidFill>
                  <a:schemeClr val="tx1"/>
                </a:solidFill>
              </a:defRPr>
            </a:lvl3pPr>
            <a:lvl4pPr marL="355600" indent="-180975" rtl="0">
              <a:spcAft>
                <a:spcPts val="600"/>
              </a:spcAft>
              <a:tabLst/>
              <a:defRPr sz="1200">
                <a:solidFill>
                  <a:schemeClr val="tx1"/>
                </a:solidFill>
              </a:defRPr>
            </a:lvl4pPr>
            <a:lvl5pPr marL="579438" indent="-217488"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834676884"/>
      </p:ext>
    </p:extLst>
  </p:cSld>
  <p:clrMapOvr>
    <a:masterClrMapping/>
  </p:clrMapOvr>
  <p:hf hdr="0" dt="0"/>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7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27D4740-D2E9-3F2C-FF79-B5D948CB2D36}"/>
              </a:ext>
            </a:extLst>
          </p:cNvPr>
          <p:cNvGraphicFramePr>
            <a:graphicFrameLocks noChangeAspect="1"/>
          </p:cNvGraphicFramePr>
          <p:nvPr>
            <p:custDataLst>
              <p:tags r:id="rId1"/>
            </p:custDataLst>
            <p:extLst>
              <p:ext uri="{D42A27DB-BD31-4B8C-83A1-F6EECF244321}">
                <p14:modId xmlns:p14="http://schemas.microsoft.com/office/powerpoint/2010/main" val="2090435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27D4740-D2E9-3F2C-FF79-B5D948CB2D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E69A4D32-00C7-4E48-A080-0F06A8C32A2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745595719"/>
      </p:ext>
    </p:extLst>
  </p:cSld>
  <p:clrMapOvr>
    <a:masterClrMapping/>
  </p:clrMapOvr>
  <p:hf hdr="0" dt="0"/>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7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21A09A9-7715-A441-ADC9-B6390ECED1BA}"/>
              </a:ext>
            </a:extLst>
          </p:cNvPr>
          <p:cNvGraphicFramePr>
            <a:graphicFrameLocks noChangeAspect="1"/>
          </p:cNvGraphicFramePr>
          <p:nvPr>
            <p:custDataLst>
              <p:tags r:id="rId1"/>
            </p:custDataLst>
            <p:extLst>
              <p:ext uri="{D42A27DB-BD31-4B8C-83A1-F6EECF244321}">
                <p14:modId xmlns:p14="http://schemas.microsoft.com/office/powerpoint/2010/main" val="278224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21A09A9-7715-A441-ADC9-B6390ECED1B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rtl="0">
              <a:defRPr sz="3400">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3459452070"/>
      </p:ext>
    </p:extLst>
  </p:cSld>
  <p:clrMapOvr>
    <a:masterClrMapping/>
  </p:clrMapOvr>
  <p:hf hdr="0" dt="0"/>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7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4AECA27-C8CE-FF90-BB94-AFBD9BCFA26F}"/>
              </a:ext>
            </a:extLst>
          </p:cNvPr>
          <p:cNvGraphicFramePr>
            <a:graphicFrameLocks noChangeAspect="1"/>
          </p:cNvGraphicFramePr>
          <p:nvPr>
            <p:custDataLst>
              <p:tags r:id="rId1"/>
            </p:custDataLst>
            <p:extLst>
              <p:ext uri="{D42A27DB-BD31-4B8C-83A1-F6EECF244321}">
                <p14:modId xmlns:p14="http://schemas.microsoft.com/office/powerpoint/2010/main" val="33400094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C4AECA27-C8CE-FF90-BB94-AFBD9BCFA2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bg1"/>
                </a:solidFill>
                <a:latin typeface="MarkOT" panose="020B0504020201010104" pitchFamily="34" charset="0"/>
              </a:defRPr>
            </a:lvl1pPr>
            <a:lvl2pPr marL="0" indent="0" rtl="0">
              <a:spcAft>
                <a:spcPts val="600"/>
              </a:spcAft>
              <a:buNone/>
              <a:tabLst/>
              <a:defRPr sz="1200">
                <a:solidFill>
                  <a:schemeClr val="bg1"/>
                </a:solidFill>
              </a:defRPr>
            </a:lvl2pPr>
            <a:lvl3pPr marL="180975" indent="-180975" rtl="0">
              <a:spcAft>
                <a:spcPts val="600"/>
              </a:spcAft>
              <a:tabLst/>
              <a:defRPr sz="1200">
                <a:solidFill>
                  <a:schemeClr val="bg1"/>
                </a:solidFill>
              </a:defRPr>
            </a:lvl3pPr>
            <a:lvl4pPr marL="355600" indent="-180975" rtl="0">
              <a:spcAft>
                <a:spcPts val="600"/>
              </a:spcAft>
              <a:tabLst/>
              <a:defRPr sz="1200">
                <a:solidFill>
                  <a:schemeClr val="bg1"/>
                </a:solidFill>
              </a:defRPr>
            </a:lvl4pPr>
            <a:lvl5pPr marL="579438" indent="-217488"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spTree>
    <p:extLst>
      <p:ext uri="{BB962C8B-B14F-4D97-AF65-F5344CB8AC3E}">
        <p14:creationId xmlns:p14="http://schemas.microsoft.com/office/powerpoint/2010/main" val="4214220722"/>
      </p:ext>
    </p:extLst>
  </p:cSld>
  <p:clrMapOvr>
    <a:masterClrMapping/>
  </p:clrMapOvr>
  <p:hf hdr="0" dt="0"/>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7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916149-23A7-BAC8-04D8-A0B527D2F094}"/>
              </a:ext>
            </a:extLst>
          </p:cNvPr>
          <p:cNvGraphicFramePr>
            <a:graphicFrameLocks noChangeAspect="1"/>
          </p:cNvGraphicFramePr>
          <p:nvPr>
            <p:custDataLst>
              <p:tags r:id="rId1"/>
            </p:custDataLst>
            <p:extLst>
              <p:ext uri="{D42A27DB-BD31-4B8C-83A1-F6EECF244321}">
                <p14:modId xmlns:p14="http://schemas.microsoft.com/office/powerpoint/2010/main" val="5162345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C916149-23A7-BAC8-04D8-A0B527D2F0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pic>
        <p:nvPicPr>
          <p:cNvPr id="8" name="Picture 7">
            <a:extLst>
              <a:ext uri="{FF2B5EF4-FFF2-40B4-BE49-F238E27FC236}">
                <a16:creationId xmlns:a16="http://schemas.microsoft.com/office/drawing/2014/main" id="{3B6DF5B5-C373-4E55-A4A7-C3AFC2624B0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900621587"/>
      </p:ext>
    </p:extLst>
  </p:cSld>
  <p:clrMapOvr>
    <a:masterClrMapping/>
  </p:clrMapOvr>
  <p:hf hdr="0" dt="0"/>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7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1A2BE3-2E6F-ACD8-8B5E-9CEA4E8C6739}"/>
              </a:ext>
            </a:extLst>
          </p:cNvPr>
          <p:cNvGraphicFramePr>
            <a:graphicFrameLocks noChangeAspect="1"/>
          </p:cNvGraphicFramePr>
          <p:nvPr>
            <p:custDataLst>
              <p:tags r:id="rId1"/>
            </p:custDataLst>
            <p:extLst>
              <p:ext uri="{D42A27DB-BD31-4B8C-83A1-F6EECF244321}">
                <p14:modId xmlns:p14="http://schemas.microsoft.com/office/powerpoint/2010/main" val="64776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71A2BE3-2E6F-ACD8-8B5E-9CEA4E8C67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4202697"/>
          </a:xfrm>
        </p:spPr>
        <p:txBody>
          <a:bodyPr/>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rtl="0">
              <a:defRPr sz="1000"/>
            </a:lvl1pPr>
          </a:lstStyle>
          <a:p>
            <a:r>
              <a:rPr lang="en-AU"/>
              <a:t>H</a:t>
            </a:r>
          </a:p>
        </p:txBody>
      </p:sp>
      <p:pic>
        <p:nvPicPr>
          <p:cNvPr id="8" name="Picture 7">
            <a:extLst>
              <a:ext uri="{FF2B5EF4-FFF2-40B4-BE49-F238E27FC236}">
                <a16:creationId xmlns:a16="http://schemas.microsoft.com/office/drawing/2014/main" id="{5DF87350-8312-462F-8F27-17F46762F13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933504687"/>
      </p:ext>
    </p:extLst>
  </p:cSld>
  <p:clrMapOvr>
    <a:masterClrMapping/>
  </p:clrMapOvr>
  <p:hf hdr="0" dt="0"/>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7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C5B7F24-F4D6-B076-B837-B5E205703AB3}"/>
              </a:ext>
            </a:extLst>
          </p:cNvPr>
          <p:cNvGraphicFramePr>
            <a:graphicFrameLocks noChangeAspect="1"/>
          </p:cNvGraphicFramePr>
          <p:nvPr>
            <p:custDataLst>
              <p:tags r:id="rId1"/>
            </p:custDataLst>
            <p:extLst>
              <p:ext uri="{D42A27DB-BD31-4B8C-83A1-F6EECF244321}">
                <p14:modId xmlns:p14="http://schemas.microsoft.com/office/powerpoint/2010/main" val="3801808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C5B7F24-F4D6-B076-B837-B5E205703A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rtl="0">
              <a:defRPr sz="1000"/>
            </a:lvl1pPr>
          </a:lstStyle>
          <a:p>
            <a:r>
              <a:rPr lang="en-AU"/>
              <a:t>H</a:t>
            </a:r>
          </a:p>
        </p:txBody>
      </p:sp>
      <p:pic>
        <p:nvPicPr>
          <p:cNvPr id="18" name="Picture 17">
            <a:extLst>
              <a:ext uri="{FF2B5EF4-FFF2-40B4-BE49-F238E27FC236}">
                <a16:creationId xmlns:a16="http://schemas.microsoft.com/office/drawing/2014/main" id="{6F229A43-7FBA-4C08-A782-FC6CC708206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544053389"/>
      </p:ext>
    </p:extLst>
  </p:cSld>
  <p:clrMapOvr>
    <a:masterClrMapping/>
  </p:clrMapOvr>
  <p:hf hdr="0" dt="0"/>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4_Heading + Conten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AAB89B2-72F5-037D-0E80-50245CD630B6}"/>
              </a:ext>
            </a:extLst>
          </p:cNvPr>
          <p:cNvGraphicFramePr>
            <a:graphicFrameLocks noChangeAspect="1"/>
          </p:cNvGraphicFramePr>
          <p:nvPr>
            <p:custDataLst>
              <p:tags r:id="rId1"/>
            </p:custDataLst>
            <p:extLst>
              <p:ext uri="{D42A27DB-BD31-4B8C-83A1-F6EECF244321}">
                <p14:modId xmlns:p14="http://schemas.microsoft.com/office/powerpoint/2010/main" val="3333917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AAB89B2-72F5-037D-0E80-50245CD630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rgbClr val="004455"/>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4217887334"/>
      </p:ext>
    </p:extLst>
  </p:cSld>
  <p:clrMapOvr>
    <a:masterClrMapping/>
  </p:clrMapOvr>
  <p:hf hdr="0" dt="0"/>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02668D3-FB35-472E-8773-B92244EF57CC}"/>
              </a:ext>
            </a:extLst>
          </p:cNvPr>
          <p:cNvGraphicFramePr>
            <a:graphicFrameLocks noChangeAspect="1"/>
          </p:cNvGraphicFramePr>
          <p:nvPr>
            <p:custDataLst>
              <p:tags r:id="rId1"/>
            </p:custDataLst>
            <p:extLst>
              <p:ext uri="{D42A27DB-BD31-4B8C-83A1-F6EECF244321}">
                <p14:modId xmlns:p14="http://schemas.microsoft.com/office/powerpoint/2010/main" val="3303310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B02668D3-FB35-472E-8773-B92244EF57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p:nvPr>
        </p:nvSpPr>
        <p:spPr>
          <a:xfrm>
            <a:off x="549417" y="1277019"/>
            <a:ext cx="5367149"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Text Placeholder 2"/>
          <p:cNvSpPr>
            <a:spLocks noGrp="1"/>
          </p:cNvSpPr>
          <p:nvPr>
            <p:ph type="body" sz="quarter" idx="11" hasCustomPrompt="1"/>
          </p:nvPr>
        </p:nvSpPr>
        <p:spPr>
          <a:xfrm>
            <a:off x="549417" y="850329"/>
            <a:ext cx="5367149"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9" name="Content Placeholder 2"/>
          <p:cNvSpPr>
            <a:spLocks noGrp="1"/>
          </p:cNvSpPr>
          <p:nvPr>
            <p:ph idx="12"/>
          </p:nvPr>
        </p:nvSpPr>
        <p:spPr>
          <a:xfrm>
            <a:off x="6338541" y="1277019"/>
            <a:ext cx="5294659"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2"/>
          <p:cNvSpPr>
            <a:spLocks noGrp="1"/>
          </p:cNvSpPr>
          <p:nvPr>
            <p:ph type="body" sz="quarter" idx="13" hasCustomPrompt="1"/>
          </p:nvPr>
        </p:nvSpPr>
        <p:spPr>
          <a:xfrm>
            <a:off x="6338541" y="850329"/>
            <a:ext cx="5304041"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11" name="Content Placeholder 2"/>
          <p:cNvSpPr>
            <a:spLocks noGrp="1"/>
          </p:cNvSpPr>
          <p:nvPr>
            <p:ph idx="14"/>
          </p:nvPr>
        </p:nvSpPr>
        <p:spPr>
          <a:xfrm>
            <a:off x="549417" y="4216053"/>
            <a:ext cx="5340566"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ext Placeholder 2"/>
          <p:cNvSpPr>
            <a:spLocks noGrp="1"/>
          </p:cNvSpPr>
          <p:nvPr>
            <p:ph type="body" sz="quarter" idx="15" hasCustomPrompt="1"/>
          </p:nvPr>
        </p:nvSpPr>
        <p:spPr>
          <a:xfrm>
            <a:off x="549417" y="3789363"/>
            <a:ext cx="5340566"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13" name="Content Placeholder 2"/>
          <p:cNvSpPr>
            <a:spLocks noGrp="1"/>
          </p:cNvSpPr>
          <p:nvPr>
            <p:ph idx="16"/>
          </p:nvPr>
        </p:nvSpPr>
        <p:spPr>
          <a:xfrm>
            <a:off x="6338539" y="4216053"/>
            <a:ext cx="5304042"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2"/>
          <p:cNvSpPr>
            <a:spLocks noGrp="1"/>
          </p:cNvSpPr>
          <p:nvPr>
            <p:ph type="body" sz="quarter" idx="17" hasCustomPrompt="1"/>
          </p:nvPr>
        </p:nvSpPr>
        <p:spPr>
          <a:xfrm>
            <a:off x="6338540" y="3789363"/>
            <a:ext cx="5304041"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7" name="Title 1"/>
          <p:cNvSpPr txBox="1">
            <a:spLocks/>
          </p:cNvSpPr>
          <p:nvPr/>
        </p:nvSpPr>
        <p:spPr>
          <a:xfrm>
            <a:off x="549417" y="225277"/>
            <a:ext cx="11093164" cy="589793"/>
          </a:xfrm>
          <a:prstGeom prst="rect">
            <a:avLst/>
          </a:prstGeom>
        </p:spPr>
        <p:txBody>
          <a:bodyPr anchor="ctr">
            <a:normAutofit/>
          </a:bodyPr>
          <a:lstStyle>
            <a:lvl1pPr algn="l" defTabSz="914081" rtl="0" eaLnBrk="1" latinLnBrk="0" hangingPunct="1">
              <a:lnSpc>
                <a:spcPct val="100000"/>
              </a:lnSpc>
              <a:spcBef>
                <a:spcPct val="0"/>
              </a:spcBef>
              <a:buNone/>
              <a:defRPr sz="2800" b="1" i="0" kern="1200">
                <a:solidFill>
                  <a:schemeClr val="accent2"/>
                </a:solidFill>
                <a:latin typeface="+mj-lt"/>
                <a:ea typeface="Maax" charset="0"/>
                <a:cs typeface="Maax" charset="0"/>
              </a:defRPr>
            </a:lvl1pPr>
          </a:lstStyle>
          <a:p>
            <a:pPr rtl="0"/>
            <a:r>
              <a:rPr lang="en-AU" sz="2800">
                <a:latin typeface="MarkOT" panose="020B0504020201010104" pitchFamily="34" charset="0"/>
              </a:rPr>
              <a:t>Click to edit title</a:t>
            </a:r>
          </a:p>
        </p:txBody>
      </p:sp>
      <p:pic>
        <p:nvPicPr>
          <p:cNvPr id="15" name="Picture 14">
            <a:extLst>
              <a:ext uri="{FF2B5EF4-FFF2-40B4-BE49-F238E27FC236}">
                <a16:creationId xmlns:a16="http://schemas.microsoft.com/office/drawing/2014/main" id="{574308FE-B815-488E-849B-F3817B7AA31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6" name="TextBox 15">
            <a:extLst>
              <a:ext uri="{FF2B5EF4-FFF2-40B4-BE49-F238E27FC236}">
                <a16:creationId xmlns:a16="http://schemas.microsoft.com/office/drawing/2014/main" id="{8D5E4E96-5CC1-4BEF-B419-F2404C526271}"/>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019060407"/>
      </p:ext>
    </p:extLst>
  </p:cSld>
  <p:clrMapOvr>
    <a:masterClrMapping/>
  </p:clrMapOvr>
  <p:hf hdr="0" dt="0"/>
  <p:extLst>
    <p:ext uri="{DCECCB84-F9BA-43D5-87BE-67443E8EF086}">
      <p15:sldGuideLst xmlns:p15="http://schemas.microsoft.com/office/powerpoint/2012/main">
        <p15:guide id="1" orient="horz" pos="2614">
          <p15:clr>
            <a:srgbClr val="FBAE40"/>
          </p15:clr>
        </p15:guide>
        <p15:guide id="2" pos="346">
          <p15:clr>
            <a:srgbClr val="FBAE40"/>
          </p15:clr>
        </p15:guide>
        <p15:guide id="3" pos="7332">
          <p15:clr>
            <a:srgbClr val="FBAE40"/>
          </p15:clr>
        </p15:guide>
        <p15:guide id="4" pos="3839">
          <p15:clr>
            <a:srgbClr val="FBAE40"/>
          </p15:clr>
        </p15:guide>
        <p15:guide id="5" pos="3726">
          <p15:clr>
            <a:srgbClr val="FBAE40"/>
          </p15:clr>
        </p15:guide>
        <p15:guide id="6" pos="3975">
          <p15:clr>
            <a:srgbClr val="FBAE40"/>
          </p15:clr>
        </p15:guide>
        <p15:guide id="7" orient="horz" pos="2387">
          <p15:clr>
            <a:srgbClr val="FBAE40"/>
          </p15:clr>
        </p15:guide>
        <p15:guide id="8" orient="horz" pos="2273">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393"/>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0CFB91D-799D-166B-8F79-E2608B818C33}"/>
              </a:ext>
            </a:extLst>
          </p:cNvPr>
          <p:cNvGraphicFramePr>
            <a:graphicFrameLocks noChangeAspect="1"/>
          </p:cNvGraphicFramePr>
          <p:nvPr>
            <p:custDataLst>
              <p:tags r:id="rId1"/>
            </p:custDataLst>
            <p:extLst>
              <p:ext uri="{D42A27DB-BD31-4B8C-83A1-F6EECF244321}">
                <p14:modId xmlns:p14="http://schemas.microsoft.com/office/powerpoint/2010/main" val="319519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F0CFB91D-799D-166B-8F79-E2608B818C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94" name="Google Shape;394;p69"/>
          <p:cNvSpPr txBox="1">
            <a:spLocks noGrp="1"/>
          </p:cNvSpPr>
          <p:nvPr>
            <p:ph type="title"/>
          </p:nvPr>
        </p:nvSpPr>
        <p:spPr>
          <a:xfrm>
            <a:off x="480000" y="378001"/>
            <a:ext cx="11216100" cy="6192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dk1"/>
              </a:buClr>
              <a:buSzPts val="2600"/>
              <a:buFont typeface="Arial"/>
              <a:buNone/>
              <a:defRPr sz="26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r>
              <a:rPr lang="en-US"/>
              <a:t>Click to edit Master title style</a:t>
            </a:r>
            <a:endParaRPr/>
          </a:p>
        </p:txBody>
      </p:sp>
      <p:sp>
        <p:nvSpPr>
          <p:cNvPr id="395" name="Google Shape;395;p69"/>
          <p:cNvSpPr txBox="1">
            <a:spLocks noGrp="1"/>
          </p:cNvSpPr>
          <p:nvPr>
            <p:ph type="body" idx="1"/>
          </p:nvPr>
        </p:nvSpPr>
        <p:spPr>
          <a:xfrm>
            <a:off x="480001" y="1368000"/>
            <a:ext cx="11222700" cy="4536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600"/>
              </a:spcBef>
              <a:spcAft>
                <a:spcPts val="0"/>
              </a:spcAft>
              <a:buClr>
                <a:schemeClr val="lt2"/>
              </a:buClr>
              <a:buSzPts val="1400"/>
              <a:buNone/>
              <a:defRPr>
                <a:solidFill>
                  <a:schemeClr val="lt2"/>
                </a:solidFill>
              </a:defRPr>
            </a:lvl1pPr>
            <a:lvl2pPr marL="914400" lvl="1" indent="-228600" algn="l" rtl="0">
              <a:lnSpc>
                <a:spcPct val="100000"/>
              </a:lnSpc>
              <a:spcBef>
                <a:spcPts val="600"/>
              </a:spcBef>
              <a:spcAft>
                <a:spcPts val="0"/>
              </a:spcAft>
              <a:buClr>
                <a:schemeClr val="dk1"/>
              </a:buClr>
              <a:buSzPts val="1400"/>
              <a:buNone/>
              <a:defRPr>
                <a:solidFill>
                  <a:schemeClr val="dk1"/>
                </a:solidFill>
              </a:defRPr>
            </a:lvl2pPr>
            <a:lvl3pPr marL="1371600" lvl="2" indent="-228600" algn="l" rtl="0">
              <a:lnSpc>
                <a:spcPct val="100000"/>
              </a:lnSpc>
              <a:spcBef>
                <a:spcPts val="600"/>
              </a:spcBef>
              <a:spcAft>
                <a:spcPts val="0"/>
              </a:spcAft>
              <a:buClr>
                <a:schemeClr val="dk1"/>
              </a:buClr>
              <a:buSzPts val="1400"/>
              <a:buNone/>
              <a:defRPr>
                <a:solidFill>
                  <a:schemeClr val="dk1"/>
                </a:solidFill>
              </a:defRPr>
            </a:lvl3pPr>
            <a:lvl4pPr marL="1828800" lvl="3" indent="-228600" algn="l" rtl="0">
              <a:lnSpc>
                <a:spcPct val="100000"/>
              </a:lnSpc>
              <a:spcBef>
                <a:spcPts val="600"/>
              </a:spcBef>
              <a:spcAft>
                <a:spcPts val="0"/>
              </a:spcAft>
              <a:buClr>
                <a:schemeClr val="dk1"/>
              </a:buClr>
              <a:buSzPts val="1400"/>
              <a:buNone/>
              <a:defRPr>
                <a:solidFill>
                  <a:schemeClr val="dk1"/>
                </a:solidFill>
              </a:defRPr>
            </a:lvl4pPr>
            <a:lvl5pPr marL="2286000" lvl="4" indent="-228600" algn="l" rtl="0">
              <a:lnSpc>
                <a:spcPct val="100000"/>
              </a:lnSpc>
              <a:spcBef>
                <a:spcPts val="600"/>
              </a:spcBef>
              <a:spcAft>
                <a:spcPts val="0"/>
              </a:spcAft>
              <a:buClr>
                <a:schemeClr val="dk1"/>
              </a:buClr>
              <a:buSzPts val="1400"/>
              <a:buNone/>
              <a:defRPr>
                <a:solidFill>
                  <a:schemeClr val="dk1"/>
                </a:solidFill>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pPr lvl="0"/>
            <a:r>
              <a:rPr lang="en-US"/>
              <a:t>Click to edit Master text styles</a:t>
            </a:r>
          </a:p>
        </p:txBody>
      </p:sp>
      <p:sp>
        <p:nvSpPr>
          <p:cNvPr id="396" name="Google Shape;396;p69"/>
          <p:cNvSpPr txBox="1">
            <a:spLocks noGrp="1"/>
          </p:cNvSpPr>
          <p:nvPr>
            <p:ph type="sldNum" idx="12"/>
          </p:nvPr>
        </p:nvSpPr>
        <p:spPr>
          <a:xfrm>
            <a:off x="5844119" y="6282268"/>
            <a:ext cx="505800" cy="366000"/>
          </a:xfrm>
          <a:prstGeom prst="rect">
            <a:avLst/>
          </a:prstGeom>
          <a:noFill/>
          <a:ln>
            <a:noFill/>
          </a:ln>
        </p:spPr>
        <p:txBody>
          <a:bodyPr spcFirstLastPara="1" wrap="square" lIns="0" tIns="0" rIns="0" bIns="0" anchor="b" anchorCtr="0">
            <a:noAutofit/>
          </a:bodyPr>
          <a:lstStyle>
            <a:lvl1pPr marL="0" marR="0" lvl="0"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9pPr>
          </a:lstStyle>
          <a:p>
            <a:fld id="{3E6AC032-1535-134B-A583-D5E1DDD0D167}" type="slidenum">
              <a:rPr lang="en-US" smtClean="0"/>
              <a:pPr/>
              <a:t>‹#›</a:t>
            </a:fld>
            <a:endParaRPr lang="en-US"/>
          </a:p>
        </p:txBody>
      </p:sp>
      <p:sp>
        <p:nvSpPr>
          <p:cNvPr id="397" name="Google Shape;397;p69"/>
          <p:cNvSpPr txBox="1">
            <a:spLocks noGrp="1"/>
          </p:cNvSpPr>
          <p:nvPr>
            <p:ph type="dt" idx="10"/>
          </p:nvPr>
        </p:nvSpPr>
        <p:spPr>
          <a:xfrm>
            <a:off x="479425" y="6463263"/>
            <a:ext cx="2894400" cy="1836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lang="en-US"/>
          </a:p>
        </p:txBody>
      </p:sp>
      <p:sp>
        <p:nvSpPr>
          <p:cNvPr id="398" name="Google Shape;398;p69"/>
          <p:cNvSpPr txBox="1">
            <a:spLocks noGrp="1"/>
          </p:cNvSpPr>
          <p:nvPr>
            <p:ph type="ftr" idx="11"/>
          </p:nvPr>
        </p:nvSpPr>
        <p:spPr>
          <a:xfrm>
            <a:off x="487414" y="6274874"/>
            <a:ext cx="2894400" cy="1836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r>
              <a:rPr lang="en-US"/>
              <a:t>Presentation Title   |   Section Title</a:t>
            </a:r>
          </a:p>
        </p:txBody>
      </p:sp>
    </p:spTree>
    <p:extLst>
      <p:ext uri="{BB962C8B-B14F-4D97-AF65-F5344CB8AC3E}">
        <p14:creationId xmlns:p14="http://schemas.microsoft.com/office/powerpoint/2010/main" val="251874020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4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96DF405-433D-C9F6-E7EA-58C4C49C0549}"/>
              </a:ext>
            </a:extLst>
          </p:cNvPr>
          <p:cNvGraphicFramePr>
            <a:graphicFrameLocks noChangeAspect="1"/>
          </p:cNvGraphicFramePr>
          <p:nvPr>
            <p:custDataLst>
              <p:tags r:id="rId1"/>
            </p:custDataLst>
            <p:extLst>
              <p:ext uri="{D42A27DB-BD31-4B8C-83A1-F6EECF244321}">
                <p14:modId xmlns:p14="http://schemas.microsoft.com/office/powerpoint/2010/main" val="19467089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696DF405-433D-C9F6-E7EA-58C4C49C05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Arial" panose="020B0604020202020204" pitchFamily="34" charset="0"/>
              </a:rPr>
              <a:t>‹#›</a:t>
            </a:fld>
            <a:endParaRPr lang="en-US"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a:spcAft>
                <a:spcPts val="900"/>
              </a:spcAft>
              <a:defRPr sz="1400" b="1" i="0">
                <a:solidFill>
                  <a:schemeClr val="accent1"/>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4">
            <a:extLst>
              <a:ext uri="{FF2B5EF4-FFF2-40B4-BE49-F238E27FC236}">
                <a16:creationId xmlns:a16="http://schemas.microsoft.com/office/drawing/2014/main" id="{B1621486-794B-F9AE-ED80-8118996F5477}"/>
              </a:ext>
            </a:extLst>
          </p:cNvPr>
          <p:cNvSpPr>
            <a:spLocks noGrp="1"/>
          </p:cNvSpPr>
          <p:nvPr>
            <p:ph type="body" sz="quarter" idx="16"/>
          </p:nvPr>
        </p:nvSpPr>
        <p:spPr>
          <a:xfrm>
            <a:off x="334964" y="1233489"/>
            <a:ext cx="11569612" cy="287334"/>
          </a:xfrm>
        </p:spPr>
        <p:txBody>
          <a:bodyPr/>
          <a:lstStyle>
            <a:lvl1pPr>
              <a:spcAft>
                <a:spcPts val="900"/>
              </a:spcAft>
              <a:defRPr sz="1400" b="0" i="0">
                <a:solidFill>
                  <a:schemeClr val="accent1"/>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381266719"/>
      </p:ext>
    </p:extLst>
  </p:cSld>
  <p:clrMapOvr>
    <a:masterClrMapping/>
  </p:clrMapOvr>
  <p:hf hdr="0" dt="0"/>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Title and Full Content - Subtitle 1">
  <p:cSld name="Title and Full Content - Subtitle 1">
    <p:spTree>
      <p:nvGrpSpPr>
        <p:cNvPr id="1" name="Shape 720"/>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570E30B-1FB2-8800-0E0F-ED34D12E8A82}"/>
              </a:ext>
            </a:extLst>
          </p:cNvPr>
          <p:cNvGraphicFramePr>
            <a:graphicFrameLocks noChangeAspect="1"/>
          </p:cNvGraphicFramePr>
          <p:nvPr>
            <p:custDataLst>
              <p:tags r:id="rId1"/>
            </p:custDataLst>
            <p:extLst>
              <p:ext uri="{D42A27DB-BD31-4B8C-83A1-F6EECF244321}">
                <p14:modId xmlns:p14="http://schemas.microsoft.com/office/powerpoint/2010/main" val="770746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C570E30B-1FB2-8800-0E0F-ED34D12E8A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22" name="Google Shape;722;g2dc0e050917_1_518"/>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723" name="Google Shape;723;g2dc0e050917_1_518"/>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2232144808"/>
      </p:ext>
    </p:extLst>
  </p:cSld>
  <p:clrMapOvr>
    <a:masterClrMapping/>
  </p:clrMapOvr>
  <p:hf hdr="0" dt="0"/>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5_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91A1E9-1170-93FF-5B5B-FD1CC10EFE7D}"/>
              </a:ext>
            </a:extLst>
          </p:cNvPr>
          <p:cNvGraphicFramePr>
            <a:graphicFrameLocks noChangeAspect="1"/>
          </p:cNvGraphicFramePr>
          <p:nvPr>
            <p:custDataLst>
              <p:tags r:id="rId1"/>
            </p:custDataLst>
            <p:extLst>
              <p:ext uri="{D42A27DB-BD31-4B8C-83A1-F6EECF244321}">
                <p14:modId xmlns:p14="http://schemas.microsoft.com/office/powerpoint/2010/main" val="5956542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691A1E9-1170-93FF-5B5B-FD1CC10EFE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rtl="0">
              <a:spcAft>
                <a:spcPts val="900"/>
              </a:spcAft>
              <a:defRPr sz="2400">
                <a:solidFill>
                  <a:schemeClr val="tx1"/>
                </a:solidFill>
              </a:defRPr>
            </a:lvl1pPr>
            <a:lvl2pPr marL="446088" indent="-446088" rtl="0">
              <a:spcAft>
                <a:spcPts val="900"/>
              </a:spcAft>
              <a:tabLst/>
              <a:defRPr sz="2400">
                <a:solidFill>
                  <a:schemeClr val="tx1"/>
                </a:solidFill>
              </a:defRPr>
            </a:lvl2pPr>
            <a:lvl3pPr marL="892175" indent="-446088" rtl="0">
              <a:spcAft>
                <a:spcPts val="900"/>
              </a:spcAft>
              <a:tabLst/>
              <a:defRPr sz="2400">
                <a:solidFill>
                  <a:schemeClr val="tx1"/>
                </a:solidFill>
              </a:defRPr>
            </a:lvl3pPr>
            <a:lvl4pPr marL="1333500" indent="-441325" rtl="0">
              <a:spcAft>
                <a:spcPts val="900"/>
              </a:spcAft>
              <a:tabLst/>
              <a:defRPr sz="2400">
                <a:solidFill>
                  <a:schemeClr val="tx1"/>
                </a:solidFill>
              </a:defRPr>
            </a:lvl4pPr>
            <a:lvl5pPr marL="1779588" indent="-4460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2493708627"/>
      </p:ext>
    </p:extLst>
  </p:cSld>
  <p:clrMapOvr>
    <a:masterClrMapping/>
  </p:clrMapOvr>
  <p:hf hdr="0" dt="0"/>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8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BF730AD-6C14-16FC-1F5D-2E916447165D}"/>
              </a:ext>
            </a:extLst>
          </p:cNvPr>
          <p:cNvGraphicFramePr>
            <a:graphicFrameLocks noChangeAspect="1"/>
          </p:cNvGraphicFramePr>
          <p:nvPr>
            <p:custDataLst>
              <p:tags r:id="rId1"/>
            </p:custDataLst>
            <p:extLst>
              <p:ext uri="{D42A27DB-BD31-4B8C-83A1-F6EECF244321}">
                <p14:modId xmlns:p14="http://schemas.microsoft.com/office/powerpoint/2010/main" val="67583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BF730AD-6C14-16FC-1F5D-2E91644716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rtl="0">
              <a:spcAft>
                <a:spcPts val="600"/>
              </a:spcAft>
              <a:defRPr sz="2200">
                <a:solidFill>
                  <a:schemeClr val="tx1"/>
                </a:solidFill>
              </a:defRPr>
            </a:lvl1pPr>
            <a:lvl2pPr marL="446088" indent="-446088" rtl="0">
              <a:spcAft>
                <a:spcPts val="600"/>
              </a:spcAft>
              <a:tabLst/>
              <a:defRPr sz="2200">
                <a:solidFill>
                  <a:schemeClr val="tx1"/>
                </a:solidFill>
              </a:defRPr>
            </a:lvl2pPr>
            <a:lvl3pPr marL="892175" indent="-446088" rtl="0">
              <a:spcAft>
                <a:spcPts val="600"/>
              </a:spcAft>
              <a:tabLst/>
              <a:defRPr sz="2200">
                <a:solidFill>
                  <a:schemeClr val="tx1"/>
                </a:solidFill>
              </a:defRPr>
            </a:lvl3pPr>
            <a:lvl4pPr marL="1333500" indent="-441325" rtl="0">
              <a:spcAft>
                <a:spcPts val="600"/>
              </a:spcAft>
              <a:tabLst/>
              <a:defRPr sz="2200">
                <a:solidFill>
                  <a:schemeClr val="tx1"/>
                </a:solidFill>
              </a:defRPr>
            </a:lvl4pPr>
            <a:lvl5pPr marL="1779588" indent="-446088" rtl="0">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1710647834"/>
      </p:ext>
    </p:extLst>
  </p:cSld>
  <p:clrMapOvr>
    <a:masterClrMapping/>
  </p:clrMapOvr>
  <p:hf hdr="0" dt="0"/>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4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E3DC7FE-87D9-FD98-4976-9094B4797095}"/>
              </a:ext>
            </a:extLst>
          </p:cNvPr>
          <p:cNvGraphicFramePr>
            <a:graphicFrameLocks noChangeAspect="1"/>
          </p:cNvGraphicFramePr>
          <p:nvPr>
            <p:custDataLst>
              <p:tags r:id="rId1"/>
            </p:custDataLst>
            <p:extLst>
              <p:ext uri="{D42A27DB-BD31-4B8C-83A1-F6EECF244321}">
                <p14:modId xmlns:p14="http://schemas.microsoft.com/office/powerpoint/2010/main" val="30478230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5E3DC7FE-87D9-FD98-4976-9094B47970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999">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tx1"/>
                </a:solidFill>
              </a:defRPr>
            </a:lvl1pPr>
          </a:lstStyle>
          <a:p>
            <a:r>
              <a:rPr lang="en-US"/>
              <a:t>Click icon to add table</a:t>
            </a:r>
          </a:p>
        </p:txBody>
      </p:sp>
    </p:spTree>
    <p:extLst>
      <p:ext uri="{BB962C8B-B14F-4D97-AF65-F5344CB8AC3E}">
        <p14:creationId xmlns:p14="http://schemas.microsoft.com/office/powerpoint/2010/main" val="4179542632"/>
      </p:ext>
    </p:extLst>
  </p:cSld>
  <p:clrMapOvr>
    <a:masterClrMapping/>
  </p:clrMapOvr>
  <p:hf hdr="0" dt="0"/>
</p:sldLayout>
</file>

<file path=ppt/slideLayouts/slideLayout196.xml><?xml version="1.0" encoding="utf-8"?>
<p:sldLayout xmlns:a="http://schemas.openxmlformats.org/drawingml/2006/main" xmlns:r="http://schemas.openxmlformats.org/officeDocument/2006/relationships" xmlns:p="http://schemas.openxmlformats.org/presentationml/2006/main">
  <p:cSld name="5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8C8AE73-4B14-B952-35D4-E0B1E3663A5F}"/>
              </a:ext>
            </a:extLst>
          </p:cNvPr>
          <p:cNvGraphicFramePr>
            <a:graphicFrameLocks noChangeAspect="1"/>
          </p:cNvGraphicFramePr>
          <p:nvPr>
            <p:custDataLst>
              <p:tags r:id="rId1"/>
            </p:custDataLst>
            <p:extLst>
              <p:ext uri="{D42A27DB-BD31-4B8C-83A1-F6EECF244321}">
                <p14:modId xmlns:p14="http://schemas.microsoft.com/office/powerpoint/2010/main" val="1708282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98C8AE73-4B14-B952-35D4-E0B1E3663A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Google Shape;721;g2dc0e050917_1_518">
            <a:extLst>
              <a:ext uri="{FF2B5EF4-FFF2-40B4-BE49-F238E27FC236}">
                <a16:creationId xmlns:a16="http://schemas.microsoft.com/office/drawing/2014/main" id="{68B27D17-1A4A-CA4B-F0FA-26A6A867DEAA}"/>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18" name="Google Shape;722;g2dc0e050917_1_518">
            <a:extLst>
              <a:ext uri="{FF2B5EF4-FFF2-40B4-BE49-F238E27FC236}">
                <a16:creationId xmlns:a16="http://schemas.microsoft.com/office/drawing/2014/main" id="{873E0545-E325-0B45-EF10-5E9C79695CC3}"/>
              </a:ext>
            </a:extLst>
          </p:cNvPr>
          <p:cNvSpPr txBox="1">
            <a:spLocks noGrp="1"/>
          </p:cNvSpPr>
          <p:nvPr>
            <p:ph type="subTitle" idx="1"/>
          </p:nvPr>
        </p:nvSpPr>
        <p:spPr>
          <a:xfrm>
            <a:off x="442900" y="1000593"/>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atin typeface="MarkOT" panose="020B0504020201010104" pitchFamily="34" charset="0"/>
              </a:defRPr>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19" name="Google Shape;723;g2dc0e050917_1_518">
            <a:extLst>
              <a:ext uri="{FF2B5EF4-FFF2-40B4-BE49-F238E27FC236}">
                <a16:creationId xmlns:a16="http://schemas.microsoft.com/office/drawing/2014/main" id="{43B86343-6332-0584-82B0-1AAEA621295E}"/>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tx1"/>
                </a:solidFill>
                <a:latin typeface="MarkOT" panose="020B05040202010101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2168901122"/>
      </p:ext>
    </p:extLst>
  </p:cSld>
  <p:clrMapOvr>
    <a:masterClrMapping/>
  </p:clrMapOvr>
  <p:hf hdr="0" dt="0"/>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Title Only">
  <p:cSld name="2_Title Only">
    <p:spTree>
      <p:nvGrpSpPr>
        <p:cNvPr id="1" name="Shape 1321"/>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A493A2F-77C9-10B4-6991-76D96DCBEBD6}"/>
              </a:ext>
            </a:extLst>
          </p:cNvPr>
          <p:cNvGraphicFramePr>
            <a:graphicFrameLocks noChangeAspect="1"/>
          </p:cNvGraphicFramePr>
          <p:nvPr>
            <p:custDataLst>
              <p:tags r:id="rId1"/>
            </p:custDataLst>
            <p:extLst>
              <p:ext uri="{D42A27DB-BD31-4B8C-83A1-F6EECF244321}">
                <p14:modId xmlns:p14="http://schemas.microsoft.com/office/powerpoint/2010/main" val="3108446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0A493A2F-77C9-10B4-6991-76D96DCBEBD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Google Shape;721;g2dc0e050917_1_518">
            <a:extLst>
              <a:ext uri="{FF2B5EF4-FFF2-40B4-BE49-F238E27FC236}">
                <a16:creationId xmlns:a16="http://schemas.microsoft.com/office/drawing/2014/main" id="{6795795B-8FCD-4C09-677A-B451361FF396}"/>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AU" smtClean="0"/>
              <a:pPr/>
              <a:t>‹#›</a:t>
            </a:fld>
            <a:endParaRPr lang="en-AU"/>
          </a:p>
        </p:txBody>
      </p:sp>
      <p:sp>
        <p:nvSpPr>
          <p:cNvPr id="13" name="Google Shape;722;g2dc0e050917_1_518">
            <a:extLst>
              <a:ext uri="{FF2B5EF4-FFF2-40B4-BE49-F238E27FC236}">
                <a16:creationId xmlns:a16="http://schemas.microsoft.com/office/drawing/2014/main" id="{4B44D056-8F67-618B-E938-F5FDF51DDCCE}"/>
              </a:ext>
            </a:extLst>
          </p:cNvPr>
          <p:cNvSpPr txBox="1">
            <a:spLocks noGrp="1"/>
          </p:cNvSpPr>
          <p:nvPr>
            <p:ph type="subTitle" idx="1"/>
          </p:nvPr>
        </p:nvSpPr>
        <p:spPr>
          <a:xfrm>
            <a:off x="442900" y="1000593"/>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atin typeface="MarkOT" panose="020B0504020201010104" pitchFamily="34" charset="0"/>
              </a:defRPr>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14" name="Google Shape;723;g2dc0e050917_1_518">
            <a:extLst>
              <a:ext uri="{FF2B5EF4-FFF2-40B4-BE49-F238E27FC236}">
                <a16:creationId xmlns:a16="http://schemas.microsoft.com/office/drawing/2014/main" id="{6D95E96F-F185-3637-DBA3-8D7F36BBB52E}"/>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tx1"/>
                </a:solidFill>
                <a:latin typeface="MarkOT" panose="020B05040202010101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3654008172"/>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Agenda">
  <p:cSld name="2_Agenda">
    <p:spTree>
      <p:nvGrpSpPr>
        <p:cNvPr id="1" name="Shape 7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8C41B68-AEDA-BF3F-EBCA-1E2739E13406}"/>
              </a:ext>
            </a:extLst>
          </p:cNvPr>
          <p:cNvGraphicFramePr>
            <a:graphicFrameLocks noChangeAspect="1"/>
          </p:cNvGraphicFramePr>
          <p:nvPr>
            <p:custDataLst>
              <p:tags r:id="rId1"/>
            </p:custDataLst>
            <p:extLst>
              <p:ext uri="{D42A27DB-BD31-4B8C-83A1-F6EECF244321}">
                <p14:modId xmlns:p14="http://schemas.microsoft.com/office/powerpoint/2010/main" val="2600943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E8C41B68-AEDA-BF3F-EBCA-1E2739E134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Google Shape;721;g2dc0e050917_1_518">
            <a:extLst>
              <a:ext uri="{FF2B5EF4-FFF2-40B4-BE49-F238E27FC236}">
                <a16:creationId xmlns:a16="http://schemas.microsoft.com/office/drawing/2014/main" id="{942842CD-EEA8-19F0-D401-F826769D8CD2}"/>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AU" smtClean="0"/>
              <a:pPr/>
              <a:t>‹#›</a:t>
            </a:fld>
            <a:endParaRPr lang="en-AU"/>
          </a:p>
        </p:txBody>
      </p:sp>
      <p:sp>
        <p:nvSpPr>
          <p:cNvPr id="4" name="Google Shape;722;g2dc0e050917_1_518">
            <a:extLst>
              <a:ext uri="{FF2B5EF4-FFF2-40B4-BE49-F238E27FC236}">
                <a16:creationId xmlns:a16="http://schemas.microsoft.com/office/drawing/2014/main" id="{D339B6E1-BBA0-EEF8-EEA2-38A4DFAE023C}"/>
              </a:ext>
            </a:extLst>
          </p:cNvPr>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5" name="Google Shape;723;g2dc0e050917_1_518">
            <a:extLst>
              <a:ext uri="{FF2B5EF4-FFF2-40B4-BE49-F238E27FC236}">
                <a16:creationId xmlns:a16="http://schemas.microsoft.com/office/drawing/2014/main" id="{F6058343-4614-B084-3357-B96408293530}"/>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3138846297"/>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2_Title Slide Blue BG">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B72B6FD-8E97-87A6-4106-24EEA915B78F}"/>
              </a:ext>
            </a:extLst>
          </p:cNvPr>
          <p:cNvGraphicFramePr>
            <a:graphicFrameLocks noChangeAspect="1"/>
          </p:cNvGraphicFramePr>
          <p:nvPr>
            <p:custDataLst>
              <p:tags r:id="rId1"/>
            </p:custDataLst>
            <p:extLst>
              <p:ext uri="{D42A27DB-BD31-4B8C-83A1-F6EECF244321}">
                <p14:modId xmlns:p14="http://schemas.microsoft.com/office/powerpoint/2010/main" val="12655779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5B72B6FD-8E97-87A6-4106-24EEA915B78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3" y="1564967"/>
            <a:ext cx="11603979" cy="751988"/>
          </a:xfrm>
        </p:spPr>
        <p:txBody>
          <a:bodyPr vert="horz" anchor="t" anchorCtr="0"/>
          <a:lstStyle>
            <a:lvl1pPr algn="l">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316955"/>
            <a:ext cx="6955012" cy="3257732"/>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1674016209"/>
      </p:ext>
    </p:extLst>
  </p:cSld>
  <p:clrMapOvr>
    <a:masterClrMapping/>
  </p:clrMapOvr>
  <p:hf hdr="0" dt="0"/>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2_Title Slide Image BG">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B5A557A-F427-FDED-80E3-B7DD5323341D}"/>
              </a:ext>
            </a:extLst>
          </p:cNvPr>
          <p:cNvGraphicFramePr>
            <a:graphicFrameLocks noChangeAspect="1"/>
          </p:cNvGraphicFramePr>
          <p:nvPr>
            <p:custDataLst>
              <p:tags r:id="rId1"/>
            </p:custDataLst>
            <p:extLst>
              <p:ext uri="{D42A27DB-BD31-4B8C-83A1-F6EECF244321}">
                <p14:modId xmlns:p14="http://schemas.microsoft.com/office/powerpoint/2010/main" val="33584684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CB5A557A-F427-FDED-80E3-B7DD532334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vert="horz" anchor="t" anchorCtr="0"/>
          <a:lstStyle>
            <a:lvl1pPr algn="l">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300014343"/>
      </p:ext>
    </p:extLst>
  </p:cSld>
  <p:clrMapOvr>
    <a:masterClrMapping/>
  </p:clrMapOvr>
  <p:hf hdr="0" dt="0"/>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2_Title Slide White BG">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E746CC6-FEF7-66E4-1B4D-EC4D21833DB0}"/>
              </a:ext>
            </a:extLst>
          </p:cNvPr>
          <p:cNvGraphicFramePr>
            <a:graphicFrameLocks noChangeAspect="1"/>
          </p:cNvGraphicFramePr>
          <p:nvPr>
            <p:custDataLst>
              <p:tags r:id="rId1"/>
            </p:custDataLst>
            <p:extLst>
              <p:ext uri="{D42A27DB-BD31-4B8C-83A1-F6EECF244321}">
                <p14:modId xmlns:p14="http://schemas.microsoft.com/office/powerpoint/2010/main" val="1285492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E746CC6-FEF7-66E4-1B4D-EC4D21833D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vert="horz" anchor="t" anchorCtr="0"/>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tx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087521" y="4753521"/>
            <a:ext cx="2104479" cy="2104479"/>
          </a:xfrm>
          <a:prstGeom prst="rect">
            <a:avLst/>
          </a:prstGeom>
        </p:spPr>
      </p:pic>
    </p:spTree>
    <p:extLst>
      <p:ext uri="{BB962C8B-B14F-4D97-AF65-F5344CB8AC3E}">
        <p14:creationId xmlns:p14="http://schemas.microsoft.com/office/powerpoint/2010/main" val="4168977146"/>
      </p:ext>
    </p:extLst>
  </p:cSld>
  <p:clrMapOvr>
    <a:masterClrMapping/>
  </p:clrMapOvr>
  <p:hf hdr="0" dt="0"/>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4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E085D34-60A1-4BB4-A829-9D11F97AD400}"/>
              </a:ext>
            </a:extLst>
          </p:cNvPr>
          <p:cNvGraphicFramePr>
            <a:graphicFrameLocks noChangeAspect="1"/>
          </p:cNvGraphicFramePr>
          <p:nvPr>
            <p:custDataLst>
              <p:tags r:id="rId1"/>
            </p:custDataLst>
            <p:extLst>
              <p:ext uri="{D42A27DB-BD31-4B8C-83A1-F6EECF244321}">
                <p14:modId xmlns:p14="http://schemas.microsoft.com/office/powerpoint/2010/main" val="2960823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9E085D34-60A1-4BB4-A829-9D11F97AD40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2706094895"/>
      </p:ext>
    </p:extLst>
  </p:cSld>
  <p:clrMapOvr>
    <a:masterClrMapping/>
  </p:clrMapOvr>
  <p:hf hdr="0" dt="0"/>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3_Contents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CF67C4A-45B3-2C5C-1924-C862D4712EB6}"/>
              </a:ext>
            </a:extLst>
          </p:cNvPr>
          <p:cNvGraphicFramePr>
            <a:graphicFrameLocks noChangeAspect="1"/>
          </p:cNvGraphicFramePr>
          <p:nvPr>
            <p:custDataLst>
              <p:tags r:id="rId1"/>
            </p:custDataLst>
            <p:extLst>
              <p:ext uri="{D42A27DB-BD31-4B8C-83A1-F6EECF244321}">
                <p14:modId xmlns:p14="http://schemas.microsoft.com/office/powerpoint/2010/main" val="2270210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BCF67C4A-45B3-2C5C-1924-C862D4712E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1308559154"/>
      </p:ext>
    </p:extLst>
  </p:cSld>
  <p:clrMapOvr>
    <a:masterClrMapping/>
  </p:clrMapOvr>
  <p:hf hdr="0" dt="0"/>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5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6F05993-58AC-BA6E-EDFF-9EBF4A73F9B7}"/>
              </a:ext>
            </a:extLst>
          </p:cNvPr>
          <p:cNvGraphicFramePr>
            <a:graphicFrameLocks noChangeAspect="1"/>
          </p:cNvGraphicFramePr>
          <p:nvPr>
            <p:custDataLst>
              <p:tags r:id="rId1"/>
            </p:custDataLst>
            <p:extLst>
              <p:ext uri="{D42A27DB-BD31-4B8C-83A1-F6EECF244321}">
                <p14:modId xmlns:p14="http://schemas.microsoft.com/office/powerpoint/2010/main" val="11347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06F05993-58AC-BA6E-EDFF-9EBF4A73F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a:defRPr sz="4000">
                <a:solidFill>
                  <a:schemeClr val="tx1"/>
                </a:solidFill>
              </a:defRPr>
            </a:lvl1pPr>
          </a:lstStyle>
          <a:p>
            <a:r>
              <a:rPr lang="en-US"/>
              <a:t>Click to edit Master title style</a:t>
            </a:r>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OT" panose="020B0504020201010104" pitchFamily="34" charset="0"/>
              </a:rPr>
              <a:t>‹#›</a:t>
            </a:fld>
            <a:endParaRPr lang="en-US" sz="1000" b="0" i="0">
              <a:solidFill>
                <a:schemeClr val="tx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1106559568"/>
      </p:ext>
    </p:extLst>
  </p:cSld>
  <p:clrMapOvr>
    <a:masterClrMapping/>
  </p:clrMapOvr>
  <p:hf hdr="0" dt="0"/>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3_Contents Blue Imag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91DBB7A-FA56-0B3E-0CF5-6FB5868EB068}"/>
              </a:ext>
            </a:extLst>
          </p:cNvPr>
          <p:cNvGraphicFramePr>
            <a:graphicFrameLocks noChangeAspect="1"/>
          </p:cNvGraphicFramePr>
          <p:nvPr>
            <p:custDataLst>
              <p:tags r:id="rId1"/>
            </p:custDataLst>
            <p:extLst>
              <p:ext uri="{D42A27DB-BD31-4B8C-83A1-F6EECF244321}">
                <p14:modId xmlns:p14="http://schemas.microsoft.com/office/powerpoint/2010/main" val="3374852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A91DBB7A-FA56-0B3E-0CF5-6FB5868EB0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5330561" cy="1081397"/>
          </a:xfrm>
        </p:spPr>
        <p:txBody>
          <a:bodyPr vert="horz"/>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1723616088"/>
      </p:ext>
    </p:extLst>
  </p:cSld>
  <p:clrMapOvr>
    <a:masterClrMapping/>
  </p:clrMapOvr>
  <p:hf hdr="0" dt="0"/>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3_Contents Red Image">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E0CC1AA-4D5A-534B-AE52-3589F6064C85}"/>
              </a:ext>
            </a:extLst>
          </p:cNvPr>
          <p:cNvGraphicFramePr>
            <a:graphicFrameLocks noChangeAspect="1"/>
          </p:cNvGraphicFramePr>
          <p:nvPr>
            <p:custDataLst>
              <p:tags r:id="rId1"/>
            </p:custDataLst>
            <p:extLst>
              <p:ext uri="{D42A27DB-BD31-4B8C-83A1-F6EECF244321}">
                <p14:modId xmlns:p14="http://schemas.microsoft.com/office/powerpoint/2010/main" val="883430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DE0CC1AA-4D5A-534B-AE52-3589F6064C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1451990518"/>
      </p:ext>
    </p:extLst>
  </p:cSld>
  <p:clrMapOvr>
    <a:masterClrMapping/>
  </p:clrMapOvr>
  <p:hf hdr="0" dt="0"/>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3_Contents White Imag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CD2974C-3FB4-DE42-93CF-39C3E2CCADD4}"/>
              </a:ext>
            </a:extLst>
          </p:cNvPr>
          <p:cNvGraphicFramePr>
            <a:graphicFrameLocks noChangeAspect="1"/>
          </p:cNvGraphicFramePr>
          <p:nvPr>
            <p:custDataLst>
              <p:tags r:id="rId1"/>
            </p:custDataLst>
            <p:extLst>
              <p:ext uri="{D42A27DB-BD31-4B8C-83A1-F6EECF244321}">
                <p14:modId xmlns:p14="http://schemas.microsoft.com/office/powerpoint/2010/main" val="15127032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ACD2974C-3FB4-DE42-93CF-39C3E2CCAD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a:defRPr sz="400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1050082669"/>
      </p:ext>
    </p:extLst>
  </p:cSld>
  <p:clrMapOvr>
    <a:masterClrMapping/>
  </p:clrMapOvr>
  <p:hf hdr="0" dt="0"/>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4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45E05BB-C89C-7BCE-2EE4-C050FBECAE17}"/>
              </a:ext>
            </a:extLst>
          </p:cNvPr>
          <p:cNvGraphicFramePr>
            <a:graphicFrameLocks noChangeAspect="1"/>
          </p:cNvGraphicFramePr>
          <p:nvPr>
            <p:custDataLst>
              <p:tags r:id="rId1"/>
            </p:custDataLst>
            <p:extLst>
              <p:ext uri="{D42A27DB-BD31-4B8C-83A1-F6EECF244321}">
                <p14:modId xmlns:p14="http://schemas.microsoft.com/office/powerpoint/2010/main" val="29108967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445E05BB-C89C-7BCE-2EE4-C050FBECAE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2363725045"/>
      </p:ext>
    </p:extLst>
  </p:cSld>
  <p:clrMapOvr>
    <a:masterClrMapping/>
  </p:clrMapOvr>
  <p:hf hdr="0" dt="0"/>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3_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E675B2B-0C25-3129-9583-924D2C238B5F}"/>
              </a:ext>
            </a:extLst>
          </p:cNvPr>
          <p:cNvGraphicFramePr>
            <a:graphicFrameLocks noChangeAspect="1"/>
          </p:cNvGraphicFramePr>
          <p:nvPr>
            <p:custDataLst>
              <p:tags r:id="rId1"/>
            </p:custDataLst>
            <p:extLst>
              <p:ext uri="{D42A27DB-BD31-4B8C-83A1-F6EECF244321}">
                <p14:modId xmlns:p14="http://schemas.microsoft.com/office/powerpoint/2010/main" val="10878646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5E675B2B-0C25-3129-9583-924D2C238B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3356297117"/>
      </p:ext>
    </p:extLst>
  </p:cSld>
  <p:clrMapOvr>
    <a:masterClrMapping/>
  </p:clrMapOvr>
  <p:hf hdr="0" dt="0"/>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3_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1C7BA36-AA6A-5278-8B0E-1966886EB56C}"/>
              </a:ext>
            </a:extLst>
          </p:cNvPr>
          <p:cNvGraphicFramePr>
            <a:graphicFrameLocks noChangeAspect="1"/>
          </p:cNvGraphicFramePr>
          <p:nvPr>
            <p:custDataLst>
              <p:tags r:id="rId1"/>
            </p:custDataLst>
            <p:extLst>
              <p:ext uri="{D42A27DB-BD31-4B8C-83A1-F6EECF244321}">
                <p14:modId xmlns:p14="http://schemas.microsoft.com/office/powerpoint/2010/main" val="3174769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81C7BA36-AA6A-5278-8B0E-1966886EB5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vert="horz"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39"/>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3322702"/>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2174087634"/>
      </p:ext>
    </p:extLst>
  </p:cSld>
  <p:clrMapOvr>
    <a:masterClrMapping/>
  </p:clrMapOvr>
  <p:hf hdr="0" dt="0"/>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3_Section Title + Imag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57A0A50-997F-5676-1571-46E36711339B}"/>
              </a:ext>
            </a:extLst>
          </p:cNvPr>
          <p:cNvGraphicFramePr>
            <a:graphicFrameLocks noChangeAspect="1"/>
          </p:cNvGraphicFramePr>
          <p:nvPr>
            <p:custDataLst>
              <p:tags r:id="rId1"/>
            </p:custDataLst>
            <p:extLst>
              <p:ext uri="{D42A27DB-BD31-4B8C-83A1-F6EECF244321}">
                <p14:modId xmlns:p14="http://schemas.microsoft.com/office/powerpoint/2010/main" val="3128661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57A0A50-997F-5676-1571-46E3671133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5330561" cy="1081397"/>
          </a:xfrm>
        </p:spPr>
        <p:txBody>
          <a:bodyPr vert="horz"/>
          <a:lstStyle>
            <a:lvl1pPr>
              <a:defRPr sz="4000">
                <a:solidFill>
                  <a:schemeClr val="bg1"/>
                </a:solidFill>
              </a:defRPr>
            </a:lvl1pPr>
          </a:lstStyle>
          <a:p>
            <a:r>
              <a:rPr lang="en-US"/>
              <a:t>Click to edit Master title style</a:t>
            </a:r>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5881"/>
            <a:ext cx="5292725" cy="4440238"/>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3818597"/>
      </p:ext>
    </p:extLst>
  </p:cSld>
  <p:clrMapOvr>
    <a:masterClrMapping/>
  </p:clrMapOvr>
  <p:hf hdr="0" dt="0"/>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4_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DC5DED7-628C-D343-1DE8-0E84A04077F9}"/>
              </a:ext>
            </a:extLst>
          </p:cNvPr>
          <p:cNvGraphicFramePr>
            <a:graphicFrameLocks noChangeAspect="1"/>
          </p:cNvGraphicFramePr>
          <p:nvPr>
            <p:custDataLst>
              <p:tags r:id="rId1"/>
            </p:custDataLst>
            <p:extLst>
              <p:ext uri="{D42A27DB-BD31-4B8C-83A1-F6EECF244321}">
                <p14:modId xmlns:p14="http://schemas.microsoft.com/office/powerpoint/2010/main" val="3259886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DC5DED7-628C-D343-1DE8-0E84A04077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vert="horz"/>
          <a:lstStyle>
            <a:lvl1pPr>
              <a:defRPr sz="40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OT" panose="020B0504020201010104" pitchFamily="34" charset="0"/>
              </a:rPr>
              <a:t>‹#›</a:t>
            </a:fld>
            <a:endParaRPr lang="en-US" sz="1000" b="0" i="0">
              <a:solidFill>
                <a:schemeClr val="tx1"/>
              </a:solidFill>
              <a:latin typeface="MarkOT" panose="020B0504020201010104" pitchFamily="34" charset="0"/>
            </a:endParaRP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2976222709"/>
      </p:ext>
    </p:extLst>
  </p:cSld>
  <p:clrMapOvr>
    <a:masterClrMapping/>
  </p:clrMapOvr>
  <p:hf hdr="0" dt="0"/>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3_Text + 1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7F74C6B-D788-D20F-C008-A8F28734F2C3}"/>
              </a:ext>
            </a:extLst>
          </p:cNvPr>
          <p:cNvGraphicFramePr>
            <a:graphicFrameLocks noChangeAspect="1"/>
          </p:cNvGraphicFramePr>
          <p:nvPr>
            <p:custDataLst>
              <p:tags r:id="rId1"/>
            </p:custDataLst>
            <p:extLst>
              <p:ext uri="{D42A27DB-BD31-4B8C-83A1-F6EECF244321}">
                <p14:modId xmlns:p14="http://schemas.microsoft.com/office/powerpoint/2010/main" val="3847409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7F74C6B-D788-D20F-C008-A8F28734F2C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a:spcAft>
                <a:spcPts val="900"/>
              </a:spcAft>
              <a:defRPr sz="1400">
                <a:solidFill>
                  <a:schemeClr val="tx1"/>
                </a:solidFill>
              </a:defRPr>
            </a:lvl1pPr>
            <a:lvl2pPr marL="179388" indent="-179388">
              <a:spcAft>
                <a:spcPts val="900"/>
              </a:spcAft>
              <a:tabLst/>
              <a:defRPr sz="1400">
                <a:solidFill>
                  <a:schemeClr val="tx1"/>
                </a:solidFill>
              </a:defRPr>
            </a:lvl2pPr>
            <a:lvl3pPr marL="358775" indent="-179388">
              <a:spcAft>
                <a:spcPts val="900"/>
              </a:spcAft>
              <a:tabLst/>
              <a:defRPr sz="1400">
                <a:solidFill>
                  <a:schemeClr val="tx1"/>
                </a:solidFill>
              </a:defRPr>
            </a:lvl3pPr>
            <a:lvl4pPr marL="533400" indent="-174625">
              <a:spcAft>
                <a:spcPts val="900"/>
              </a:spcAft>
              <a:tabLst/>
              <a:defRPr sz="1400">
                <a:solidFill>
                  <a:schemeClr val="tx1"/>
                </a:solidFill>
              </a:defRPr>
            </a:lvl4pPr>
            <a:lvl5pPr marL="712788" indent="-1793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667723"/>
      </p:ext>
    </p:extLst>
  </p:cSld>
  <p:clrMapOvr>
    <a:masterClrMapping/>
  </p:clrMapOvr>
  <p:hf hdr="0" dt="0"/>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3_Text + 2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9739EF1-9D1B-E7B7-7DB8-5309589F0E05}"/>
              </a:ext>
            </a:extLst>
          </p:cNvPr>
          <p:cNvGraphicFramePr>
            <a:graphicFrameLocks noChangeAspect="1"/>
          </p:cNvGraphicFramePr>
          <p:nvPr>
            <p:custDataLst>
              <p:tags r:id="rId1"/>
            </p:custDataLst>
            <p:extLst>
              <p:ext uri="{D42A27DB-BD31-4B8C-83A1-F6EECF244321}">
                <p14:modId xmlns:p14="http://schemas.microsoft.com/office/powerpoint/2010/main" val="30230512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9739EF1-9D1B-E7B7-7DB8-5309589F0E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a:spcAft>
                <a:spcPts val="900"/>
              </a:spcAft>
              <a:defRPr sz="1400">
                <a:solidFill>
                  <a:schemeClr val="tx1"/>
                </a:solidFill>
              </a:defRPr>
            </a:lvl1pPr>
            <a:lvl2pPr marL="179388" indent="-179388">
              <a:spcAft>
                <a:spcPts val="900"/>
              </a:spcAft>
              <a:tabLst/>
              <a:defRPr sz="1400">
                <a:solidFill>
                  <a:schemeClr val="tx1"/>
                </a:solidFill>
              </a:defRPr>
            </a:lvl2pPr>
            <a:lvl3pPr marL="358775" indent="-179388">
              <a:spcAft>
                <a:spcPts val="900"/>
              </a:spcAft>
              <a:tabLst/>
              <a:defRPr sz="1400">
                <a:solidFill>
                  <a:schemeClr val="tx1"/>
                </a:solidFill>
              </a:defRPr>
            </a:lvl3pPr>
            <a:lvl4pPr marL="533400" indent="-174625">
              <a:spcAft>
                <a:spcPts val="900"/>
              </a:spcAft>
              <a:tabLst/>
              <a:defRPr sz="1400">
                <a:solidFill>
                  <a:schemeClr val="tx1"/>
                </a:solidFill>
              </a:defRPr>
            </a:lvl4pPr>
            <a:lvl5pPr marL="712788" indent="-1793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3434822"/>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0" cy="3427544"/>
          </a:xfrm>
          <a:solidFill>
            <a:schemeClr val="bg1">
              <a:lumMod val="85000"/>
            </a:schemeClr>
          </a:solidFill>
        </p:spPr>
        <p:txBody>
          <a:bodyPr anchor="ctr" anchorCtr="0"/>
          <a:lstStyle>
            <a:lvl1pPr algn="ctr">
              <a:defRPr sz="900"/>
            </a:lvl1pPr>
          </a:lstStyle>
          <a:p>
            <a:r>
              <a:rPr lang="en-US"/>
              <a:t>Click icon to add picture</a:t>
            </a:r>
          </a:p>
        </p:txBody>
      </p:sp>
    </p:spTree>
    <p:extLst>
      <p:ext uri="{BB962C8B-B14F-4D97-AF65-F5344CB8AC3E}">
        <p14:creationId xmlns:p14="http://schemas.microsoft.com/office/powerpoint/2010/main" val="4022791857"/>
      </p:ext>
    </p:extLst>
  </p:cSld>
  <p:clrMapOvr>
    <a:masterClrMapping/>
  </p:clrMapOvr>
  <p:hf hdr="0" dt="0"/>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3_Quote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E70DC7F-909A-76F1-9E04-CD3DD627561A}"/>
              </a:ext>
            </a:extLst>
          </p:cNvPr>
          <p:cNvGraphicFramePr>
            <a:graphicFrameLocks noChangeAspect="1"/>
          </p:cNvGraphicFramePr>
          <p:nvPr>
            <p:custDataLst>
              <p:tags r:id="rId1"/>
            </p:custDataLst>
            <p:extLst>
              <p:ext uri="{D42A27DB-BD31-4B8C-83A1-F6EECF244321}">
                <p14:modId xmlns:p14="http://schemas.microsoft.com/office/powerpoint/2010/main" val="4167377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BE70DC7F-909A-76F1-9E04-CD3DD627561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9836988" cy="5193285"/>
          </a:xfrm>
        </p:spPr>
        <p:txBody>
          <a:bodyPr vert="horz"/>
          <a:lstStyle>
            <a:lvl1pPr>
              <a:defRPr sz="36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1861838160"/>
      </p:ext>
    </p:extLst>
  </p:cSld>
  <p:clrMapOvr>
    <a:masterClrMapping/>
  </p:clrMapOvr>
  <p:hf hdr="0" dt="0"/>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3_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DF4328D-0180-5B1E-AF60-B57EED03FD0D}"/>
              </a:ext>
            </a:extLst>
          </p:cNvPr>
          <p:cNvGraphicFramePr>
            <a:graphicFrameLocks noChangeAspect="1"/>
          </p:cNvGraphicFramePr>
          <p:nvPr>
            <p:custDataLst>
              <p:tags r:id="rId1"/>
            </p:custDataLst>
            <p:extLst>
              <p:ext uri="{D42A27DB-BD31-4B8C-83A1-F6EECF244321}">
                <p14:modId xmlns:p14="http://schemas.microsoft.com/office/powerpoint/2010/main" val="20068984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DF4328D-0180-5B1E-AF60-B57EED03FD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a:spcAft>
                <a:spcPts val="900"/>
              </a:spcAft>
              <a:defRPr sz="2400">
                <a:solidFill>
                  <a:schemeClr val="tx1"/>
                </a:solidFill>
              </a:defRPr>
            </a:lvl1pPr>
            <a:lvl2pPr marL="446088" indent="-446088">
              <a:spcAft>
                <a:spcPts val="900"/>
              </a:spcAft>
              <a:tabLst/>
              <a:defRPr sz="2400">
                <a:solidFill>
                  <a:schemeClr val="tx1"/>
                </a:solidFill>
              </a:defRPr>
            </a:lvl2pPr>
            <a:lvl3pPr marL="892175" indent="-446088">
              <a:spcAft>
                <a:spcPts val="900"/>
              </a:spcAft>
              <a:tabLst/>
              <a:defRPr sz="2400">
                <a:solidFill>
                  <a:schemeClr val="tx1"/>
                </a:solidFill>
              </a:defRPr>
            </a:lvl3pPr>
            <a:lvl4pPr marL="1333500" indent="-441325">
              <a:spcAft>
                <a:spcPts val="900"/>
              </a:spcAft>
              <a:tabLst/>
              <a:defRPr sz="2400">
                <a:solidFill>
                  <a:schemeClr val="tx1"/>
                </a:solidFill>
              </a:defRPr>
            </a:lvl4pPr>
            <a:lvl5pPr marL="1779588" indent="-446088">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924184236"/>
      </p:ext>
    </p:extLst>
  </p:cSld>
  <p:clrMapOvr>
    <a:masterClrMapping/>
  </p:clrMapOvr>
  <p:hf hdr="0" dt="0"/>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4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BC2C124-53FA-E09A-B3F8-3F11C59B4E36}"/>
              </a:ext>
            </a:extLst>
          </p:cNvPr>
          <p:cNvGraphicFramePr>
            <a:graphicFrameLocks noChangeAspect="1"/>
          </p:cNvGraphicFramePr>
          <p:nvPr>
            <p:custDataLst>
              <p:tags r:id="rId1"/>
            </p:custDataLst>
            <p:extLst>
              <p:ext uri="{D42A27DB-BD31-4B8C-83A1-F6EECF244321}">
                <p14:modId xmlns:p14="http://schemas.microsoft.com/office/powerpoint/2010/main" val="2309723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BC2C124-53FA-E09A-B3F8-3F11C59B4E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a:spcAft>
                <a:spcPts val="600"/>
              </a:spcAft>
              <a:defRPr sz="2200">
                <a:solidFill>
                  <a:schemeClr val="tx1"/>
                </a:solidFill>
              </a:defRPr>
            </a:lvl1pPr>
            <a:lvl2pPr marL="446088" indent="-446088">
              <a:spcAft>
                <a:spcPts val="600"/>
              </a:spcAft>
              <a:tabLst/>
              <a:defRPr sz="2200">
                <a:solidFill>
                  <a:schemeClr val="tx1"/>
                </a:solidFill>
              </a:defRPr>
            </a:lvl2pPr>
            <a:lvl3pPr marL="892175" indent="-446088">
              <a:spcAft>
                <a:spcPts val="600"/>
              </a:spcAft>
              <a:tabLst/>
              <a:defRPr sz="2200">
                <a:solidFill>
                  <a:schemeClr val="tx1"/>
                </a:solidFill>
              </a:defRPr>
            </a:lvl3pPr>
            <a:lvl4pPr marL="1333500" indent="-441325">
              <a:spcAft>
                <a:spcPts val="600"/>
              </a:spcAft>
              <a:tabLst/>
              <a:defRPr sz="2200">
                <a:solidFill>
                  <a:schemeClr val="tx1"/>
                </a:solidFill>
              </a:defRPr>
            </a:lvl4pPr>
            <a:lvl5pPr marL="1779588" indent="-446088">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2603760364"/>
      </p:ext>
    </p:extLst>
  </p:cSld>
  <p:clrMapOvr>
    <a:masterClrMapping/>
  </p:clrMapOvr>
  <p:hf hdr="0" dt="0"/>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3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AC571AF-9B79-9CD1-C257-C5404457CDB5}"/>
              </a:ext>
            </a:extLst>
          </p:cNvPr>
          <p:cNvGraphicFramePr>
            <a:graphicFrameLocks noChangeAspect="1"/>
          </p:cNvGraphicFramePr>
          <p:nvPr>
            <p:custDataLst>
              <p:tags r:id="rId1"/>
            </p:custDataLst>
            <p:extLst>
              <p:ext uri="{D42A27DB-BD31-4B8C-83A1-F6EECF244321}">
                <p14:modId xmlns:p14="http://schemas.microsoft.com/office/powerpoint/2010/main" val="2661305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AC571AF-9B79-9CD1-C257-C5404457CD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a:spcAft>
                <a:spcPts val="900"/>
              </a:spcAft>
              <a:defRPr sz="3000">
                <a:solidFill>
                  <a:schemeClr val="tx1"/>
                </a:solidFill>
              </a:defRPr>
            </a:lvl1pPr>
            <a:lvl2pPr marL="446088" indent="-446088">
              <a:spcAft>
                <a:spcPts val="900"/>
              </a:spcAft>
              <a:tabLst/>
              <a:defRPr sz="3000">
                <a:solidFill>
                  <a:schemeClr val="tx1"/>
                </a:solidFill>
              </a:defRPr>
            </a:lvl2pPr>
            <a:lvl3pPr marL="892175" indent="-446088">
              <a:spcAft>
                <a:spcPts val="900"/>
              </a:spcAft>
              <a:tabLst/>
              <a:defRPr sz="3000">
                <a:solidFill>
                  <a:schemeClr val="tx1"/>
                </a:solidFill>
              </a:defRPr>
            </a:lvl3pPr>
            <a:lvl4pPr marL="1333500" indent="-441325">
              <a:spcAft>
                <a:spcPts val="900"/>
              </a:spcAft>
              <a:tabLst/>
              <a:defRPr sz="3000">
                <a:solidFill>
                  <a:schemeClr val="tx1"/>
                </a:solidFill>
              </a:defRPr>
            </a:lvl4pPr>
            <a:lvl5pPr marL="1779588" indent="-446088">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912981"/>
      </p:ext>
    </p:extLst>
  </p:cSld>
  <p:clrMapOvr>
    <a:masterClrMapping/>
  </p:clrMapOvr>
  <p:hf hdr="0" dt="0"/>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6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44272A7-D3B1-368E-406D-8516C8B9C55E}"/>
              </a:ext>
            </a:extLst>
          </p:cNvPr>
          <p:cNvGraphicFramePr>
            <a:graphicFrameLocks noChangeAspect="1"/>
          </p:cNvGraphicFramePr>
          <p:nvPr>
            <p:custDataLst>
              <p:tags r:id="rId1"/>
            </p:custDataLst>
            <p:extLst>
              <p:ext uri="{D42A27DB-BD31-4B8C-83A1-F6EECF244321}">
                <p14:modId xmlns:p14="http://schemas.microsoft.com/office/powerpoint/2010/main" val="26502477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44272A7-D3B1-368E-406D-8516C8B9C5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7491757"/>
      </p:ext>
    </p:extLst>
  </p:cSld>
  <p:clrMapOvr>
    <a:masterClrMapping/>
  </p:clrMapOvr>
  <p:hf hdr="0" dt="0"/>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3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D34A7F4-DD9B-C23E-C7EE-E60498C6F04C}"/>
              </a:ext>
            </a:extLst>
          </p:cNvPr>
          <p:cNvGraphicFramePr>
            <a:graphicFrameLocks noChangeAspect="1"/>
          </p:cNvGraphicFramePr>
          <p:nvPr>
            <p:custDataLst>
              <p:tags r:id="rId1"/>
            </p:custDataLst>
            <p:extLst>
              <p:ext uri="{D42A27DB-BD31-4B8C-83A1-F6EECF244321}">
                <p14:modId xmlns:p14="http://schemas.microsoft.com/office/powerpoint/2010/main" val="28910310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D34A7F4-DD9B-C23E-C7EE-E60498C6F04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3736582"/>
      </p:ext>
    </p:extLst>
  </p:cSld>
  <p:clrMapOvr>
    <a:masterClrMapping/>
  </p:clrMapOvr>
  <p:hf hdr="0" dt="0"/>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3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56FD806-7665-820B-AD4F-3FAC8EC478D9}"/>
              </a:ext>
            </a:extLst>
          </p:cNvPr>
          <p:cNvGraphicFramePr>
            <a:graphicFrameLocks noChangeAspect="1"/>
          </p:cNvGraphicFramePr>
          <p:nvPr>
            <p:custDataLst>
              <p:tags r:id="rId1"/>
            </p:custDataLst>
            <p:extLst>
              <p:ext uri="{D42A27DB-BD31-4B8C-83A1-F6EECF244321}">
                <p14:modId xmlns:p14="http://schemas.microsoft.com/office/powerpoint/2010/main" val="41465062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56FD806-7665-820B-AD4F-3FAC8EC478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a:spcAft>
                <a:spcPts val="900"/>
              </a:spcAft>
              <a:defRPr sz="2400" b="1" i="0">
                <a:solidFill>
                  <a:schemeClr val="tx1"/>
                </a:solidFill>
                <a:latin typeface="MarkOT" panose="020B0504020201010104" pitchFamily="34" charset="0"/>
              </a:defRPr>
            </a:lvl1pPr>
            <a:lvl2pPr marL="0" indent="0">
              <a:spcAft>
                <a:spcPts val="900"/>
              </a:spcAft>
              <a:buNone/>
              <a:tabLst/>
              <a:defRPr sz="2400">
                <a:solidFill>
                  <a:schemeClr val="tx1"/>
                </a:solidFill>
              </a:defRPr>
            </a:lvl2pPr>
            <a:lvl3pPr marL="180975" indent="-180975">
              <a:spcAft>
                <a:spcPts val="900"/>
              </a:spcAft>
              <a:tabLst/>
              <a:defRPr sz="2400">
                <a:solidFill>
                  <a:schemeClr val="tx1"/>
                </a:solidFill>
              </a:defRPr>
            </a:lvl3pPr>
            <a:lvl4pPr marL="355600" indent="-180975">
              <a:spcAft>
                <a:spcPts val="900"/>
              </a:spcAft>
              <a:tabLst/>
              <a:defRPr sz="2400">
                <a:solidFill>
                  <a:schemeClr val="tx1"/>
                </a:solidFill>
              </a:defRPr>
            </a:lvl4pPr>
            <a:lvl5pPr marL="579438" indent="-217488">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7118970"/>
      </p:ext>
    </p:extLst>
  </p:cSld>
  <p:clrMapOvr>
    <a:masterClrMapping/>
  </p:clrMapOvr>
  <p:hf hdr="0" dt="0"/>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3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158D310-05EE-5090-A87B-19F81A6B4109}"/>
              </a:ext>
            </a:extLst>
          </p:cNvPr>
          <p:cNvGraphicFramePr>
            <a:graphicFrameLocks noChangeAspect="1"/>
          </p:cNvGraphicFramePr>
          <p:nvPr>
            <p:custDataLst>
              <p:tags r:id="rId1"/>
            </p:custDataLst>
            <p:extLst>
              <p:ext uri="{D42A27DB-BD31-4B8C-83A1-F6EECF244321}">
                <p14:modId xmlns:p14="http://schemas.microsoft.com/office/powerpoint/2010/main" val="2456655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158D310-05EE-5090-A87B-19F81A6B41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1275258"/>
      </p:ext>
    </p:extLst>
  </p:cSld>
  <p:clrMapOvr>
    <a:masterClrMapping/>
  </p:clrMapOvr>
  <p:hf hdr="0" dt="0"/>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3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14B409B-0466-499A-8172-52786E393838}"/>
              </a:ext>
            </a:extLst>
          </p:cNvPr>
          <p:cNvGraphicFramePr>
            <a:graphicFrameLocks noChangeAspect="1"/>
          </p:cNvGraphicFramePr>
          <p:nvPr>
            <p:custDataLst>
              <p:tags r:id="rId1"/>
            </p:custDataLst>
            <p:extLst>
              <p:ext uri="{D42A27DB-BD31-4B8C-83A1-F6EECF244321}">
                <p14:modId xmlns:p14="http://schemas.microsoft.com/office/powerpoint/2010/main" val="395245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14B409B-0466-499A-8172-52786E3938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9658880"/>
      </p:ext>
    </p:extLst>
  </p:cSld>
  <p:clrMapOvr>
    <a:masterClrMapping/>
  </p:clrMapOvr>
  <p:hf hdr="0" dt="0"/>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3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2631827-A4BC-D0CD-42F1-04A7F8A1CE62}"/>
              </a:ext>
            </a:extLst>
          </p:cNvPr>
          <p:cNvGraphicFramePr>
            <a:graphicFrameLocks noChangeAspect="1"/>
          </p:cNvGraphicFramePr>
          <p:nvPr>
            <p:custDataLst>
              <p:tags r:id="rId1"/>
            </p:custDataLst>
            <p:extLst>
              <p:ext uri="{D42A27DB-BD31-4B8C-83A1-F6EECF244321}">
                <p14:modId xmlns:p14="http://schemas.microsoft.com/office/powerpoint/2010/main" val="2499808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2631827-A4BC-D0CD-42F1-04A7F8A1CE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477337"/>
      </p:ext>
    </p:extLst>
  </p:cSld>
  <p:clrMapOvr>
    <a:masterClrMapping/>
  </p:clrMapOvr>
  <p:hf hdr="0" dt="0"/>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4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57BA7D6-4184-161E-9A5D-4C6589501C16}"/>
              </a:ext>
            </a:extLst>
          </p:cNvPr>
          <p:cNvGraphicFramePr>
            <a:graphicFrameLocks noChangeAspect="1"/>
          </p:cNvGraphicFramePr>
          <p:nvPr>
            <p:custDataLst>
              <p:tags r:id="rId1"/>
            </p:custDataLst>
            <p:extLst>
              <p:ext uri="{D42A27DB-BD31-4B8C-83A1-F6EECF244321}">
                <p14:modId xmlns:p14="http://schemas.microsoft.com/office/powerpoint/2010/main" val="2155606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57BA7D6-4184-161E-9A5D-4C6589501C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FC62012A-DDC0-4642-8314-C0470B70EEB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3322059897"/>
      </p:ext>
    </p:extLst>
  </p:cSld>
  <p:clrMapOvr>
    <a:masterClrMapping/>
  </p:clrMapOvr>
  <p:hf hdr="0" dt="0"/>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3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1B428E8-AA09-629C-021B-250CBA8DEE94}"/>
              </a:ext>
            </a:extLst>
          </p:cNvPr>
          <p:cNvGraphicFramePr>
            <a:graphicFrameLocks noChangeAspect="1"/>
          </p:cNvGraphicFramePr>
          <p:nvPr>
            <p:custDataLst>
              <p:tags r:id="rId1"/>
            </p:custDataLst>
            <p:extLst>
              <p:ext uri="{D42A27DB-BD31-4B8C-83A1-F6EECF244321}">
                <p14:modId xmlns:p14="http://schemas.microsoft.com/office/powerpoint/2010/main" val="38907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1B428E8-AA09-629C-021B-250CBA8DEE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a:spcAft>
                <a:spcPts val="900"/>
              </a:spcAft>
              <a:defRPr sz="3000" b="1" i="0">
                <a:solidFill>
                  <a:schemeClr val="bg1"/>
                </a:solidFill>
                <a:latin typeface="MarkOT" panose="020B0504020201010104" pitchFamily="34" charset="0"/>
              </a:defRPr>
            </a:lvl1pPr>
            <a:lvl2pPr marL="0" indent="0">
              <a:spcAft>
                <a:spcPts val="900"/>
              </a:spcAft>
              <a:buNone/>
              <a:tabLst/>
              <a:defRPr sz="3000">
                <a:solidFill>
                  <a:schemeClr val="bg1"/>
                </a:solidFill>
              </a:defRPr>
            </a:lvl2pPr>
            <a:lvl3pPr marL="180975" indent="-180975">
              <a:spcAft>
                <a:spcPts val="900"/>
              </a:spcAft>
              <a:tabLst/>
              <a:defRPr sz="3000">
                <a:solidFill>
                  <a:schemeClr val="bg1"/>
                </a:solidFill>
              </a:defRPr>
            </a:lvl3pPr>
            <a:lvl4pPr marL="355600" indent="-180975">
              <a:spcAft>
                <a:spcPts val="900"/>
              </a:spcAft>
              <a:tabLst/>
              <a:defRPr sz="3000">
                <a:solidFill>
                  <a:schemeClr val="bg1"/>
                </a:solidFill>
              </a:defRPr>
            </a:lvl4pPr>
            <a:lvl5pPr marL="579438" indent="-217488">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0107340"/>
      </p:ext>
    </p:extLst>
  </p:cSld>
  <p:clrMapOvr>
    <a:masterClrMapping/>
  </p:clrMapOvr>
  <p:hf hdr="0" dt="0"/>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4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7564EDD-371C-367F-DBE2-13EDDE9BC762}"/>
              </a:ext>
            </a:extLst>
          </p:cNvPr>
          <p:cNvGraphicFramePr>
            <a:graphicFrameLocks noChangeAspect="1"/>
          </p:cNvGraphicFramePr>
          <p:nvPr>
            <p:custDataLst>
              <p:tags r:id="rId1"/>
            </p:custDataLst>
            <p:extLst>
              <p:ext uri="{D42A27DB-BD31-4B8C-83A1-F6EECF244321}">
                <p14:modId xmlns:p14="http://schemas.microsoft.com/office/powerpoint/2010/main" val="36424775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7564EDD-371C-367F-DBE2-13EDDE9BC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032262"/>
      </p:ext>
    </p:extLst>
  </p:cSld>
  <p:clrMapOvr>
    <a:masterClrMapping/>
  </p:clrMapOvr>
  <p:hf hdr="0" dt="0"/>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3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2AFB7E-ED4D-6266-F55D-E55BCE0A0E94}"/>
              </a:ext>
            </a:extLst>
          </p:cNvPr>
          <p:cNvGraphicFramePr>
            <a:graphicFrameLocks noChangeAspect="1"/>
          </p:cNvGraphicFramePr>
          <p:nvPr>
            <p:custDataLst>
              <p:tags r:id="rId1"/>
            </p:custDataLst>
            <p:extLst>
              <p:ext uri="{D42A27DB-BD31-4B8C-83A1-F6EECF244321}">
                <p14:modId xmlns:p14="http://schemas.microsoft.com/office/powerpoint/2010/main" val="36751386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F2AFB7E-ED4D-6266-F55D-E55BCE0A0E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4236429"/>
      </p:ext>
    </p:extLst>
  </p:cSld>
  <p:clrMapOvr>
    <a:masterClrMapping/>
  </p:clrMapOvr>
  <p:hf hdr="0" dt="0"/>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2_Long Heading and Imag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9DD853-F2F1-6594-EF4A-FCC237F0FD63}"/>
              </a:ext>
            </a:extLst>
          </p:cNvPr>
          <p:cNvGraphicFramePr>
            <a:graphicFrameLocks noChangeAspect="1"/>
          </p:cNvGraphicFramePr>
          <p:nvPr>
            <p:custDataLst>
              <p:tags r:id="rId1"/>
            </p:custDataLst>
            <p:extLst>
              <p:ext uri="{D42A27DB-BD31-4B8C-83A1-F6EECF244321}">
                <p14:modId xmlns:p14="http://schemas.microsoft.com/office/powerpoint/2010/main" val="40128055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B9DD853-F2F1-6594-EF4A-FCC237F0FD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1708150"/>
            <a:ext cx="12192000" cy="5149850"/>
          </a:xfrm>
          <a:solidFill>
            <a:schemeClr val="bg1">
              <a:lumMod val="85000"/>
            </a:schemeClr>
          </a:solidFill>
        </p:spPr>
        <p:txBody>
          <a:bodyPr anchor="ctr" anchorCtr="0"/>
          <a:lstStyle>
            <a:lvl1pPr algn="ctr">
              <a:defRPr sz="1000"/>
            </a:lvl1pPr>
          </a:lstStyle>
          <a:p>
            <a:r>
              <a:rPr lang="en-US"/>
              <a:t>Click icon to add picture</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296863"/>
            <a:ext cx="6043117" cy="1223962"/>
          </a:xfrm>
        </p:spPr>
        <p:txBody>
          <a:bodyPr vert="horz"/>
          <a:lstStyle>
            <a:lvl1pPr>
              <a:defRPr sz="1400">
                <a:solidFill>
                  <a:schemeClr val="tx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Tree>
    <p:extLst>
      <p:ext uri="{BB962C8B-B14F-4D97-AF65-F5344CB8AC3E}">
        <p14:creationId xmlns:p14="http://schemas.microsoft.com/office/powerpoint/2010/main" val="1619197082"/>
      </p:ext>
    </p:extLst>
  </p:cSld>
  <p:clrMapOvr>
    <a:masterClrMapping/>
  </p:clrMapOvr>
  <p:hf hdr="0" dt="0"/>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2_3 Images no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E9A2AAA-2C31-01D6-6896-38ACBC36B160}"/>
              </a:ext>
            </a:extLst>
          </p:cNvPr>
          <p:cNvGraphicFramePr>
            <a:graphicFrameLocks noChangeAspect="1"/>
          </p:cNvGraphicFramePr>
          <p:nvPr>
            <p:custDataLst>
              <p:tags r:id="rId1"/>
            </p:custDataLst>
            <p:extLst>
              <p:ext uri="{D42A27DB-BD31-4B8C-83A1-F6EECF244321}">
                <p14:modId xmlns:p14="http://schemas.microsoft.com/office/powerpoint/2010/main" val="1701307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7E9A2AAA-2C31-01D6-6896-38ACBC36B1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10" name="Picture Placeholder 5">
            <a:extLst>
              <a:ext uri="{FF2B5EF4-FFF2-40B4-BE49-F238E27FC236}">
                <a16:creationId xmlns:a16="http://schemas.microsoft.com/office/drawing/2014/main" id="{B7931B3D-9252-BE49-A66E-A9234FAC891B}"/>
              </a:ext>
            </a:extLst>
          </p:cNvPr>
          <p:cNvSpPr>
            <a:spLocks noGrp="1"/>
          </p:cNvSpPr>
          <p:nvPr>
            <p:ph type="pic" sz="quarter" idx="13"/>
          </p:nvPr>
        </p:nvSpPr>
        <p:spPr>
          <a:xfrm>
            <a:off x="6096000" y="3429001"/>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2252969373"/>
      </p:ext>
    </p:extLst>
  </p:cSld>
  <p:clrMapOvr>
    <a:masterClrMapping/>
  </p:clrMapOvr>
  <p:hf hdr="0" dt="0"/>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3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1C85EDF-1E7A-F065-E8E1-3E4EFA26FC3E}"/>
              </a:ext>
            </a:extLst>
          </p:cNvPr>
          <p:cNvGraphicFramePr>
            <a:graphicFrameLocks noChangeAspect="1"/>
          </p:cNvGraphicFramePr>
          <p:nvPr>
            <p:custDataLst>
              <p:tags r:id="rId1"/>
            </p:custDataLst>
            <p:extLst>
              <p:ext uri="{D42A27DB-BD31-4B8C-83A1-F6EECF244321}">
                <p14:modId xmlns:p14="http://schemas.microsoft.com/office/powerpoint/2010/main" val="2525095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51C85EDF-1E7A-F065-E8E1-3E4EFA26FC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a:spcAft>
                <a:spcPts val="600"/>
              </a:spcAft>
              <a:defRPr sz="1200" b="1" i="0">
                <a:solidFill>
                  <a:schemeClr val="tx1"/>
                </a:solidFill>
                <a:latin typeface="MarkOT" panose="020B0504020201010104" pitchFamily="34" charset="0"/>
              </a:defRPr>
            </a:lvl1pPr>
            <a:lvl2pPr marL="0" indent="0">
              <a:spcAft>
                <a:spcPts val="600"/>
              </a:spcAft>
              <a:buNone/>
              <a:tabLst/>
              <a:defRPr sz="1200">
                <a:solidFill>
                  <a:schemeClr val="tx1"/>
                </a:solidFill>
              </a:defRPr>
            </a:lvl2pPr>
            <a:lvl3pPr marL="180975" indent="-180975">
              <a:spcAft>
                <a:spcPts val="600"/>
              </a:spcAft>
              <a:tabLst/>
              <a:defRPr sz="1200">
                <a:solidFill>
                  <a:schemeClr val="tx1"/>
                </a:solidFill>
              </a:defRPr>
            </a:lvl3pPr>
            <a:lvl4pPr marL="355600" indent="-180975">
              <a:spcAft>
                <a:spcPts val="600"/>
              </a:spcAft>
              <a:tabLst/>
              <a:defRPr sz="1200">
                <a:solidFill>
                  <a:schemeClr val="tx1"/>
                </a:solidFill>
              </a:defRPr>
            </a:lvl4pPr>
            <a:lvl5pPr marL="579438" indent="-217488">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920103"/>
      </p:ext>
    </p:extLst>
  </p:cSld>
  <p:clrMapOvr>
    <a:masterClrMapping/>
  </p:clrMapOvr>
  <p:hf hdr="0" dt="0"/>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3_1 Image + Pullout Blu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00BFC8B-2961-971F-FB62-301604AFF535}"/>
              </a:ext>
            </a:extLst>
          </p:cNvPr>
          <p:cNvGraphicFramePr>
            <a:graphicFrameLocks noChangeAspect="1"/>
          </p:cNvGraphicFramePr>
          <p:nvPr>
            <p:custDataLst>
              <p:tags r:id="rId1"/>
            </p:custDataLst>
            <p:extLst>
              <p:ext uri="{D42A27DB-BD31-4B8C-83A1-F6EECF244321}">
                <p14:modId xmlns:p14="http://schemas.microsoft.com/office/powerpoint/2010/main" val="29536410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00BFC8B-2961-971F-FB62-301604AFF53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vert="horz" anchor="ctr" anchorCtr="0"/>
          <a:lstStyle>
            <a:lvl1pPr algn="ctr">
              <a:defRPr sz="2400">
                <a:solidFill>
                  <a:schemeClr val="bg1"/>
                </a:solidFill>
              </a:defRPr>
            </a:lvl1pPr>
          </a:lstStyle>
          <a:p>
            <a:r>
              <a:rPr lang="en-US"/>
              <a:t>Click to edit Master title style</a:t>
            </a:r>
          </a:p>
        </p:txBody>
      </p:sp>
    </p:spTree>
    <p:extLst>
      <p:ext uri="{BB962C8B-B14F-4D97-AF65-F5344CB8AC3E}">
        <p14:creationId xmlns:p14="http://schemas.microsoft.com/office/powerpoint/2010/main" val="413572945"/>
      </p:ext>
    </p:extLst>
  </p:cSld>
  <p:clrMapOvr>
    <a:masterClrMapping/>
  </p:clrMapOvr>
  <p:hf hdr="0" dt="0"/>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2_Image + Graphics">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EC73885-2695-0FC3-880B-38B65D8B75E6}"/>
              </a:ext>
            </a:extLst>
          </p:cNvPr>
          <p:cNvGraphicFramePr>
            <a:graphicFrameLocks noChangeAspect="1"/>
          </p:cNvGraphicFramePr>
          <p:nvPr>
            <p:custDataLst>
              <p:tags r:id="rId1"/>
            </p:custDataLst>
            <p:extLst>
              <p:ext uri="{D42A27DB-BD31-4B8C-83A1-F6EECF244321}">
                <p14:modId xmlns:p14="http://schemas.microsoft.com/office/powerpoint/2010/main" val="3660900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0EC73885-2695-0FC3-880B-38B65D8B75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895611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7" name="Text Placeholder 6">
            <a:extLst>
              <a:ext uri="{FF2B5EF4-FFF2-40B4-BE49-F238E27FC236}">
                <a16:creationId xmlns:a16="http://schemas.microsoft.com/office/drawing/2014/main" id="{BB474675-2B4E-C64F-A2C6-2DF06865030A}"/>
              </a:ext>
            </a:extLst>
          </p:cNvPr>
          <p:cNvSpPr>
            <a:spLocks noGrp="1"/>
          </p:cNvSpPr>
          <p:nvPr>
            <p:ph type="body" sz="quarter" idx="12"/>
          </p:nvPr>
        </p:nvSpPr>
        <p:spPr>
          <a:xfrm>
            <a:off x="9720197" y="1484334"/>
            <a:ext cx="1702040" cy="988817"/>
          </a:xfrm>
        </p:spPr>
        <p:txBody>
          <a:bodyPr/>
          <a:lstStyle>
            <a:lvl1pPr algn="ctr">
              <a:defRPr sz="1050"/>
            </a:lvl1pPr>
            <a:lvl2pPr algn="ctr">
              <a:defRPr sz="1050"/>
            </a:lvl2pPr>
            <a:lvl3pPr algn="ctr">
              <a:defRPr sz="1050"/>
            </a:lvl3pPr>
            <a:lvl4pPr algn="ctr">
              <a:defRPr sz="1050"/>
            </a:lvl4pPr>
            <a:lvl5pPr algn="ct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5912492"/>
      </p:ext>
    </p:extLst>
  </p:cSld>
  <p:clrMapOvr>
    <a:masterClrMapping/>
  </p:clrMapOvr>
  <p:hf hdr="0" dt="0"/>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2_Heading + Conten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69A42D0-DBBA-A5FD-3D1E-FA3E5D832FB8}"/>
              </a:ext>
            </a:extLst>
          </p:cNvPr>
          <p:cNvGraphicFramePr>
            <a:graphicFrameLocks noChangeAspect="1"/>
          </p:cNvGraphicFramePr>
          <p:nvPr>
            <p:custDataLst>
              <p:tags r:id="rId1"/>
            </p:custDataLst>
            <p:extLst>
              <p:ext uri="{D42A27DB-BD31-4B8C-83A1-F6EECF244321}">
                <p14:modId xmlns:p14="http://schemas.microsoft.com/office/powerpoint/2010/main" val="41601256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69A42D0-DBBA-A5FD-3D1E-FA3E5D832F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3838714728"/>
      </p:ext>
    </p:extLst>
  </p:cSld>
  <p:clrMapOvr>
    <a:masterClrMapping/>
  </p:clrMapOvr>
  <p:hf hdr="0" dt="0"/>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3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1B860D5-3061-F2E9-CF6E-98E2C45B6549}"/>
              </a:ext>
            </a:extLst>
          </p:cNvPr>
          <p:cNvGraphicFramePr>
            <a:graphicFrameLocks noChangeAspect="1"/>
          </p:cNvGraphicFramePr>
          <p:nvPr>
            <p:custDataLst>
              <p:tags r:id="rId1"/>
            </p:custDataLst>
            <p:extLst>
              <p:ext uri="{D42A27DB-BD31-4B8C-83A1-F6EECF244321}">
                <p14:modId xmlns:p14="http://schemas.microsoft.com/office/powerpoint/2010/main" val="1213831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1B860D5-3061-F2E9-CF6E-98E2C45B65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273813027"/>
      </p:ext>
    </p:extLst>
  </p:cSld>
  <p:clrMapOvr>
    <a:masterClrMapping/>
  </p:clrMapOvr>
  <p:hf hdr="0" dt="0"/>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3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4A13EE2-E292-284A-13DE-E4B53155A6EE}"/>
              </a:ext>
            </a:extLst>
          </p:cNvPr>
          <p:cNvGraphicFramePr>
            <a:graphicFrameLocks noChangeAspect="1"/>
          </p:cNvGraphicFramePr>
          <p:nvPr>
            <p:custDataLst>
              <p:tags r:id="rId1"/>
            </p:custDataLst>
            <p:extLst>
              <p:ext uri="{D42A27DB-BD31-4B8C-83A1-F6EECF244321}">
                <p14:modId xmlns:p14="http://schemas.microsoft.com/office/powerpoint/2010/main" val="3379101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4A13EE2-E292-284A-13DE-E4B53155A6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a:defRPr sz="3400">
                <a:solidFill>
                  <a:schemeClr val="bg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692030390"/>
      </p:ext>
    </p:extLst>
  </p:cSld>
  <p:clrMapOvr>
    <a:masterClrMapping/>
  </p:clrMapOvr>
  <p:hf hdr="0" dt="0"/>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3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A0D4E52-3661-C9BB-C798-8B8C92639B8B}"/>
              </a:ext>
            </a:extLst>
          </p:cNvPr>
          <p:cNvGraphicFramePr>
            <a:graphicFrameLocks noChangeAspect="1"/>
          </p:cNvGraphicFramePr>
          <p:nvPr>
            <p:custDataLst>
              <p:tags r:id="rId1"/>
            </p:custDataLst>
            <p:extLst>
              <p:ext uri="{D42A27DB-BD31-4B8C-83A1-F6EECF244321}">
                <p14:modId xmlns:p14="http://schemas.microsoft.com/office/powerpoint/2010/main" val="3427961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A0D4E52-3661-C9BB-C798-8B8C92639B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a:spcAft>
                <a:spcPts val="600"/>
              </a:spcAft>
              <a:defRPr sz="1200" b="1" i="0">
                <a:solidFill>
                  <a:schemeClr val="bg1"/>
                </a:solidFill>
                <a:latin typeface="MarkOT" panose="020B0504020201010104" pitchFamily="34" charset="0"/>
              </a:defRPr>
            </a:lvl1pPr>
            <a:lvl2pPr marL="0" indent="0">
              <a:spcAft>
                <a:spcPts val="600"/>
              </a:spcAft>
              <a:buNone/>
              <a:tabLst/>
              <a:defRPr sz="1200">
                <a:solidFill>
                  <a:schemeClr val="bg1"/>
                </a:solidFill>
              </a:defRPr>
            </a:lvl2pPr>
            <a:lvl3pPr marL="180975" indent="-180975">
              <a:spcAft>
                <a:spcPts val="600"/>
              </a:spcAft>
              <a:tabLst/>
              <a:defRPr sz="1200">
                <a:solidFill>
                  <a:schemeClr val="bg1"/>
                </a:solidFill>
              </a:defRPr>
            </a:lvl3pPr>
            <a:lvl4pPr marL="355600" indent="-180975">
              <a:spcAft>
                <a:spcPts val="600"/>
              </a:spcAft>
              <a:tabLst/>
              <a:defRPr sz="1200">
                <a:solidFill>
                  <a:schemeClr val="bg1"/>
                </a:solidFill>
              </a:defRPr>
            </a:lvl4pPr>
            <a:lvl5pPr marL="579438" indent="-217488">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974063004"/>
      </p:ext>
    </p:extLst>
  </p:cSld>
  <p:clrMapOvr>
    <a:masterClrMapping/>
  </p:clrMapOvr>
  <p:hf hdr="0" dt="0"/>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3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B60BB9-3848-1A35-247A-5515CC398A3A}"/>
              </a:ext>
            </a:extLst>
          </p:cNvPr>
          <p:cNvGraphicFramePr>
            <a:graphicFrameLocks noChangeAspect="1"/>
          </p:cNvGraphicFramePr>
          <p:nvPr>
            <p:custDataLst>
              <p:tags r:id="rId1"/>
            </p:custDataLst>
            <p:extLst>
              <p:ext uri="{D42A27DB-BD31-4B8C-83A1-F6EECF244321}">
                <p14:modId xmlns:p14="http://schemas.microsoft.com/office/powerpoint/2010/main" val="181974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5B60BB9-3848-1A35-247A-5515CC398A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1734266839"/>
      </p:ext>
    </p:extLst>
  </p:cSld>
  <p:clrMapOvr>
    <a:masterClrMapping/>
  </p:clrMapOvr>
  <p:hf hdr="0" dt="0"/>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3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0F404EE-FB33-072A-D992-36906DA0BC7D}"/>
              </a:ext>
            </a:extLst>
          </p:cNvPr>
          <p:cNvGraphicFramePr>
            <a:graphicFrameLocks noChangeAspect="1"/>
          </p:cNvGraphicFramePr>
          <p:nvPr>
            <p:custDataLst>
              <p:tags r:id="rId1"/>
            </p:custDataLst>
            <p:extLst>
              <p:ext uri="{D42A27DB-BD31-4B8C-83A1-F6EECF244321}">
                <p14:modId xmlns:p14="http://schemas.microsoft.com/office/powerpoint/2010/main" val="42316187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0F404EE-FB33-072A-D992-36906DA0BC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5040301"/>
          </a:xfrm>
        </p:spPr>
        <p:txBody>
          <a:bodyPr/>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1932450741"/>
      </p:ext>
    </p:extLst>
  </p:cSld>
  <p:clrMapOvr>
    <a:masterClrMapping/>
  </p:clrMapOvr>
  <p:hf hdr="0" dt="0"/>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3_1 Char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799CFF-1952-496F-E9C7-1D7B05665486}"/>
              </a:ext>
            </a:extLst>
          </p:cNvPr>
          <p:cNvGraphicFramePr>
            <a:graphicFrameLocks noChangeAspect="1"/>
          </p:cNvGraphicFramePr>
          <p:nvPr>
            <p:custDataLst>
              <p:tags r:id="rId1"/>
            </p:custDataLst>
            <p:extLst>
              <p:ext uri="{D42A27DB-BD31-4B8C-83A1-F6EECF244321}">
                <p14:modId xmlns:p14="http://schemas.microsoft.com/office/powerpoint/2010/main" val="2205825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6799CFF-1952-496F-E9C7-1D7B056654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5053394"/>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700740300"/>
      </p:ext>
    </p:extLst>
  </p:cSld>
  <p:clrMapOvr>
    <a:masterClrMapping/>
  </p:clrMapOvr>
  <p:hf hdr="0" dt="0"/>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3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967EC30-4B00-4F4F-97E5-10E350B3FF70}"/>
              </a:ext>
            </a:extLst>
          </p:cNvPr>
          <p:cNvGraphicFramePr>
            <a:graphicFrameLocks noChangeAspect="1"/>
          </p:cNvGraphicFramePr>
          <p:nvPr>
            <p:custDataLst>
              <p:tags r:id="rId1"/>
            </p:custDataLst>
            <p:extLst>
              <p:ext uri="{D42A27DB-BD31-4B8C-83A1-F6EECF244321}">
                <p14:modId xmlns:p14="http://schemas.microsoft.com/office/powerpoint/2010/main" val="2687640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967EC30-4B00-4F4F-97E5-10E350B3FF7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a:defRPr sz="1000"/>
            </a:lvl1pPr>
          </a:lstStyle>
          <a:p>
            <a:r>
              <a:rPr lang="en-US"/>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a:defRPr sz="1000"/>
            </a:lvl1pPr>
          </a:lstStyle>
          <a:p>
            <a:r>
              <a:rPr lang="en-US"/>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5570673"/>
      </p:ext>
    </p:extLst>
  </p:cSld>
  <p:clrMapOvr>
    <a:masterClrMapping/>
  </p:clrMapOvr>
  <p:hf hdr="0" dt="0"/>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3_1 Tab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58E82CE-2041-3C97-AAE3-BB8D869ABB51}"/>
              </a:ext>
            </a:extLst>
          </p:cNvPr>
          <p:cNvGraphicFramePr>
            <a:graphicFrameLocks noChangeAspect="1"/>
          </p:cNvGraphicFramePr>
          <p:nvPr>
            <p:custDataLst>
              <p:tags r:id="rId1"/>
            </p:custDataLst>
            <p:extLst>
              <p:ext uri="{D42A27DB-BD31-4B8C-83A1-F6EECF244321}">
                <p14:modId xmlns:p14="http://schemas.microsoft.com/office/powerpoint/2010/main" val="23931807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558E82CE-2041-3C97-AAE3-BB8D869ABB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3" y="1520825"/>
            <a:ext cx="11569700" cy="4276229"/>
          </a:xfrm>
        </p:spPr>
        <p:txBody>
          <a:bodyPr/>
          <a:lstStyle/>
          <a:p>
            <a:r>
              <a:rPr lang="en-US"/>
              <a:t>Click icon to add table</a:t>
            </a:r>
          </a:p>
        </p:txBody>
      </p:sp>
    </p:spTree>
    <p:extLst>
      <p:ext uri="{BB962C8B-B14F-4D97-AF65-F5344CB8AC3E}">
        <p14:creationId xmlns:p14="http://schemas.microsoft.com/office/powerpoint/2010/main" val="392650580"/>
      </p:ext>
    </p:extLst>
  </p:cSld>
  <p:clrMapOvr>
    <a:masterClrMapping/>
  </p:clrMapOvr>
  <p:hf hdr="0" dt="0"/>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2_Closing Slide Blu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09195A7-471C-D745-07B3-08CCF179A14E}"/>
              </a:ext>
            </a:extLst>
          </p:cNvPr>
          <p:cNvGraphicFramePr>
            <a:graphicFrameLocks noChangeAspect="1"/>
          </p:cNvGraphicFramePr>
          <p:nvPr>
            <p:custDataLst>
              <p:tags r:id="rId1"/>
            </p:custDataLst>
            <p:extLst>
              <p:ext uri="{D42A27DB-BD31-4B8C-83A1-F6EECF244321}">
                <p14:modId xmlns:p14="http://schemas.microsoft.com/office/powerpoint/2010/main" val="29431550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D09195A7-471C-D745-07B3-08CCF179A1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a:defRPr sz="145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937097593"/>
      </p:ext>
    </p:extLst>
  </p:cSld>
  <p:clrMapOvr>
    <a:masterClrMapping/>
  </p:clrMapOvr>
  <p:hf hdr="0" dt="0"/>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1_Closing Slide Red">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BEB3B0F-E6A4-23B2-1E5C-4D2632B44D0C}"/>
              </a:ext>
            </a:extLst>
          </p:cNvPr>
          <p:cNvGraphicFramePr>
            <a:graphicFrameLocks noChangeAspect="1"/>
          </p:cNvGraphicFramePr>
          <p:nvPr>
            <p:custDataLst>
              <p:tags r:id="rId1"/>
            </p:custDataLst>
            <p:extLst>
              <p:ext uri="{D42A27DB-BD31-4B8C-83A1-F6EECF244321}">
                <p14:modId xmlns:p14="http://schemas.microsoft.com/office/powerpoint/2010/main" val="40836126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DBEB3B0F-E6A4-23B2-1E5C-4D2632B44D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a:defRPr sz="145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543004073"/>
      </p:ext>
    </p:extLst>
  </p:cSld>
  <p:clrMapOvr>
    <a:masterClrMapping/>
  </p:clrMapOvr>
  <p:hf hdr="0" dt="0"/>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1_Closing Slid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4648238-AC01-C62C-C2A3-32FC04B68AD0}"/>
              </a:ext>
            </a:extLst>
          </p:cNvPr>
          <p:cNvGraphicFramePr>
            <a:graphicFrameLocks noChangeAspect="1"/>
          </p:cNvGraphicFramePr>
          <p:nvPr>
            <p:custDataLst>
              <p:tags r:id="rId1"/>
            </p:custDataLst>
            <p:extLst>
              <p:ext uri="{D42A27DB-BD31-4B8C-83A1-F6EECF244321}">
                <p14:modId xmlns:p14="http://schemas.microsoft.com/office/powerpoint/2010/main" val="36054262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24648238-AC01-C62C-C2A3-32FC04B68A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a:defRPr sz="1450">
                <a:solidFill>
                  <a:schemeClr val="tx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3" cy="1562613"/>
          </a:xfrm>
          <a:prstGeom prst="rect">
            <a:avLst/>
          </a:prstGeom>
        </p:spPr>
      </p:pic>
    </p:spTree>
    <p:extLst>
      <p:ext uri="{BB962C8B-B14F-4D97-AF65-F5344CB8AC3E}">
        <p14:creationId xmlns:p14="http://schemas.microsoft.com/office/powerpoint/2010/main" val="3016090275"/>
      </p:ext>
    </p:extLst>
  </p:cSld>
  <p:clrMapOvr>
    <a:masterClrMapping/>
  </p:clrMapOvr>
  <p:hf hdr="0" dt="0"/>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3_Title Slide Blue BG">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3" y="1564967"/>
            <a:ext cx="11603979" cy="751988"/>
          </a:xfrm>
        </p:spPr>
        <p:txBody>
          <a:bodyPr anchor="t" anchorCtr="0"/>
          <a:lstStyle>
            <a:lvl1pPr algn="l">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316955"/>
            <a:ext cx="6955012" cy="3257732"/>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1803959373"/>
      </p:ext>
    </p:extLst>
  </p:cSld>
  <p:clrMapOvr>
    <a:masterClrMapping/>
  </p:clrMapOvr>
  <p:hf hdr="0" dt="0"/>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3_Title Slide Image BG">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anchor="t" anchorCtr="0"/>
          <a:lstStyle>
            <a:lvl1pPr algn="l">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17653591"/>
      </p:ext>
    </p:extLst>
  </p:cSld>
  <p:clrMapOvr>
    <a:masterClrMapping/>
  </p:clrMapOvr>
  <p:hf hdr="0" dt="0"/>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3_Title Slide White BG">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anchor="t" anchorCtr="0"/>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tx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087521" y="4753521"/>
            <a:ext cx="2104479" cy="2104479"/>
          </a:xfrm>
          <a:prstGeom prst="rect">
            <a:avLst/>
          </a:prstGeom>
        </p:spPr>
      </p:pic>
    </p:spTree>
    <p:extLst>
      <p:ext uri="{BB962C8B-B14F-4D97-AF65-F5344CB8AC3E}">
        <p14:creationId xmlns:p14="http://schemas.microsoft.com/office/powerpoint/2010/main" val="3644217910"/>
      </p:ext>
    </p:extLst>
  </p:cSld>
  <p:clrMapOvr>
    <a:masterClrMapping/>
  </p:clrMapOvr>
  <p:hf hdr="0" dt="0"/>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5_Contents Blue BG">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168052704"/>
      </p:ext>
    </p:extLst>
  </p:cSld>
  <p:clrMapOvr>
    <a:masterClrMapping/>
  </p:clrMapOvr>
  <p:hf hdr="0" dt="0"/>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4_Contents Red B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2291060973"/>
      </p:ext>
    </p:extLst>
  </p:cSld>
  <p:clrMapOvr>
    <a:masterClrMapping/>
  </p:clrMapOvr>
  <p:hf hdr="0" dt="0"/>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6_Contents White BG">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a:lstStyle>
            <a:lvl1pPr>
              <a:defRPr sz="4000">
                <a:solidFill>
                  <a:schemeClr val="tx1"/>
                </a:solidFill>
              </a:defRPr>
            </a:lvl1pPr>
          </a:lstStyle>
          <a:p>
            <a:r>
              <a:rPr lang="en-US"/>
              <a:t>Click to edit Master title style</a:t>
            </a:r>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3488715296"/>
      </p:ext>
    </p:extLst>
  </p:cSld>
  <p:clrMapOvr>
    <a:masterClrMapping/>
  </p:clrMapOvr>
  <p:hf hdr="0" dt="0"/>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4_Contents Blue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5330561" cy="1081397"/>
          </a:xfrm>
        </p:spPr>
        <p:txBody>
          <a:bodyPr/>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1196952040"/>
      </p:ext>
    </p:extLst>
  </p:cSld>
  <p:clrMapOvr>
    <a:masterClrMapping/>
  </p:clrMapOvr>
  <p:hf hdr="0" dt="0"/>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4_Contents Red Imag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210102394"/>
      </p:ext>
    </p:extLst>
  </p:cSld>
  <p:clrMapOvr>
    <a:masterClrMapping/>
  </p:clrMapOvr>
  <p:hf hdr="0" dt="0"/>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4_Contents White Image">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a:lstStyle>
            <a:lvl1pPr>
              <a:defRPr sz="400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3582351683"/>
      </p:ext>
    </p:extLst>
  </p:cSld>
  <p:clrMapOvr>
    <a:masterClrMapping/>
  </p:clrMapOvr>
  <p:hf hdr="0" dt="0"/>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5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2899937862"/>
      </p:ext>
    </p:extLst>
  </p:cSld>
  <p:clrMapOvr>
    <a:masterClrMapping/>
  </p:clrMapOvr>
  <p:hf hdr="0" dt="0"/>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4_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67309475"/>
      </p:ext>
    </p:extLst>
  </p:cSld>
  <p:clrMapOvr>
    <a:masterClrMapping/>
  </p:clrMapOvr>
  <p:hf hdr="0" dt="0"/>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4_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39"/>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34963" y="3322702"/>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3744790322"/>
      </p:ext>
    </p:extLst>
  </p:cSld>
  <p:clrMapOvr>
    <a:masterClrMapping/>
  </p:clrMapOvr>
  <p:hf hdr="0" dt="0"/>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4_Section Title + Image">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5330561" cy="1081397"/>
          </a:xfrm>
        </p:spPr>
        <p:txBody>
          <a:bodyPr/>
          <a:lstStyle>
            <a:lvl1pPr>
              <a:defRPr sz="4000">
                <a:solidFill>
                  <a:schemeClr val="bg1"/>
                </a:solidFill>
              </a:defRPr>
            </a:lvl1pPr>
          </a:lstStyle>
          <a:p>
            <a:r>
              <a:rPr lang="en-US"/>
              <a:t>Click to edit Master title style</a:t>
            </a:r>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5881"/>
            <a:ext cx="5292725" cy="4440238"/>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307586"/>
      </p:ext>
    </p:extLst>
  </p:cSld>
  <p:clrMapOvr>
    <a:masterClrMapping/>
  </p:clrMapOvr>
  <p:hf hdr="0" dt="0"/>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5_Section Title White BG">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a:lstStyle>
            <a:lvl1pPr>
              <a:defRPr sz="40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542559322"/>
      </p:ext>
    </p:extLst>
  </p:cSld>
  <p:clrMapOvr>
    <a:masterClrMapping/>
  </p:clrMapOvr>
  <p:hf hdr="0" dt="0"/>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4_Text + 1 Image Righ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a:spcAft>
                <a:spcPts val="900"/>
              </a:spcAft>
              <a:defRPr sz="1400">
                <a:solidFill>
                  <a:schemeClr val="tx1"/>
                </a:solidFill>
              </a:defRPr>
            </a:lvl1pPr>
            <a:lvl2pPr marL="179388" indent="-179388">
              <a:spcAft>
                <a:spcPts val="900"/>
              </a:spcAft>
              <a:tabLst/>
              <a:defRPr sz="1400">
                <a:solidFill>
                  <a:schemeClr val="tx1"/>
                </a:solidFill>
              </a:defRPr>
            </a:lvl2pPr>
            <a:lvl3pPr marL="358775" indent="-179388">
              <a:spcAft>
                <a:spcPts val="900"/>
              </a:spcAft>
              <a:tabLst/>
              <a:defRPr sz="1400">
                <a:solidFill>
                  <a:schemeClr val="tx1"/>
                </a:solidFill>
              </a:defRPr>
            </a:lvl3pPr>
            <a:lvl4pPr marL="533400" indent="-174625">
              <a:spcAft>
                <a:spcPts val="900"/>
              </a:spcAft>
              <a:tabLst/>
              <a:defRPr sz="1400">
                <a:solidFill>
                  <a:schemeClr val="tx1"/>
                </a:solidFill>
              </a:defRPr>
            </a:lvl4pPr>
            <a:lvl5pPr marL="712788" indent="-1793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618393"/>
      </p:ext>
    </p:extLst>
  </p:cSld>
  <p:clrMapOvr>
    <a:masterClrMapping/>
  </p:clrMapOvr>
  <p:hf hdr="0" dt="0"/>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4_Text + 2 Image Righ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a:spcAft>
                <a:spcPts val="900"/>
              </a:spcAft>
              <a:defRPr sz="1400">
                <a:solidFill>
                  <a:schemeClr val="tx1"/>
                </a:solidFill>
              </a:defRPr>
            </a:lvl1pPr>
            <a:lvl2pPr marL="179388" indent="-179388">
              <a:spcAft>
                <a:spcPts val="900"/>
              </a:spcAft>
              <a:tabLst/>
              <a:defRPr sz="1400">
                <a:solidFill>
                  <a:schemeClr val="tx1"/>
                </a:solidFill>
              </a:defRPr>
            </a:lvl2pPr>
            <a:lvl3pPr marL="358775" indent="-179388">
              <a:spcAft>
                <a:spcPts val="900"/>
              </a:spcAft>
              <a:tabLst/>
              <a:defRPr sz="1400">
                <a:solidFill>
                  <a:schemeClr val="tx1"/>
                </a:solidFill>
              </a:defRPr>
            </a:lvl3pPr>
            <a:lvl4pPr marL="533400" indent="-174625">
              <a:spcAft>
                <a:spcPts val="900"/>
              </a:spcAft>
              <a:tabLst/>
              <a:defRPr sz="1400">
                <a:solidFill>
                  <a:schemeClr val="tx1"/>
                </a:solidFill>
              </a:defRPr>
            </a:lvl4pPr>
            <a:lvl5pPr marL="712788" indent="-1793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3434822"/>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0" cy="3427544"/>
          </a:xfrm>
          <a:solidFill>
            <a:schemeClr val="bg1">
              <a:lumMod val="85000"/>
            </a:schemeClr>
          </a:solidFill>
        </p:spPr>
        <p:txBody>
          <a:bodyPr anchor="ctr" anchorCtr="0"/>
          <a:lstStyle>
            <a:lvl1pPr algn="ctr">
              <a:defRPr sz="900"/>
            </a:lvl1pPr>
          </a:lstStyle>
          <a:p>
            <a:r>
              <a:rPr lang="en-US"/>
              <a:t>Click icon to add picture</a:t>
            </a:r>
          </a:p>
        </p:txBody>
      </p:sp>
    </p:spTree>
    <p:extLst>
      <p:ext uri="{BB962C8B-B14F-4D97-AF65-F5344CB8AC3E}">
        <p14:creationId xmlns:p14="http://schemas.microsoft.com/office/powerpoint/2010/main" val="1324167787"/>
      </p:ext>
    </p:extLst>
  </p:cSld>
  <p:clrMapOvr>
    <a:masterClrMapping/>
  </p:clrMapOvr>
  <p:hf hdr="0" dt="0"/>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4_Quote Red B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9836988" cy="5193285"/>
          </a:xfrm>
        </p:spPr>
        <p:txBody>
          <a:bodyPr/>
          <a:lstStyle>
            <a:lvl1pPr>
              <a:defRPr sz="36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1934956081"/>
      </p:ext>
    </p:extLst>
  </p:cSld>
  <p:clrMapOvr>
    <a:masterClrMapping/>
  </p:clrMapOvr>
  <p:hf hdr="0" dt="0"/>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4_Heading and Large text siz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a:spcAft>
                <a:spcPts val="900"/>
              </a:spcAft>
              <a:defRPr sz="2400">
                <a:solidFill>
                  <a:schemeClr val="tx1"/>
                </a:solidFill>
              </a:defRPr>
            </a:lvl1pPr>
            <a:lvl2pPr marL="446088" indent="-446088">
              <a:spcAft>
                <a:spcPts val="900"/>
              </a:spcAft>
              <a:tabLst/>
              <a:defRPr sz="2400">
                <a:solidFill>
                  <a:schemeClr val="tx1"/>
                </a:solidFill>
              </a:defRPr>
            </a:lvl2pPr>
            <a:lvl3pPr marL="892175" indent="-446088">
              <a:spcAft>
                <a:spcPts val="900"/>
              </a:spcAft>
              <a:tabLst/>
              <a:defRPr sz="2400">
                <a:solidFill>
                  <a:schemeClr val="tx1"/>
                </a:solidFill>
              </a:defRPr>
            </a:lvl3pPr>
            <a:lvl4pPr marL="1333500" indent="-441325">
              <a:spcAft>
                <a:spcPts val="900"/>
              </a:spcAft>
              <a:tabLst/>
              <a:defRPr sz="2400">
                <a:solidFill>
                  <a:schemeClr val="tx1"/>
                </a:solidFill>
              </a:defRPr>
            </a:lvl4pPr>
            <a:lvl5pPr marL="1779588" indent="-446088">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3568446126"/>
      </p:ext>
    </p:extLst>
  </p:cSld>
  <p:clrMapOvr>
    <a:masterClrMapping/>
  </p:clrMapOvr>
  <p:hf hdr="0" dt="0"/>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7_Heading and Medium text siz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a:spcAft>
                <a:spcPts val="600"/>
              </a:spcAft>
              <a:defRPr sz="2200">
                <a:solidFill>
                  <a:schemeClr val="tx1"/>
                </a:solidFill>
              </a:defRPr>
            </a:lvl1pPr>
            <a:lvl2pPr marL="446088" indent="-446088">
              <a:spcAft>
                <a:spcPts val="600"/>
              </a:spcAft>
              <a:tabLst/>
              <a:defRPr sz="2200">
                <a:solidFill>
                  <a:schemeClr val="tx1"/>
                </a:solidFill>
              </a:defRPr>
            </a:lvl2pPr>
            <a:lvl3pPr marL="892175" indent="-446088">
              <a:spcAft>
                <a:spcPts val="600"/>
              </a:spcAft>
              <a:tabLst/>
              <a:defRPr sz="2200">
                <a:solidFill>
                  <a:schemeClr val="tx1"/>
                </a:solidFill>
              </a:defRPr>
            </a:lvl3pPr>
            <a:lvl4pPr marL="1333500" indent="-441325">
              <a:spcAft>
                <a:spcPts val="600"/>
              </a:spcAft>
              <a:tabLst/>
              <a:defRPr sz="2200">
                <a:solidFill>
                  <a:schemeClr val="tx1"/>
                </a:solidFill>
              </a:defRPr>
            </a:lvl4pPr>
            <a:lvl5pPr marL="1779588" indent="-446088">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395707791"/>
      </p:ext>
    </p:extLst>
  </p:cSld>
  <p:clrMapOvr>
    <a:masterClrMapping/>
  </p:clrMapOvr>
  <p:hf hdr="0" dt="0"/>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4_Heading + Pullout + Tex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a:spcAft>
                <a:spcPts val="900"/>
              </a:spcAft>
              <a:defRPr sz="3000">
                <a:solidFill>
                  <a:schemeClr val="tx1"/>
                </a:solidFill>
              </a:defRPr>
            </a:lvl1pPr>
            <a:lvl2pPr marL="446088" indent="-446088">
              <a:spcAft>
                <a:spcPts val="900"/>
              </a:spcAft>
              <a:tabLst/>
              <a:defRPr sz="3000">
                <a:solidFill>
                  <a:schemeClr val="tx1"/>
                </a:solidFill>
              </a:defRPr>
            </a:lvl2pPr>
            <a:lvl3pPr marL="892175" indent="-446088">
              <a:spcAft>
                <a:spcPts val="900"/>
              </a:spcAft>
              <a:tabLst/>
              <a:defRPr sz="3000">
                <a:solidFill>
                  <a:schemeClr val="tx1"/>
                </a:solidFill>
              </a:defRPr>
            </a:lvl3pPr>
            <a:lvl4pPr marL="1333500" indent="-441325">
              <a:spcAft>
                <a:spcPts val="900"/>
              </a:spcAft>
              <a:tabLst/>
              <a:defRPr sz="3000">
                <a:solidFill>
                  <a:schemeClr val="tx1"/>
                </a:solidFill>
              </a:defRPr>
            </a:lvl4pPr>
            <a:lvl5pPr marL="1779588" indent="-446088">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041196"/>
      </p:ext>
    </p:extLst>
  </p:cSld>
  <p:clrMapOvr>
    <a:masterClrMapping/>
  </p:clrMapOvr>
  <p:hf hdr="0" dt="0"/>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7_Heading + 2 column Text">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0385764"/>
      </p:ext>
    </p:extLst>
  </p:cSld>
  <p:clrMapOvr>
    <a:masterClrMapping/>
  </p:clrMapOvr>
  <p:hf hdr="0" dt="0"/>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4_Heading + 3 column Text">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4267144"/>
      </p:ext>
    </p:extLst>
  </p:cSld>
  <p:clrMapOvr>
    <a:masterClrMapping/>
  </p:clrMapOvr>
  <p:hf hdr="0" dt="0"/>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4_Heading + Pullout + 2 column Text">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a:spcAft>
                <a:spcPts val="900"/>
              </a:spcAft>
              <a:defRPr sz="2400" b="1" i="0">
                <a:solidFill>
                  <a:schemeClr val="tx1"/>
                </a:solidFill>
                <a:latin typeface="Mark OT" panose="020B0604020201010104" pitchFamily="34" charset="77"/>
              </a:defRPr>
            </a:lvl1pPr>
            <a:lvl2pPr marL="0" indent="0">
              <a:spcAft>
                <a:spcPts val="900"/>
              </a:spcAft>
              <a:buNone/>
              <a:tabLst/>
              <a:defRPr sz="2400">
                <a:solidFill>
                  <a:schemeClr val="tx1"/>
                </a:solidFill>
              </a:defRPr>
            </a:lvl2pPr>
            <a:lvl3pPr marL="180975" indent="-180975">
              <a:spcAft>
                <a:spcPts val="900"/>
              </a:spcAft>
              <a:tabLst/>
              <a:defRPr sz="2400">
                <a:solidFill>
                  <a:schemeClr val="tx1"/>
                </a:solidFill>
              </a:defRPr>
            </a:lvl3pPr>
            <a:lvl4pPr marL="355600" indent="-180975">
              <a:spcAft>
                <a:spcPts val="900"/>
              </a:spcAft>
              <a:tabLst/>
              <a:defRPr sz="2400">
                <a:solidFill>
                  <a:schemeClr val="tx1"/>
                </a:solidFill>
              </a:defRPr>
            </a:lvl4pPr>
            <a:lvl5pPr marL="579438" indent="-217488">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8065127"/>
      </p:ext>
    </p:extLst>
  </p:cSld>
  <p:clrMapOvr>
    <a:masterClrMapping/>
  </p:clrMapOvr>
  <p:hf hdr="0" dt="0"/>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4_Heading + 3 column Blue Split Tex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9465744"/>
      </p:ext>
    </p:extLst>
  </p:cSld>
  <p:clrMapOvr>
    <a:masterClrMapping/>
  </p:clrMapOvr>
  <p:hf hdr="0" dt="0"/>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4_Heading + 3 column Red Split Tex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0025998"/>
      </p:ext>
    </p:extLst>
  </p:cSld>
  <p:clrMapOvr>
    <a:masterClrMapping/>
  </p:clrMapOvr>
  <p:hf hdr="0" dt="0"/>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4_Heading + 2 column Blue Split Tex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0844806"/>
      </p:ext>
    </p:extLst>
  </p:cSld>
  <p:clrMapOvr>
    <a:masterClrMapping/>
  </p:clrMapOvr>
  <p:hf hdr="0" dt="0"/>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5_Heading + 2 column White Split Tex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FC62012A-DDC0-4642-8314-C0470B70EEB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3811780463"/>
      </p:ext>
    </p:extLst>
  </p:cSld>
  <p:clrMapOvr>
    <a:masterClrMapping/>
  </p:clrMapOvr>
  <p:hf hdr="0" dt="0"/>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4_Heading + 2 column Blue Pullou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a:spcAft>
                <a:spcPts val="900"/>
              </a:spcAft>
              <a:defRPr sz="3000" b="1" i="0">
                <a:solidFill>
                  <a:schemeClr val="bg1"/>
                </a:solidFill>
                <a:latin typeface="Mark OT" panose="020B0604020201010104" pitchFamily="34" charset="77"/>
              </a:defRPr>
            </a:lvl1pPr>
            <a:lvl2pPr marL="0" indent="0">
              <a:spcAft>
                <a:spcPts val="900"/>
              </a:spcAft>
              <a:buNone/>
              <a:tabLst/>
              <a:defRPr sz="3000">
                <a:solidFill>
                  <a:schemeClr val="bg1"/>
                </a:solidFill>
              </a:defRPr>
            </a:lvl2pPr>
            <a:lvl3pPr marL="180975" indent="-180975">
              <a:spcAft>
                <a:spcPts val="900"/>
              </a:spcAft>
              <a:tabLst/>
              <a:defRPr sz="3000">
                <a:solidFill>
                  <a:schemeClr val="bg1"/>
                </a:solidFill>
              </a:defRPr>
            </a:lvl3pPr>
            <a:lvl4pPr marL="355600" indent="-180975">
              <a:spcAft>
                <a:spcPts val="900"/>
              </a:spcAft>
              <a:tabLst/>
              <a:defRPr sz="3000">
                <a:solidFill>
                  <a:schemeClr val="bg1"/>
                </a:solidFill>
              </a:defRPr>
            </a:lvl4pPr>
            <a:lvl5pPr marL="579438" indent="-217488">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9155140"/>
      </p:ext>
    </p:extLst>
  </p:cSld>
  <p:clrMapOvr>
    <a:masterClrMapping/>
  </p:clrMapOvr>
  <p:hf hdr="0" dt="0"/>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5_Heading + 2 column Blu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94806"/>
      </p:ext>
    </p:extLst>
  </p:cSld>
  <p:clrMapOvr>
    <a:masterClrMapping/>
  </p:clrMapOvr>
  <p:hf hdr="0" dt="0"/>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4_Heading + 2 column Re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7778530"/>
      </p:ext>
    </p:extLst>
  </p:cSld>
  <p:clrMapOvr>
    <a:masterClrMapping/>
  </p:clrMapOvr>
  <p:hf hdr="0" dt="0"/>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3_Long Heading and Image">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1708150"/>
            <a:ext cx="12192000" cy="5149850"/>
          </a:xfrm>
          <a:solidFill>
            <a:schemeClr val="bg1">
              <a:lumMod val="85000"/>
            </a:schemeClr>
          </a:solidFill>
        </p:spPr>
        <p:txBody>
          <a:bodyPr anchor="ctr" anchorCtr="0"/>
          <a:lstStyle>
            <a:lvl1pPr algn="ctr">
              <a:defRPr sz="1000"/>
            </a:lvl1pPr>
          </a:lstStyle>
          <a:p>
            <a:r>
              <a:rPr lang="en-US"/>
              <a:t>Click icon to add picture</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296863"/>
            <a:ext cx="6043117" cy="1223962"/>
          </a:xfrm>
        </p:spPr>
        <p:txBody>
          <a:bodyPr/>
          <a:lstStyle>
            <a:lvl1pPr>
              <a:defRPr sz="1400">
                <a:solidFill>
                  <a:schemeClr val="tx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2"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Tree>
    <p:extLst>
      <p:ext uri="{BB962C8B-B14F-4D97-AF65-F5344CB8AC3E}">
        <p14:creationId xmlns:p14="http://schemas.microsoft.com/office/powerpoint/2010/main" val="1805961507"/>
      </p:ext>
    </p:extLst>
  </p:cSld>
  <p:clrMapOvr>
    <a:masterClrMapping/>
  </p:clrMapOvr>
  <p:hf hdr="0" dt="0"/>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p:cSld name="4_2 Images + Text">
    <p:bg>
      <p:bgPr>
        <a:solidFill>
          <a:schemeClr val="bg1"/>
        </a:solidFill>
        <a:effectLst/>
      </p:bgPr>
    </p:bg>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2"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a:spcAft>
                <a:spcPts val="600"/>
              </a:spcAft>
              <a:defRPr sz="1200" b="1" i="0">
                <a:solidFill>
                  <a:schemeClr val="tx1"/>
                </a:solidFill>
                <a:latin typeface="Mark OT" panose="020B0604020201010104" pitchFamily="34" charset="77"/>
              </a:defRPr>
            </a:lvl1pPr>
            <a:lvl2pPr marL="0" indent="0">
              <a:spcAft>
                <a:spcPts val="600"/>
              </a:spcAft>
              <a:buNone/>
              <a:tabLst/>
              <a:defRPr sz="1200">
                <a:solidFill>
                  <a:schemeClr val="tx1"/>
                </a:solidFill>
              </a:defRPr>
            </a:lvl2pPr>
            <a:lvl3pPr marL="180975" indent="-180975">
              <a:spcAft>
                <a:spcPts val="600"/>
              </a:spcAft>
              <a:tabLst/>
              <a:defRPr sz="1200">
                <a:solidFill>
                  <a:schemeClr val="tx1"/>
                </a:solidFill>
              </a:defRPr>
            </a:lvl3pPr>
            <a:lvl4pPr marL="355600" indent="-180975">
              <a:spcAft>
                <a:spcPts val="600"/>
              </a:spcAft>
              <a:tabLst/>
              <a:defRPr sz="1200">
                <a:solidFill>
                  <a:schemeClr val="tx1"/>
                </a:solidFill>
              </a:defRPr>
            </a:lvl4pPr>
            <a:lvl5pPr marL="579438" indent="-217488">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609752"/>
      </p:ext>
    </p:extLst>
  </p:cSld>
  <p:clrMapOvr>
    <a:masterClrMapping/>
  </p:clrMapOvr>
  <p:hf hdr="0" dt="0"/>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p:cSld name="4_1 Image + Pullout Blu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2"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anchor="ctr" anchorCtr="0"/>
          <a:lstStyle>
            <a:lvl1pPr algn="ctr">
              <a:defRPr sz="2400">
                <a:solidFill>
                  <a:schemeClr val="bg1"/>
                </a:solidFill>
              </a:defRPr>
            </a:lvl1pPr>
          </a:lstStyle>
          <a:p>
            <a:r>
              <a:rPr lang="en-US"/>
              <a:t>Click to edit Master title style</a:t>
            </a:r>
          </a:p>
        </p:txBody>
      </p:sp>
    </p:spTree>
    <p:extLst>
      <p:ext uri="{BB962C8B-B14F-4D97-AF65-F5344CB8AC3E}">
        <p14:creationId xmlns:p14="http://schemas.microsoft.com/office/powerpoint/2010/main" val="3506648702"/>
      </p:ext>
    </p:extLst>
  </p:cSld>
  <p:clrMapOvr>
    <a:masterClrMapping/>
  </p:clrMapOvr>
  <p:hf hdr="0" dt="0"/>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5_Heading + Conten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2443170710"/>
      </p:ext>
    </p:extLst>
  </p:cSld>
  <p:clrMapOvr>
    <a:masterClrMapping/>
  </p:clrMapOvr>
  <p:hf hdr="0" dt="0"/>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p:cSld name="4_1Heading + Text + Graphics">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256071417"/>
      </p:ext>
    </p:extLst>
  </p:cSld>
  <p:clrMapOvr>
    <a:masterClrMapping/>
  </p:clrMapOvr>
  <p:hf hdr="0" dt="0"/>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4_Heading + Text + Graphics Blu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a:lstStyle>
            <a:lvl1pPr>
              <a:defRPr sz="3400">
                <a:solidFill>
                  <a:schemeClr val="bg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2836007197"/>
      </p:ext>
    </p:extLst>
  </p:cSld>
  <p:clrMapOvr>
    <a:masterClrMapping/>
  </p:clrMapOvr>
  <p:hf hdr="0" dt="0"/>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4_2 Panel Text + Chart Blu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a:spcAft>
                <a:spcPts val="600"/>
              </a:spcAft>
              <a:defRPr sz="1200" b="1" i="0">
                <a:solidFill>
                  <a:schemeClr val="bg1"/>
                </a:solidFill>
                <a:latin typeface="Mark OT" panose="020B0604020201010104" pitchFamily="34" charset="77"/>
              </a:defRPr>
            </a:lvl1pPr>
            <a:lvl2pPr marL="0" indent="0">
              <a:spcAft>
                <a:spcPts val="600"/>
              </a:spcAft>
              <a:buNone/>
              <a:tabLst/>
              <a:defRPr sz="1200">
                <a:solidFill>
                  <a:schemeClr val="bg1"/>
                </a:solidFill>
              </a:defRPr>
            </a:lvl2pPr>
            <a:lvl3pPr marL="180975" indent="-180975">
              <a:spcAft>
                <a:spcPts val="600"/>
              </a:spcAft>
              <a:tabLst/>
              <a:defRPr sz="1200">
                <a:solidFill>
                  <a:schemeClr val="bg1"/>
                </a:solidFill>
              </a:defRPr>
            </a:lvl3pPr>
            <a:lvl4pPr marL="355600" indent="-180975">
              <a:spcAft>
                <a:spcPts val="600"/>
              </a:spcAft>
              <a:tabLst/>
              <a:defRPr sz="1200">
                <a:solidFill>
                  <a:schemeClr val="bg1"/>
                </a:solidFill>
              </a:defRPr>
            </a:lvl4pPr>
            <a:lvl5pPr marL="579438" indent="-217488">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3220634806"/>
      </p:ext>
    </p:extLst>
  </p:cSld>
  <p:clrMapOvr>
    <a:masterClrMapping/>
  </p:clrMapOvr>
  <p:hf hdr="0" dt="0"/>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4_1 Panel Text + Chart Left">
    <p:bg>
      <p:bgPr>
        <a:solidFill>
          <a:schemeClr val="bg1"/>
        </a:solidFill>
        <a:effectLst/>
      </p:bgPr>
    </p:bg>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3253084226"/>
      </p:ext>
    </p:extLst>
  </p:cSld>
  <p:clrMapOvr>
    <a:masterClrMapping/>
  </p:clrMapOvr>
  <p:hf hdr="0" dt="0"/>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4_1 Panel Text + Chart Right">
    <p:bg>
      <p:bgPr>
        <a:solidFill>
          <a:schemeClr val="bg1"/>
        </a:solidFill>
        <a:effectLst/>
      </p:bgPr>
    </p:bg>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5040301"/>
          </a:xfrm>
        </p:spPr>
        <p:txBody>
          <a:bodyPr/>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3666216557"/>
      </p:ext>
    </p:extLst>
  </p:cSld>
  <p:clrMapOvr>
    <a:masterClrMapping/>
  </p:clrMapOvr>
  <p:hf hdr="0" dt="0"/>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p:cSld name="4_1 Chart">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5053394"/>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783815447"/>
      </p:ext>
    </p:extLst>
  </p:cSld>
  <p:clrMapOvr>
    <a:masterClrMapping/>
  </p:clrMapOvr>
  <p:hf hdr="0" dt="0"/>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p:cSld name="4_3 Charts">
    <p:bg>
      <p:bgPr>
        <a:solidFill>
          <a:schemeClr val="bg1"/>
        </a:solidFill>
        <a:effectLst/>
      </p:bgPr>
    </p:bg>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a:defRPr sz="1000"/>
            </a:lvl1pPr>
          </a:lstStyle>
          <a:p>
            <a:r>
              <a:rPr lang="en-US"/>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a:defRPr sz="1000"/>
            </a:lvl1pPr>
          </a:lstStyle>
          <a:p>
            <a:r>
              <a:rPr lang="en-US"/>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1698636680"/>
      </p:ext>
    </p:extLst>
  </p:cSld>
  <p:clrMapOvr>
    <a:masterClrMapping/>
  </p:clrMapOvr>
  <p:hf hdr="0" dt="0"/>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4_1 Table">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3" y="1520825"/>
            <a:ext cx="11569700" cy="4276229"/>
          </a:xfrm>
        </p:spPr>
        <p:txBody>
          <a:bodyPr/>
          <a:lstStyle/>
          <a:p>
            <a:r>
              <a:rPr lang="en-US"/>
              <a:t>Click icon to add table</a:t>
            </a:r>
          </a:p>
        </p:txBody>
      </p:sp>
    </p:spTree>
    <p:extLst>
      <p:ext uri="{BB962C8B-B14F-4D97-AF65-F5344CB8AC3E}">
        <p14:creationId xmlns:p14="http://schemas.microsoft.com/office/powerpoint/2010/main" val="3721808907"/>
      </p:ext>
    </p:extLst>
  </p:cSld>
  <p:clrMapOvr>
    <a:masterClrMapping/>
  </p:clrMapOvr>
  <p:hf hdr="0" dt="0"/>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3_Closing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anchor="b" anchorCtr="0"/>
          <a:lstStyle>
            <a:lvl1pPr algn="ctr">
              <a:defRPr sz="145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3025580699"/>
      </p:ext>
    </p:extLst>
  </p:cSld>
  <p:clrMapOvr>
    <a:masterClrMapping/>
  </p:clrMapOvr>
  <p:hf hdr="0" dt="0"/>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2_Closing Slide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anchor="b" anchorCtr="0"/>
          <a:lstStyle>
            <a:lvl1pPr algn="ctr">
              <a:defRPr sz="145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930380240"/>
      </p:ext>
    </p:extLst>
  </p:cSld>
  <p:clrMapOvr>
    <a:masterClrMapping/>
  </p:clrMapOvr>
  <p:hf hdr="0" dt="0"/>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2_Closing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anchor="b" anchorCtr="0"/>
          <a:lstStyle>
            <a:lvl1pPr algn="ctr">
              <a:defRPr sz="1450">
                <a:solidFill>
                  <a:schemeClr val="tx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314055" y="2650331"/>
            <a:ext cx="1558143" cy="1562613"/>
          </a:xfrm>
          <a:prstGeom prst="rect">
            <a:avLst/>
          </a:prstGeom>
        </p:spPr>
      </p:pic>
    </p:spTree>
    <p:extLst>
      <p:ext uri="{BB962C8B-B14F-4D97-AF65-F5344CB8AC3E}">
        <p14:creationId xmlns:p14="http://schemas.microsoft.com/office/powerpoint/2010/main" val="849170072"/>
      </p:ext>
    </p:extLst>
  </p:cSld>
  <p:clrMapOvr>
    <a:masterClrMapping/>
  </p:clrMapOvr>
  <p:hf hdr="0" dt="0"/>
</p:sldLayout>
</file>

<file path=ppt/slideLayouts/slideLayout291.xml><?xml version="1.0" encoding="utf-8"?>
<p:sldLayout xmlns:a="http://schemas.openxmlformats.org/drawingml/2006/main" xmlns:r="http://schemas.openxmlformats.org/officeDocument/2006/relationships" xmlns:p="http://schemas.openxmlformats.org/presentationml/2006/main" matchingName="1_Title only with graphic">
  <p:cSld name="1_Title only with graphic">
    <p:spTree>
      <p:nvGrpSpPr>
        <p:cNvPr id="1" name="Shape 15"/>
        <p:cNvGrpSpPr/>
        <p:nvPr/>
      </p:nvGrpSpPr>
      <p:grpSpPr>
        <a:xfrm>
          <a:off x="0" y="0"/>
          <a:ext cx="0" cy="0"/>
          <a:chOff x="0" y="0"/>
          <a:chExt cx="0" cy="0"/>
        </a:xfrm>
      </p:grpSpPr>
      <p:sp>
        <p:nvSpPr>
          <p:cNvPr id="16" name="Google Shape;16;p2"/>
          <p:cNvSpPr/>
          <p:nvPr/>
        </p:nvSpPr>
        <p:spPr>
          <a:xfrm>
            <a:off x="0" y="0"/>
            <a:ext cx="12192000" cy="1056800"/>
          </a:xfrm>
          <a:prstGeom prst="rect">
            <a:avLst/>
          </a:prstGeom>
          <a:solidFill>
            <a:schemeClr val="lt2"/>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17" name="Google Shape;17;p2"/>
          <p:cNvPicPr preferRelativeResize="0"/>
          <p:nvPr/>
        </p:nvPicPr>
        <p:blipFill rotWithShape="1">
          <a:blip r:embed="rId2">
            <a:alphaModFix/>
          </a:blip>
          <a:srcRect l="88710" t="-1" b="71980"/>
          <a:stretch/>
        </p:blipFill>
        <p:spPr>
          <a:xfrm>
            <a:off x="11446231" y="800"/>
            <a:ext cx="745767" cy="1041035"/>
          </a:xfrm>
          <a:prstGeom prst="rect">
            <a:avLst/>
          </a:prstGeom>
          <a:noFill/>
          <a:ln>
            <a:noFill/>
          </a:ln>
        </p:spPr>
      </p:pic>
      <p:sp>
        <p:nvSpPr>
          <p:cNvPr id="18" name="Google Shape;18;p2"/>
          <p:cNvSpPr txBox="1">
            <a:spLocks noGrp="1"/>
          </p:cNvSpPr>
          <p:nvPr>
            <p:ph type="sldNum" idx="12"/>
          </p:nvPr>
        </p:nvSpPr>
        <p:spPr>
          <a:xfrm>
            <a:off x="10042100" y="6382632"/>
            <a:ext cx="1706800" cy="1372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9pPr>
          </a:lstStyle>
          <a:p>
            <a:fld id="{3E6AC032-1535-134B-A583-D5E1DDD0D167}" type="slidenum">
              <a:rPr lang="en-US" smtClean="0"/>
              <a:pPr/>
              <a:t>‹#›</a:t>
            </a:fld>
            <a:endParaRPr lang="en-US"/>
          </a:p>
        </p:txBody>
      </p:sp>
      <p:sp>
        <p:nvSpPr>
          <p:cNvPr id="19" name="Google Shape;19;p2"/>
          <p:cNvSpPr txBox="1">
            <a:spLocks noGrp="1"/>
          </p:cNvSpPr>
          <p:nvPr>
            <p:ph type="title"/>
          </p:nvPr>
        </p:nvSpPr>
        <p:spPr>
          <a:xfrm>
            <a:off x="1319833" y="240800"/>
            <a:ext cx="6541600" cy="5752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2200"/>
              <a:buFont typeface="Georgia"/>
              <a:buNone/>
              <a:defRPr sz="2933"/>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127972510"/>
      </p:ext>
    </p:extLst>
  </p:cSld>
  <p:clrMapOvr>
    <a:masterClrMapping/>
  </p:clrMapOvr>
  <p:hf hdr="0" dt="0"/>
</p:sldLayout>
</file>

<file path=ppt/slideLayouts/slideLayout29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01"/>
        <p:cNvGrpSpPr/>
        <p:nvPr/>
      </p:nvGrpSpPr>
      <p:grpSpPr>
        <a:xfrm>
          <a:off x="0" y="0"/>
          <a:ext cx="0" cy="0"/>
          <a:chOff x="0" y="0"/>
          <a:chExt cx="0" cy="0"/>
        </a:xfrm>
      </p:grpSpPr>
      <p:sp>
        <p:nvSpPr>
          <p:cNvPr id="702" name="Google Shape;702;p96"/>
          <p:cNvSpPr txBox="1">
            <a:spLocks noGrp="1"/>
          </p:cNvSpPr>
          <p:nvPr>
            <p:ph type="body" idx="1"/>
          </p:nvPr>
        </p:nvSpPr>
        <p:spPr>
          <a:xfrm>
            <a:off x="442913" y="2103439"/>
            <a:ext cx="54736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703" name="Google Shape;703;p96"/>
          <p:cNvSpPr txBox="1">
            <a:spLocks noGrp="1"/>
          </p:cNvSpPr>
          <p:nvPr>
            <p:ph type="body" idx="2"/>
          </p:nvPr>
        </p:nvSpPr>
        <p:spPr>
          <a:xfrm>
            <a:off x="6275388" y="2103439"/>
            <a:ext cx="54736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704" name="Google Shape;704;p96"/>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spcBef>
                <a:spcPts val="0"/>
              </a:spcBef>
              <a:spcAft>
                <a:spcPts val="0"/>
              </a:spcAft>
              <a:buSzPts val="1100"/>
              <a:buNone/>
              <a:defRPr sz="1867"/>
            </a:lvl2pPr>
            <a:lvl3pPr lvl="2">
              <a:spcBef>
                <a:spcPts val="0"/>
              </a:spcBef>
              <a:spcAft>
                <a:spcPts val="0"/>
              </a:spcAft>
              <a:buSzPts val="1100"/>
              <a:buNone/>
              <a:defRPr sz="1867"/>
            </a:lvl3pPr>
            <a:lvl4pPr lvl="3">
              <a:spcBef>
                <a:spcPts val="0"/>
              </a:spcBef>
              <a:spcAft>
                <a:spcPts val="0"/>
              </a:spcAft>
              <a:buSzPts val="1100"/>
              <a:buNone/>
              <a:defRPr sz="1867"/>
            </a:lvl4pPr>
            <a:lvl5pPr lvl="4">
              <a:spcBef>
                <a:spcPts val="0"/>
              </a:spcBef>
              <a:spcAft>
                <a:spcPts val="0"/>
              </a:spcAft>
              <a:buSzPts val="1100"/>
              <a:buNone/>
              <a:defRPr sz="1867"/>
            </a:lvl5pPr>
            <a:lvl6pPr lvl="5">
              <a:spcBef>
                <a:spcPts val="0"/>
              </a:spcBef>
              <a:spcAft>
                <a:spcPts val="0"/>
              </a:spcAft>
              <a:buSzPts val="1100"/>
              <a:buNone/>
              <a:defRPr sz="1867"/>
            </a:lvl6pPr>
            <a:lvl7pPr lvl="6">
              <a:spcBef>
                <a:spcPts val="0"/>
              </a:spcBef>
              <a:spcAft>
                <a:spcPts val="0"/>
              </a:spcAft>
              <a:buSzPts val="1100"/>
              <a:buNone/>
              <a:defRPr sz="1867"/>
            </a:lvl7pPr>
            <a:lvl8pPr lvl="7">
              <a:spcBef>
                <a:spcPts val="0"/>
              </a:spcBef>
              <a:spcAft>
                <a:spcPts val="0"/>
              </a:spcAft>
              <a:buSzPts val="1100"/>
              <a:buNone/>
              <a:defRPr sz="1867"/>
            </a:lvl8pPr>
            <a:lvl9pPr lvl="8">
              <a:spcBef>
                <a:spcPts val="0"/>
              </a:spcBef>
              <a:spcAft>
                <a:spcPts val="0"/>
              </a:spcAft>
              <a:buSzPts val="1100"/>
              <a:buNone/>
              <a:defRPr sz="1867"/>
            </a:lvl9pPr>
          </a:lstStyle>
          <a:p>
            <a:r>
              <a:rPr lang="en-US"/>
              <a:t>Click to edit Master title style</a:t>
            </a:r>
            <a:endParaRPr/>
          </a:p>
        </p:txBody>
      </p:sp>
      <p:sp>
        <p:nvSpPr>
          <p:cNvPr id="705" name="Google Shape;705;p96"/>
          <p:cNvSpPr txBox="1">
            <a:spLocks noGrp="1"/>
          </p:cNvSpPr>
          <p:nvPr>
            <p:ph type="sldNum" idx="12"/>
          </p:nvPr>
        </p:nvSpPr>
        <p:spPr>
          <a:xfrm>
            <a:off x="8218489" y="6492240"/>
            <a:ext cx="3530400" cy="1372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800">
                <a:solidFill>
                  <a:schemeClr val="dk1"/>
                </a:solidFill>
                <a:latin typeface="Arial"/>
                <a:ea typeface="Arial"/>
                <a:cs typeface="Arial"/>
                <a:sym typeface="Arial"/>
              </a:defRPr>
            </a:lvl1pPr>
            <a:lvl2pPr marL="0" marR="0" lvl="1" indent="0" algn="r" rtl="0">
              <a:spcBef>
                <a:spcPts val="0"/>
              </a:spcBef>
              <a:buNone/>
              <a:defRPr sz="800">
                <a:solidFill>
                  <a:schemeClr val="dk1"/>
                </a:solidFill>
                <a:latin typeface="Arial"/>
                <a:ea typeface="Arial"/>
                <a:cs typeface="Arial"/>
                <a:sym typeface="Arial"/>
              </a:defRPr>
            </a:lvl2pPr>
            <a:lvl3pPr marL="0" marR="0" lvl="2" indent="0" algn="r" rtl="0">
              <a:spcBef>
                <a:spcPts val="0"/>
              </a:spcBef>
              <a:buNone/>
              <a:defRPr sz="800">
                <a:solidFill>
                  <a:schemeClr val="dk1"/>
                </a:solidFill>
                <a:latin typeface="Arial"/>
                <a:ea typeface="Arial"/>
                <a:cs typeface="Arial"/>
                <a:sym typeface="Arial"/>
              </a:defRPr>
            </a:lvl3pPr>
            <a:lvl4pPr marL="0" marR="0" lvl="3" indent="0" algn="r" rtl="0">
              <a:spcBef>
                <a:spcPts val="0"/>
              </a:spcBef>
              <a:buNone/>
              <a:defRPr sz="800">
                <a:solidFill>
                  <a:schemeClr val="dk1"/>
                </a:solidFill>
                <a:latin typeface="Arial"/>
                <a:ea typeface="Arial"/>
                <a:cs typeface="Arial"/>
                <a:sym typeface="Arial"/>
              </a:defRPr>
            </a:lvl4pPr>
            <a:lvl5pPr marL="0" marR="0" lvl="4" indent="0" algn="r" rtl="0">
              <a:spcBef>
                <a:spcPts val="0"/>
              </a:spcBef>
              <a:buNone/>
              <a:defRPr sz="800">
                <a:solidFill>
                  <a:schemeClr val="dk1"/>
                </a:solidFill>
                <a:latin typeface="Arial"/>
                <a:ea typeface="Arial"/>
                <a:cs typeface="Arial"/>
                <a:sym typeface="Arial"/>
              </a:defRPr>
            </a:lvl5pPr>
            <a:lvl6pPr marL="0" marR="0" lvl="5" indent="0" algn="r" rtl="0">
              <a:spcBef>
                <a:spcPts val="0"/>
              </a:spcBef>
              <a:buNone/>
              <a:defRPr sz="800">
                <a:solidFill>
                  <a:schemeClr val="dk1"/>
                </a:solidFill>
                <a:latin typeface="Arial"/>
                <a:ea typeface="Arial"/>
                <a:cs typeface="Arial"/>
                <a:sym typeface="Arial"/>
              </a:defRPr>
            </a:lvl6pPr>
            <a:lvl7pPr marL="0" marR="0" lvl="6" indent="0" algn="r" rtl="0">
              <a:spcBef>
                <a:spcPts val="0"/>
              </a:spcBef>
              <a:buNone/>
              <a:defRPr sz="800">
                <a:solidFill>
                  <a:schemeClr val="dk1"/>
                </a:solidFill>
                <a:latin typeface="Arial"/>
                <a:ea typeface="Arial"/>
                <a:cs typeface="Arial"/>
                <a:sym typeface="Arial"/>
              </a:defRPr>
            </a:lvl7pPr>
            <a:lvl8pPr marL="0" marR="0" lvl="7" indent="0" algn="r" rtl="0">
              <a:spcBef>
                <a:spcPts val="0"/>
              </a:spcBef>
              <a:buNone/>
              <a:defRPr sz="800">
                <a:solidFill>
                  <a:schemeClr val="dk1"/>
                </a:solidFill>
                <a:latin typeface="Arial"/>
                <a:ea typeface="Arial"/>
                <a:cs typeface="Arial"/>
                <a:sym typeface="Arial"/>
              </a:defRPr>
            </a:lvl8pPr>
            <a:lvl9pPr marL="0" marR="0" lvl="8" indent="0" algn="r" rtl="0">
              <a:spcBef>
                <a:spcPts val="0"/>
              </a:spcBef>
              <a:buNone/>
              <a:defRPr sz="800">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706" name="Google Shape;706;p96"/>
          <p:cNvSpPr txBox="1"/>
          <p:nvPr/>
        </p:nvSpPr>
        <p:spPr>
          <a:xfrm>
            <a:off x="442917" y="6378511"/>
            <a:ext cx="4105600" cy="1028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667"/>
              <a:t>Ampol</a:t>
            </a:r>
            <a:endParaRPr sz="667">
              <a:solidFill>
                <a:srgbClr val="000000"/>
              </a:solidFill>
            </a:endParaRPr>
          </a:p>
        </p:txBody>
      </p:sp>
    </p:spTree>
    <p:extLst>
      <p:ext uri="{BB962C8B-B14F-4D97-AF65-F5344CB8AC3E}">
        <p14:creationId xmlns:p14="http://schemas.microsoft.com/office/powerpoint/2010/main" val="3944440222"/>
      </p:ext>
    </p:extLst>
  </p:cSld>
  <p:clrMapOvr>
    <a:masterClrMapping/>
  </p:clrMapOvr>
  <p:hf hdr="0" dt="0"/>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matchingName="Section Header Grey 1">
  <p:cSld name="Section Header Grey 1">
    <p:bg>
      <p:bgPr>
        <a:solidFill>
          <a:srgbClr val="464646"/>
        </a:solidFill>
        <a:effectLst/>
      </p:bgPr>
    </p:bg>
    <p:spTree>
      <p:nvGrpSpPr>
        <p:cNvPr id="1" name="Shape 1800"/>
        <p:cNvGrpSpPr/>
        <p:nvPr/>
      </p:nvGrpSpPr>
      <p:grpSpPr>
        <a:xfrm>
          <a:off x="0" y="0"/>
          <a:ext cx="0" cy="0"/>
          <a:chOff x="0" y="0"/>
          <a:chExt cx="0" cy="0"/>
        </a:xfrm>
      </p:grpSpPr>
      <p:sp>
        <p:nvSpPr>
          <p:cNvPr id="1801" name="Google Shape;1801;p257"/>
          <p:cNvSpPr txBox="1">
            <a:spLocks noGrp="1"/>
          </p:cNvSpPr>
          <p:nvPr>
            <p:ph type="title"/>
          </p:nvPr>
        </p:nvSpPr>
        <p:spPr>
          <a:xfrm>
            <a:off x="531025" y="3439160"/>
            <a:ext cx="5905200" cy="204680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3000"/>
              <a:buFont typeface="Arial"/>
              <a:buNone/>
              <a:defRPr sz="60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r>
              <a:rPr lang="en-US"/>
              <a:t>Click to edit Master title style</a:t>
            </a:r>
            <a:endParaRPr/>
          </a:p>
        </p:txBody>
      </p:sp>
      <p:sp>
        <p:nvSpPr>
          <p:cNvPr id="1802" name="Google Shape;1802;p257"/>
          <p:cNvSpPr txBox="1"/>
          <p:nvPr/>
        </p:nvSpPr>
        <p:spPr>
          <a:xfrm>
            <a:off x="570829" y="-220"/>
            <a:ext cx="2045600" cy="2977200"/>
          </a:xfrm>
          <a:prstGeom prst="rect">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20000" b="0" i="0" u="none" strike="noStrike" cap="none">
              <a:solidFill>
                <a:schemeClr val="dk1"/>
              </a:solidFill>
              <a:latin typeface="Arial"/>
              <a:ea typeface="Arial"/>
              <a:cs typeface="Arial"/>
              <a:sym typeface="Arial"/>
            </a:endParaRPr>
          </a:p>
        </p:txBody>
      </p:sp>
      <p:sp>
        <p:nvSpPr>
          <p:cNvPr id="1803" name="Google Shape;1803;p257"/>
          <p:cNvSpPr txBox="1">
            <a:spLocks noGrp="1"/>
          </p:cNvSpPr>
          <p:nvPr>
            <p:ph type="subTitle" idx="1"/>
          </p:nvPr>
        </p:nvSpPr>
        <p:spPr>
          <a:xfrm>
            <a:off x="570829" y="40640"/>
            <a:ext cx="2045600" cy="2946400"/>
          </a:xfrm>
          <a:prstGeom prst="rect">
            <a:avLst/>
          </a:prstGeom>
          <a:solidFill>
            <a:schemeClr val="accent1"/>
          </a:solidFill>
          <a:ln>
            <a:noFill/>
          </a:ln>
        </p:spPr>
        <p:txBody>
          <a:bodyPr spcFirstLastPara="1" wrap="square" lIns="0" tIns="0" rIns="0" bIns="0" anchor="ctr" anchorCtr="0">
            <a:noAutofit/>
          </a:bodyPr>
          <a:lstStyle>
            <a:lvl1pPr marR="0" lvl="0" algn="ctr">
              <a:lnSpc>
                <a:spcPct val="95000"/>
              </a:lnSpc>
              <a:spcBef>
                <a:spcPts val="0"/>
              </a:spcBef>
              <a:spcAft>
                <a:spcPts val="0"/>
              </a:spcAft>
              <a:buClr>
                <a:schemeClr val="lt1"/>
              </a:buClr>
              <a:buSzPts val="48800"/>
              <a:buFont typeface="Arial"/>
              <a:buNone/>
              <a:defRPr sz="20000" b="0" i="0" u="none" strike="noStrike" cap="none">
                <a:solidFill>
                  <a:schemeClr val="lt1"/>
                </a:solidFill>
                <a:latin typeface="Arial"/>
                <a:ea typeface="Arial"/>
                <a:cs typeface="Arial"/>
                <a:sym typeface="Arial"/>
              </a:defRPr>
            </a:lvl1pPr>
            <a:lvl2pPr marR="0" lvl="1"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9pPr>
          </a:lstStyle>
          <a:p>
            <a:r>
              <a:rPr lang="en-US"/>
              <a:t>Click to edit Master subtitle style</a:t>
            </a:r>
            <a:endParaRPr/>
          </a:p>
        </p:txBody>
      </p:sp>
      <p:sp>
        <p:nvSpPr>
          <p:cNvPr id="1804" name="Google Shape;1804;p257"/>
          <p:cNvSpPr/>
          <p:nvPr/>
        </p:nvSpPr>
        <p:spPr>
          <a:xfrm rot="10800000">
            <a:off x="3357" y="1423755"/>
            <a:ext cx="10660719" cy="5424085"/>
          </a:xfrm>
          <a:custGeom>
            <a:avLst/>
            <a:gdLst/>
            <a:ahLst/>
            <a:cxnLst/>
            <a:rect l="l" t="t" r="r" b="b"/>
            <a:pathLst>
              <a:path w="3987800" h="3698240" extrusionOk="0">
                <a:moveTo>
                  <a:pt x="0" y="0"/>
                </a:moveTo>
                <a:lnTo>
                  <a:pt x="0" y="3698240"/>
                </a:lnTo>
                <a:lnTo>
                  <a:pt x="3987800" y="3698240"/>
                </a:lnTo>
              </a:path>
            </a:pathLst>
          </a:custGeom>
          <a:noFill/>
          <a:ln w="76200" cap="flat" cmpd="sng">
            <a:solidFill>
              <a:schemeClr val="accent1"/>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None/>
            </a:pPr>
            <a:endParaRPr sz="1467" b="0" i="0" u="none" strike="noStrike" cap="none">
              <a:solidFill>
                <a:schemeClr val="lt1"/>
              </a:solidFill>
              <a:latin typeface="Arial"/>
              <a:ea typeface="Arial"/>
              <a:cs typeface="Arial"/>
              <a:sym typeface="Arial"/>
            </a:endParaRPr>
          </a:p>
        </p:txBody>
      </p:sp>
      <p:sp>
        <p:nvSpPr>
          <p:cNvPr id="1805" name="Google Shape;1805;p257"/>
          <p:cNvSpPr/>
          <p:nvPr/>
        </p:nvSpPr>
        <p:spPr>
          <a:xfrm>
            <a:off x="6574357" y="10160"/>
            <a:ext cx="5622799" cy="5424085"/>
          </a:xfrm>
          <a:custGeom>
            <a:avLst/>
            <a:gdLst/>
            <a:ahLst/>
            <a:cxnLst/>
            <a:rect l="l" t="t" r="r" b="b"/>
            <a:pathLst>
              <a:path w="3987800" h="3698240" extrusionOk="0">
                <a:moveTo>
                  <a:pt x="0" y="0"/>
                </a:moveTo>
                <a:lnTo>
                  <a:pt x="0" y="3698240"/>
                </a:lnTo>
                <a:lnTo>
                  <a:pt x="3987800" y="3698240"/>
                </a:lnTo>
              </a:path>
            </a:pathLst>
          </a:custGeom>
          <a:noFill/>
          <a:ln w="76200" cap="flat" cmpd="sng">
            <a:solidFill>
              <a:schemeClr val="accent1"/>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None/>
            </a:pPr>
            <a:endParaRPr sz="1467"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34881388"/>
      </p:ext>
    </p:extLst>
  </p:cSld>
  <p:clrMapOvr>
    <a:masterClrMapping/>
  </p:clrMapOvr>
  <p:hf hdr="0" dt="0"/>
</p:sldLayout>
</file>

<file path=ppt/slideLayouts/slideLayout2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B003-21C0-B330-250F-4F4F5D7449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FBCE78-2787-5B9E-8783-6CDB4F716E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CEEAFA-D853-3653-B8F5-C865D5FD277A}"/>
              </a:ext>
            </a:extLst>
          </p:cNvPr>
          <p:cNvSpPr>
            <a:spLocks noGrp="1"/>
          </p:cNvSpPr>
          <p:nvPr>
            <p:ph type="dt" sz="half" idx="10"/>
          </p:nvPr>
        </p:nvSpPr>
        <p:spPr/>
        <p:txBody>
          <a:bodyPr/>
          <a:lstStyle/>
          <a:p>
            <a:fld id="{C109DCB7-F85F-C94F-9809-057CCD97D7F2}" type="datetimeFigureOut">
              <a:rPr lang="en-US" smtClean="0"/>
              <a:t>8/11/2026</a:t>
            </a:fld>
            <a:endParaRPr lang="en-US"/>
          </a:p>
        </p:txBody>
      </p:sp>
      <p:sp>
        <p:nvSpPr>
          <p:cNvPr id="5" name="Footer Placeholder 4">
            <a:extLst>
              <a:ext uri="{FF2B5EF4-FFF2-40B4-BE49-F238E27FC236}">
                <a16:creationId xmlns:a16="http://schemas.microsoft.com/office/drawing/2014/main" id="{B20C62C8-AC00-7418-95BD-71F0955FA929}"/>
              </a:ext>
            </a:extLst>
          </p:cNvPr>
          <p:cNvSpPr>
            <a:spLocks noGrp="1"/>
          </p:cNvSpPr>
          <p:nvPr>
            <p:ph type="ftr" sz="quarter" idx="11"/>
          </p:nvPr>
        </p:nvSpPr>
        <p:spPr/>
        <p:txBody>
          <a:bodyPr/>
          <a:lstStyle/>
          <a:p>
            <a:r>
              <a:rPr lang="en-US"/>
              <a:t>Presentation Title   |   Section Title</a:t>
            </a:r>
          </a:p>
        </p:txBody>
      </p:sp>
      <p:sp>
        <p:nvSpPr>
          <p:cNvPr id="6" name="Slide Number Placeholder 5">
            <a:extLst>
              <a:ext uri="{FF2B5EF4-FFF2-40B4-BE49-F238E27FC236}">
                <a16:creationId xmlns:a16="http://schemas.microsoft.com/office/drawing/2014/main" id="{16123C3D-BD13-9895-748B-94E0B2E7A7EC}"/>
              </a:ext>
            </a:extLst>
          </p:cNvPr>
          <p:cNvSpPr>
            <a:spLocks noGrp="1"/>
          </p:cNvSpPr>
          <p:nvPr>
            <p:ph type="sldNum" sz="quarter" idx="12"/>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2499350692"/>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CFD1E-44C0-82AB-4835-E04E70ED811A}"/>
              </a:ext>
            </a:extLst>
          </p:cNvPr>
          <p:cNvSpPr>
            <a:spLocks noGrp="1"/>
          </p:cNvSpPr>
          <p:nvPr>
            <p:ph type="title"/>
          </p:nvPr>
        </p:nvSpPr>
        <p:spPr/>
        <p:txBody>
          <a:bodyPr/>
          <a:lstStyle>
            <a:lvl1pPr>
              <a:defRPr sz="3000"/>
            </a:lvl1pPr>
          </a:lstStyle>
          <a:p>
            <a:r>
              <a:rPr lang="en-US"/>
              <a:t>Click to edit Master title style</a:t>
            </a:r>
            <a:endParaRPr lang="en-AU"/>
          </a:p>
        </p:txBody>
      </p:sp>
      <p:sp>
        <p:nvSpPr>
          <p:cNvPr id="3" name="Footer Placeholder 2">
            <a:extLst>
              <a:ext uri="{FF2B5EF4-FFF2-40B4-BE49-F238E27FC236}">
                <a16:creationId xmlns:a16="http://schemas.microsoft.com/office/drawing/2014/main" id="{000502BC-A7FD-26DC-C2E1-0C1C2840FFEC}"/>
              </a:ext>
            </a:extLst>
          </p:cNvPr>
          <p:cNvSpPr>
            <a:spLocks noGrp="1"/>
          </p:cNvSpPr>
          <p:nvPr>
            <p:ph type="ftr" sz="quarter" idx="10"/>
          </p:nvPr>
        </p:nvSpPr>
        <p:spPr/>
        <p:txBody>
          <a:bodyPr/>
          <a:lstStyle/>
          <a:p>
            <a:r>
              <a:rPr lang="en-US"/>
              <a:t>Presentation Title   |   Section Title</a:t>
            </a:r>
          </a:p>
        </p:txBody>
      </p:sp>
      <p:sp>
        <p:nvSpPr>
          <p:cNvPr id="4" name="Slide Number Placeholder 3">
            <a:extLst>
              <a:ext uri="{FF2B5EF4-FFF2-40B4-BE49-F238E27FC236}">
                <a16:creationId xmlns:a16="http://schemas.microsoft.com/office/drawing/2014/main" id="{90801E54-DBAF-CB2B-774C-E963886C1D62}"/>
              </a:ext>
            </a:extLst>
          </p:cNvPr>
          <p:cNvSpPr>
            <a:spLocks noGrp="1"/>
          </p:cNvSpPr>
          <p:nvPr>
            <p:ph type="sldNum" sz="quarter" idx="11"/>
          </p:nvPr>
        </p:nvSpPr>
        <p:spPr/>
        <p:txBody>
          <a:bodyPr/>
          <a:lstStyle/>
          <a:p>
            <a:fld id="{3E6AC032-1535-134B-A583-D5E1DDD0D167}" type="slidenum">
              <a:rPr lang="en-US" smtClean="0"/>
              <a:pPr/>
              <a:t>‹#›</a:t>
            </a:fld>
            <a:endParaRPr lang="en-US"/>
          </a:p>
        </p:txBody>
      </p:sp>
      <p:sp>
        <p:nvSpPr>
          <p:cNvPr id="6" name="Content Placeholder 5">
            <a:extLst>
              <a:ext uri="{FF2B5EF4-FFF2-40B4-BE49-F238E27FC236}">
                <a16:creationId xmlns:a16="http://schemas.microsoft.com/office/drawing/2014/main" id="{592D4005-4B5E-2B9D-DB8A-67BDD3949F6B}"/>
              </a:ext>
            </a:extLst>
          </p:cNvPr>
          <p:cNvSpPr>
            <a:spLocks noGrp="1"/>
          </p:cNvSpPr>
          <p:nvPr>
            <p:ph sz="quarter" idx="12"/>
          </p:nvPr>
        </p:nvSpPr>
        <p:spPr>
          <a:xfrm>
            <a:off x="358774" y="1712913"/>
            <a:ext cx="11472864" cy="41640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960988067"/>
      </p:ext>
    </p:extLst>
  </p:cSld>
  <p:clrMapOvr>
    <a:masterClrMapping/>
  </p:clrMapOvr>
  <p:hf hdr="0" dt="0"/>
</p:sldLayout>
</file>

<file path=ppt/slideLayouts/slideLayout29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17FEB-A912-F824-A04D-FFCB1E9F9C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270AAB-43F2-3E74-9684-54FFF690E4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093EA5-3908-7B85-8194-D0AEAF0E5D9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B72682A-A89D-B2EE-166B-15E2D74947EF}"/>
              </a:ext>
            </a:extLst>
          </p:cNvPr>
          <p:cNvSpPr>
            <a:spLocks noGrp="1"/>
          </p:cNvSpPr>
          <p:nvPr>
            <p:ph type="ftr" sz="quarter" idx="11"/>
          </p:nvPr>
        </p:nvSpPr>
        <p:spPr/>
        <p:txBody>
          <a:bodyPr/>
          <a:lstStyle/>
          <a:p>
            <a:r>
              <a:rPr lang="en-US"/>
              <a:t>Presentation Title   |   Section Title</a:t>
            </a:r>
          </a:p>
        </p:txBody>
      </p:sp>
      <p:sp>
        <p:nvSpPr>
          <p:cNvPr id="6" name="Slide Number Placeholder 5">
            <a:extLst>
              <a:ext uri="{FF2B5EF4-FFF2-40B4-BE49-F238E27FC236}">
                <a16:creationId xmlns:a16="http://schemas.microsoft.com/office/drawing/2014/main" id="{A3CF8982-0A32-C48B-58B6-DF4FE97E4514}"/>
              </a:ext>
            </a:extLst>
          </p:cNvPr>
          <p:cNvSpPr>
            <a:spLocks noGrp="1"/>
          </p:cNvSpPr>
          <p:nvPr>
            <p:ph type="sldNum" sz="quarter" idx="12"/>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96521567"/>
      </p:ext>
    </p:extLst>
  </p:cSld>
  <p:clrMapOvr>
    <a:masterClrMapping/>
  </p:clrMapOvr>
  <p:hf hdr="0" dt="0"/>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09_Text - 1 Column">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US"/>
              <a:t>Click to edit Master title style</a:t>
            </a:r>
          </a:p>
        </p:txBody>
      </p:sp>
      <p:cxnSp>
        <p:nvCxnSpPr>
          <p:cNvPr id="5" name="Straight Connector 4">
            <a:extLst>
              <a:ext uri="{FF2B5EF4-FFF2-40B4-BE49-F238E27FC236}">
                <a16:creationId xmlns:a16="http://schemas.microsoft.com/office/drawing/2014/main" id="{B053CDC4-61D8-3AD5-2F67-2EF26E05F1E0}"/>
              </a:ext>
            </a:extLst>
          </p:cNvPr>
          <p:cNvCxnSpPr/>
          <p:nvPr/>
        </p:nvCxnSpPr>
        <p:spPr>
          <a:xfrm>
            <a:off x="0" y="955497"/>
            <a:ext cx="12192000" cy="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3E6AC032-1535-134B-A583-D5E1DDD0D167}"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p:nvPicPr>
        <p:blipFill>
          <a:blip r:embed="rId2"/>
          <a:srcRect/>
          <a:stretch/>
        </p:blipFill>
        <p:spPr>
          <a:xfrm>
            <a:off x="10335986" y="296824"/>
            <a:ext cx="1575355" cy="386763"/>
          </a:xfrm>
          <a:prstGeom prst="rect">
            <a:avLst/>
          </a:prstGeom>
        </p:spPr>
      </p:pic>
      <p:sp>
        <p:nvSpPr>
          <p:cNvPr id="6" name="Text Placeholder 5">
            <a:extLst>
              <a:ext uri="{FF2B5EF4-FFF2-40B4-BE49-F238E27FC236}">
                <a16:creationId xmlns:a16="http://schemas.microsoft.com/office/drawing/2014/main" id="{97BA7698-7B3A-257F-1E8A-3029DFAEF68C}"/>
              </a:ext>
            </a:extLst>
          </p:cNvPr>
          <p:cNvSpPr>
            <a:spLocks noGrp="1"/>
          </p:cNvSpPr>
          <p:nvPr>
            <p:ph type="body" sz="quarter" idx="11"/>
          </p:nvPr>
        </p:nvSpPr>
        <p:spPr>
          <a:xfrm>
            <a:off x="360001" y="1371215"/>
            <a:ext cx="7814320" cy="4634151"/>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882221"/>
      </p:ext>
    </p:extLst>
  </p:cSld>
  <p:clrMapOvr>
    <a:masterClrMapping/>
  </p:clrMapOvr>
  <p:hf hdr="0" dt="0"/>
</p:sldLayout>
</file>

<file path=ppt/slideLayouts/slideLayout298.xml><?xml version="1.0" encoding="utf-8"?>
<p:sldLayout xmlns:a="http://schemas.openxmlformats.org/drawingml/2006/main" xmlns:r="http://schemas.openxmlformats.org/officeDocument/2006/relationships" xmlns:p="http://schemas.openxmlformats.org/presentationml/2006/main" matchingName="Agenda">
  <p:cSld name="4_Agenda">
    <p:spTree>
      <p:nvGrpSpPr>
        <p:cNvPr id="1" name="Shape 7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46178C3-6B32-D9D3-A7B7-D3D8FFEAC429}"/>
              </a:ext>
            </a:extLst>
          </p:cNvPr>
          <p:cNvGraphicFramePr>
            <a:graphicFrameLocks noChangeAspect="1"/>
          </p:cNvGraphicFramePr>
          <p:nvPr>
            <p:custDataLst>
              <p:tags r:id="rId1"/>
            </p:custDataLst>
            <p:extLst>
              <p:ext uri="{D42A27DB-BD31-4B8C-83A1-F6EECF244321}">
                <p14:modId xmlns:p14="http://schemas.microsoft.com/office/powerpoint/2010/main" val="13655590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F46178C3-6B32-D9D3-A7B7-D3D8FFEAC4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09" name="Google Shape;709;g2d9f5923ef8_5_1459" descr="Title placeholder"/>
          <p:cNvSpPr txBox="1">
            <a:spLocks noGrp="1"/>
          </p:cNvSpPr>
          <p:nvPr>
            <p:ph type="title"/>
          </p:nvPr>
        </p:nvSpPr>
        <p:spPr>
          <a:xfrm>
            <a:off x="442914" y="432001"/>
            <a:ext cx="11306100" cy="743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400"/>
              <a:buNone/>
              <a:defRPr sz="1800"/>
            </a:lvl2pPr>
            <a:lvl3pPr lvl="2" algn="l" rtl="0">
              <a:lnSpc>
                <a:spcPct val="100000"/>
              </a:lnSpc>
              <a:spcBef>
                <a:spcPts val="0"/>
              </a:spcBef>
              <a:spcAft>
                <a:spcPts val="0"/>
              </a:spcAft>
              <a:buSzPts val="1400"/>
              <a:buNone/>
              <a:defRPr sz="1800"/>
            </a:lvl3pPr>
            <a:lvl4pPr lvl="3" algn="l" rtl="0">
              <a:lnSpc>
                <a:spcPct val="100000"/>
              </a:lnSpc>
              <a:spcBef>
                <a:spcPts val="0"/>
              </a:spcBef>
              <a:spcAft>
                <a:spcPts val="0"/>
              </a:spcAft>
              <a:buSzPts val="1400"/>
              <a:buNone/>
              <a:defRPr sz="1800"/>
            </a:lvl4pPr>
            <a:lvl5pPr lvl="4" algn="l" rtl="0">
              <a:lnSpc>
                <a:spcPct val="100000"/>
              </a:lnSpc>
              <a:spcBef>
                <a:spcPts val="0"/>
              </a:spcBef>
              <a:spcAft>
                <a:spcPts val="0"/>
              </a:spcAft>
              <a:buSzPts val="1400"/>
              <a:buNone/>
              <a:defRPr sz="1800"/>
            </a:lvl5pPr>
            <a:lvl6pPr lvl="5" algn="l" rtl="0">
              <a:lnSpc>
                <a:spcPct val="100000"/>
              </a:lnSpc>
              <a:spcBef>
                <a:spcPts val="0"/>
              </a:spcBef>
              <a:spcAft>
                <a:spcPts val="0"/>
              </a:spcAft>
              <a:buSzPts val="1400"/>
              <a:buNone/>
              <a:defRPr sz="1800"/>
            </a:lvl6pPr>
            <a:lvl7pPr lvl="6" algn="l" rtl="0">
              <a:lnSpc>
                <a:spcPct val="100000"/>
              </a:lnSpc>
              <a:spcBef>
                <a:spcPts val="0"/>
              </a:spcBef>
              <a:spcAft>
                <a:spcPts val="0"/>
              </a:spcAft>
              <a:buSzPts val="1400"/>
              <a:buNone/>
              <a:defRPr sz="1800"/>
            </a:lvl7pPr>
            <a:lvl8pPr lvl="7" algn="l" rtl="0">
              <a:lnSpc>
                <a:spcPct val="100000"/>
              </a:lnSpc>
              <a:spcBef>
                <a:spcPts val="0"/>
              </a:spcBef>
              <a:spcAft>
                <a:spcPts val="0"/>
              </a:spcAft>
              <a:buSzPts val="1400"/>
              <a:buNone/>
              <a:defRPr sz="1800"/>
            </a:lvl8pPr>
            <a:lvl9pPr lvl="8" algn="l" rtl="0">
              <a:lnSpc>
                <a:spcPct val="100000"/>
              </a:lnSpc>
              <a:spcBef>
                <a:spcPts val="0"/>
              </a:spcBef>
              <a:spcAft>
                <a:spcPts val="0"/>
              </a:spcAft>
              <a:buSzPts val="1400"/>
              <a:buNone/>
              <a:defRPr sz="1800"/>
            </a:lvl9pPr>
          </a:lstStyle>
          <a:p>
            <a:r>
              <a:rPr lang="en-US"/>
              <a:t>Click to edit Master title style</a:t>
            </a:r>
            <a:endParaRPr lang="en-AU"/>
          </a:p>
        </p:txBody>
      </p:sp>
      <p:sp>
        <p:nvSpPr>
          <p:cNvPr id="711" name="Google Shape;711;g2d9f5923ef8_5_1459"/>
          <p:cNvSpPr txBox="1">
            <a:spLocks noGrp="1"/>
          </p:cNvSpPr>
          <p:nvPr>
            <p:ph type="sldNum" idx="12"/>
          </p:nvPr>
        </p:nvSpPr>
        <p:spPr>
          <a:xfrm>
            <a:off x="11017512" y="6561176"/>
            <a:ext cx="731700" cy="335733"/>
          </a:xfrm>
          <a:prstGeom prst="rect">
            <a:avLst/>
          </a:prstGeom>
          <a:noFill/>
          <a:ln>
            <a:noFill/>
          </a:ln>
        </p:spPr>
        <p:txBody>
          <a:bodyPr spcFirstLastPara="1" wrap="square" lIns="0" tIns="0" rIns="0" bIns="0" anchor="t" anchorCtr="0">
            <a:spAutoFit/>
          </a:bodyPr>
          <a:lstStyle>
            <a:lvl1pPr marL="0" marR="0" lvl="0" indent="0" algn="r" rtl="0">
              <a:lnSpc>
                <a:spcPct val="115000"/>
              </a:lnSpc>
              <a:spcBef>
                <a:spcPts val="0"/>
              </a:spcBef>
              <a:spcAft>
                <a:spcPts val="1100"/>
              </a:spcAft>
              <a:buNone/>
              <a:defRPr sz="1100">
                <a:solidFill>
                  <a:schemeClr val="dk1"/>
                </a:solidFill>
                <a:latin typeface="HelveticaNeueLT Pro 45 Lt" panose="020B0403020202020204" pitchFamily="34" charset="0"/>
                <a:ea typeface="HelveticaNeueLT Pro 45 Lt" panose="020B0403020202020204" pitchFamily="34" charset="0"/>
                <a:cs typeface="HelveticaNeueLT Pro 45 Lt" panose="020B0403020202020204" pitchFamily="34" charset="0"/>
                <a:sym typeface="Helvetica Neue Light"/>
              </a:defRPr>
            </a:lvl1pPr>
            <a:lvl2pPr marL="0" marR="0" lvl="1"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2pPr>
            <a:lvl3pPr marL="0" marR="0" lvl="2"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3pPr>
            <a:lvl4pPr marL="0" marR="0" lvl="3"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4pPr>
            <a:lvl5pPr marL="0" marR="0" lvl="4"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5pPr>
            <a:lvl6pPr marL="0" marR="0" lvl="5"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6pPr>
            <a:lvl7pPr marL="0" marR="0" lvl="6"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7pPr>
            <a:lvl8pPr marL="0" marR="0" lvl="7"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8pPr>
            <a:lvl9pPr marL="0" marR="0" lvl="8"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76778447"/>
      </p:ext>
    </p:extLst>
  </p:cSld>
  <p:clrMapOvr>
    <a:masterClrMapping/>
  </p:clrMapOvr>
  <p:hf hdr="0" dt="0"/>
</p:sldLayout>
</file>

<file path=ppt/slideLayouts/slideLayout299.xml><?xml version="1.0" encoding="utf-8"?>
<p:sldLayout xmlns:a="http://schemas.openxmlformats.org/drawingml/2006/main" xmlns:r="http://schemas.openxmlformats.org/officeDocument/2006/relationships" xmlns:p="http://schemas.openxmlformats.org/presentationml/2006/main" matchingName="Title and Full Content - Subtitle 1">
  <p:cSld name="1_Title and Full Content - Subtitle 1">
    <p:spTree>
      <p:nvGrpSpPr>
        <p:cNvPr id="1" name="Shape 720"/>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0F396A3-B349-1CBC-5507-54440793DB82}"/>
              </a:ext>
            </a:extLst>
          </p:cNvPr>
          <p:cNvGraphicFramePr>
            <a:graphicFrameLocks noChangeAspect="1"/>
          </p:cNvGraphicFramePr>
          <p:nvPr>
            <p:custDataLst>
              <p:tags r:id="rId1"/>
            </p:custDataLst>
            <p:extLst>
              <p:ext uri="{D42A27DB-BD31-4B8C-83A1-F6EECF244321}">
                <p14:modId xmlns:p14="http://schemas.microsoft.com/office/powerpoint/2010/main" val="26874988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20F396A3-B349-1CBC-5507-54440793DB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21" name="Google Shape;721;g2dc0e050917_1_518"/>
          <p:cNvSpPr txBox="1">
            <a:spLocks noGrp="1"/>
          </p:cNvSpPr>
          <p:nvPr>
            <p:ph type="sldNum" idx="12"/>
          </p:nvPr>
        </p:nvSpPr>
        <p:spPr>
          <a:xfrm>
            <a:off x="8218489" y="6492240"/>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AU" smtClean="0"/>
              <a:pPr/>
              <a:t>‹#›</a:t>
            </a:fld>
            <a:endParaRPr lang="en-AU"/>
          </a:p>
        </p:txBody>
      </p:sp>
      <p:sp>
        <p:nvSpPr>
          <p:cNvPr id="722" name="Google Shape;722;g2dc0e050917_1_518"/>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723" name="Google Shape;723;g2dc0e050917_1_518"/>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2518163399"/>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6400" y="3999442"/>
            <a:ext cx="4671732" cy="1298448"/>
          </a:xfrm>
        </p:spPr>
        <p:txBody>
          <a:bodyPr/>
          <a:lstStyle>
            <a:lvl1pPr>
              <a:defRPr sz="4000"/>
            </a:lvl1pPr>
          </a:lstStyle>
          <a:p>
            <a:r>
              <a:rPr lang="en-US"/>
              <a:t>Click to edit Master title style</a:t>
            </a:r>
          </a:p>
        </p:txBody>
      </p:sp>
      <p:sp>
        <p:nvSpPr>
          <p:cNvPr id="5" name="Content Placeholder 2" descr="old">
            <a:extLst>
              <a:ext uri="{FF2B5EF4-FFF2-40B4-BE49-F238E27FC236}">
                <a16:creationId xmlns:a16="http://schemas.microsoft.com/office/drawing/2014/main" id="{7518CD4E-B949-EF88-4945-7E36C0015725}"/>
              </a:ext>
            </a:extLst>
          </p:cNvPr>
          <p:cNvSpPr>
            <a:spLocks noGrp="1"/>
          </p:cNvSpPr>
          <p:nvPr>
            <p:ph idx="1"/>
          </p:nvPr>
        </p:nvSpPr>
        <p:spPr>
          <a:xfrm>
            <a:off x="6153150" y="406400"/>
            <a:ext cx="5641181" cy="35930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2CDC693-A58C-D193-E542-510D01161ED8}"/>
              </a:ext>
            </a:extLst>
          </p:cNvPr>
          <p:cNvSpPr>
            <a:spLocks noGrp="1"/>
          </p:cNvSpPr>
          <p:nvPr>
            <p:ph type="ftr" sz="quarter" idx="11"/>
          </p:nvPr>
        </p:nvSpPr>
        <p:spPr>
          <a:xfrm>
            <a:off x="880180" y="6497441"/>
            <a:ext cx="8814816" cy="123111"/>
          </a:xfrm>
          <a:prstGeom prst="rect">
            <a:avLst/>
          </a:prstGeom>
        </p:spPr>
        <p:txBody>
          <a:bodyPr/>
          <a:lstStyle/>
          <a:p>
            <a:r>
              <a:rPr lang="en-US"/>
              <a:t>Presentation Title   |   Section Title</a:t>
            </a:r>
          </a:p>
        </p:txBody>
      </p:sp>
      <p:sp>
        <p:nvSpPr>
          <p:cNvPr id="9" name="Slide Number Placeholder 8">
            <a:extLst>
              <a:ext uri="{FF2B5EF4-FFF2-40B4-BE49-F238E27FC236}">
                <a16:creationId xmlns:a16="http://schemas.microsoft.com/office/drawing/2014/main" id="{21079E23-850B-A389-154D-6EA5D47350FF}"/>
              </a:ext>
            </a:extLst>
          </p:cNvPr>
          <p:cNvSpPr>
            <a:spLocks noGrp="1"/>
          </p:cNvSpPr>
          <p:nvPr>
            <p:ph type="sldNum" sz="quarter" idx="12"/>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1854179887"/>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2_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6400"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Table Placeholder 6">
            <a:extLst>
              <a:ext uri="{FF2B5EF4-FFF2-40B4-BE49-F238E27FC236}">
                <a16:creationId xmlns:a16="http://schemas.microsoft.com/office/drawing/2014/main" id="{86A8E3EE-B109-1822-B0C9-12AB68E26B50}"/>
              </a:ext>
            </a:extLst>
          </p:cNvPr>
          <p:cNvSpPr>
            <a:spLocks noGrp="1"/>
          </p:cNvSpPr>
          <p:nvPr>
            <p:ph type="tbl" sz="quarter" idx="10"/>
          </p:nvPr>
        </p:nvSpPr>
        <p:spPr>
          <a:xfrm>
            <a:off x="5195358" y="917575"/>
            <a:ext cx="6589884" cy="3204904"/>
          </a:xfrm>
        </p:spPr>
        <p:txBody>
          <a:bodyPr tIns="457200"/>
          <a:lstStyle>
            <a:lvl1pPr algn="ctr">
              <a:defRPr sz="1800"/>
            </a:lvl1pPr>
            <a:lvl2pPr algn="ctr">
              <a:defRPr/>
            </a:lvl2pPr>
          </a:lstStyle>
          <a:p>
            <a:pPr lvl="1"/>
            <a:r>
              <a:rPr lang="en-US"/>
              <a:t>Click icon to add table</a:t>
            </a:r>
          </a:p>
        </p:txBody>
      </p:sp>
      <p:sp>
        <p:nvSpPr>
          <p:cNvPr id="6" name="Footer Placeholder 5">
            <a:extLst>
              <a:ext uri="{FF2B5EF4-FFF2-40B4-BE49-F238E27FC236}">
                <a16:creationId xmlns:a16="http://schemas.microsoft.com/office/drawing/2014/main" id="{B05FBBF6-AECD-A24E-7C87-0368F985B05D}"/>
              </a:ext>
            </a:extLst>
          </p:cNvPr>
          <p:cNvSpPr>
            <a:spLocks noGrp="1"/>
          </p:cNvSpPr>
          <p:nvPr>
            <p:ph type="ftr" sz="quarter" idx="12"/>
          </p:nvPr>
        </p:nvSpPr>
        <p:spPr>
          <a:xfrm>
            <a:off x="880180" y="6497441"/>
            <a:ext cx="8814816" cy="123111"/>
          </a:xfrm>
          <a:prstGeom prst="rect">
            <a:avLst/>
          </a:prstGeom>
        </p:spPr>
        <p:txBody>
          <a:bodyPr/>
          <a:lstStyle/>
          <a:p>
            <a:r>
              <a:rPr lang="en-US"/>
              <a:t>Presentation Title   |   Section Title</a:t>
            </a:r>
          </a:p>
        </p:txBody>
      </p:sp>
      <p:sp>
        <p:nvSpPr>
          <p:cNvPr id="8" name="Slide Number Placeholder 7">
            <a:extLst>
              <a:ext uri="{FF2B5EF4-FFF2-40B4-BE49-F238E27FC236}">
                <a16:creationId xmlns:a16="http://schemas.microsoft.com/office/drawing/2014/main" id="{668D182E-42A7-81B1-ED98-75A378164911}"/>
              </a:ext>
            </a:extLst>
          </p:cNvPr>
          <p:cNvSpPr>
            <a:spLocks noGrp="1"/>
          </p:cNvSpPr>
          <p:nvPr>
            <p:ph type="sldNum" sz="quarter" idx="13"/>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1817745267"/>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2_Agenda 4">
    <p:bg>
      <p:bgPr>
        <a:solidFill>
          <a:srgbClr val="FFE8D4"/>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8D36A14-ADD8-5266-1DE1-0BDFE2DFE348}"/>
              </a:ext>
            </a:extLst>
          </p:cNvPr>
          <p:cNvSpPr>
            <a:spLocks noGrp="1"/>
          </p:cNvSpPr>
          <p:nvPr>
            <p:ph type="title"/>
          </p:nvPr>
        </p:nvSpPr>
        <p:spPr>
          <a:xfrm>
            <a:off x="406400"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2" name="Table Placeholder 6">
            <a:extLst>
              <a:ext uri="{FF2B5EF4-FFF2-40B4-BE49-F238E27FC236}">
                <a16:creationId xmlns:a16="http://schemas.microsoft.com/office/drawing/2014/main" id="{2912B748-089B-05EF-9748-D5919C56D32E}"/>
              </a:ext>
            </a:extLst>
          </p:cNvPr>
          <p:cNvSpPr>
            <a:spLocks noGrp="1"/>
          </p:cNvSpPr>
          <p:nvPr>
            <p:ph type="tbl" sz="quarter" idx="10"/>
          </p:nvPr>
        </p:nvSpPr>
        <p:spPr>
          <a:xfrm>
            <a:off x="4237567" y="917574"/>
            <a:ext cx="3703361" cy="2568575"/>
          </a:xfrm>
        </p:spPr>
        <p:txBody>
          <a:bodyPr tIns="457200"/>
          <a:lstStyle>
            <a:lvl1pPr algn="ctr">
              <a:defRPr sz="1800"/>
            </a:lvl1pPr>
            <a:lvl2pPr algn="ctr">
              <a:defRPr/>
            </a:lvl2pPr>
          </a:lstStyle>
          <a:p>
            <a:pPr lvl="1"/>
            <a:r>
              <a:rPr lang="en-US"/>
              <a:t>Click icon to add table</a:t>
            </a:r>
          </a:p>
        </p:txBody>
      </p:sp>
      <p:sp>
        <p:nvSpPr>
          <p:cNvPr id="7" name="Table Placeholder 6">
            <a:extLst>
              <a:ext uri="{FF2B5EF4-FFF2-40B4-BE49-F238E27FC236}">
                <a16:creationId xmlns:a16="http://schemas.microsoft.com/office/drawing/2014/main" id="{883F3E74-E209-5D27-1C72-F1E4450048C8}"/>
              </a:ext>
            </a:extLst>
          </p:cNvPr>
          <p:cNvSpPr>
            <a:spLocks noGrp="1"/>
          </p:cNvSpPr>
          <p:nvPr>
            <p:ph type="tbl" sz="quarter" idx="11"/>
          </p:nvPr>
        </p:nvSpPr>
        <p:spPr>
          <a:xfrm>
            <a:off x="8068733" y="917574"/>
            <a:ext cx="3721100" cy="2568575"/>
          </a:xfrm>
        </p:spPr>
        <p:txBody>
          <a:bodyPr tIns="457200"/>
          <a:lstStyle>
            <a:lvl1pPr algn="ctr">
              <a:defRPr sz="1800"/>
            </a:lvl1pPr>
            <a:lvl2pPr algn="ctr">
              <a:defRPr/>
            </a:lvl2pPr>
          </a:lstStyle>
          <a:p>
            <a:pPr lvl="1"/>
            <a:r>
              <a:rPr lang="en-US"/>
              <a:t>Click icon to add table</a:t>
            </a:r>
          </a:p>
        </p:txBody>
      </p:sp>
      <p:sp>
        <p:nvSpPr>
          <p:cNvPr id="9" name="Footer Placeholder 8">
            <a:extLst>
              <a:ext uri="{FF2B5EF4-FFF2-40B4-BE49-F238E27FC236}">
                <a16:creationId xmlns:a16="http://schemas.microsoft.com/office/drawing/2014/main" id="{6CC86A01-A4E8-238C-654E-A5E4E9365500}"/>
              </a:ext>
            </a:extLst>
          </p:cNvPr>
          <p:cNvSpPr>
            <a:spLocks noGrp="1"/>
          </p:cNvSpPr>
          <p:nvPr>
            <p:ph type="ftr" sz="quarter" idx="13"/>
          </p:nvPr>
        </p:nvSpPr>
        <p:spPr>
          <a:xfrm>
            <a:off x="880180" y="6497441"/>
            <a:ext cx="8814816" cy="123111"/>
          </a:xfrm>
          <a:prstGeom prst="rect">
            <a:avLst/>
          </a:prstGeom>
        </p:spPr>
        <p:txBody>
          <a:bodyPr/>
          <a:lstStyle/>
          <a:p>
            <a:r>
              <a:rPr lang="en-US"/>
              <a:t>Presentation Title   |   Section Title</a:t>
            </a:r>
          </a:p>
        </p:txBody>
      </p:sp>
      <p:sp>
        <p:nvSpPr>
          <p:cNvPr id="10" name="Slide Number Placeholder 9">
            <a:extLst>
              <a:ext uri="{FF2B5EF4-FFF2-40B4-BE49-F238E27FC236}">
                <a16:creationId xmlns:a16="http://schemas.microsoft.com/office/drawing/2014/main" id="{76DC9D61-66E8-3ABE-2B91-A1DF6B68AA3F}"/>
              </a:ext>
            </a:extLst>
          </p:cNvPr>
          <p:cNvSpPr>
            <a:spLocks noGrp="1"/>
          </p:cNvSpPr>
          <p:nvPr>
            <p:ph type="sldNum" sz="quarter" idx="14"/>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434798591"/>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2_Data and Four Stat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406400" y="406400"/>
            <a:ext cx="5645946"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6400" y="1946275"/>
            <a:ext cx="3280410" cy="1938337"/>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6400" y="3998913"/>
            <a:ext cx="3280410" cy="1886135"/>
          </a:xfrm>
        </p:spPr>
        <p:txBody>
          <a:bodyPr/>
          <a:lstStyle>
            <a:lvl1pPr>
              <a:defRPr lang="en-US" sz="1200" dirty="0"/>
            </a:lvl1pPr>
            <a:lvl2pPr>
              <a:defRPr lang="en-US" sz="1800" dirty="0"/>
            </a:lvl2pPr>
            <a:lvl3pPr>
              <a:defRPr lang="en-US" sz="1200" dirty="0"/>
            </a:lvl3pPr>
            <a:lvl4pPr>
              <a:defRPr lang="en-US" sz="1200" dirty="0"/>
            </a:lvl4pPr>
            <a:lvl5pPr>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E353D8FF-E90E-7FE4-6395-D1D2E025C57F}"/>
              </a:ext>
            </a:extLst>
          </p:cNvPr>
          <p:cNvSpPr>
            <a:spLocks noGrp="1"/>
          </p:cNvSpPr>
          <p:nvPr>
            <p:ph sz="quarter" idx="19"/>
          </p:nvPr>
        </p:nvSpPr>
        <p:spPr>
          <a:xfrm>
            <a:off x="4238625" y="1946275"/>
            <a:ext cx="3279775" cy="1631134"/>
          </a:xfrm>
        </p:spPr>
        <p:txBody>
          <a:bodyPr/>
          <a:lstStyle>
            <a:lvl1pPr>
              <a:defRPr sz="1500" b="1">
                <a:latin typeface="+mn-lt"/>
              </a:defRPr>
            </a:lvl1pPr>
            <a:lvl2pPr>
              <a:spcBef>
                <a:spcPts val="600"/>
              </a:spcBef>
              <a:spcAft>
                <a:spcPts val="600"/>
              </a:spcAft>
              <a:defRPr sz="4500" b="0"/>
            </a:lvl2pPr>
            <a:lvl3pPr marL="0" indent="0">
              <a:buNone/>
              <a:defRPr sz="1200"/>
            </a:lvl3pPr>
          </a:lstStyle>
          <a:p>
            <a:pPr lvl="0"/>
            <a:r>
              <a:rPr lang="en-US"/>
              <a:t>Click to edit Master text styles</a:t>
            </a:r>
          </a:p>
          <a:p>
            <a:pPr lvl="1"/>
            <a:r>
              <a:rPr lang="en-US"/>
              <a:t>Second level</a:t>
            </a:r>
          </a:p>
          <a:p>
            <a:pPr lvl="2"/>
            <a:r>
              <a:rPr lang="en-US"/>
              <a:t>Third level</a:t>
            </a:r>
          </a:p>
        </p:txBody>
      </p:sp>
      <p:sp>
        <p:nvSpPr>
          <p:cNvPr id="16" name="Content Placeholder 9">
            <a:extLst>
              <a:ext uri="{FF2B5EF4-FFF2-40B4-BE49-F238E27FC236}">
                <a16:creationId xmlns:a16="http://schemas.microsoft.com/office/drawing/2014/main" id="{66073E16-5DC3-79E7-A501-51F3F53685CA}"/>
              </a:ext>
            </a:extLst>
          </p:cNvPr>
          <p:cNvSpPr>
            <a:spLocks noGrp="1"/>
          </p:cNvSpPr>
          <p:nvPr>
            <p:ph sz="quarter" idx="20"/>
          </p:nvPr>
        </p:nvSpPr>
        <p:spPr>
          <a:xfrm>
            <a:off x="8076628" y="1946275"/>
            <a:ext cx="3279775" cy="1631134"/>
          </a:xfrm>
        </p:spPr>
        <p:txBody>
          <a:bodyPr/>
          <a:lstStyle>
            <a:lvl1pPr>
              <a:defRPr sz="1500" b="1">
                <a:latin typeface="+mn-lt"/>
              </a:defRPr>
            </a:lvl1pPr>
            <a:lvl2pPr>
              <a:spcBef>
                <a:spcPts val="600"/>
              </a:spcBef>
              <a:spcAft>
                <a:spcPts val="600"/>
              </a:spcAft>
              <a:defRPr sz="4500" b="0"/>
            </a:lvl2pPr>
            <a:lvl3pPr marL="0" indent="0">
              <a:buNone/>
              <a:defRPr sz="1200"/>
            </a:lvl3pPr>
          </a:lstStyle>
          <a:p>
            <a:pPr lvl="0"/>
            <a:r>
              <a:rPr lang="en-US"/>
              <a:t>Click to edit Master text styles</a:t>
            </a:r>
          </a:p>
          <a:p>
            <a:pPr lvl="1"/>
            <a:r>
              <a:rPr lang="en-US"/>
              <a:t>Second level</a:t>
            </a:r>
          </a:p>
          <a:p>
            <a:pPr lvl="2"/>
            <a:r>
              <a:rPr lang="en-US"/>
              <a:t>Third level</a:t>
            </a:r>
          </a:p>
        </p:txBody>
      </p:sp>
      <p:sp>
        <p:nvSpPr>
          <p:cNvPr id="22" name="Content Placeholder 9">
            <a:extLst>
              <a:ext uri="{FF2B5EF4-FFF2-40B4-BE49-F238E27FC236}">
                <a16:creationId xmlns:a16="http://schemas.microsoft.com/office/drawing/2014/main" id="{3D4ED2C3-A170-43B0-96D2-2A1529EC1815}"/>
              </a:ext>
            </a:extLst>
          </p:cNvPr>
          <p:cNvSpPr>
            <a:spLocks noGrp="1"/>
          </p:cNvSpPr>
          <p:nvPr>
            <p:ph sz="quarter" idx="21"/>
          </p:nvPr>
        </p:nvSpPr>
        <p:spPr>
          <a:xfrm>
            <a:off x="4238625" y="3998913"/>
            <a:ext cx="3279775" cy="1631134"/>
          </a:xfrm>
        </p:spPr>
        <p:txBody>
          <a:bodyPr/>
          <a:lstStyle>
            <a:lvl1pPr>
              <a:defRPr sz="1500">
                <a:latin typeface="+mn-lt"/>
              </a:defRPr>
            </a:lvl1pPr>
            <a:lvl2pPr>
              <a:spcBef>
                <a:spcPts val="600"/>
              </a:spcBef>
              <a:spcAft>
                <a:spcPts val="600"/>
              </a:spcAft>
              <a:defRPr sz="4500" b="0"/>
            </a:lvl2pPr>
            <a:lvl3pPr marL="0" indent="0">
              <a:buNone/>
              <a:defRPr sz="1200"/>
            </a:lvl3pPr>
          </a:lstStyle>
          <a:p>
            <a:pPr lvl="0"/>
            <a:r>
              <a:rPr lang="en-US"/>
              <a:t>Click to edit Master text styles</a:t>
            </a:r>
          </a:p>
          <a:p>
            <a:pPr lvl="1"/>
            <a:r>
              <a:rPr lang="en-US"/>
              <a:t>Second level</a:t>
            </a:r>
          </a:p>
          <a:p>
            <a:pPr lvl="2"/>
            <a:r>
              <a:rPr lang="en-US"/>
              <a:t>Third level</a:t>
            </a:r>
          </a:p>
        </p:txBody>
      </p:sp>
      <p:sp>
        <p:nvSpPr>
          <p:cNvPr id="26" name="Content Placeholder 9">
            <a:extLst>
              <a:ext uri="{FF2B5EF4-FFF2-40B4-BE49-F238E27FC236}">
                <a16:creationId xmlns:a16="http://schemas.microsoft.com/office/drawing/2014/main" id="{C9C80EA6-D5D9-08A0-5E05-53DF3FF2578C}"/>
              </a:ext>
            </a:extLst>
          </p:cNvPr>
          <p:cNvSpPr>
            <a:spLocks noGrp="1"/>
          </p:cNvSpPr>
          <p:nvPr>
            <p:ph sz="quarter" idx="22"/>
          </p:nvPr>
        </p:nvSpPr>
        <p:spPr>
          <a:xfrm>
            <a:off x="8076628" y="3998913"/>
            <a:ext cx="3279775" cy="1631134"/>
          </a:xfrm>
        </p:spPr>
        <p:txBody>
          <a:bodyPr/>
          <a:lstStyle>
            <a:lvl1pPr>
              <a:defRPr sz="1500">
                <a:latin typeface="+mn-lt"/>
              </a:defRPr>
            </a:lvl1pPr>
            <a:lvl2pPr>
              <a:spcBef>
                <a:spcPts val="600"/>
              </a:spcBef>
              <a:spcAft>
                <a:spcPts val="600"/>
              </a:spcAft>
              <a:defRPr sz="4500" b="0"/>
            </a:lvl2pPr>
            <a:lvl3pPr marL="0" indent="0">
              <a:buNone/>
              <a:defRPr sz="1200"/>
            </a:lvl3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2F6554D1-3365-25BF-27FD-D556711940D5}"/>
              </a:ext>
            </a:extLst>
          </p:cNvPr>
          <p:cNvSpPr>
            <a:spLocks noGrp="1"/>
          </p:cNvSpPr>
          <p:nvPr>
            <p:ph type="ftr" sz="quarter" idx="24"/>
          </p:nvPr>
        </p:nvSpPr>
        <p:spPr>
          <a:xfrm>
            <a:off x="880180" y="6497441"/>
            <a:ext cx="8814816" cy="123111"/>
          </a:xfrm>
          <a:prstGeom prst="rect">
            <a:avLst/>
          </a:prstGeom>
        </p:spPr>
        <p:txBody>
          <a:bodyPr/>
          <a:lstStyle/>
          <a:p>
            <a:r>
              <a:rPr lang="en-US"/>
              <a:t>Presentation Title   |   Section Title</a:t>
            </a:r>
          </a:p>
        </p:txBody>
      </p:sp>
      <p:sp>
        <p:nvSpPr>
          <p:cNvPr id="6" name="Slide Number Placeholder 5">
            <a:extLst>
              <a:ext uri="{FF2B5EF4-FFF2-40B4-BE49-F238E27FC236}">
                <a16:creationId xmlns:a16="http://schemas.microsoft.com/office/drawing/2014/main" id="{0DE579C0-4A67-FABE-DEB0-90B6046E413D}"/>
              </a:ext>
            </a:extLst>
          </p:cNvPr>
          <p:cNvSpPr>
            <a:spLocks noGrp="1"/>
          </p:cNvSpPr>
          <p:nvPr>
            <p:ph type="sldNum" sz="quarter" idx="25"/>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727785054"/>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2_Four Content One Imag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3858E610-9BD2-B05C-EB3A-1A76DB512C18}"/>
              </a:ext>
            </a:extLst>
          </p:cNvPr>
          <p:cNvSpPr>
            <a:spLocks noGrp="1"/>
          </p:cNvSpPr>
          <p:nvPr>
            <p:ph type="title"/>
          </p:nvPr>
        </p:nvSpPr>
        <p:spPr>
          <a:xfrm>
            <a:off x="406399" y="406400"/>
            <a:ext cx="5637213" cy="915289"/>
          </a:xfrm>
          <a:prstGeom prst="rect">
            <a:avLst/>
          </a:prstGeom>
        </p:spPr>
        <p:txBody>
          <a:bodyPr vert="horz" lIns="0" tIns="0" rIns="0" bIns="0" rtlCol="0" anchor="t" anchorCtr="0">
            <a:noAutofit/>
          </a:bodyPr>
          <a:lstStyle/>
          <a:p>
            <a:r>
              <a:rPr lang="en-US"/>
              <a:t>Click to edit Master title style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06400" y="1432983"/>
            <a:ext cx="2597467" cy="4505855"/>
          </a:xfrm>
        </p:spPr>
        <p:txBody>
          <a:bodyPr/>
          <a:lstStyle>
            <a:lvl1pPr>
              <a:lnSpc>
                <a:spcPct val="100000"/>
              </a:lnSpc>
              <a:spcAft>
                <a:spcPts val="1300"/>
              </a:spcAft>
              <a:defRPr lang="en-US" sz="1200" dirty="0" smtClean="0"/>
            </a:lvl1pPr>
            <a:lvl2pPr>
              <a:defRPr lang="en-US" sz="2000" dirty="0"/>
            </a:lvl2pPr>
            <a:lvl3pPr>
              <a:defRPr sz="1200"/>
            </a:lvl3pPr>
            <a:lvl4pPr>
              <a:defRPr sz="1200"/>
            </a:lvl4pPr>
            <a:lvl5pPr>
              <a:defRPr sz="1200"/>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E3C981AC-1133-16A2-C7BE-8EEEC24A1CC8}"/>
              </a:ext>
            </a:extLst>
          </p:cNvPr>
          <p:cNvSpPr>
            <a:spLocks noGrp="1"/>
          </p:cNvSpPr>
          <p:nvPr>
            <p:ph idx="14"/>
          </p:nvPr>
        </p:nvSpPr>
        <p:spPr>
          <a:xfrm>
            <a:off x="3279775" y="1432983"/>
            <a:ext cx="2597467" cy="4505855"/>
          </a:xfrm>
        </p:spPr>
        <p:txBody>
          <a:bodyPr/>
          <a:lstStyle>
            <a:lvl1pPr>
              <a:defRPr sz="1200"/>
            </a:lvl1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3150" y="1432983"/>
            <a:ext cx="5634604" cy="2455863"/>
          </a:xfrm>
          <a:solidFill>
            <a:schemeClr val="bg2"/>
          </a:solidFill>
        </p:spPr>
        <p:txBody>
          <a:bodyPr tIns="731520"/>
          <a:lstStyle>
            <a:lvl1pPr algn="ctr">
              <a:defRPr/>
            </a:lvl1pPr>
            <a:lvl2pPr algn="ctr">
              <a:defRPr/>
            </a:lvl2pPr>
          </a:lstStyle>
          <a:p>
            <a:pPr lvl="1"/>
            <a:r>
              <a:rPr lang="en-US"/>
              <a:t>Click icon to add picture</a:t>
            </a:r>
          </a:p>
        </p:txBody>
      </p:sp>
      <p:sp>
        <p:nvSpPr>
          <p:cNvPr id="6" name="Content Placeholder 3">
            <a:extLst>
              <a:ext uri="{FF2B5EF4-FFF2-40B4-BE49-F238E27FC236}">
                <a16:creationId xmlns:a16="http://schemas.microsoft.com/office/drawing/2014/main" id="{DCC2ABC1-6D95-7E98-B742-D6D866058295}"/>
              </a:ext>
            </a:extLst>
          </p:cNvPr>
          <p:cNvSpPr>
            <a:spLocks noGrp="1"/>
          </p:cNvSpPr>
          <p:nvPr>
            <p:ph sz="quarter" idx="16"/>
          </p:nvPr>
        </p:nvSpPr>
        <p:spPr>
          <a:xfrm>
            <a:off x="6157913" y="3999442"/>
            <a:ext cx="2765425" cy="1929924"/>
          </a:xfrm>
        </p:spPr>
        <p:txBody>
          <a:bodyPr/>
          <a:lstStyle>
            <a:lvl1pPr>
              <a:defRPr sz="1200"/>
            </a:lvl1pPr>
            <a:lvl2pPr>
              <a:defRPr sz="18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Content Placeholder 3">
            <a:extLst>
              <a:ext uri="{FF2B5EF4-FFF2-40B4-BE49-F238E27FC236}">
                <a16:creationId xmlns:a16="http://schemas.microsoft.com/office/drawing/2014/main" id="{2347FB46-959C-8A39-E037-09202C65388E}"/>
              </a:ext>
            </a:extLst>
          </p:cNvPr>
          <p:cNvSpPr>
            <a:spLocks noGrp="1"/>
          </p:cNvSpPr>
          <p:nvPr>
            <p:ph sz="quarter" idx="17"/>
          </p:nvPr>
        </p:nvSpPr>
        <p:spPr>
          <a:xfrm>
            <a:off x="9037639" y="3999442"/>
            <a:ext cx="2763836" cy="1929924"/>
          </a:xfrm>
        </p:spPr>
        <p:txBody>
          <a:bodyPr/>
          <a:lstStyle>
            <a:lvl1pPr>
              <a:defRPr sz="1200"/>
            </a:lvl1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Footer Placeholder 9">
            <a:extLst>
              <a:ext uri="{FF2B5EF4-FFF2-40B4-BE49-F238E27FC236}">
                <a16:creationId xmlns:a16="http://schemas.microsoft.com/office/drawing/2014/main" id="{AECAF2C7-502F-5B9C-FE68-AAA3F751E384}"/>
              </a:ext>
            </a:extLst>
          </p:cNvPr>
          <p:cNvSpPr>
            <a:spLocks noGrp="1"/>
          </p:cNvSpPr>
          <p:nvPr>
            <p:ph type="ftr" sz="quarter" idx="19"/>
          </p:nvPr>
        </p:nvSpPr>
        <p:spPr>
          <a:xfrm>
            <a:off x="880180" y="6497441"/>
            <a:ext cx="8814816" cy="123111"/>
          </a:xfrm>
          <a:prstGeom prst="rect">
            <a:avLst/>
          </a:prstGeom>
        </p:spPr>
        <p:txBody>
          <a:bodyPr/>
          <a:lstStyle/>
          <a:p>
            <a:r>
              <a:rPr lang="en-US"/>
              <a:t>Presentation Title   |   Section Title</a:t>
            </a:r>
          </a:p>
        </p:txBody>
      </p:sp>
      <p:sp>
        <p:nvSpPr>
          <p:cNvPr id="11" name="Slide Number Placeholder 10">
            <a:extLst>
              <a:ext uri="{FF2B5EF4-FFF2-40B4-BE49-F238E27FC236}">
                <a16:creationId xmlns:a16="http://schemas.microsoft.com/office/drawing/2014/main" id="{4E3DDF2A-6E8A-5DD7-EC40-30621391AF91}"/>
              </a:ext>
            </a:extLst>
          </p:cNvPr>
          <p:cNvSpPr>
            <a:spLocks noGrp="1"/>
          </p:cNvSpPr>
          <p:nvPr>
            <p:ph type="sldNum" sz="quarter" idx="20"/>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3351521507"/>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2_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6400" y="3486150"/>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0941" y="406400"/>
            <a:ext cx="4683125" cy="2970213"/>
          </a:xfrm>
          <a:solidFill>
            <a:schemeClr val="accent1"/>
          </a:solidFill>
        </p:spPr>
        <p:txBody>
          <a:bodyPr lIns="274320" tIns="274320"/>
          <a:lstStyle>
            <a:lvl1pPr>
              <a:lnSpc>
                <a:spcPct val="100000"/>
              </a:lnSpc>
              <a:spcAft>
                <a:spcPts val="6000"/>
              </a:spcAft>
              <a:defRPr sz="8600" b="0">
                <a:solidFill>
                  <a:schemeClr val="bg1"/>
                </a:solidFill>
                <a:latin typeface="+mn-lt"/>
              </a:defRPr>
            </a:lvl1pPr>
            <a:lvl2pPr>
              <a:spcBef>
                <a:spcPts val="0"/>
              </a:spcBef>
              <a:defRPr b="1">
                <a:latin typeface="+mn-lt"/>
              </a:defRPr>
            </a:lvl2pPr>
          </a:lstStyle>
          <a:p>
            <a:pPr lvl="0"/>
            <a:r>
              <a:rPr lang="en-US"/>
              <a:t>0,000</a:t>
            </a:r>
          </a:p>
        </p:txBody>
      </p:sp>
      <p:sp>
        <p:nvSpPr>
          <p:cNvPr id="10" name="Text Placeholder 9">
            <a:extLst>
              <a:ext uri="{FF2B5EF4-FFF2-40B4-BE49-F238E27FC236}">
                <a16:creationId xmlns:a16="http://schemas.microsoft.com/office/drawing/2014/main" id="{5B8C705A-7501-8BB2-360F-85F75D8C5472}"/>
              </a:ext>
            </a:extLst>
          </p:cNvPr>
          <p:cNvSpPr>
            <a:spLocks noGrp="1"/>
          </p:cNvSpPr>
          <p:nvPr>
            <p:ph type="body" sz="quarter" idx="12"/>
          </p:nvPr>
        </p:nvSpPr>
        <p:spPr>
          <a:xfrm>
            <a:off x="9026525" y="3486150"/>
            <a:ext cx="2757487" cy="193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9">
            <a:extLst>
              <a:ext uri="{FF2B5EF4-FFF2-40B4-BE49-F238E27FC236}">
                <a16:creationId xmlns:a16="http://schemas.microsoft.com/office/drawing/2014/main" id="{E261EB62-99BB-7750-E027-C843643C73A3}"/>
              </a:ext>
            </a:extLst>
          </p:cNvPr>
          <p:cNvSpPr>
            <a:spLocks noGrp="1"/>
          </p:cNvSpPr>
          <p:nvPr>
            <p:ph type="body" sz="quarter" idx="14"/>
          </p:nvPr>
        </p:nvSpPr>
        <p:spPr>
          <a:xfrm>
            <a:off x="7400353" y="2323750"/>
            <a:ext cx="4103465" cy="741387"/>
          </a:xfrm>
        </p:spPr>
        <p:txBody>
          <a:bodyPr anchor="b" anchorCtr="0"/>
          <a:lstStyle>
            <a:lvl1pPr>
              <a:spcBef>
                <a:spcPts val="0"/>
              </a:spcBef>
              <a:spcAft>
                <a:spcPts val="0"/>
              </a:spcAft>
              <a:defRPr sz="1500" b="1">
                <a:latin typeface="+mn-lt"/>
              </a:defRPr>
            </a:lvl1pPr>
          </a:lstStyle>
          <a:p>
            <a:pPr lvl="0"/>
            <a:r>
              <a:rPr lang="en-US"/>
              <a:t>Click to edit Master text styles</a:t>
            </a:r>
          </a:p>
        </p:txBody>
      </p:sp>
      <p:sp>
        <p:nvSpPr>
          <p:cNvPr id="9" name="Footer Placeholder 8">
            <a:extLst>
              <a:ext uri="{FF2B5EF4-FFF2-40B4-BE49-F238E27FC236}">
                <a16:creationId xmlns:a16="http://schemas.microsoft.com/office/drawing/2014/main" id="{76F0F258-F68F-D5F0-8C3F-6C1041F04DE9}"/>
              </a:ext>
            </a:extLst>
          </p:cNvPr>
          <p:cNvSpPr>
            <a:spLocks noGrp="1"/>
          </p:cNvSpPr>
          <p:nvPr>
            <p:ph type="ftr" sz="quarter" idx="16"/>
          </p:nvPr>
        </p:nvSpPr>
        <p:spPr>
          <a:xfrm>
            <a:off x="880180" y="6497441"/>
            <a:ext cx="8814816" cy="123111"/>
          </a:xfrm>
          <a:prstGeom prst="rect">
            <a:avLst/>
          </a:prstGeom>
        </p:spPr>
        <p:txBody>
          <a:bodyPr/>
          <a:lstStyle/>
          <a:p>
            <a:r>
              <a:rPr lang="en-US"/>
              <a:t>Presentation Title   |   Section Title</a:t>
            </a:r>
          </a:p>
        </p:txBody>
      </p:sp>
      <p:sp>
        <p:nvSpPr>
          <p:cNvPr id="11" name="Slide Number Placeholder 10">
            <a:extLst>
              <a:ext uri="{FF2B5EF4-FFF2-40B4-BE49-F238E27FC236}">
                <a16:creationId xmlns:a16="http://schemas.microsoft.com/office/drawing/2014/main" id="{8BDA0B25-2310-8D4B-A82B-9EA2DD7CE7BD}"/>
              </a:ext>
            </a:extLst>
          </p:cNvPr>
          <p:cNvSpPr>
            <a:spLocks noGrp="1"/>
          </p:cNvSpPr>
          <p:nvPr>
            <p:ph type="sldNum" sz="quarter" idx="17"/>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356581848"/>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2_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406400" y="406400"/>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06400" y="1946275"/>
            <a:ext cx="2696610" cy="2403473"/>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79775" y="1946275"/>
            <a:ext cx="2696610" cy="2403473"/>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53150" y="1946275"/>
            <a:ext cx="2696610" cy="2403473"/>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26525" y="1946275"/>
            <a:ext cx="2696610" cy="2403473"/>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3" name="Content Placeholder 2">
            <a:extLst>
              <a:ext uri="{FF2B5EF4-FFF2-40B4-BE49-F238E27FC236}">
                <a16:creationId xmlns:a16="http://schemas.microsoft.com/office/drawing/2014/main" id="{E82DA225-56CF-2A33-EA57-1409E47ABED7}"/>
              </a:ext>
            </a:extLst>
          </p:cNvPr>
          <p:cNvSpPr>
            <a:spLocks noGrp="1"/>
          </p:cNvSpPr>
          <p:nvPr>
            <p:ph sz="quarter" idx="29"/>
          </p:nvPr>
        </p:nvSpPr>
        <p:spPr>
          <a:xfrm>
            <a:off x="406400" y="4513263"/>
            <a:ext cx="2759075" cy="1425575"/>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86161E78-17D4-632D-6A0B-EED749113879}"/>
              </a:ext>
            </a:extLst>
          </p:cNvPr>
          <p:cNvSpPr>
            <a:spLocks noGrp="1"/>
          </p:cNvSpPr>
          <p:nvPr>
            <p:ph sz="quarter" idx="30"/>
          </p:nvPr>
        </p:nvSpPr>
        <p:spPr>
          <a:xfrm>
            <a:off x="3279775" y="4513263"/>
            <a:ext cx="2759075" cy="1425575"/>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464A9B94-8341-DDB6-FCA3-D883E6F4A025}"/>
              </a:ext>
            </a:extLst>
          </p:cNvPr>
          <p:cNvSpPr>
            <a:spLocks noGrp="1"/>
          </p:cNvSpPr>
          <p:nvPr>
            <p:ph sz="quarter" idx="31"/>
          </p:nvPr>
        </p:nvSpPr>
        <p:spPr>
          <a:xfrm>
            <a:off x="6153150" y="4513263"/>
            <a:ext cx="2759075" cy="1425575"/>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1B6A6ACB-4A83-CA74-2875-F21BF8F53651}"/>
              </a:ext>
            </a:extLst>
          </p:cNvPr>
          <p:cNvSpPr>
            <a:spLocks noGrp="1"/>
          </p:cNvSpPr>
          <p:nvPr>
            <p:ph sz="quarter" idx="32"/>
          </p:nvPr>
        </p:nvSpPr>
        <p:spPr>
          <a:xfrm>
            <a:off x="9026525" y="4513263"/>
            <a:ext cx="2759075" cy="1425575"/>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12" name="Footer Placeholder 11">
            <a:extLst>
              <a:ext uri="{FF2B5EF4-FFF2-40B4-BE49-F238E27FC236}">
                <a16:creationId xmlns:a16="http://schemas.microsoft.com/office/drawing/2014/main" id="{6259258E-6E65-CE49-09A5-5F5CCDDB1784}"/>
              </a:ext>
            </a:extLst>
          </p:cNvPr>
          <p:cNvSpPr>
            <a:spLocks noGrp="1"/>
          </p:cNvSpPr>
          <p:nvPr>
            <p:ph type="ftr" sz="quarter" idx="34"/>
          </p:nvPr>
        </p:nvSpPr>
        <p:spPr>
          <a:xfrm>
            <a:off x="880180" y="6497441"/>
            <a:ext cx="8814816" cy="123111"/>
          </a:xfrm>
          <a:prstGeom prst="rect">
            <a:avLst/>
          </a:prstGeom>
        </p:spPr>
        <p:txBody>
          <a:bodyPr/>
          <a:lstStyle/>
          <a:p>
            <a:r>
              <a:rPr lang="en-US"/>
              <a:t>Presentation Title   |   Section Title</a:t>
            </a:r>
          </a:p>
        </p:txBody>
      </p:sp>
      <p:sp>
        <p:nvSpPr>
          <p:cNvPr id="13" name="Slide Number Placeholder 12">
            <a:extLst>
              <a:ext uri="{FF2B5EF4-FFF2-40B4-BE49-F238E27FC236}">
                <a16:creationId xmlns:a16="http://schemas.microsoft.com/office/drawing/2014/main" id="{42333294-462D-E7B4-6AFC-F581EE2F556B}"/>
              </a:ext>
            </a:extLst>
          </p:cNvPr>
          <p:cNvSpPr>
            <a:spLocks noGrp="1"/>
          </p:cNvSpPr>
          <p:nvPr>
            <p:ph type="sldNum" sz="quarter" idx="35"/>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586937084"/>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2_Four Team Images 2">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406400" y="406400"/>
            <a:ext cx="5637213"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06400" y="1432984"/>
            <a:ext cx="2696610" cy="1938866"/>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06400" y="3486150"/>
            <a:ext cx="2696610" cy="1927865"/>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53150" y="1432984"/>
            <a:ext cx="2696610" cy="1938866"/>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53150" y="3486150"/>
            <a:ext cx="2696610" cy="1927865"/>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7" name="Content Placeholder 2">
            <a:extLst>
              <a:ext uri="{FF2B5EF4-FFF2-40B4-BE49-F238E27FC236}">
                <a16:creationId xmlns:a16="http://schemas.microsoft.com/office/drawing/2014/main" id="{3E3A5107-F9B3-5448-DF06-59578E06A6A0}"/>
              </a:ext>
            </a:extLst>
          </p:cNvPr>
          <p:cNvSpPr>
            <a:spLocks noGrp="1"/>
          </p:cNvSpPr>
          <p:nvPr>
            <p:ph sz="quarter" idx="29"/>
          </p:nvPr>
        </p:nvSpPr>
        <p:spPr>
          <a:xfrm>
            <a:off x="3281363" y="1432984"/>
            <a:ext cx="2762250" cy="193886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19" name="Content Placeholder 2">
            <a:extLst>
              <a:ext uri="{FF2B5EF4-FFF2-40B4-BE49-F238E27FC236}">
                <a16:creationId xmlns:a16="http://schemas.microsoft.com/office/drawing/2014/main" id="{0312EB10-9FE2-7D88-78AE-FE03380EE80A}"/>
              </a:ext>
            </a:extLst>
          </p:cNvPr>
          <p:cNvSpPr>
            <a:spLocks noGrp="1"/>
          </p:cNvSpPr>
          <p:nvPr>
            <p:ph sz="quarter" idx="30"/>
          </p:nvPr>
        </p:nvSpPr>
        <p:spPr>
          <a:xfrm>
            <a:off x="9039777" y="1432984"/>
            <a:ext cx="2762250" cy="193886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20" name="Content Placeholder 2">
            <a:extLst>
              <a:ext uri="{FF2B5EF4-FFF2-40B4-BE49-F238E27FC236}">
                <a16:creationId xmlns:a16="http://schemas.microsoft.com/office/drawing/2014/main" id="{604C5615-D3B0-6598-1F07-6BC81C0C1B78}"/>
              </a:ext>
            </a:extLst>
          </p:cNvPr>
          <p:cNvSpPr>
            <a:spLocks noGrp="1"/>
          </p:cNvSpPr>
          <p:nvPr>
            <p:ph sz="quarter" idx="31"/>
          </p:nvPr>
        </p:nvSpPr>
        <p:spPr>
          <a:xfrm>
            <a:off x="3281363" y="3486150"/>
            <a:ext cx="2762250" cy="193886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21" name="Content Placeholder 2">
            <a:extLst>
              <a:ext uri="{FF2B5EF4-FFF2-40B4-BE49-F238E27FC236}">
                <a16:creationId xmlns:a16="http://schemas.microsoft.com/office/drawing/2014/main" id="{A1BB227D-A538-C977-AB52-2B08FD798EFC}"/>
              </a:ext>
            </a:extLst>
          </p:cNvPr>
          <p:cNvSpPr>
            <a:spLocks noGrp="1"/>
          </p:cNvSpPr>
          <p:nvPr>
            <p:ph sz="quarter" idx="32"/>
          </p:nvPr>
        </p:nvSpPr>
        <p:spPr>
          <a:xfrm>
            <a:off x="9039777" y="3486150"/>
            <a:ext cx="2762250" cy="193886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10" name="Footer Placeholder 9">
            <a:extLst>
              <a:ext uri="{FF2B5EF4-FFF2-40B4-BE49-F238E27FC236}">
                <a16:creationId xmlns:a16="http://schemas.microsoft.com/office/drawing/2014/main" id="{43025157-ADFD-3A6B-994F-5F461893C0CA}"/>
              </a:ext>
            </a:extLst>
          </p:cNvPr>
          <p:cNvSpPr>
            <a:spLocks noGrp="1"/>
          </p:cNvSpPr>
          <p:nvPr>
            <p:ph type="ftr" sz="quarter" idx="34"/>
          </p:nvPr>
        </p:nvSpPr>
        <p:spPr>
          <a:xfrm>
            <a:off x="880180" y="6497441"/>
            <a:ext cx="8814816" cy="123111"/>
          </a:xfrm>
          <a:prstGeom prst="rect">
            <a:avLst/>
          </a:prstGeom>
        </p:spPr>
        <p:txBody>
          <a:bodyPr/>
          <a:lstStyle/>
          <a:p>
            <a:r>
              <a:rPr lang="en-US"/>
              <a:t>Presentation Title   |   Section Title</a:t>
            </a:r>
          </a:p>
        </p:txBody>
      </p:sp>
      <p:sp>
        <p:nvSpPr>
          <p:cNvPr id="11" name="Slide Number Placeholder 10">
            <a:extLst>
              <a:ext uri="{FF2B5EF4-FFF2-40B4-BE49-F238E27FC236}">
                <a16:creationId xmlns:a16="http://schemas.microsoft.com/office/drawing/2014/main" id="{B8002414-A588-AB5A-A3B4-D466A85A3101}"/>
              </a:ext>
            </a:extLst>
          </p:cNvPr>
          <p:cNvSpPr>
            <a:spLocks noGrp="1"/>
          </p:cNvSpPr>
          <p:nvPr>
            <p:ph type="sldNum" sz="quarter" idx="35"/>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3768469179"/>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03_Title Slide Black BG">
    <p:bg>
      <p:bgPr>
        <a:solidFill>
          <a:schemeClr val="tx1"/>
        </a:solidFill>
        <a:effectLst/>
      </p:bgPr>
    </p:bg>
    <p:spTree>
      <p:nvGrpSpPr>
        <p:cNvPr id="1" name=""/>
        <p:cNvGrpSpPr/>
        <p:nvPr/>
      </p:nvGrpSpPr>
      <p:grpSpPr>
        <a:xfrm>
          <a:off x="0" y="0"/>
          <a:ext cx="0" cy="0"/>
          <a:chOff x="0" y="0"/>
          <a:chExt cx="0" cy="0"/>
        </a:xfrm>
      </p:grpSpPr>
      <p:pic>
        <p:nvPicPr>
          <p:cNvPr id="4" name="Picture 3" descr="A white text on a black background&#10;&#10;Description automatically generated">
            <a:extLst>
              <a:ext uri="{FF2B5EF4-FFF2-40B4-BE49-F238E27FC236}">
                <a16:creationId xmlns:a16="http://schemas.microsoft.com/office/drawing/2014/main" id="{FEE322DF-DCE3-28C8-DD12-A18989D2F021}"/>
              </a:ext>
            </a:extLst>
          </p:cNvPr>
          <p:cNvPicPr>
            <a:picLocks noChangeAspect="1"/>
          </p:cNvPicPr>
          <p:nvPr userDrawn="1"/>
        </p:nvPicPr>
        <p:blipFill>
          <a:blip r:embed="rId2"/>
          <a:stretch>
            <a:fillRect/>
          </a:stretch>
        </p:blipFill>
        <p:spPr>
          <a:xfrm>
            <a:off x="287984" y="251999"/>
            <a:ext cx="4693336" cy="1152257"/>
          </a:xfrm>
          <a:prstGeom prst="rect">
            <a:avLst/>
          </a:prstGeom>
        </p:spPr>
      </p:pic>
      <p:pic>
        <p:nvPicPr>
          <p:cNvPr id="6" name="Picture 5" descr="A black background with white lines&#10;&#10;Description automatically generated">
            <a:extLst>
              <a:ext uri="{FF2B5EF4-FFF2-40B4-BE49-F238E27FC236}">
                <a16:creationId xmlns:a16="http://schemas.microsoft.com/office/drawing/2014/main" id="{D528EA70-18B0-7900-8E42-9D08B4A64A3E}"/>
              </a:ext>
            </a:extLst>
          </p:cNvPr>
          <p:cNvPicPr>
            <a:picLocks noChangeAspect="1"/>
          </p:cNvPicPr>
          <p:nvPr userDrawn="1"/>
        </p:nvPicPr>
        <p:blipFill>
          <a:blip r:embed="rId3"/>
          <a:stretch>
            <a:fillRect/>
          </a:stretch>
        </p:blipFill>
        <p:spPr>
          <a:xfrm>
            <a:off x="6609984" y="225064"/>
            <a:ext cx="5402716" cy="6407872"/>
          </a:xfrm>
          <a:prstGeom prst="rect">
            <a:avLst/>
          </a:prstGeom>
        </p:spPr>
      </p:pic>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60000" y="2758345"/>
            <a:ext cx="5402715" cy="1341311"/>
          </a:xfrm>
        </p:spPr>
        <p:txBody>
          <a:bodyPr anchor="ctr" anchorCtr="0"/>
          <a:lstStyle>
            <a:lvl1pPr algn="l">
              <a:lnSpc>
                <a:spcPct val="90000"/>
              </a:lnSpc>
              <a:defRPr sz="3600">
                <a:solidFill>
                  <a:schemeClr val="bg1"/>
                </a:solidFill>
              </a:defRPr>
            </a:lvl1pPr>
          </a:lstStyle>
          <a:p>
            <a:r>
              <a:rPr lang="en-US"/>
              <a:t>Click to edit presentation title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hasCustomPrompt="1"/>
          </p:nvPr>
        </p:nvSpPr>
        <p:spPr>
          <a:xfrm>
            <a:off x="360000" y="6200078"/>
            <a:ext cx="2155022" cy="398896"/>
          </a:xfrm>
        </p:spPr>
        <p:txBody>
          <a:bodyPr anchor="b" anchorCtr="0"/>
          <a:lstStyle>
            <a:lvl1pPr algn="l">
              <a:defRPr sz="1400">
                <a:solidFill>
                  <a:schemeClr val="bg1"/>
                </a:solidFill>
              </a:defRPr>
            </a:lvl1pPr>
          </a:lstStyle>
          <a:p>
            <a:pPr lvl="0"/>
            <a:r>
              <a:rPr lang="en-US"/>
              <a:t>CLICK TO EDIT DATE</a:t>
            </a:r>
          </a:p>
        </p:txBody>
      </p:sp>
    </p:spTree>
    <p:extLst>
      <p:ext uri="{BB962C8B-B14F-4D97-AF65-F5344CB8AC3E}">
        <p14:creationId xmlns:p14="http://schemas.microsoft.com/office/powerpoint/2010/main" val="20545781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slideLayout" Target="../slideLayouts/slideLayout114.xml"/><Relationship Id="rId115" Type="http://schemas.openxmlformats.org/officeDocument/2006/relationships/slideLayout" Target="../slideLayouts/slideLayout115.xml"/><Relationship Id="rId116" Type="http://schemas.openxmlformats.org/officeDocument/2006/relationships/slideLayout" Target="../slideLayouts/slideLayout116.xml"/><Relationship Id="rId117" Type="http://schemas.openxmlformats.org/officeDocument/2006/relationships/slideLayout" Target="../slideLayouts/slideLayout117.xml"/><Relationship Id="rId118" Type="http://schemas.openxmlformats.org/officeDocument/2006/relationships/slideLayout" Target="../slideLayouts/slideLayout118.xml"/><Relationship Id="rId119" Type="http://schemas.openxmlformats.org/officeDocument/2006/relationships/slideLayout" Target="../slideLayouts/slideLayout119.xml"/><Relationship Id="rId120" Type="http://schemas.openxmlformats.org/officeDocument/2006/relationships/slideLayout" Target="../slideLayouts/slideLayout120.xml"/><Relationship Id="rId121" Type="http://schemas.openxmlformats.org/officeDocument/2006/relationships/slideLayout" Target="../slideLayouts/slideLayout121.xml"/><Relationship Id="rId122" Type="http://schemas.openxmlformats.org/officeDocument/2006/relationships/slideLayout" Target="../slideLayouts/slideLayout122.xml"/><Relationship Id="rId123" Type="http://schemas.openxmlformats.org/officeDocument/2006/relationships/slideLayout" Target="../slideLayouts/slideLayout123.xml"/><Relationship Id="rId124" Type="http://schemas.openxmlformats.org/officeDocument/2006/relationships/slideLayout" Target="../slideLayouts/slideLayout124.xml"/><Relationship Id="rId125" Type="http://schemas.openxmlformats.org/officeDocument/2006/relationships/slideLayout" Target="../slideLayouts/slideLayout125.xml"/><Relationship Id="rId126" Type="http://schemas.openxmlformats.org/officeDocument/2006/relationships/slideLayout" Target="../slideLayouts/slideLayout126.xml"/><Relationship Id="rId127" Type="http://schemas.openxmlformats.org/officeDocument/2006/relationships/slideLayout" Target="../slideLayouts/slideLayout127.xml"/><Relationship Id="rId128" Type="http://schemas.openxmlformats.org/officeDocument/2006/relationships/slideLayout" Target="../slideLayouts/slideLayout128.xml"/><Relationship Id="rId129" Type="http://schemas.openxmlformats.org/officeDocument/2006/relationships/slideLayout" Target="../slideLayouts/slideLayout129.xml"/><Relationship Id="rId130" Type="http://schemas.openxmlformats.org/officeDocument/2006/relationships/slideLayout" Target="../slideLayouts/slideLayout130.xml"/><Relationship Id="rId131" Type="http://schemas.openxmlformats.org/officeDocument/2006/relationships/slideLayout" Target="../slideLayouts/slideLayout131.xml"/><Relationship Id="rId132" Type="http://schemas.openxmlformats.org/officeDocument/2006/relationships/slideLayout" Target="../slideLayouts/slideLayout132.xml"/><Relationship Id="rId133" Type="http://schemas.openxmlformats.org/officeDocument/2006/relationships/slideLayout" Target="../slideLayouts/slideLayout133.xml"/><Relationship Id="rId134" Type="http://schemas.openxmlformats.org/officeDocument/2006/relationships/slideLayout" Target="../slideLayouts/slideLayout134.xml"/><Relationship Id="rId135" Type="http://schemas.openxmlformats.org/officeDocument/2006/relationships/slideLayout" Target="../slideLayouts/slideLayout135.xml"/><Relationship Id="rId136" Type="http://schemas.openxmlformats.org/officeDocument/2006/relationships/slideLayout" Target="../slideLayouts/slideLayout136.xml"/><Relationship Id="rId137" Type="http://schemas.openxmlformats.org/officeDocument/2006/relationships/slideLayout" Target="../slideLayouts/slideLayout137.xml"/><Relationship Id="rId138" Type="http://schemas.openxmlformats.org/officeDocument/2006/relationships/slideLayout" Target="../slideLayouts/slideLayout138.xml"/><Relationship Id="rId139" Type="http://schemas.openxmlformats.org/officeDocument/2006/relationships/slideLayout" Target="../slideLayouts/slideLayout139.xml"/><Relationship Id="rId140" Type="http://schemas.openxmlformats.org/officeDocument/2006/relationships/slideLayout" Target="../slideLayouts/slideLayout140.xml"/><Relationship Id="rId141" Type="http://schemas.openxmlformats.org/officeDocument/2006/relationships/slideLayout" Target="../slideLayouts/slideLayout141.xml"/><Relationship Id="rId142" Type="http://schemas.openxmlformats.org/officeDocument/2006/relationships/slideLayout" Target="../slideLayouts/slideLayout142.xml"/><Relationship Id="rId143" Type="http://schemas.openxmlformats.org/officeDocument/2006/relationships/slideLayout" Target="../slideLayouts/slideLayout143.xml"/><Relationship Id="rId144" Type="http://schemas.openxmlformats.org/officeDocument/2006/relationships/slideLayout" Target="../slideLayouts/slideLayout144.xml"/><Relationship Id="rId145" Type="http://schemas.openxmlformats.org/officeDocument/2006/relationships/slideLayout" Target="../slideLayouts/slideLayout145.xml"/><Relationship Id="rId146" Type="http://schemas.openxmlformats.org/officeDocument/2006/relationships/slideLayout" Target="../slideLayouts/slideLayout146.xml"/><Relationship Id="rId147" Type="http://schemas.openxmlformats.org/officeDocument/2006/relationships/slideLayout" Target="../slideLayouts/slideLayout147.xml"/><Relationship Id="rId148" Type="http://schemas.openxmlformats.org/officeDocument/2006/relationships/slideLayout" Target="../slideLayouts/slideLayout148.xml"/><Relationship Id="rId149" Type="http://schemas.openxmlformats.org/officeDocument/2006/relationships/slideLayout" Target="../slideLayouts/slideLayout149.xml"/><Relationship Id="rId150" Type="http://schemas.openxmlformats.org/officeDocument/2006/relationships/slideLayout" Target="../slideLayouts/slideLayout150.xml"/><Relationship Id="rId151" Type="http://schemas.openxmlformats.org/officeDocument/2006/relationships/slideLayout" Target="../slideLayouts/slideLayout151.xml"/><Relationship Id="rId152" Type="http://schemas.openxmlformats.org/officeDocument/2006/relationships/slideLayout" Target="../slideLayouts/slideLayout152.xml"/><Relationship Id="rId153" Type="http://schemas.openxmlformats.org/officeDocument/2006/relationships/slideLayout" Target="../slideLayouts/slideLayout153.xml"/><Relationship Id="rId154" Type="http://schemas.openxmlformats.org/officeDocument/2006/relationships/slideLayout" Target="../slideLayouts/slideLayout154.xml"/><Relationship Id="rId155" Type="http://schemas.openxmlformats.org/officeDocument/2006/relationships/slideLayout" Target="../slideLayouts/slideLayout155.xml"/><Relationship Id="rId156" Type="http://schemas.openxmlformats.org/officeDocument/2006/relationships/slideLayout" Target="../slideLayouts/slideLayout156.xml"/><Relationship Id="rId157" Type="http://schemas.openxmlformats.org/officeDocument/2006/relationships/slideLayout" Target="../slideLayouts/slideLayout157.xml"/><Relationship Id="rId158" Type="http://schemas.openxmlformats.org/officeDocument/2006/relationships/slideLayout" Target="../slideLayouts/slideLayout158.xml"/><Relationship Id="rId159" Type="http://schemas.openxmlformats.org/officeDocument/2006/relationships/slideLayout" Target="../slideLayouts/slideLayout159.xml"/><Relationship Id="rId160" Type="http://schemas.openxmlformats.org/officeDocument/2006/relationships/slideLayout" Target="../slideLayouts/slideLayout160.xml"/><Relationship Id="rId161" Type="http://schemas.openxmlformats.org/officeDocument/2006/relationships/slideLayout" Target="../slideLayouts/slideLayout161.xml"/><Relationship Id="rId162" Type="http://schemas.openxmlformats.org/officeDocument/2006/relationships/slideLayout" Target="../slideLayouts/slideLayout162.xml"/><Relationship Id="rId163" Type="http://schemas.openxmlformats.org/officeDocument/2006/relationships/slideLayout" Target="../slideLayouts/slideLayout163.xml"/><Relationship Id="rId164" Type="http://schemas.openxmlformats.org/officeDocument/2006/relationships/slideLayout" Target="../slideLayouts/slideLayout164.xml"/><Relationship Id="rId165" Type="http://schemas.openxmlformats.org/officeDocument/2006/relationships/slideLayout" Target="../slideLayouts/slideLayout165.xml"/><Relationship Id="rId166" Type="http://schemas.openxmlformats.org/officeDocument/2006/relationships/slideLayout" Target="../slideLayouts/slideLayout166.xml"/><Relationship Id="rId167" Type="http://schemas.openxmlformats.org/officeDocument/2006/relationships/slideLayout" Target="../slideLayouts/slideLayout167.xml"/><Relationship Id="rId168" Type="http://schemas.openxmlformats.org/officeDocument/2006/relationships/slideLayout" Target="../slideLayouts/slideLayout168.xml"/><Relationship Id="rId169" Type="http://schemas.openxmlformats.org/officeDocument/2006/relationships/slideLayout" Target="../slideLayouts/slideLayout169.xml"/><Relationship Id="rId170" Type="http://schemas.openxmlformats.org/officeDocument/2006/relationships/slideLayout" Target="../slideLayouts/slideLayout170.xml"/><Relationship Id="rId171" Type="http://schemas.openxmlformats.org/officeDocument/2006/relationships/slideLayout" Target="../slideLayouts/slideLayout171.xml"/><Relationship Id="rId172" Type="http://schemas.openxmlformats.org/officeDocument/2006/relationships/slideLayout" Target="../slideLayouts/slideLayout172.xml"/><Relationship Id="rId173" Type="http://schemas.openxmlformats.org/officeDocument/2006/relationships/slideLayout" Target="../slideLayouts/slideLayout173.xml"/><Relationship Id="rId174" Type="http://schemas.openxmlformats.org/officeDocument/2006/relationships/slideLayout" Target="../slideLayouts/slideLayout174.xml"/><Relationship Id="rId175" Type="http://schemas.openxmlformats.org/officeDocument/2006/relationships/slideLayout" Target="../slideLayouts/slideLayout175.xml"/><Relationship Id="rId176" Type="http://schemas.openxmlformats.org/officeDocument/2006/relationships/slideLayout" Target="../slideLayouts/slideLayout176.xml"/><Relationship Id="rId177" Type="http://schemas.openxmlformats.org/officeDocument/2006/relationships/slideLayout" Target="../slideLayouts/slideLayout177.xml"/><Relationship Id="rId178" Type="http://schemas.openxmlformats.org/officeDocument/2006/relationships/slideLayout" Target="../slideLayouts/slideLayout178.xml"/><Relationship Id="rId179" Type="http://schemas.openxmlformats.org/officeDocument/2006/relationships/slideLayout" Target="../slideLayouts/slideLayout179.xml"/><Relationship Id="rId180" Type="http://schemas.openxmlformats.org/officeDocument/2006/relationships/slideLayout" Target="../slideLayouts/slideLayout180.xml"/><Relationship Id="rId181" Type="http://schemas.openxmlformats.org/officeDocument/2006/relationships/slideLayout" Target="../slideLayouts/slideLayout181.xml"/><Relationship Id="rId182" Type="http://schemas.openxmlformats.org/officeDocument/2006/relationships/slideLayout" Target="../slideLayouts/slideLayout182.xml"/><Relationship Id="rId183" Type="http://schemas.openxmlformats.org/officeDocument/2006/relationships/slideLayout" Target="../slideLayouts/slideLayout183.xml"/><Relationship Id="rId184" Type="http://schemas.openxmlformats.org/officeDocument/2006/relationships/slideLayout" Target="../slideLayouts/slideLayout184.xml"/><Relationship Id="rId185" Type="http://schemas.openxmlformats.org/officeDocument/2006/relationships/slideLayout" Target="../slideLayouts/slideLayout185.xml"/><Relationship Id="rId186" Type="http://schemas.openxmlformats.org/officeDocument/2006/relationships/slideLayout" Target="../slideLayouts/slideLayout186.xml"/><Relationship Id="rId187" Type="http://schemas.openxmlformats.org/officeDocument/2006/relationships/slideLayout" Target="../slideLayouts/slideLayout187.xml"/><Relationship Id="rId188" Type="http://schemas.openxmlformats.org/officeDocument/2006/relationships/slideLayout" Target="../slideLayouts/slideLayout188.xml"/><Relationship Id="rId189" Type="http://schemas.openxmlformats.org/officeDocument/2006/relationships/slideLayout" Target="../slideLayouts/slideLayout189.xml"/><Relationship Id="rId190" Type="http://schemas.openxmlformats.org/officeDocument/2006/relationships/slideLayout" Target="../slideLayouts/slideLayout190.xml"/><Relationship Id="rId191" Type="http://schemas.openxmlformats.org/officeDocument/2006/relationships/slideLayout" Target="../slideLayouts/slideLayout191.xml"/><Relationship Id="rId192" Type="http://schemas.openxmlformats.org/officeDocument/2006/relationships/slideLayout" Target="../slideLayouts/slideLayout192.xml"/><Relationship Id="rId193" Type="http://schemas.openxmlformats.org/officeDocument/2006/relationships/slideLayout" Target="../slideLayouts/slideLayout193.xml"/><Relationship Id="rId194" Type="http://schemas.openxmlformats.org/officeDocument/2006/relationships/slideLayout" Target="../slideLayouts/slideLayout194.xml"/><Relationship Id="rId195" Type="http://schemas.openxmlformats.org/officeDocument/2006/relationships/slideLayout" Target="../slideLayouts/slideLayout195.xml"/><Relationship Id="rId196" Type="http://schemas.openxmlformats.org/officeDocument/2006/relationships/slideLayout" Target="../slideLayouts/slideLayout196.xml"/><Relationship Id="rId197" Type="http://schemas.openxmlformats.org/officeDocument/2006/relationships/slideLayout" Target="../slideLayouts/slideLayout197.xml"/><Relationship Id="rId198" Type="http://schemas.openxmlformats.org/officeDocument/2006/relationships/slideLayout" Target="../slideLayouts/slideLayout198.xml"/><Relationship Id="rId199" Type="http://schemas.openxmlformats.org/officeDocument/2006/relationships/slideLayout" Target="../slideLayouts/slideLayout199.xml"/><Relationship Id="rId200" Type="http://schemas.openxmlformats.org/officeDocument/2006/relationships/slideLayout" Target="../slideLayouts/slideLayout200.xml"/><Relationship Id="rId201" Type="http://schemas.openxmlformats.org/officeDocument/2006/relationships/slideLayout" Target="../slideLayouts/slideLayout201.xml"/><Relationship Id="rId202" Type="http://schemas.openxmlformats.org/officeDocument/2006/relationships/slideLayout" Target="../slideLayouts/slideLayout202.xml"/><Relationship Id="rId203" Type="http://schemas.openxmlformats.org/officeDocument/2006/relationships/slideLayout" Target="../slideLayouts/slideLayout203.xml"/><Relationship Id="rId204" Type="http://schemas.openxmlformats.org/officeDocument/2006/relationships/slideLayout" Target="../slideLayouts/slideLayout204.xml"/><Relationship Id="rId205" Type="http://schemas.openxmlformats.org/officeDocument/2006/relationships/slideLayout" Target="../slideLayouts/slideLayout205.xml"/><Relationship Id="rId206" Type="http://schemas.openxmlformats.org/officeDocument/2006/relationships/slideLayout" Target="../slideLayouts/slideLayout206.xml"/><Relationship Id="rId207" Type="http://schemas.openxmlformats.org/officeDocument/2006/relationships/slideLayout" Target="../slideLayouts/slideLayout207.xml"/><Relationship Id="rId208" Type="http://schemas.openxmlformats.org/officeDocument/2006/relationships/slideLayout" Target="../slideLayouts/slideLayout208.xml"/><Relationship Id="rId209" Type="http://schemas.openxmlformats.org/officeDocument/2006/relationships/slideLayout" Target="../slideLayouts/slideLayout209.xml"/><Relationship Id="rId210" Type="http://schemas.openxmlformats.org/officeDocument/2006/relationships/slideLayout" Target="../slideLayouts/slideLayout210.xml"/><Relationship Id="rId211" Type="http://schemas.openxmlformats.org/officeDocument/2006/relationships/slideLayout" Target="../slideLayouts/slideLayout211.xml"/><Relationship Id="rId212" Type="http://schemas.openxmlformats.org/officeDocument/2006/relationships/slideLayout" Target="../slideLayouts/slideLayout212.xml"/><Relationship Id="rId213" Type="http://schemas.openxmlformats.org/officeDocument/2006/relationships/slideLayout" Target="../slideLayouts/slideLayout213.xml"/><Relationship Id="rId214" Type="http://schemas.openxmlformats.org/officeDocument/2006/relationships/slideLayout" Target="../slideLayouts/slideLayout214.xml"/><Relationship Id="rId215" Type="http://schemas.openxmlformats.org/officeDocument/2006/relationships/slideLayout" Target="../slideLayouts/slideLayout215.xml"/><Relationship Id="rId216" Type="http://schemas.openxmlformats.org/officeDocument/2006/relationships/slideLayout" Target="../slideLayouts/slideLayout216.xml"/><Relationship Id="rId217" Type="http://schemas.openxmlformats.org/officeDocument/2006/relationships/slideLayout" Target="../slideLayouts/slideLayout217.xml"/><Relationship Id="rId218" Type="http://schemas.openxmlformats.org/officeDocument/2006/relationships/slideLayout" Target="../slideLayouts/slideLayout218.xml"/><Relationship Id="rId219" Type="http://schemas.openxmlformats.org/officeDocument/2006/relationships/slideLayout" Target="../slideLayouts/slideLayout219.xml"/><Relationship Id="rId220" Type="http://schemas.openxmlformats.org/officeDocument/2006/relationships/slideLayout" Target="../slideLayouts/slideLayout220.xml"/><Relationship Id="rId221" Type="http://schemas.openxmlformats.org/officeDocument/2006/relationships/slideLayout" Target="../slideLayouts/slideLayout221.xml"/><Relationship Id="rId222" Type="http://schemas.openxmlformats.org/officeDocument/2006/relationships/slideLayout" Target="../slideLayouts/slideLayout222.xml"/><Relationship Id="rId223" Type="http://schemas.openxmlformats.org/officeDocument/2006/relationships/slideLayout" Target="../slideLayouts/slideLayout223.xml"/><Relationship Id="rId224" Type="http://schemas.openxmlformats.org/officeDocument/2006/relationships/slideLayout" Target="../slideLayouts/slideLayout224.xml"/><Relationship Id="rId225" Type="http://schemas.openxmlformats.org/officeDocument/2006/relationships/slideLayout" Target="../slideLayouts/slideLayout225.xml"/><Relationship Id="rId226" Type="http://schemas.openxmlformats.org/officeDocument/2006/relationships/slideLayout" Target="../slideLayouts/slideLayout226.xml"/><Relationship Id="rId227" Type="http://schemas.openxmlformats.org/officeDocument/2006/relationships/slideLayout" Target="../slideLayouts/slideLayout227.xml"/><Relationship Id="rId228" Type="http://schemas.openxmlformats.org/officeDocument/2006/relationships/slideLayout" Target="../slideLayouts/slideLayout228.xml"/><Relationship Id="rId229" Type="http://schemas.openxmlformats.org/officeDocument/2006/relationships/slideLayout" Target="../slideLayouts/slideLayout229.xml"/><Relationship Id="rId230" Type="http://schemas.openxmlformats.org/officeDocument/2006/relationships/slideLayout" Target="../slideLayouts/slideLayout230.xml"/><Relationship Id="rId231" Type="http://schemas.openxmlformats.org/officeDocument/2006/relationships/slideLayout" Target="../slideLayouts/slideLayout231.xml"/><Relationship Id="rId232" Type="http://schemas.openxmlformats.org/officeDocument/2006/relationships/slideLayout" Target="../slideLayouts/slideLayout232.xml"/><Relationship Id="rId233" Type="http://schemas.openxmlformats.org/officeDocument/2006/relationships/slideLayout" Target="../slideLayouts/slideLayout233.xml"/><Relationship Id="rId234" Type="http://schemas.openxmlformats.org/officeDocument/2006/relationships/slideLayout" Target="../slideLayouts/slideLayout234.xml"/><Relationship Id="rId235" Type="http://schemas.openxmlformats.org/officeDocument/2006/relationships/slideLayout" Target="../slideLayouts/slideLayout235.xml"/><Relationship Id="rId236" Type="http://schemas.openxmlformats.org/officeDocument/2006/relationships/slideLayout" Target="../slideLayouts/slideLayout236.xml"/><Relationship Id="rId237" Type="http://schemas.openxmlformats.org/officeDocument/2006/relationships/slideLayout" Target="../slideLayouts/slideLayout237.xml"/><Relationship Id="rId238" Type="http://schemas.openxmlformats.org/officeDocument/2006/relationships/slideLayout" Target="../slideLayouts/slideLayout238.xml"/><Relationship Id="rId239" Type="http://schemas.openxmlformats.org/officeDocument/2006/relationships/slideLayout" Target="../slideLayouts/slideLayout239.xml"/><Relationship Id="rId240" Type="http://schemas.openxmlformats.org/officeDocument/2006/relationships/slideLayout" Target="../slideLayouts/slideLayout240.xml"/><Relationship Id="rId241" Type="http://schemas.openxmlformats.org/officeDocument/2006/relationships/slideLayout" Target="../slideLayouts/slideLayout241.xml"/><Relationship Id="rId242" Type="http://schemas.openxmlformats.org/officeDocument/2006/relationships/slideLayout" Target="../slideLayouts/slideLayout242.xml"/><Relationship Id="rId243" Type="http://schemas.openxmlformats.org/officeDocument/2006/relationships/slideLayout" Target="../slideLayouts/slideLayout243.xml"/><Relationship Id="rId244" Type="http://schemas.openxmlformats.org/officeDocument/2006/relationships/slideLayout" Target="../slideLayouts/slideLayout244.xml"/><Relationship Id="rId245" Type="http://schemas.openxmlformats.org/officeDocument/2006/relationships/slideLayout" Target="../slideLayouts/slideLayout245.xml"/><Relationship Id="rId246" Type="http://schemas.openxmlformats.org/officeDocument/2006/relationships/slideLayout" Target="../slideLayouts/slideLayout246.xml"/><Relationship Id="rId247" Type="http://schemas.openxmlformats.org/officeDocument/2006/relationships/slideLayout" Target="../slideLayouts/slideLayout247.xml"/><Relationship Id="rId248" Type="http://schemas.openxmlformats.org/officeDocument/2006/relationships/slideLayout" Target="../slideLayouts/slideLayout248.xml"/><Relationship Id="rId249" Type="http://schemas.openxmlformats.org/officeDocument/2006/relationships/slideLayout" Target="../slideLayouts/slideLayout249.xml"/><Relationship Id="rId250" Type="http://schemas.openxmlformats.org/officeDocument/2006/relationships/slideLayout" Target="../slideLayouts/slideLayout250.xml"/><Relationship Id="rId251" Type="http://schemas.openxmlformats.org/officeDocument/2006/relationships/slideLayout" Target="../slideLayouts/slideLayout251.xml"/><Relationship Id="rId252" Type="http://schemas.openxmlformats.org/officeDocument/2006/relationships/slideLayout" Target="../slideLayouts/slideLayout252.xml"/><Relationship Id="rId253" Type="http://schemas.openxmlformats.org/officeDocument/2006/relationships/slideLayout" Target="../slideLayouts/slideLayout253.xml"/><Relationship Id="rId254" Type="http://schemas.openxmlformats.org/officeDocument/2006/relationships/slideLayout" Target="../slideLayouts/slideLayout254.xml"/><Relationship Id="rId255" Type="http://schemas.openxmlformats.org/officeDocument/2006/relationships/slideLayout" Target="../slideLayouts/slideLayout255.xml"/><Relationship Id="rId256" Type="http://schemas.openxmlformats.org/officeDocument/2006/relationships/slideLayout" Target="../slideLayouts/slideLayout256.xml"/><Relationship Id="rId257" Type="http://schemas.openxmlformats.org/officeDocument/2006/relationships/slideLayout" Target="../slideLayouts/slideLayout257.xml"/><Relationship Id="rId258" Type="http://schemas.openxmlformats.org/officeDocument/2006/relationships/slideLayout" Target="../slideLayouts/slideLayout258.xml"/><Relationship Id="rId259" Type="http://schemas.openxmlformats.org/officeDocument/2006/relationships/slideLayout" Target="../slideLayouts/slideLayout259.xml"/><Relationship Id="rId260" Type="http://schemas.openxmlformats.org/officeDocument/2006/relationships/slideLayout" Target="../slideLayouts/slideLayout260.xml"/><Relationship Id="rId261" Type="http://schemas.openxmlformats.org/officeDocument/2006/relationships/slideLayout" Target="../slideLayouts/slideLayout261.xml"/><Relationship Id="rId262" Type="http://schemas.openxmlformats.org/officeDocument/2006/relationships/slideLayout" Target="../slideLayouts/slideLayout262.xml"/><Relationship Id="rId263" Type="http://schemas.openxmlformats.org/officeDocument/2006/relationships/slideLayout" Target="../slideLayouts/slideLayout263.xml"/><Relationship Id="rId264" Type="http://schemas.openxmlformats.org/officeDocument/2006/relationships/slideLayout" Target="../slideLayouts/slideLayout264.xml"/><Relationship Id="rId265" Type="http://schemas.openxmlformats.org/officeDocument/2006/relationships/slideLayout" Target="../slideLayouts/slideLayout265.xml"/><Relationship Id="rId266" Type="http://schemas.openxmlformats.org/officeDocument/2006/relationships/slideLayout" Target="../slideLayouts/slideLayout266.xml"/><Relationship Id="rId267" Type="http://schemas.openxmlformats.org/officeDocument/2006/relationships/slideLayout" Target="../slideLayouts/slideLayout267.xml"/><Relationship Id="rId268" Type="http://schemas.openxmlformats.org/officeDocument/2006/relationships/slideLayout" Target="../slideLayouts/slideLayout268.xml"/><Relationship Id="rId269" Type="http://schemas.openxmlformats.org/officeDocument/2006/relationships/slideLayout" Target="../slideLayouts/slideLayout269.xml"/><Relationship Id="rId270" Type="http://schemas.openxmlformats.org/officeDocument/2006/relationships/slideLayout" Target="../slideLayouts/slideLayout270.xml"/><Relationship Id="rId271" Type="http://schemas.openxmlformats.org/officeDocument/2006/relationships/slideLayout" Target="../slideLayouts/slideLayout271.xml"/><Relationship Id="rId272" Type="http://schemas.openxmlformats.org/officeDocument/2006/relationships/slideLayout" Target="../slideLayouts/slideLayout272.xml"/><Relationship Id="rId273" Type="http://schemas.openxmlformats.org/officeDocument/2006/relationships/slideLayout" Target="../slideLayouts/slideLayout273.xml"/><Relationship Id="rId274" Type="http://schemas.openxmlformats.org/officeDocument/2006/relationships/slideLayout" Target="../slideLayouts/slideLayout274.xml"/><Relationship Id="rId275" Type="http://schemas.openxmlformats.org/officeDocument/2006/relationships/slideLayout" Target="../slideLayouts/slideLayout275.xml"/><Relationship Id="rId276" Type="http://schemas.openxmlformats.org/officeDocument/2006/relationships/slideLayout" Target="../slideLayouts/slideLayout276.xml"/><Relationship Id="rId277" Type="http://schemas.openxmlformats.org/officeDocument/2006/relationships/slideLayout" Target="../slideLayouts/slideLayout277.xml"/><Relationship Id="rId278" Type="http://schemas.openxmlformats.org/officeDocument/2006/relationships/slideLayout" Target="../slideLayouts/slideLayout278.xml"/><Relationship Id="rId279" Type="http://schemas.openxmlformats.org/officeDocument/2006/relationships/slideLayout" Target="../slideLayouts/slideLayout279.xml"/><Relationship Id="rId280" Type="http://schemas.openxmlformats.org/officeDocument/2006/relationships/slideLayout" Target="../slideLayouts/slideLayout280.xml"/><Relationship Id="rId281" Type="http://schemas.openxmlformats.org/officeDocument/2006/relationships/slideLayout" Target="../slideLayouts/slideLayout281.xml"/><Relationship Id="rId282" Type="http://schemas.openxmlformats.org/officeDocument/2006/relationships/slideLayout" Target="../slideLayouts/slideLayout282.xml"/><Relationship Id="rId283" Type="http://schemas.openxmlformats.org/officeDocument/2006/relationships/slideLayout" Target="../slideLayouts/slideLayout283.xml"/><Relationship Id="rId284" Type="http://schemas.openxmlformats.org/officeDocument/2006/relationships/slideLayout" Target="../slideLayouts/slideLayout284.xml"/><Relationship Id="rId285" Type="http://schemas.openxmlformats.org/officeDocument/2006/relationships/slideLayout" Target="../slideLayouts/slideLayout285.xml"/><Relationship Id="rId286" Type="http://schemas.openxmlformats.org/officeDocument/2006/relationships/slideLayout" Target="../slideLayouts/slideLayout286.xml"/><Relationship Id="rId287" Type="http://schemas.openxmlformats.org/officeDocument/2006/relationships/slideLayout" Target="../slideLayouts/slideLayout287.xml"/><Relationship Id="rId288" Type="http://schemas.openxmlformats.org/officeDocument/2006/relationships/slideLayout" Target="../slideLayouts/slideLayout288.xml"/><Relationship Id="rId289" Type="http://schemas.openxmlformats.org/officeDocument/2006/relationships/slideLayout" Target="../slideLayouts/slideLayout289.xml"/><Relationship Id="rId290" Type="http://schemas.openxmlformats.org/officeDocument/2006/relationships/slideLayout" Target="../slideLayouts/slideLayout290.xml"/><Relationship Id="rId291" Type="http://schemas.openxmlformats.org/officeDocument/2006/relationships/slideLayout" Target="../slideLayouts/slideLayout291.xml"/><Relationship Id="rId292" Type="http://schemas.openxmlformats.org/officeDocument/2006/relationships/slideLayout" Target="../slideLayouts/slideLayout292.xml"/><Relationship Id="rId293" Type="http://schemas.openxmlformats.org/officeDocument/2006/relationships/slideLayout" Target="../slideLayouts/slideLayout293.xml"/><Relationship Id="rId294" Type="http://schemas.openxmlformats.org/officeDocument/2006/relationships/slideLayout" Target="../slideLayouts/slideLayout294.xml"/><Relationship Id="rId295" Type="http://schemas.openxmlformats.org/officeDocument/2006/relationships/slideLayout" Target="../slideLayouts/slideLayout295.xml"/><Relationship Id="rId296" Type="http://schemas.openxmlformats.org/officeDocument/2006/relationships/slideLayout" Target="../slideLayouts/slideLayout296.xml"/><Relationship Id="rId297" Type="http://schemas.openxmlformats.org/officeDocument/2006/relationships/slideLayout" Target="../slideLayouts/slideLayout297.xml"/><Relationship Id="rId298" Type="http://schemas.openxmlformats.org/officeDocument/2006/relationships/slideLayout" Target="../slideLayouts/slideLayout298.xml"/><Relationship Id="rId299" Type="http://schemas.openxmlformats.org/officeDocument/2006/relationships/slideLayout" Target="../slideLayouts/slideLayout299.xml"/><Relationship Id="rId300" Type="http://schemas.openxmlformats.org/officeDocument/2006/relationships/slideLayout" Target="../slideLayouts/slideLayout300.xml"/><Relationship Id="rId301" Type="http://schemas.openxmlformats.org/officeDocument/2006/relationships/slideLayout" Target="../slideLayouts/slideLayout301.xml"/><Relationship Id="rId302" Type="http://schemas.openxmlformats.org/officeDocument/2006/relationships/slideLayout" Target="../slideLayouts/slideLayout302.xml"/><Relationship Id="rId303" Type="http://schemas.openxmlformats.org/officeDocument/2006/relationships/slideLayout" Target="../slideLayouts/slideLayout303.xml"/><Relationship Id="rId304" Type="http://schemas.openxmlformats.org/officeDocument/2006/relationships/slideLayout" Target="../slideLayouts/slideLayout304.xml"/><Relationship Id="rId305" Type="http://schemas.openxmlformats.org/officeDocument/2006/relationships/slideLayout" Target="../slideLayouts/slideLayout305.xml"/><Relationship Id="rId306" Type="http://schemas.openxmlformats.org/officeDocument/2006/relationships/slideLayout" Target="../slideLayouts/slideLayout306.xml"/><Relationship Id="rId307" Type="http://schemas.openxmlformats.org/officeDocument/2006/relationships/slideLayout" Target="../slideLayouts/slideLayout307.xml"/><Relationship Id="rId308" Type="http://schemas.openxmlformats.org/officeDocument/2006/relationships/slideLayout" Target="../slideLayouts/slideLayout308.xml"/><Relationship Id="rId309" Type="http://schemas.openxmlformats.org/officeDocument/2006/relationships/theme" Target="../theme/theme1.xml"/><Relationship Id="rId310" Type="http://schemas.openxmlformats.org/officeDocument/2006/relationships/tags" Target="../tags/tag1.xml"/><Relationship Id="rId311" Type="http://schemas.openxmlformats.org/officeDocument/2006/relationships/tags" Target="../tags/tag2.xml"/><Relationship Id="rId312" Type="http://schemas.openxmlformats.org/officeDocument/2006/relationships/oleObject" Target="../embeddings/oleObject1.bin"/><Relationship Id="rId313"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98F9BD9-A96F-4656-9C38-EA58E7AFE09F}"/>
              </a:ext>
            </a:extLst>
          </p:cNvPr>
          <p:cNvGraphicFramePr>
            <a:graphicFrameLocks/>
          </p:cNvGraphicFramePr>
          <p:nvPr>
            <p:custDataLst>
              <p:tags r:id="rId310"/>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2" imgW="216" imgH="216" progId="TCLayout.ActiveDocument.1">
                  <p:embed/>
                </p:oleObj>
              </mc:Choice>
              <mc:Fallback>
                <p:oleObj name="think-cell Slide" r:id="rId312" imgW="216" imgH="216" progId="TCLayout.ActiveDocument.1">
                  <p:embed/>
                  <p:pic>
                    <p:nvPicPr>
                      <p:cNvPr id="5" name="Object 4" hidden="1">
                        <a:extLst>
                          <a:ext uri="{FF2B5EF4-FFF2-40B4-BE49-F238E27FC236}">
                            <a16:creationId xmlns:a16="http://schemas.microsoft.com/office/drawing/2014/main" id="{F98F9BD9-A96F-4656-9C38-EA58E7AFE09F}"/>
                          </a:ext>
                        </a:extLst>
                      </p:cNvPr>
                      <p:cNvPicPr/>
                      <p:nvPr/>
                    </p:nvPicPr>
                    <p:blipFill>
                      <a:blip r:embed="rId313"/>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67C6BBB-2CFF-4745-A83B-9FFC552C53E5}"/>
              </a:ext>
            </a:extLst>
          </p:cNvPr>
          <p:cNvSpPr/>
          <p:nvPr>
            <p:custDataLst>
              <p:tags r:id="rId311"/>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AU" sz="2400" b="0"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Placeholder 1">
            <a:extLst>
              <a:ext uri="{FF2B5EF4-FFF2-40B4-BE49-F238E27FC236}">
                <a16:creationId xmlns:a16="http://schemas.microsoft.com/office/drawing/2014/main" id="{C201EDE2-7220-704C-A8E8-037FA57B8145}"/>
              </a:ext>
            </a:extLst>
          </p:cNvPr>
          <p:cNvSpPr>
            <a:spLocks noGrp="1"/>
          </p:cNvSpPr>
          <p:nvPr>
            <p:ph type="title"/>
          </p:nvPr>
        </p:nvSpPr>
        <p:spPr>
          <a:xfrm>
            <a:off x="334963" y="810229"/>
            <a:ext cx="11557000" cy="419112"/>
          </a:xfrm>
          <a:prstGeom prst="rect">
            <a:avLst/>
          </a:prstGeom>
        </p:spPr>
        <p:txBody>
          <a:bodyPr vert="horz" lIns="0" tIns="0" rIns="0" bIns="0" rtlCol="0" anchor="t" anchorCtr="0">
            <a:no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BFA454C-98EC-0946-BF98-DD0690DC8361}"/>
              </a:ext>
            </a:extLst>
          </p:cNvPr>
          <p:cNvSpPr>
            <a:spLocks noGrp="1"/>
          </p:cNvSpPr>
          <p:nvPr>
            <p:ph type="body" idx="1"/>
          </p:nvPr>
        </p:nvSpPr>
        <p:spPr>
          <a:xfrm>
            <a:off x="322351" y="1489295"/>
            <a:ext cx="8739669" cy="435133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96058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 id="2147483812" r:id="rId152"/>
    <p:sldLayoutId id="2147483813" r:id="rId153"/>
    <p:sldLayoutId id="2147483814" r:id="rId154"/>
    <p:sldLayoutId id="2147483815" r:id="rId155"/>
    <p:sldLayoutId id="2147483816" r:id="rId156"/>
    <p:sldLayoutId id="2147483817" r:id="rId157"/>
    <p:sldLayoutId id="2147483818" r:id="rId158"/>
    <p:sldLayoutId id="2147483819" r:id="rId159"/>
    <p:sldLayoutId id="2147483820" r:id="rId160"/>
    <p:sldLayoutId id="2147483821" r:id="rId161"/>
    <p:sldLayoutId id="2147483822" r:id="rId162"/>
    <p:sldLayoutId id="2147483823" r:id="rId163"/>
    <p:sldLayoutId id="2147483824" r:id="rId164"/>
    <p:sldLayoutId id="2147483825" r:id="rId165"/>
    <p:sldLayoutId id="2147483826" r:id="rId166"/>
    <p:sldLayoutId id="2147483827" r:id="rId167"/>
    <p:sldLayoutId id="2147483828" r:id="rId168"/>
    <p:sldLayoutId id="2147483829" r:id="rId169"/>
    <p:sldLayoutId id="2147483830" r:id="rId170"/>
    <p:sldLayoutId id="2147483831" r:id="rId171"/>
    <p:sldLayoutId id="2147483832" r:id="rId172"/>
    <p:sldLayoutId id="2147483833" r:id="rId173"/>
    <p:sldLayoutId id="2147483834" r:id="rId174"/>
    <p:sldLayoutId id="2147483835" r:id="rId175"/>
    <p:sldLayoutId id="2147483836" r:id="rId176"/>
    <p:sldLayoutId id="2147483837" r:id="rId177"/>
    <p:sldLayoutId id="2147483838" r:id="rId178"/>
    <p:sldLayoutId id="2147483839" r:id="rId179"/>
    <p:sldLayoutId id="2147483840" r:id="rId180"/>
    <p:sldLayoutId id="2147483841" r:id="rId181"/>
    <p:sldLayoutId id="2147483842" r:id="rId182"/>
    <p:sldLayoutId id="2147483843" r:id="rId183"/>
    <p:sldLayoutId id="2147483844" r:id="rId184"/>
    <p:sldLayoutId id="2147483845" r:id="rId185"/>
    <p:sldLayoutId id="2147483846" r:id="rId186"/>
    <p:sldLayoutId id="2147483847" r:id="rId187"/>
    <p:sldLayoutId id="2147483848" r:id="rId188"/>
    <p:sldLayoutId id="2147483849" r:id="rId189"/>
    <p:sldLayoutId id="2147483850" r:id="rId190"/>
    <p:sldLayoutId id="2147483851" r:id="rId191"/>
    <p:sldLayoutId id="2147483852" r:id="rId192"/>
    <p:sldLayoutId id="2147483853" r:id="rId193"/>
    <p:sldLayoutId id="2147483854" r:id="rId194"/>
    <p:sldLayoutId id="2147483855" r:id="rId195"/>
    <p:sldLayoutId id="2147483856" r:id="rId196"/>
    <p:sldLayoutId id="2147483857" r:id="rId197"/>
    <p:sldLayoutId id="2147483858" r:id="rId198"/>
    <p:sldLayoutId id="2147483859" r:id="rId199"/>
    <p:sldLayoutId id="2147483860" r:id="rId200"/>
    <p:sldLayoutId id="2147483861" r:id="rId201"/>
    <p:sldLayoutId id="2147483862" r:id="rId202"/>
    <p:sldLayoutId id="2147483863" r:id="rId203"/>
    <p:sldLayoutId id="2147483864" r:id="rId204"/>
    <p:sldLayoutId id="2147483865" r:id="rId205"/>
    <p:sldLayoutId id="2147483866" r:id="rId206"/>
    <p:sldLayoutId id="2147483867" r:id="rId207"/>
    <p:sldLayoutId id="2147483868" r:id="rId208"/>
    <p:sldLayoutId id="2147483869" r:id="rId209"/>
    <p:sldLayoutId id="2147483870" r:id="rId210"/>
    <p:sldLayoutId id="2147483871" r:id="rId211"/>
    <p:sldLayoutId id="2147483872" r:id="rId212"/>
    <p:sldLayoutId id="2147483873" r:id="rId213"/>
    <p:sldLayoutId id="2147483874" r:id="rId214"/>
    <p:sldLayoutId id="2147483875" r:id="rId215"/>
    <p:sldLayoutId id="2147483876" r:id="rId216"/>
    <p:sldLayoutId id="2147483877" r:id="rId217"/>
    <p:sldLayoutId id="2147483878" r:id="rId218"/>
    <p:sldLayoutId id="2147483879" r:id="rId219"/>
    <p:sldLayoutId id="2147483880" r:id="rId220"/>
    <p:sldLayoutId id="2147483881" r:id="rId221"/>
    <p:sldLayoutId id="2147483882" r:id="rId222"/>
    <p:sldLayoutId id="2147483883" r:id="rId223"/>
    <p:sldLayoutId id="2147483884" r:id="rId224"/>
    <p:sldLayoutId id="2147483885" r:id="rId225"/>
    <p:sldLayoutId id="2147483886" r:id="rId226"/>
    <p:sldLayoutId id="2147483887" r:id="rId227"/>
    <p:sldLayoutId id="2147483888" r:id="rId228"/>
    <p:sldLayoutId id="2147483889" r:id="rId229"/>
    <p:sldLayoutId id="2147483890" r:id="rId230"/>
    <p:sldLayoutId id="2147483891" r:id="rId231"/>
    <p:sldLayoutId id="2147483892" r:id="rId232"/>
    <p:sldLayoutId id="2147483893" r:id="rId233"/>
    <p:sldLayoutId id="2147483894" r:id="rId234"/>
    <p:sldLayoutId id="2147483895" r:id="rId235"/>
    <p:sldLayoutId id="2147483896" r:id="rId236"/>
    <p:sldLayoutId id="2147483897" r:id="rId237"/>
    <p:sldLayoutId id="2147483898" r:id="rId238"/>
    <p:sldLayoutId id="2147483899" r:id="rId239"/>
    <p:sldLayoutId id="2147483900" r:id="rId240"/>
    <p:sldLayoutId id="2147483901" r:id="rId241"/>
    <p:sldLayoutId id="2147483902" r:id="rId242"/>
    <p:sldLayoutId id="2147483903" r:id="rId243"/>
    <p:sldLayoutId id="2147483904" r:id="rId244"/>
    <p:sldLayoutId id="2147483905" r:id="rId245"/>
    <p:sldLayoutId id="2147483906" r:id="rId246"/>
    <p:sldLayoutId id="2147483907" r:id="rId247"/>
    <p:sldLayoutId id="2147483908" r:id="rId248"/>
    <p:sldLayoutId id="2147483909" r:id="rId249"/>
    <p:sldLayoutId id="2147483910" r:id="rId250"/>
    <p:sldLayoutId id="2147483911" r:id="rId251"/>
    <p:sldLayoutId id="2147483912" r:id="rId252"/>
    <p:sldLayoutId id="2147483913" r:id="rId253"/>
    <p:sldLayoutId id="2147483914" r:id="rId254"/>
    <p:sldLayoutId id="2147483915" r:id="rId255"/>
    <p:sldLayoutId id="2147483916" r:id="rId256"/>
    <p:sldLayoutId id="2147483917" r:id="rId257"/>
    <p:sldLayoutId id="2147483918" r:id="rId258"/>
    <p:sldLayoutId id="2147483919" r:id="rId259"/>
    <p:sldLayoutId id="2147483920" r:id="rId260"/>
    <p:sldLayoutId id="2147483921" r:id="rId261"/>
    <p:sldLayoutId id="2147483922" r:id="rId262"/>
    <p:sldLayoutId id="2147483923" r:id="rId263"/>
    <p:sldLayoutId id="2147483924" r:id="rId264"/>
    <p:sldLayoutId id="2147483925" r:id="rId265"/>
    <p:sldLayoutId id="2147483926" r:id="rId266"/>
    <p:sldLayoutId id="2147483927" r:id="rId267"/>
    <p:sldLayoutId id="2147483928" r:id="rId268"/>
    <p:sldLayoutId id="2147483929" r:id="rId269"/>
    <p:sldLayoutId id="2147483930" r:id="rId270"/>
    <p:sldLayoutId id="2147483931" r:id="rId271"/>
    <p:sldLayoutId id="2147483932" r:id="rId272"/>
    <p:sldLayoutId id="2147483933" r:id="rId273"/>
    <p:sldLayoutId id="2147483934" r:id="rId274"/>
    <p:sldLayoutId id="2147483935" r:id="rId275"/>
    <p:sldLayoutId id="2147483936" r:id="rId276"/>
    <p:sldLayoutId id="2147483937" r:id="rId277"/>
    <p:sldLayoutId id="2147483938" r:id="rId278"/>
    <p:sldLayoutId id="2147483939" r:id="rId279"/>
    <p:sldLayoutId id="2147483940" r:id="rId280"/>
    <p:sldLayoutId id="2147483941" r:id="rId281"/>
    <p:sldLayoutId id="2147483942" r:id="rId282"/>
    <p:sldLayoutId id="2147483943" r:id="rId283"/>
    <p:sldLayoutId id="2147483944" r:id="rId284"/>
    <p:sldLayoutId id="2147483945" r:id="rId285"/>
    <p:sldLayoutId id="2147483946" r:id="rId286"/>
    <p:sldLayoutId id="2147483947" r:id="rId287"/>
    <p:sldLayoutId id="2147483948" r:id="rId288"/>
    <p:sldLayoutId id="2147483949" r:id="rId289"/>
    <p:sldLayoutId id="2147483950" r:id="rId290"/>
    <p:sldLayoutId id="2147483951" r:id="rId291"/>
    <p:sldLayoutId id="2147483952" r:id="rId292"/>
    <p:sldLayoutId id="2147483953" r:id="rId293"/>
    <p:sldLayoutId id="2147483954" r:id="rId294"/>
    <p:sldLayoutId id="2147483955" r:id="rId295"/>
    <p:sldLayoutId id="2147483956" r:id="rId296"/>
    <p:sldLayoutId id="2147483957" r:id="rId297"/>
    <p:sldLayoutId id="2147483958" r:id="rId298"/>
    <p:sldLayoutId id="2147483959" r:id="rId299"/>
    <p:sldLayoutId id="2147483960" r:id="rId300"/>
    <p:sldLayoutId id="2147483961" r:id="rId301"/>
    <p:sldLayoutId id="2147483962" r:id="rId302"/>
    <p:sldLayoutId id="2147483963" r:id="rId303"/>
    <p:sldLayoutId id="2147483964" r:id="rId304"/>
    <p:sldLayoutId id="2147483965" r:id="rId305"/>
    <p:sldLayoutId id="2147483966" r:id="rId306"/>
    <p:sldLayoutId id="2147483967" r:id="rId307"/>
    <p:sldLayoutId id="2147483968" r:id="rId308"/>
  </p:sldLayoutIdLst>
  <p:hf hdr="0" dt="0"/>
  <p:txStyles>
    <p:titleStyle>
      <a:lvl1pPr algn="l" defTabSz="914400" rtl="0" eaLnBrk="1" latinLnBrk="0" hangingPunct="1">
        <a:lnSpc>
          <a:spcPct val="100000"/>
        </a:lnSpc>
        <a:spcBef>
          <a:spcPct val="0"/>
        </a:spcBef>
        <a:buNone/>
        <a:defRPr sz="2400" b="0" i="0" kern="1200">
          <a:solidFill>
            <a:schemeClr val="accent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sz="1450" b="0" i="0" kern="1200">
          <a:solidFill>
            <a:schemeClr val="tx1"/>
          </a:solidFill>
          <a:latin typeface="Arial" panose="020B0604020202020204" pitchFamily="34" charset="0"/>
          <a:ea typeface="+mn-ea"/>
          <a:cs typeface="Arial" panose="020B0604020202020204" pitchFamily="34" charset="0"/>
        </a:defRPr>
      </a:lvl1pPr>
      <a:lvl2pPr marL="269875" indent="-269875" algn="l" defTabSz="914400" rtl="0" eaLnBrk="1" latinLnBrk="0" hangingPunct="1">
        <a:lnSpc>
          <a:spcPct val="100000"/>
        </a:lnSpc>
        <a:spcBef>
          <a:spcPts val="0"/>
        </a:spcBef>
        <a:buFont typeface="Arial" panose="020B0604020202020204" pitchFamily="34" charset="0"/>
        <a:buChar char="•"/>
        <a:tabLst/>
        <a:defRPr sz="1450" b="0" i="0" kern="1200">
          <a:solidFill>
            <a:schemeClr val="tx1"/>
          </a:solidFill>
          <a:latin typeface="Arial" panose="020B0604020202020204" pitchFamily="34" charset="0"/>
          <a:ea typeface="+mn-ea"/>
          <a:cs typeface="Arial" panose="020B0604020202020204" pitchFamily="34" charset="0"/>
        </a:defRPr>
      </a:lvl2pPr>
      <a:lvl3pPr marL="540000" indent="-270000" algn="l" defTabSz="914400" rtl="0" eaLnBrk="1" latinLnBrk="0" hangingPunct="1">
        <a:lnSpc>
          <a:spcPct val="100000"/>
        </a:lnSpc>
        <a:spcBef>
          <a:spcPts val="0"/>
        </a:spcBef>
        <a:buFont typeface="Arial" panose="020B0604020202020204" pitchFamily="34" charset="0"/>
        <a:buChar char="•"/>
        <a:tabLst/>
        <a:defRPr sz="1450" b="0" i="0" kern="1200">
          <a:solidFill>
            <a:schemeClr val="tx1"/>
          </a:solidFill>
          <a:latin typeface="Arial" panose="020B0604020202020204" pitchFamily="34" charset="0"/>
          <a:ea typeface="+mn-ea"/>
          <a:cs typeface="Arial" panose="020B0604020202020204" pitchFamily="34" charset="0"/>
        </a:defRPr>
      </a:lvl3pPr>
      <a:lvl4pPr marL="810000" indent="-269875" algn="l" defTabSz="914400" rtl="0" eaLnBrk="1" latinLnBrk="0" hangingPunct="1">
        <a:lnSpc>
          <a:spcPct val="100000"/>
        </a:lnSpc>
        <a:spcBef>
          <a:spcPts val="0"/>
        </a:spcBef>
        <a:buFont typeface="Arial" panose="020B0604020202020204" pitchFamily="34" charset="0"/>
        <a:buChar char="•"/>
        <a:tabLst/>
        <a:defRPr sz="1450" b="0" i="0" kern="1200">
          <a:solidFill>
            <a:schemeClr val="tx1"/>
          </a:solidFill>
          <a:latin typeface="Arial" panose="020B0604020202020204" pitchFamily="34" charset="0"/>
          <a:ea typeface="+mn-ea"/>
          <a:cs typeface="Arial" panose="020B0604020202020204" pitchFamily="34" charset="0"/>
        </a:defRPr>
      </a:lvl4pPr>
      <a:lvl5pPr marL="1080000" indent="-270000" algn="l" defTabSz="914400" rtl="0" eaLnBrk="1" latinLnBrk="0" hangingPunct="1">
        <a:lnSpc>
          <a:spcPct val="100000"/>
        </a:lnSpc>
        <a:spcBef>
          <a:spcPts val="0"/>
        </a:spcBef>
        <a:buFont typeface="Arial" panose="020B0604020202020204" pitchFamily="34" charset="0"/>
        <a:buChar char="•"/>
        <a:tabLst/>
        <a:defRPr sz="145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11">
          <p15:clr>
            <a:srgbClr val="F26B43"/>
          </p15:clr>
        </p15:guide>
        <p15:guide id="4" orient="horz" pos="391">
          <p15:clr>
            <a:srgbClr val="F26B43"/>
          </p15:clr>
        </p15:guide>
        <p15:guide id="5" orient="horz" pos="4133">
          <p15:clr>
            <a:srgbClr val="F26B43"/>
          </p15:clr>
        </p15:guide>
        <p15:guide id="6" pos="7491">
          <p15:clr>
            <a:srgbClr val="F26B43"/>
          </p15:clr>
        </p15:guide>
        <p15:guide id="7" orient="horz" pos="935">
          <p15:clr>
            <a:srgbClr val="F26B43"/>
          </p15:clr>
        </p15:guide>
        <p15:guide id="8" orient="horz" pos="777">
          <p15:clr>
            <a:srgbClr val="F26B43"/>
          </p15:clr>
        </p15:guide>
        <p15:guide id="9" orient="horz" pos="2160">
          <p15:clr>
            <a:srgbClr val="C35EA4"/>
          </p15:clr>
        </p15:guide>
        <p15:guide id="10" pos="3843">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7.xml"/></Relationships>
</file>

<file path=ppt/slides/_rels/slide4.xml.rels><?xml version='1.0' encoding='UTF-8' standalone='yes'?>
<Relationships xmlns="http://schemas.openxmlformats.org/package/2006/relationships"><Relationship Id="rId1" Type="http://schemas.openxmlformats.org/officeDocument/2006/relationships/tags" Target="../tags/tag299.xml"/><Relationship Id="rId2" Type="http://schemas.openxmlformats.org/officeDocument/2006/relationships/slideLayout" Target="../slideLayouts/slideLayout84.xml"/><Relationship Id="rId3" Type="http://schemas.openxmlformats.org/officeDocument/2006/relationships/notesSlide" Target="../notesSlides/notesSlide3.xml"/><Relationship Id="rId4" Type="http://schemas.microsoft.com/office/2018/10/relationships/comments" Target="../comments/modernComment_17F_4289480A.xml"/><Relationship Id="rId5" Type="http://schemas.openxmlformats.org/officeDocument/2006/relationships/oleObject" Target="../embeddings/oleObject240.bin"/><Relationship Id="rId6" Type="http://schemas.openxmlformats.org/officeDocument/2006/relationships/image" Target="../media/image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9.xml"/><Relationship Id="rId3" Type="http://schemas.microsoft.com/office/2018/10/relationships/comments" Target="../comments/modernComment_7FFFFFFB_71B33A62.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chart" Target="../charts/chart11.xml"/><Relationship Id="rId3" Type="http://schemas.openxmlformats.org/officeDocument/2006/relationships/chart" Target="../charts/char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11.xml"/><Relationship Id="rId4" Type="http://schemas.openxmlformats.org/officeDocument/2006/relationships/chart" Target="../charts/chart4.xml"/><Relationship Id="rId5"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chart" Target="../charts/char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8.xml"/><Relationship Id="rId3" Type="http://schemas.microsoft.com/office/2018/10/relationships/comments" Target="../comments/modernComment_7FFFFFFA_B3599D08.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chart" Target="../charts/char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chart" Target="../charts/chart9.xml"/></Relationships>
</file>

<file path=ppt/slides/_rels/slide14.xml.rels><?xml version='1.0' encoding='UTF-8' standalone='yes'?>
<Relationships xmlns="http://schemas.openxmlformats.org/package/2006/relationships"><Relationship Id="rId1" Type="http://schemas.openxmlformats.org/officeDocument/2006/relationships/tags" Target="../tags/tag301.xml"/><Relationship Id="rId2" Type="http://schemas.openxmlformats.org/officeDocument/2006/relationships/slideLayout" Target="../slideLayouts/slideLayout84.xml"/><Relationship Id="rId3" Type="http://schemas.openxmlformats.org/officeDocument/2006/relationships/notesSlide" Target="../notesSlides/notesSlide5.xml"/><Relationship Id="rId4" Type="http://schemas.openxmlformats.org/officeDocument/2006/relationships/oleObject" Target="../embeddings/oleObject241.bin"/><Relationship Id="rId5" Type="http://schemas.openxmlformats.org/officeDocument/2006/relationships/image" Target="../media/image17.emf"/><Relationship Id="rId6"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chart" Target="../charts/char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chart" Target="../charts/char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chart" Target="../charts/char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chart" Target="../charts/char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FY26 lands 52.48; three decisions close the FY27 gap</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EXECUTIVE SUMMARY  |  FY27 PEOPLE BUDGET</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FY27 full year</a:t>
            </a:r>
          </a:p>
        </p:txBody>
      </p:sp>
      <p:sp>
        <p:nvSpPr>
          <p:cNvPr id="12" name="Rectangle 11"/>
          <p:cNvSpPr/>
          <p:nvPr/>
        </p:nvSpPr>
        <p:spPr>
          <a:xfrm>
            <a:off x="442570" y="960120"/>
            <a:ext cx="11069674"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3" name="TextBox 12"/>
          <p:cNvSpPr txBox="1"/>
          <p:nvPr/>
        </p:nvSpPr>
        <p:spPr>
          <a:xfrm>
            <a:off x="561011" y="1033272"/>
            <a:ext cx="1184410" cy="142240"/>
          </a:xfrm>
          <a:prstGeom prst="rect">
            <a:avLst/>
          </a:prstGeom>
          <a:noFill/>
        </p:spPr>
        <p:txBody>
          <a:bodyPr wrap="square" lIns="0" rIns="0" tIns="0" bIns="0" anchor="t">
            <a:spAutoFit/>
          </a:bodyPr>
          <a:lstStyle/>
          <a:p>
            <a:pPr algn="l">
              <a:spcAft>
                <a:spcPts val="300"/>
              </a:spcAft>
            </a:pPr>
            <a:r>
              <a:rPr lang="en-AU" dirty="0" sz="800">
                <a:solidFill>
                  <a:srgbClr val="18249C"/>
                </a:solidFill>
                <a:latin typeface="MarkOTBold" panose="020B0804020201010104" pitchFamily="34" charset="0"/>
              </a:rPr>
              <a:t>SITUATION</a:t>
            </a:r>
          </a:p>
        </p:txBody>
      </p:sp>
      <p:sp>
        <p:nvSpPr>
          <p:cNvPr id="14" name="TextBox 13"/>
          <p:cNvSpPr txBox="1"/>
          <p:nvPr/>
        </p:nvSpPr>
        <p:spPr>
          <a:xfrm>
            <a:off x="1772753" y="1033272"/>
            <a:ext cx="9566385" cy="173228"/>
          </a:xfrm>
          <a:prstGeom prst="rect">
            <a:avLst/>
          </a:prstGeom>
          <a:noFill/>
        </p:spPr>
        <p:txBody>
          <a:bodyPr wrap="square" lIns="0" rIns="0" tIns="0" bIns="0" anchor="t">
            <a:spAutoFit/>
          </a:bodyPr>
          <a:lstStyle/>
          <a:p>
            <a:pPr algn="l">
              <a:spcAft>
                <a:spcPts val="300"/>
              </a:spcAft>
            </a:pPr>
            <a:r>
              <a:rPr lang="en-AU" dirty="0" sz="1000">
                <a:solidFill>
                  <a:srgbClr val="1A1A1A"/>
                </a:solidFill>
                <a:latin typeface="MarkOT" panose="020B0504020201010104" pitchFamily="34" charset="0"/>
              </a:rPr>
              <a:t>The model prices 540 roles; 501 cost 98.83 and TDD lights on carries 54.12. FY26 lands 52.48, 1.98 over the 50.5 allocation, 1.32 inside the 53.8 budget.</a:t>
            </a:r>
          </a:p>
        </p:txBody>
      </p:sp>
      <p:sp>
        <p:nvSpPr>
          <p:cNvPr id="15" name="Rectangle 14"/>
          <p:cNvSpPr/>
          <p:nvPr/>
        </p:nvSpPr>
        <p:spPr>
          <a:xfrm>
            <a:off x="442570" y="1399032"/>
            <a:ext cx="11069674"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6" name="TextBox 15"/>
          <p:cNvSpPr txBox="1"/>
          <p:nvPr/>
        </p:nvSpPr>
        <p:spPr>
          <a:xfrm>
            <a:off x="561011" y="1472184"/>
            <a:ext cx="1184410"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COMPLICATION</a:t>
            </a:r>
          </a:p>
        </p:txBody>
      </p:sp>
      <p:sp>
        <p:nvSpPr>
          <p:cNvPr id="17" name="TextBox 16"/>
          <p:cNvSpPr txBox="1"/>
          <p:nvPr/>
        </p:nvSpPr>
        <p:spPr>
          <a:xfrm>
            <a:off x="1772753" y="1472184"/>
            <a:ext cx="8199759" cy="173228"/>
          </a:xfrm>
          <a:prstGeom prst="rect">
            <a:avLst/>
          </a:prstGeom>
          <a:noFill/>
        </p:spPr>
        <p:txBody>
          <a:bodyPr wrap="square" lIns="0" rIns="0" tIns="0" bIns="0" anchor="t">
            <a:spAutoFit/>
          </a:bodyPr>
          <a:lstStyle/>
          <a:p>
            <a:pPr algn="l">
              <a:spcAft>
                <a:spcPts val="300"/>
              </a:spcAft>
            </a:pPr>
            <a:r>
              <a:rPr lang="en-AU" dirty="0" sz="1000">
                <a:solidFill>
                  <a:srgbClr val="1A1A1A"/>
                </a:solidFill>
                <a:latin typeface="MarkOT" panose="020B0504020201010104" pitchFamily="34" charset="0"/>
              </a:rPr>
              <a:t>The FY27 model plans 54.12: 0.32 over the budget, 3.62 over the allocation; the two cyber lines carry 3.49.</a:t>
            </a:r>
          </a:p>
        </p:txBody>
      </p:sp>
      <p:sp>
        <p:nvSpPr>
          <p:cNvPr id="18" name="Rounded Rectangle 17"/>
          <p:cNvSpPr/>
          <p:nvPr/>
        </p:nvSpPr>
        <p:spPr>
          <a:xfrm>
            <a:off x="10382499" y="1463040"/>
            <a:ext cx="1047747" cy="219456"/>
          </a:xfrm>
          <a:prstGeom prst="roundRect">
            <a:avLst>
              <a:gd name="adj" fmla="val 35000"/>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50">
                <a:solidFill>
                  <a:srgbClr val="FFFFFF"/>
                </a:solidFill>
                <a:latin typeface="MarkOTBold" panose="020B0804020201010104" pitchFamily="34" charset="0"/>
              </a:rPr>
              <a:t>3.62 over</a:t>
            </a:r>
          </a:p>
        </p:txBody>
      </p:sp>
      <p:sp>
        <p:nvSpPr>
          <p:cNvPr id="19" name="TextBox 18"/>
          <p:cNvSpPr txBox="1"/>
          <p:nvPr/>
        </p:nvSpPr>
        <p:spPr>
          <a:xfrm>
            <a:off x="442570" y="1883664"/>
            <a:ext cx="2733253" cy="142240"/>
          </a:xfrm>
          <a:prstGeom prst="rect">
            <a:avLst/>
          </a:prstGeom>
          <a:noFill/>
        </p:spPr>
        <p:txBody>
          <a:bodyPr wrap="square" lIns="0" rIns="0" tIns="0" bIns="0" anchor="t">
            <a:spAutoFit/>
          </a:bodyPr>
          <a:lstStyle/>
          <a:p>
            <a:pPr algn="l">
              <a:spcAft>
                <a:spcPts val="300"/>
              </a:spcAft>
            </a:pPr>
            <a:r>
              <a:rPr lang="en-AU" dirty="0" sz="800">
                <a:solidFill>
                  <a:srgbClr val="18249C"/>
                </a:solidFill>
                <a:latin typeface="MarkOTBold" panose="020B0804020201010104" pitchFamily="34" charset="0"/>
              </a:rPr>
              <a:t>RESOLUTION</a:t>
            </a:r>
          </a:p>
        </p:txBody>
      </p:sp>
      <p:sp>
        <p:nvSpPr>
          <p:cNvPr id="20" name="Units"/>
          <p:cNvSpPr txBox="1"/>
          <p:nvPr/>
        </p:nvSpPr>
        <p:spPr>
          <a:xfrm>
            <a:off x="8833656" y="1901952"/>
            <a:ext cx="2915470" cy="14224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each block ties to the model tab named under it</a:t>
            </a:r>
          </a:p>
        </p:txBody>
      </p:sp>
      <p:sp>
        <p:nvSpPr>
          <p:cNvPr id="21" name="Oval 20"/>
          <p:cNvSpPr/>
          <p:nvPr/>
        </p:nvSpPr>
        <p:spPr>
          <a:xfrm>
            <a:off x="451680" y="2185416"/>
            <a:ext cx="236882" cy="225857"/>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22" name="TextBox 21"/>
          <p:cNvSpPr txBox="1"/>
          <p:nvPr/>
        </p:nvSpPr>
        <p:spPr>
          <a:xfrm>
            <a:off x="770560" y="2194560"/>
            <a:ext cx="3188795" cy="188722"/>
          </a:xfrm>
          <a:prstGeom prst="rect">
            <a:avLst/>
          </a:prstGeom>
          <a:noFill/>
        </p:spPr>
        <p:txBody>
          <a:bodyPr wrap="square" lIns="0" rIns="0" tIns="0" bIns="0" anchor="t">
            <a:spAutoFit/>
          </a:bodyPr>
          <a:lstStyle/>
          <a:p>
            <a:pPr algn="l">
              <a:spcAft>
                <a:spcPts val="300"/>
              </a:spcAft>
            </a:pPr>
            <a:r>
              <a:rPr lang="en-AU" dirty="0" sz="1100">
                <a:solidFill>
                  <a:srgbClr val="1A1A1A"/>
                </a:solidFill>
                <a:latin typeface="MarkOTBold" panose="020B0804020201010104" pitchFamily="34" charset="0"/>
              </a:rPr>
              <a:t>Two cyber allocations carry 3.49 of the 3.62</a:t>
            </a:r>
          </a:p>
        </p:txBody>
      </p:sp>
      <p:graphicFrame>
        <p:nvGraphicFramePr>
          <p:cNvPr id="23" name="Resolution1"/>
          <p:cNvGraphicFramePr>
            <a:graphicFrameLocks noGrp="1"/>
          </p:cNvGraphicFramePr>
          <p:nvPr/>
        </p:nvGraphicFramePr>
        <p:xfrm>
          <a:off x="442570" y="2761488"/>
          <a:ext cx="3553229" cy="987552"/>
        </p:xfrm>
        <a:graphic>
          <a:graphicData uri="http://schemas.openxmlformats.org/drawingml/2006/table">
            <a:tbl>
              <a:tblPr/>
              <a:tblGrid>
                <a:gridCol w="1594398"/>
                <a:gridCol w="637759"/>
                <a:gridCol w="637759"/>
                <a:gridCol w="683313"/>
              </a:tblGrid>
              <a:tr h="310896">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Line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Allocation</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Over</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COE Service Ops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2.83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rgbClr val="ED0C06"/>
                          </a:solidFill>
                          <a:effectLst/>
                          <a:latin typeface="MarkOTBold" panose="020B0804020201010104" pitchFamily="34" charset="0"/>
                        </a:rPr>
                        <a:t>2.33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COE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2.66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rgbClr val="ED0C06"/>
                          </a:solidFill>
                          <a:effectLst/>
                          <a:latin typeface="MarkOTBold" panose="020B0804020201010104" pitchFamily="34" charset="0"/>
                        </a:rPr>
                        <a:t>1.16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37744">
                <a:tc>
                  <a:txBody>
                    <a:bodyPr/>
                    <a:lstStyle/>
                    <a:p>
                      <a:pPr algn="l" rtl="0" fontAlgn="base">
                        <a:lnSpc>
                          <a:spcPts val="795"/>
                        </a:lnSpc>
                        <a:buNone/>
                      </a:pPr>
                      <a:r>
                        <a:rPr lang="en-US" sz="750" b="0" i="0">
                          <a:solidFill>
                            <a:schemeClr val="bg1"/>
                          </a:solidFill>
                          <a:effectLst/>
                          <a:latin typeface="MarkOTBold" panose="020B0804020201010104" pitchFamily="34" charset="0"/>
                        </a:rPr>
                        <a:t>Both lines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 panose="020B0504020201010104" pitchFamily="34" charset="0"/>
                        </a:rPr>
                        <a:t>5.49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3.49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24" name="TextBox 23"/>
          <p:cNvSpPr txBox="1"/>
          <p:nvPr/>
        </p:nvSpPr>
        <p:spPr>
          <a:xfrm>
            <a:off x="442570" y="3913632"/>
            <a:ext cx="3553229"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Source: 0.2 Data Config and 3.5</a:t>
            </a:r>
          </a:p>
        </p:txBody>
      </p:sp>
      <p:sp>
        <p:nvSpPr>
          <p:cNvPr id="25" name="Rectangle 24"/>
          <p:cNvSpPr/>
          <p:nvPr/>
        </p:nvSpPr>
        <p:spPr>
          <a:xfrm>
            <a:off x="442570" y="4169664"/>
            <a:ext cx="3553229" cy="566928"/>
          </a:xfrm>
          <a:prstGeom prst="rect">
            <a:avLst/>
          </a:prstGeom>
          <a:solidFill>
            <a:srgbClr val="E3E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6" name="TextBox 25"/>
          <p:cNvSpPr txBox="1"/>
          <p:nvPr/>
        </p:nvSpPr>
        <p:spPr>
          <a:xfrm>
            <a:off x="442570" y="4242816"/>
            <a:ext cx="3371012" cy="157734"/>
          </a:xfrm>
          <a:prstGeom prst="rect">
            <a:avLst/>
          </a:prstGeom>
          <a:noFill/>
        </p:spPr>
        <p:txBody>
          <a:bodyPr wrap="square" lIns="0" rIns="0" tIns="0" bIns="0" anchor="t">
            <a:spAutoFit/>
          </a:bodyPr>
          <a:lstStyle/>
          <a:p>
            <a:pPr algn="l">
              <a:spcAft>
                <a:spcPts val="300"/>
              </a:spcAft>
            </a:pPr>
            <a:r>
              <a:rPr lang="en-AU" dirty="0" sz="800">
                <a:solidFill>
                  <a:srgbClr val="18249C"/>
                </a:solidFill>
                <a:latin typeface="MarkOTBold" panose="020B0804020201010104" pitchFamily="34" charset="0"/>
              </a:rPr>
              <a:t>ASK  </a:t>
            </a:r>
            <a:r>
              <a:rPr lang="en-AU" dirty="0" sz="900">
                <a:solidFill>
                  <a:srgbClr val="1A1A1A"/>
                </a:solidFill>
                <a:latin typeface="MarkOTBold" panose="020B0804020201010104" pitchFamily="34" charset="0"/>
              </a:rPr>
              <a:t>Reset the two allocations, or take 3.49 of cost out of them.</a:t>
            </a:r>
          </a:p>
        </p:txBody>
      </p:sp>
      <p:sp>
        <p:nvSpPr>
          <p:cNvPr id="27" name="Oval 26"/>
          <p:cNvSpPr/>
          <p:nvPr/>
        </p:nvSpPr>
        <p:spPr>
          <a:xfrm>
            <a:off x="4205348" y="2185416"/>
            <a:ext cx="236882" cy="225857"/>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28" name="TextBox 27"/>
          <p:cNvSpPr txBox="1"/>
          <p:nvPr/>
        </p:nvSpPr>
        <p:spPr>
          <a:xfrm>
            <a:off x="4524227" y="2194560"/>
            <a:ext cx="3188795" cy="188722"/>
          </a:xfrm>
          <a:prstGeom prst="rect">
            <a:avLst/>
          </a:prstGeom>
          <a:noFill/>
        </p:spPr>
        <p:txBody>
          <a:bodyPr wrap="square" lIns="0" rIns="0" tIns="0" bIns="0" anchor="t">
            <a:spAutoFit/>
          </a:bodyPr>
          <a:lstStyle/>
          <a:p>
            <a:pPr algn="l">
              <a:spcAft>
                <a:spcPts val="300"/>
              </a:spcAft>
            </a:pPr>
            <a:r>
              <a:rPr lang="en-AU" dirty="0" sz="1100">
                <a:solidFill>
                  <a:srgbClr val="1A1A1A"/>
                </a:solidFill>
                <a:latin typeface="MarkOTBold" panose="020B0804020201010104" pitchFamily="34" charset="0"/>
              </a:rPr>
              <a:t>Hire timing takes 1.99 out of the FY26 second half</a:t>
            </a:r>
          </a:p>
        </p:txBody>
      </p:sp>
      <p:graphicFrame>
        <p:nvGraphicFramePr>
          <p:cNvPr id="29" name="Resolution2"/>
          <p:cNvGraphicFramePr>
            <a:graphicFrameLocks noGrp="1"/>
          </p:cNvGraphicFramePr>
          <p:nvPr/>
        </p:nvGraphicFramePr>
        <p:xfrm>
          <a:off x="4196237" y="2761488"/>
          <a:ext cx="3553229" cy="987552"/>
        </p:xfrm>
        <a:graphic>
          <a:graphicData uri="http://schemas.openxmlformats.org/drawingml/2006/table">
            <a:tbl>
              <a:tblPr/>
              <a:tblGrid>
                <a:gridCol w="1594398"/>
                <a:gridCol w="637759"/>
                <a:gridCol w="637759"/>
                <a:gridCol w="683313"/>
              </a:tblGrid>
              <a:tr h="310896">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FY26 second half</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The 85 priced start in July</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85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4.39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On the months the GMs set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85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37744">
                <a:tc>
                  <a:txBody>
                    <a:bodyPr/>
                    <a:lstStyle/>
                    <a:p>
                      <a:pPr algn="l" rtl="0" fontAlgn="base">
                        <a:lnSpc>
                          <a:spcPts val="795"/>
                        </a:lnSpc>
                        <a:buNone/>
                      </a:pPr>
                      <a:r>
                        <a:rPr lang="en-US" sz="750" b="0" i="0">
                          <a:solidFill>
                            <a:schemeClr val="bg1"/>
                          </a:solidFill>
                          <a:effectLst/>
                          <a:latin typeface="MarkOTBold" panose="020B0804020201010104" pitchFamily="34" charset="0"/>
                        </a:rPr>
                        <a:t>Relief from timing</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 panose="020B0504020201010104" pitchFamily="34" charset="0"/>
                        </a:rPr>
                        <a:t>1.99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30" name="TextBox 29"/>
          <p:cNvSpPr txBox="1"/>
          <p:nvPr/>
        </p:nvSpPr>
        <p:spPr>
          <a:xfrm>
            <a:off x="4196237" y="3913632"/>
            <a:ext cx="3553229"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Source: 3.7 and the 2.x tabs, at what TDD pays</a:t>
            </a:r>
          </a:p>
        </p:txBody>
      </p:sp>
      <p:sp>
        <p:nvSpPr>
          <p:cNvPr id="31" name="Rectangle 30"/>
          <p:cNvSpPr/>
          <p:nvPr/>
        </p:nvSpPr>
        <p:spPr>
          <a:xfrm>
            <a:off x="4196237" y="4169664"/>
            <a:ext cx="3553229" cy="566928"/>
          </a:xfrm>
          <a:prstGeom prst="rect">
            <a:avLst/>
          </a:prstGeom>
          <a:solidFill>
            <a:srgbClr val="E3E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2" name="TextBox 31"/>
          <p:cNvSpPr txBox="1"/>
          <p:nvPr/>
        </p:nvSpPr>
        <p:spPr>
          <a:xfrm>
            <a:off x="4196182" y="4242816"/>
            <a:ext cx="3371012" cy="157734"/>
          </a:xfrm>
          <a:prstGeom prst="rect">
            <a:avLst/>
          </a:prstGeom>
          <a:noFill/>
        </p:spPr>
        <p:txBody>
          <a:bodyPr wrap="square" lIns="0" rIns="0" tIns="0" bIns="0" anchor="t">
            <a:spAutoFit/>
          </a:bodyPr>
          <a:lstStyle/>
          <a:p>
            <a:pPr algn="l">
              <a:spcAft>
                <a:spcPts val="300"/>
              </a:spcAft>
            </a:pPr>
            <a:r>
              <a:rPr lang="en-AU" dirty="0" sz="800">
                <a:solidFill>
                  <a:srgbClr val="18249C"/>
                </a:solidFill>
                <a:latin typeface="MarkOTBold" panose="020B0804020201010104" pitchFamily="34" charset="0"/>
              </a:rPr>
              <a:t>ASK  </a:t>
            </a:r>
            <a:r>
              <a:rPr lang="en-AU" dirty="0" sz="900">
                <a:solidFill>
                  <a:srgbClr val="1A1A1A"/>
                </a:solidFill>
                <a:latin typeface="MarkOTBold" panose="020B0804020201010104" pitchFamily="34" charset="0"/>
              </a:rPr>
              <a:t>Hold the hire months as commitments, not intentions.</a:t>
            </a:r>
          </a:p>
        </p:txBody>
      </p:sp>
      <p:sp>
        <p:nvSpPr>
          <p:cNvPr id="33" name="Oval 32"/>
          <p:cNvSpPr/>
          <p:nvPr/>
        </p:nvSpPr>
        <p:spPr>
          <a:xfrm>
            <a:off x="7959015" y="2185416"/>
            <a:ext cx="236882" cy="225857"/>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3</a:t>
            </a:r>
          </a:p>
        </p:txBody>
      </p:sp>
      <p:sp>
        <p:nvSpPr>
          <p:cNvPr id="34" name="TextBox 33"/>
          <p:cNvSpPr txBox="1"/>
          <p:nvPr/>
        </p:nvSpPr>
        <p:spPr>
          <a:xfrm>
            <a:off x="8277894" y="2194560"/>
            <a:ext cx="3197906" cy="188722"/>
          </a:xfrm>
          <a:prstGeom prst="rect">
            <a:avLst/>
          </a:prstGeom>
          <a:noFill/>
        </p:spPr>
        <p:txBody>
          <a:bodyPr wrap="square" lIns="0" rIns="0" tIns="0" bIns="0" anchor="t">
            <a:spAutoFit/>
          </a:bodyPr>
          <a:lstStyle/>
          <a:p>
            <a:pPr algn="l">
              <a:spcAft>
                <a:spcPts val="300"/>
              </a:spcAft>
            </a:pPr>
            <a:r>
              <a:rPr lang="en-AU" dirty="0" sz="1100">
                <a:solidFill>
                  <a:srgbClr val="1A1A1A"/>
                </a:solidFill>
                <a:latin typeface="MarkOTBold" panose="020B0804020201010104" pitchFamily="34" charset="0"/>
              </a:rPr>
              <a:t>22 held roles carry 4.47 outside today’s numbers</a:t>
            </a:r>
          </a:p>
        </p:txBody>
      </p:sp>
      <p:graphicFrame>
        <p:nvGraphicFramePr>
          <p:cNvPr id="35" name="Resolution3"/>
          <p:cNvGraphicFramePr>
            <a:graphicFrameLocks noGrp="1"/>
          </p:cNvGraphicFramePr>
          <p:nvPr/>
        </p:nvGraphicFramePr>
        <p:xfrm>
          <a:off x="7949904" y="2761488"/>
          <a:ext cx="3562339" cy="987552"/>
        </p:xfrm>
        <a:graphic>
          <a:graphicData uri="http://schemas.openxmlformats.org/drawingml/2006/table">
            <a:tbl>
              <a:tblPr/>
              <a:tblGrid>
                <a:gridCol w="1603508"/>
                <a:gridCol w="637759"/>
                <a:gridCol w="637759"/>
                <a:gridCol w="683313"/>
              </a:tblGrid>
              <a:tr h="310896">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Roles the GMs held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Held at zero today</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4.47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Comes back in FY27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3.90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37744">
                <a:tc>
                  <a:txBody>
                    <a:bodyPr/>
                    <a:lstStyle/>
                    <a:p>
                      <a:pPr algn="l" rtl="0" fontAlgn="base">
                        <a:lnSpc>
                          <a:spcPts val="795"/>
                        </a:lnSpc>
                        <a:buNone/>
                      </a:pPr>
                      <a:r>
                        <a:rPr lang="en-US" sz="750" b="0" i="0">
                          <a:solidFill>
                            <a:schemeClr val="bg1"/>
                          </a:solidFill>
                          <a:effectLst/>
                          <a:latin typeface="MarkOTBold" panose="020B0804020201010104" pitchFamily="34" charset="0"/>
                        </a:rPr>
                        <a:t>Lands on TDD lights 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 panose="020B0504020201010104" pitchFamily="34" charset="0"/>
                        </a:rPr>
                        <a:t>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 panose="020B0504020201010104" pitchFamily="34" charset="0"/>
                        </a:rPr>
                        <a:t>2.54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36" name="TextBox 35"/>
          <p:cNvSpPr txBox="1"/>
          <p:nvPr/>
        </p:nvSpPr>
        <p:spPr>
          <a:xfrm>
            <a:off x="7949904" y="3913632"/>
            <a:ext cx="3562340"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Source: 3.7 and the 2.x tabs</a:t>
            </a:r>
          </a:p>
        </p:txBody>
      </p:sp>
      <p:sp>
        <p:nvSpPr>
          <p:cNvPr id="37" name="Rectangle 36"/>
          <p:cNvSpPr/>
          <p:nvPr/>
        </p:nvSpPr>
        <p:spPr>
          <a:xfrm>
            <a:off x="7949904" y="4169664"/>
            <a:ext cx="3562340" cy="566928"/>
          </a:xfrm>
          <a:prstGeom prst="rect">
            <a:avLst/>
          </a:prstGeom>
          <a:solidFill>
            <a:srgbClr val="E3E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8" name="TextBox 37"/>
          <p:cNvSpPr txBox="1"/>
          <p:nvPr/>
        </p:nvSpPr>
        <p:spPr>
          <a:xfrm>
            <a:off x="7949794" y="4242816"/>
            <a:ext cx="3380123" cy="157734"/>
          </a:xfrm>
          <a:prstGeom prst="rect">
            <a:avLst/>
          </a:prstGeom>
          <a:noFill/>
        </p:spPr>
        <p:txBody>
          <a:bodyPr wrap="square" lIns="0" rIns="0" tIns="0" bIns="0" anchor="t">
            <a:spAutoFit/>
          </a:bodyPr>
          <a:lstStyle/>
          <a:p>
            <a:pPr algn="l">
              <a:spcAft>
                <a:spcPts val="300"/>
              </a:spcAft>
            </a:pPr>
            <a:r>
              <a:rPr lang="en-AU" dirty="0" sz="800">
                <a:solidFill>
                  <a:srgbClr val="18249C"/>
                </a:solidFill>
                <a:latin typeface="MarkOTBold" panose="020B0804020201010104" pitchFamily="34" charset="0"/>
              </a:rPr>
              <a:t>ASK  </a:t>
            </a:r>
            <a:r>
              <a:rPr lang="en-AU" dirty="0" sz="900">
                <a:solidFill>
                  <a:srgbClr val="1A1A1A"/>
                </a:solidFill>
                <a:latin typeface="MarkOTBold" panose="020B0804020201010104" pitchFamily="34" charset="0"/>
              </a:rPr>
              <a:t>Decide hold or hire before FY27 opens.</a:t>
            </a:r>
          </a:p>
        </p:txBody>
      </p:sp>
      <p:graphicFrame>
        <p:nvGraphicFramePr>
          <p:cNvPr id="39" name="ExecTotals"/>
          <p:cNvGraphicFramePr>
            <a:graphicFrameLocks noGrp="1"/>
          </p:cNvGraphicFramePr>
          <p:nvPr/>
        </p:nvGraphicFramePr>
        <p:xfrm>
          <a:off x="442570" y="4937760"/>
          <a:ext cx="11069672" cy="566928"/>
        </p:xfrm>
        <a:graphic>
          <a:graphicData uri="http://schemas.openxmlformats.org/drawingml/2006/table">
            <a:tbl>
              <a:tblPr/>
              <a:tblGrid>
                <a:gridCol w="3052132"/>
                <a:gridCol w="2004385"/>
                <a:gridCol w="2004385"/>
                <a:gridCol w="2004385"/>
                <a:gridCol w="2004385"/>
              </a:tblGrid>
              <a:tr h="292608">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Where the 3.62 sits today</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Two cyber lines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Every other line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Overheads against allowance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Total</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74320">
                <a:tc>
                  <a:txBody>
                    <a:bodyPr/>
                    <a:lstStyle/>
                    <a:p>
                      <a:pPr algn="l" rtl="0" fontAlgn="base">
                        <a:lnSpc>
                          <a:spcPts val="795"/>
                        </a:lnSpc>
                        <a:buNone/>
                      </a:pPr>
                      <a:r>
                        <a:rPr lang="en-US" sz="750" b="0" i="0">
                          <a:solidFill>
                            <a:schemeClr val="bg1"/>
                          </a:solidFill>
                          <a:effectLst/>
                          <a:latin typeface="MarkOTBold" panose="020B0804020201010104" pitchFamily="34" charset="0"/>
                        </a:rPr>
                        <a:t>Over/(under) the allocation ($m)</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3.49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0.12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11.29 over 11.61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3.62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40"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Three decisions, one page: the cyber allocations, the hire months, and the 22 roles held at zero; the plan is 0.32 over the 53.8 budget and the two moves close it to 48.50.</a:t>
            </a:r>
          </a:p>
        </p:txBody>
      </p:sp>
      <p:sp>
        <p:nvSpPr>
          <p:cNvPr id="41"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Cost to TDD lights on is what the model puts on the TDD line after support percentages, the pots and the overhead roles.</a:t>
            </a:r>
          </a:p>
          <a:p>
            <a:pPr algn="l">
              <a:spcAft>
                <a:spcPts val="100"/>
              </a:spcAft>
            </a:pPr>
            <a:r>
              <a:rPr lang="en-AU" dirty="0" sz="800" i="0">
                <a:solidFill>
                  <a:srgbClr val="5F5F5F"/>
                </a:solidFill>
                <a:latin typeface="MarkOT" panose="020B0504020201010104" pitchFamily="34" charset="0"/>
              </a:rPr>
              <a:t>2  Sources: 3.5 TDD Lights On row 24; 0.2 Data Config rows 6 to 27; 3.7 Vacancy Analysis rows 5 to 12, 198 to 203; Exec Summary rows 5 to 33.</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38912" y="429768"/>
            <a:ext cx="11301984" cy="365760"/>
          </a:xfrm>
          <a:prstGeom prst="rect">
            <a:avLst/>
          </a:prstGeom>
          <a:noFill/>
        </p:spPr>
        <p:txBody>
          <a:bodyPr wrap="none">
            <a:spAutoFit/>
          </a:bodyPr>
          <a:lstStyle/>
          <a:p>
            <a:r>
              <a:rPr sz="1800">
                <a:solidFill>
                  <a:srgbClr val="000000"/>
                </a:solidFill>
                <a:latin typeface="MarkOT"/>
              </a:rPr>
              <a:t>FY26: gross people cost and what lands on lights on</a:t>
            </a:r>
          </a:p>
        </p:txBody>
      </p:sp>
      <p:sp>
        <p:nvSpPr>
          <p:cNvPr id="4" name="TextBox 3"/>
          <p:cNvSpPr txBox="1"/>
          <p:nvPr/>
        </p:nvSpPr>
        <p:spPr>
          <a:xfrm>
            <a:off x="438912" y="960120"/>
            <a:ext cx="3657600" cy="274320"/>
          </a:xfrm>
          <a:prstGeom prst="rect">
            <a:avLst/>
          </a:prstGeom>
          <a:noFill/>
        </p:spPr>
        <p:txBody>
          <a:bodyPr wrap="none">
            <a:spAutoFit/>
          </a:bodyPr>
          <a:lstStyle/>
          <a:p>
            <a:r>
              <a:rPr sz="1100" b="1">
                <a:solidFill>
                  <a:srgbClr val="18249C"/>
                </a:solidFill>
                <a:latin typeface="MarkOT"/>
              </a:rPr>
              <a:t>GROSS, $m: the model price of everyone on board, ramping with the hire months</a:t>
            </a:r>
          </a:p>
        </p:txBody>
      </p:sp>
      <p:graphicFrame>
        <p:nvGraphicFramePr>
          <p:cNvPr id="5" name="Table 4"/>
          <p:cNvGraphicFramePr>
            <a:graphicFrameLocks noGrp="1"/>
          </p:cNvGraphicFramePr>
          <p:nvPr/>
        </p:nvGraphicFramePr>
        <p:xfrm>
          <a:off x="438912" y="1252728"/>
          <a:ext cx="11301980" cy="1371600"/>
        </p:xfrm>
        <a:graphic>
          <a:graphicData uri="http://schemas.openxmlformats.org/drawingml/2006/table">
            <a:tbl>
              <a:tblPr firstRow="1" bandRow="1">
                <a:tableStyleId>{5C22544A-7EE6-4342-B048-85BDC9FD1C3A}</a:tableStyleId>
              </a:tblPr>
              <a:tblGrid>
                <a:gridCol w="822960"/>
                <a:gridCol w="1047902"/>
                <a:gridCol w="1047902"/>
                <a:gridCol w="1047902"/>
                <a:gridCol w="1047902"/>
                <a:gridCol w="1047902"/>
                <a:gridCol w="1047902"/>
                <a:gridCol w="1047902"/>
                <a:gridCol w="1047902"/>
                <a:gridCol w="1047902"/>
                <a:gridCol w="1047902"/>
              </a:tblGrid>
              <a:tr h="342900">
                <a:tc>
                  <a:txBody>
                    <a:bodyPr/>
                    <a:lstStyle/>
                    <a:p>
                      <a:r>
                        <a:rPr sz="900" b="1">
                          <a:solidFill>
                            <a:srgbClr val="FFFFFF"/>
                          </a:solidFill>
                          <a:latin typeface="MarkOT"/>
                        </a:rPr>
                        <a:t/>
                      </a:r>
                    </a:p>
                  </a:txBody>
                  <a:tcPr>
                    <a:solidFill>
                      <a:srgbClr val="18249C"/>
                    </a:solidFill>
                  </a:tcPr>
                </a:tc>
                <a:tc>
                  <a:txBody>
                    <a:bodyPr/>
                    <a:lstStyle/>
                    <a:p>
                      <a:r>
                        <a:rPr sz="900" b="1">
                          <a:solidFill>
                            <a:srgbClr val="FFFFFF"/>
                          </a:solidFill>
                          <a:latin typeface="MarkOT"/>
                        </a:rPr>
                        <a:t>Actuals to June</a:t>
                      </a:r>
                    </a:p>
                  </a:txBody>
                  <a:tcPr>
                    <a:solidFill>
                      <a:srgbClr val="18249C"/>
                    </a:solidFill>
                  </a:tcPr>
                </a:tc>
                <a:tc>
                  <a:txBody>
                    <a:bodyPr/>
                    <a:lstStyle/>
                    <a:p>
                      <a:r>
                        <a:rPr sz="900" b="1">
                          <a:solidFill>
                            <a:srgbClr val="FFFFFF"/>
                          </a:solidFill>
                          <a:latin typeface="MarkOT"/>
                        </a:rPr>
                        <a:t>July</a:t>
                      </a:r>
                    </a:p>
                  </a:txBody>
                  <a:tcPr>
                    <a:solidFill>
                      <a:srgbClr val="18249C"/>
                    </a:solidFill>
                  </a:tcPr>
                </a:tc>
                <a:tc>
                  <a:txBody>
                    <a:bodyPr/>
                    <a:lstStyle/>
                    <a:p>
                      <a:r>
                        <a:rPr sz="900" b="1">
                          <a:solidFill>
                            <a:srgbClr val="FFFFFF"/>
                          </a:solidFill>
                          <a:latin typeface="MarkOT"/>
                        </a:rPr>
                        <a:t>August</a:t>
                      </a:r>
                    </a:p>
                  </a:txBody>
                  <a:tcPr>
                    <a:solidFill>
                      <a:srgbClr val="18249C"/>
                    </a:solidFill>
                  </a:tcPr>
                </a:tc>
                <a:tc>
                  <a:txBody>
                    <a:bodyPr/>
                    <a:lstStyle/>
                    <a:p>
                      <a:r>
                        <a:rPr sz="900" b="1">
                          <a:solidFill>
                            <a:srgbClr val="FFFFFF"/>
                          </a:solidFill>
                          <a:latin typeface="MarkOT"/>
                        </a:rPr>
                        <a:t>September</a:t>
                      </a:r>
                    </a:p>
                  </a:txBody>
                  <a:tcPr>
                    <a:solidFill>
                      <a:srgbClr val="18249C"/>
                    </a:solidFill>
                  </a:tcPr>
                </a:tc>
                <a:tc>
                  <a:txBody>
                    <a:bodyPr/>
                    <a:lstStyle/>
                    <a:p>
                      <a:r>
                        <a:rPr sz="900" b="1">
                          <a:solidFill>
                            <a:srgbClr val="FFFFFF"/>
                          </a:solidFill>
                          <a:latin typeface="MarkOT"/>
                        </a:rPr>
                        <a:t>October</a:t>
                      </a:r>
                    </a:p>
                  </a:txBody>
                  <a:tcPr>
                    <a:solidFill>
                      <a:srgbClr val="18249C"/>
                    </a:solidFill>
                  </a:tcPr>
                </a:tc>
                <a:tc>
                  <a:txBody>
                    <a:bodyPr/>
                    <a:lstStyle/>
                    <a:p>
                      <a:r>
                        <a:rPr sz="900" b="1">
                          <a:solidFill>
                            <a:srgbClr val="FFFFFF"/>
                          </a:solidFill>
                          <a:latin typeface="MarkOT"/>
                        </a:rPr>
                        <a:t>November</a:t>
                      </a:r>
                    </a:p>
                  </a:txBody>
                  <a:tcPr>
                    <a:solidFill>
                      <a:srgbClr val="18249C"/>
                    </a:solidFill>
                  </a:tcPr>
                </a:tc>
                <a:tc>
                  <a:txBody>
                    <a:bodyPr/>
                    <a:lstStyle/>
                    <a:p>
                      <a:r>
                        <a:rPr sz="900" b="1">
                          <a:solidFill>
                            <a:srgbClr val="FFFFFF"/>
                          </a:solidFill>
                          <a:latin typeface="MarkOT"/>
                        </a:rPr>
                        <a:t>December</a:t>
                      </a:r>
                    </a:p>
                  </a:txBody>
                  <a:tcPr>
                    <a:solidFill>
                      <a:srgbClr val="18249C"/>
                    </a:solidFill>
                  </a:tcPr>
                </a:tc>
                <a:tc>
                  <a:txBody>
                    <a:bodyPr/>
                    <a:lstStyle/>
                    <a:p>
                      <a:r>
                        <a:rPr sz="900" b="1">
                          <a:solidFill>
                            <a:srgbClr val="FFFFFF"/>
                          </a:solidFill>
                          <a:latin typeface="MarkOT"/>
                        </a:rPr>
                        <a:t>FY26 landing</a:t>
                      </a:r>
                    </a:p>
                  </a:txBody>
                  <a:tcPr>
                    <a:solidFill>
                      <a:srgbClr val="18249C"/>
                    </a:solidFill>
                  </a:tcPr>
                </a:tc>
                <a:tc>
                  <a:txBody>
                    <a:bodyPr/>
                    <a:lstStyle/>
                    <a:p>
                      <a:r>
                        <a:rPr sz="900" b="1">
                          <a:solidFill>
                            <a:srgbClr val="FFFFFF"/>
                          </a:solidFill>
                          <a:latin typeface="MarkOT"/>
                        </a:rPr>
                        <a:t>Budget</a:t>
                      </a:r>
                    </a:p>
                  </a:txBody>
                  <a:tcPr>
                    <a:solidFill>
                      <a:srgbClr val="18249C"/>
                    </a:solidFill>
                  </a:tcPr>
                </a:tc>
                <a:tc>
                  <a:txBody>
                    <a:bodyPr/>
                    <a:lstStyle/>
                    <a:p>
                      <a:r>
                        <a:rPr sz="900" b="1">
                          <a:solidFill>
                            <a:srgbClr val="FFFFFF"/>
                          </a:solidFill>
                          <a:latin typeface="MarkOT"/>
                        </a:rPr>
                        <a:t>Over/(under)</a:t>
                      </a:r>
                    </a:p>
                  </a:txBody>
                  <a:tcPr>
                    <a:solidFill>
                      <a:srgbClr val="18249C"/>
                    </a:solidFill>
                  </a:tcPr>
                </a:tc>
              </a:tr>
              <a:tr h="342900">
                <a:tc>
                  <a:txBody>
                    <a:bodyPr/>
                    <a:lstStyle/>
                    <a:p>
                      <a:r>
                        <a:rPr sz="900" b="1">
                          <a:solidFill>
                            <a:srgbClr val="000000"/>
                          </a:solidFill>
                          <a:latin typeface="MarkOT"/>
                        </a:rPr>
                        <a:t>NZ</a:t>
                      </a:r>
                    </a:p>
                  </a:txBody>
                  <a:tcPr>
                    <a:solidFill>
                      <a:srgbClr val="FFFFFF"/>
                    </a:solidFill>
                  </a:tcPr>
                </a:tc>
                <a:tc>
                  <a:txBody>
                    <a:bodyPr/>
                    <a:lstStyle/>
                    <a:p>
                      <a:r>
                        <a:rPr sz="900" b="0">
                          <a:solidFill>
                            <a:srgbClr val="000000"/>
                          </a:solidFill>
                          <a:latin typeface="MarkOT"/>
                        </a:rPr>
                        <a:t>8.48</a:t>
                      </a:r>
                    </a:p>
                  </a:txBody>
                  <a:tcPr>
                    <a:solidFill>
                      <a:srgbClr val="FFFFFF"/>
                    </a:solidFill>
                  </a:tcPr>
                </a:tc>
                <a:tc>
                  <a:txBody>
                    <a:bodyPr/>
                    <a:lstStyle/>
                    <a:p>
                      <a:r>
                        <a:rPr sz="900" b="0">
                          <a:solidFill>
                            <a:srgbClr val="000000"/>
                          </a:solidFill>
                          <a:latin typeface="MarkOT"/>
                        </a:rPr>
                        <a:t>1.65</a:t>
                      </a:r>
                    </a:p>
                  </a:txBody>
                  <a:tcPr>
                    <a:solidFill>
                      <a:srgbClr val="FFFFFF"/>
                    </a:solidFill>
                  </a:tcPr>
                </a:tc>
                <a:tc>
                  <a:txBody>
                    <a:bodyPr/>
                    <a:lstStyle/>
                    <a:p>
                      <a:r>
                        <a:rPr sz="900" b="0">
                          <a:solidFill>
                            <a:srgbClr val="000000"/>
                          </a:solidFill>
                          <a:latin typeface="MarkOT"/>
                        </a:rPr>
                        <a:t>1.65</a:t>
                      </a:r>
                    </a:p>
                  </a:txBody>
                  <a:tcPr>
                    <a:solidFill>
                      <a:srgbClr val="FFFFFF"/>
                    </a:solidFill>
                  </a:tcPr>
                </a:tc>
                <a:tc>
                  <a:txBody>
                    <a:bodyPr/>
                    <a:lstStyle/>
                    <a:p>
                      <a:r>
                        <a:rPr sz="900" b="0">
                          <a:solidFill>
                            <a:srgbClr val="000000"/>
                          </a:solidFill>
                          <a:latin typeface="MarkOT"/>
                        </a:rPr>
                        <a:t>1.67</a:t>
                      </a:r>
                    </a:p>
                  </a:txBody>
                  <a:tcPr>
                    <a:solidFill>
                      <a:srgbClr val="FFFFFF"/>
                    </a:solidFill>
                  </a:tcPr>
                </a:tc>
                <a:tc>
                  <a:txBody>
                    <a:bodyPr/>
                    <a:lstStyle/>
                    <a:p>
                      <a:r>
                        <a:rPr sz="900" b="0">
                          <a:solidFill>
                            <a:srgbClr val="000000"/>
                          </a:solidFill>
                          <a:latin typeface="MarkOT"/>
                        </a:rPr>
                        <a:t>1.67</a:t>
                      </a:r>
                    </a:p>
                  </a:txBody>
                  <a:tcPr>
                    <a:solidFill>
                      <a:srgbClr val="FFFFFF"/>
                    </a:solidFill>
                  </a:tcPr>
                </a:tc>
                <a:tc>
                  <a:txBody>
                    <a:bodyPr/>
                    <a:lstStyle/>
                    <a:p>
                      <a:r>
                        <a:rPr sz="900" b="0">
                          <a:solidFill>
                            <a:srgbClr val="000000"/>
                          </a:solidFill>
                          <a:latin typeface="MarkOT"/>
                        </a:rPr>
                        <a:t>1.68</a:t>
                      </a:r>
                    </a:p>
                  </a:txBody>
                  <a:tcPr>
                    <a:solidFill>
                      <a:srgbClr val="FFFFFF"/>
                    </a:solidFill>
                  </a:tcPr>
                </a:tc>
                <a:tc>
                  <a:txBody>
                    <a:bodyPr/>
                    <a:lstStyle/>
                    <a:p>
                      <a:r>
                        <a:rPr sz="900" b="0">
                          <a:solidFill>
                            <a:srgbClr val="000000"/>
                          </a:solidFill>
                          <a:latin typeface="MarkOT"/>
                        </a:rPr>
                        <a:t>1.68</a:t>
                      </a:r>
                    </a:p>
                  </a:txBody>
                  <a:tcPr>
                    <a:solidFill>
                      <a:srgbClr val="FFFFFF"/>
                    </a:solidFill>
                  </a:tcPr>
                </a:tc>
                <a:tc>
                  <a:txBody>
                    <a:bodyPr/>
                    <a:lstStyle/>
                    <a:p>
                      <a:r>
                        <a:rPr sz="900" b="0">
                          <a:solidFill>
                            <a:srgbClr val="000000"/>
                          </a:solidFill>
                          <a:latin typeface="MarkOT"/>
                        </a:rPr>
                        <a:t>18.47</a:t>
                      </a:r>
                    </a:p>
                  </a:txBody>
                  <a:tcPr>
                    <a:solidFill>
                      <a:srgbClr val="FFFFFF"/>
                    </a:solidFill>
                  </a:tcPr>
                </a:tc>
                <a:tc>
                  <a:txBody>
                    <a:bodyPr/>
                    <a:lstStyle/>
                    <a:p>
                      <a:r>
                        <a:rPr sz="900" b="0">
                          <a:solidFill>
                            <a:srgbClr val="000000"/>
                          </a:solidFill>
                          <a:latin typeface="MarkOT"/>
                        </a:rPr>
                        <a:t>17.85</a:t>
                      </a:r>
                    </a:p>
                  </a:txBody>
                  <a:tcPr>
                    <a:solidFill>
                      <a:srgbClr val="FFFFFF"/>
                    </a:solidFill>
                  </a:tcPr>
                </a:tc>
                <a:tc>
                  <a:txBody>
                    <a:bodyPr/>
                    <a:lstStyle/>
                    <a:p>
                      <a:r>
                        <a:rPr sz="900" b="0">
                          <a:solidFill>
                            <a:srgbClr val="ED0C06"/>
                          </a:solidFill>
                          <a:latin typeface="MarkOT"/>
                        </a:rPr>
                        <a:t>0.63</a:t>
                      </a:r>
                    </a:p>
                  </a:txBody>
                  <a:tcPr>
                    <a:solidFill>
                      <a:srgbClr val="FFFFFF"/>
                    </a:solidFill>
                  </a:tcPr>
                </a:tc>
              </a:tr>
              <a:tr h="342900">
                <a:tc>
                  <a:txBody>
                    <a:bodyPr/>
                    <a:lstStyle/>
                    <a:p>
                      <a:r>
                        <a:rPr sz="900" b="1">
                          <a:solidFill>
                            <a:srgbClr val="000000"/>
                          </a:solidFill>
                          <a:latin typeface="MarkOT"/>
                        </a:rPr>
                        <a:t>AU</a:t>
                      </a:r>
                    </a:p>
                  </a:txBody>
                  <a:tcPr>
                    <a:solidFill>
                      <a:srgbClr val="FFFFFF"/>
                    </a:solidFill>
                  </a:tcPr>
                </a:tc>
                <a:tc>
                  <a:txBody>
                    <a:bodyPr/>
                    <a:lstStyle/>
                    <a:p>
                      <a:r>
                        <a:rPr sz="900" b="0">
                          <a:solidFill>
                            <a:srgbClr val="000000"/>
                          </a:solidFill>
                          <a:latin typeface="MarkOT"/>
                        </a:rPr>
                        <a:t>30.26</a:t>
                      </a:r>
                    </a:p>
                  </a:txBody>
                  <a:tcPr>
                    <a:solidFill>
                      <a:srgbClr val="FFFFFF"/>
                    </a:solidFill>
                  </a:tcPr>
                </a:tc>
                <a:tc>
                  <a:txBody>
                    <a:bodyPr/>
                    <a:lstStyle/>
                    <a:p>
                      <a:r>
                        <a:rPr sz="900" b="0">
                          <a:solidFill>
                            <a:srgbClr val="000000"/>
                          </a:solidFill>
                          <a:latin typeface="MarkOT"/>
                        </a:rPr>
                        <a:t>5.10</a:t>
                      </a:r>
                    </a:p>
                  </a:txBody>
                  <a:tcPr>
                    <a:solidFill>
                      <a:srgbClr val="FFFFFF"/>
                    </a:solidFill>
                  </a:tcPr>
                </a:tc>
                <a:tc>
                  <a:txBody>
                    <a:bodyPr/>
                    <a:lstStyle/>
                    <a:p>
                      <a:r>
                        <a:rPr sz="900" b="0">
                          <a:solidFill>
                            <a:srgbClr val="000000"/>
                          </a:solidFill>
                          <a:latin typeface="MarkOT"/>
                        </a:rPr>
                        <a:t>5.36</a:t>
                      </a:r>
                    </a:p>
                  </a:txBody>
                  <a:tcPr>
                    <a:solidFill>
                      <a:srgbClr val="FFFFFF"/>
                    </a:solidFill>
                  </a:tcPr>
                </a:tc>
                <a:tc>
                  <a:txBody>
                    <a:bodyPr/>
                    <a:lstStyle/>
                    <a:p>
                      <a:r>
                        <a:rPr sz="900" b="0">
                          <a:solidFill>
                            <a:srgbClr val="000000"/>
                          </a:solidFill>
                          <a:latin typeface="MarkOT"/>
                        </a:rPr>
                        <a:t>5.89</a:t>
                      </a:r>
                    </a:p>
                  </a:txBody>
                  <a:tcPr>
                    <a:solidFill>
                      <a:srgbClr val="FFFFFF"/>
                    </a:solidFill>
                  </a:tcPr>
                </a:tc>
                <a:tc>
                  <a:txBody>
                    <a:bodyPr/>
                    <a:lstStyle/>
                    <a:p>
                      <a:r>
                        <a:rPr sz="900" b="0">
                          <a:solidFill>
                            <a:srgbClr val="000000"/>
                          </a:solidFill>
                          <a:latin typeface="MarkOT"/>
                        </a:rPr>
                        <a:t>6.08</a:t>
                      </a:r>
                    </a:p>
                  </a:txBody>
                  <a:tcPr>
                    <a:solidFill>
                      <a:srgbClr val="FFFFFF"/>
                    </a:solidFill>
                  </a:tcPr>
                </a:tc>
                <a:tc>
                  <a:txBody>
                    <a:bodyPr/>
                    <a:lstStyle/>
                    <a:p>
                      <a:r>
                        <a:rPr sz="900" b="0">
                          <a:solidFill>
                            <a:srgbClr val="000000"/>
                          </a:solidFill>
                          <a:latin typeface="MarkOT"/>
                        </a:rPr>
                        <a:t>6.15</a:t>
                      </a:r>
                    </a:p>
                  </a:txBody>
                  <a:tcPr>
                    <a:solidFill>
                      <a:srgbClr val="FFFFFF"/>
                    </a:solidFill>
                  </a:tcPr>
                </a:tc>
                <a:tc>
                  <a:txBody>
                    <a:bodyPr/>
                    <a:lstStyle/>
                    <a:p>
                      <a:r>
                        <a:rPr sz="900" b="0">
                          <a:solidFill>
                            <a:srgbClr val="000000"/>
                          </a:solidFill>
                          <a:latin typeface="MarkOT"/>
                        </a:rPr>
                        <a:t>6.15</a:t>
                      </a:r>
                    </a:p>
                  </a:txBody>
                  <a:tcPr>
                    <a:solidFill>
                      <a:srgbClr val="FFFFFF"/>
                    </a:solidFill>
                  </a:tcPr>
                </a:tc>
                <a:tc>
                  <a:txBody>
                    <a:bodyPr/>
                    <a:lstStyle/>
                    <a:p>
                      <a:r>
                        <a:rPr sz="900" b="0">
                          <a:solidFill>
                            <a:srgbClr val="000000"/>
                          </a:solidFill>
                          <a:latin typeface="MarkOT"/>
                        </a:rPr>
                        <a:t>64.99</a:t>
                      </a:r>
                    </a:p>
                  </a:txBody>
                  <a:tcPr>
                    <a:solidFill>
                      <a:srgbClr val="FFFFFF"/>
                    </a:solidFill>
                  </a:tcPr>
                </a:tc>
                <a:tc>
                  <a:txBody>
                    <a:bodyPr/>
                    <a:lstStyle/>
                    <a:p>
                      <a:r>
                        <a:rPr sz="900" b="0">
                          <a:solidFill>
                            <a:srgbClr val="000000"/>
                          </a:solidFill>
                          <a:latin typeface="MarkOT"/>
                        </a:rPr>
                        <a:t>62.59</a:t>
                      </a:r>
                    </a:p>
                  </a:txBody>
                  <a:tcPr>
                    <a:solidFill>
                      <a:srgbClr val="FFFFFF"/>
                    </a:solidFill>
                  </a:tcPr>
                </a:tc>
                <a:tc>
                  <a:txBody>
                    <a:bodyPr/>
                    <a:lstStyle/>
                    <a:p>
                      <a:r>
                        <a:rPr sz="900" b="0">
                          <a:solidFill>
                            <a:srgbClr val="ED0C06"/>
                          </a:solidFill>
                          <a:latin typeface="MarkOT"/>
                        </a:rPr>
                        <a:t>2.40</a:t>
                      </a:r>
                    </a:p>
                  </a:txBody>
                  <a:tcPr>
                    <a:solidFill>
                      <a:srgbClr val="FFFFFF"/>
                    </a:solidFill>
                  </a:tcPr>
                </a:tc>
              </a:tr>
              <a:tr h="342900">
                <a:tc>
                  <a:txBody>
                    <a:bodyPr/>
                    <a:lstStyle/>
                    <a:p>
                      <a:r>
                        <a:rPr sz="900" b="1">
                          <a:solidFill>
                            <a:srgbClr val="000000"/>
                          </a:solidFill>
                          <a:latin typeface="MarkOT"/>
                        </a:rPr>
                        <a:t>Total</a:t>
                      </a:r>
                    </a:p>
                  </a:txBody>
                  <a:tcPr>
                    <a:solidFill>
                      <a:srgbClr val="F2F2F2"/>
                    </a:solidFill>
                  </a:tcPr>
                </a:tc>
                <a:tc>
                  <a:txBody>
                    <a:bodyPr/>
                    <a:lstStyle/>
                    <a:p>
                      <a:r>
                        <a:rPr sz="900" b="1">
                          <a:solidFill>
                            <a:srgbClr val="000000"/>
                          </a:solidFill>
                          <a:latin typeface="MarkOT"/>
                        </a:rPr>
                        <a:t>38.74</a:t>
                      </a:r>
                    </a:p>
                  </a:txBody>
                  <a:tcPr>
                    <a:solidFill>
                      <a:srgbClr val="F2F2F2"/>
                    </a:solidFill>
                  </a:tcPr>
                </a:tc>
                <a:tc>
                  <a:txBody>
                    <a:bodyPr/>
                    <a:lstStyle/>
                    <a:p>
                      <a:r>
                        <a:rPr sz="900" b="1">
                          <a:solidFill>
                            <a:srgbClr val="000000"/>
                          </a:solidFill>
                          <a:latin typeface="MarkOT"/>
                        </a:rPr>
                        <a:t>6.75</a:t>
                      </a:r>
                    </a:p>
                  </a:txBody>
                  <a:tcPr>
                    <a:solidFill>
                      <a:srgbClr val="F2F2F2"/>
                    </a:solidFill>
                  </a:tcPr>
                </a:tc>
                <a:tc>
                  <a:txBody>
                    <a:bodyPr/>
                    <a:lstStyle/>
                    <a:p>
                      <a:r>
                        <a:rPr sz="900" b="1">
                          <a:solidFill>
                            <a:srgbClr val="000000"/>
                          </a:solidFill>
                          <a:latin typeface="MarkOT"/>
                        </a:rPr>
                        <a:t>7.01</a:t>
                      </a:r>
                    </a:p>
                  </a:txBody>
                  <a:tcPr>
                    <a:solidFill>
                      <a:srgbClr val="F2F2F2"/>
                    </a:solidFill>
                  </a:tcPr>
                </a:tc>
                <a:tc>
                  <a:txBody>
                    <a:bodyPr/>
                    <a:lstStyle/>
                    <a:p>
                      <a:r>
                        <a:rPr sz="900" b="1">
                          <a:solidFill>
                            <a:srgbClr val="000000"/>
                          </a:solidFill>
                          <a:latin typeface="MarkOT"/>
                        </a:rPr>
                        <a:t>7.55</a:t>
                      </a:r>
                    </a:p>
                  </a:txBody>
                  <a:tcPr>
                    <a:solidFill>
                      <a:srgbClr val="F2F2F2"/>
                    </a:solidFill>
                  </a:tcPr>
                </a:tc>
                <a:tc>
                  <a:txBody>
                    <a:bodyPr/>
                    <a:lstStyle/>
                    <a:p>
                      <a:r>
                        <a:rPr sz="900" b="1">
                          <a:solidFill>
                            <a:srgbClr val="000000"/>
                          </a:solidFill>
                          <a:latin typeface="MarkOT"/>
                        </a:rPr>
                        <a:t>7.74</a:t>
                      </a:r>
                    </a:p>
                  </a:txBody>
                  <a:tcPr>
                    <a:solidFill>
                      <a:srgbClr val="F2F2F2"/>
                    </a:solidFill>
                  </a:tcPr>
                </a:tc>
                <a:tc>
                  <a:txBody>
                    <a:bodyPr/>
                    <a:lstStyle/>
                    <a:p>
                      <a:r>
                        <a:rPr sz="900" b="1">
                          <a:solidFill>
                            <a:srgbClr val="000000"/>
                          </a:solidFill>
                          <a:latin typeface="MarkOT"/>
                        </a:rPr>
                        <a:t>7.83</a:t>
                      </a:r>
                    </a:p>
                  </a:txBody>
                  <a:tcPr>
                    <a:solidFill>
                      <a:srgbClr val="F2F2F2"/>
                    </a:solidFill>
                  </a:tcPr>
                </a:tc>
                <a:tc>
                  <a:txBody>
                    <a:bodyPr/>
                    <a:lstStyle/>
                    <a:p>
                      <a:r>
                        <a:rPr sz="900" b="1">
                          <a:solidFill>
                            <a:srgbClr val="000000"/>
                          </a:solidFill>
                          <a:latin typeface="MarkOT"/>
                        </a:rPr>
                        <a:t>7.83</a:t>
                      </a:r>
                    </a:p>
                  </a:txBody>
                  <a:tcPr>
                    <a:solidFill>
                      <a:srgbClr val="F2F2F2"/>
                    </a:solidFill>
                  </a:tcPr>
                </a:tc>
                <a:tc>
                  <a:txBody>
                    <a:bodyPr/>
                    <a:lstStyle/>
                    <a:p>
                      <a:r>
                        <a:rPr sz="900" b="1">
                          <a:solidFill>
                            <a:srgbClr val="000000"/>
                          </a:solidFill>
                          <a:latin typeface="MarkOT"/>
                        </a:rPr>
                        <a:t>83.46</a:t>
                      </a:r>
                    </a:p>
                  </a:txBody>
                  <a:tcPr>
                    <a:solidFill>
                      <a:srgbClr val="F2F2F2"/>
                    </a:solidFill>
                  </a:tcPr>
                </a:tc>
                <a:tc>
                  <a:txBody>
                    <a:bodyPr/>
                    <a:lstStyle/>
                    <a:p>
                      <a:r>
                        <a:rPr sz="900" b="1">
                          <a:solidFill>
                            <a:srgbClr val="000000"/>
                          </a:solidFill>
                          <a:latin typeface="MarkOT"/>
                        </a:rPr>
                        <a:t>80.44</a:t>
                      </a:r>
                    </a:p>
                  </a:txBody>
                  <a:tcPr>
                    <a:solidFill>
                      <a:srgbClr val="F2F2F2"/>
                    </a:solidFill>
                  </a:tcPr>
                </a:tc>
                <a:tc>
                  <a:txBody>
                    <a:bodyPr/>
                    <a:lstStyle/>
                    <a:p>
                      <a:r>
                        <a:rPr sz="900" b="1">
                          <a:solidFill>
                            <a:srgbClr val="ED0C06"/>
                          </a:solidFill>
                          <a:latin typeface="MarkOT"/>
                        </a:rPr>
                        <a:t>3.03</a:t>
                      </a:r>
                    </a:p>
                  </a:txBody>
                  <a:tcPr>
                    <a:solidFill>
                      <a:srgbClr val="F2F2F2"/>
                    </a:solidFill>
                  </a:tcPr>
                </a:tc>
              </a:tr>
            </a:tbl>
          </a:graphicData>
        </a:graphic>
      </p:graphicFrame>
      <p:sp>
        <p:nvSpPr>
          <p:cNvPr id="6" name="TextBox 5"/>
          <p:cNvSpPr txBox="1"/>
          <p:nvPr/>
        </p:nvSpPr>
        <p:spPr>
          <a:xfrm>
            <a:off x="438912" y="2880360"/>
            <a:ext cx="3657600" cy="274320"/>
          </a:xfrm>
          <a:prstGeom prst="rect">
            <a:avLst/>
          </a:prstGeom>
          <a:noFill/>
        </p:spPr>
        <p:txBody>
          <a:bodyPr wrap="none">
            <a:spAutoFit/>
          </a:bodyPr>
          <a:lstStyle/>
          <a:p>
            <a:r>
              <a:rPr sz="1100" b="1">
                <a:solidFill>
                  <a:srgbClr val="18249C"/>
                </a:solidFill>
                <a:latin typeface="MarkOT"/>
              </a:rPr>
              <a:t>TDD LIGHTS ON, $m: what lands on lights on. Budget = the 50.5 allocation split</a:t>
            </a:r>
          </a:p>
        </p:txBody>
      </p:sp>
      <p:graphicFrame>
        <p:nvGraphicFramePr>
          <p:cNvPr id="7" name="Table 6"/>
          <p:cNvGraphicFramePr>
            <a:graphicFrameLocks noGrp="1"/>
          </p:cNvGraphicFramePr>
          <p:nvPr/>
        </p:nvGraphicFramePr>
        <p:xfrm>
          <a:off x="438912" y="3172968"/>
          <a:ext cx="11301980" cy="1371600"/>
        </p:xfrm>
        <a:graphic>
          <a:graphicData uri="http://schemas.openxmlformats.org/drawingml/2006/table">
            <a:tbl>
              <a:tblPr firstRow="1" bandRow="1">
                <a:tableStyleId>{5C22544A-7EE6-4342-B048-85BDC9FD1C3A}</a:tableStyleId>
              </a:tblPr>
              <a:tblGrid>
                <a:gridCol w="822960"/>
                <a:gridCol w="1047902"/>
                <a:gridCol w="1047902"/>
                <a:gridCol w="1047902"/>
                <a:gridCol w="1047902"/>
                <a:gridCol w="1047902"/>
                <a:gridCol w="1047902"/>
                <a:gridCol w="1047902"/>
                <a:gridCol w="1047902"/>
                <a:gridCol w="1047902"/>
                <a:gridCol w="1047902"/>
              </a:tblGrid>
              <a:tr h="342900">
                <a:tc>
                  <a:txBody>
                    <a:bodyPr/>
                    <a:lstStyle/>
                    <a:p>
                      <a:r>
                        <a:rPr sz="900" b="1">
                          <a:solidFill>
                            <a:srgbClr val="FFFFFF"/>
                          </a:solidFill>
                          <a:latin typeface="MarkOT"/>
                        </a:rPr>
                        <a:t/>
                      </a:r>
                    </a:p>
                  </a:txBody>
                  <a:tcPr>
                    <a:solidFill>
                      <a:srgbClr val="18249C"/>
                    </a:solidFill>
                  </a:tcPr>
                </a:tc>
                <a:tc>
                  <a:txBody>
                    <a:bodyPr/>
                    <a:lstStyle/>
                    <a:p>
                      <a:r>
                        <a:rPr sz="900" b="1">
                          <a:solidFill>
                            <a:srgbClr val="FFFFFF"/>
                          </a:solidFill>
                          <a:latin typeface="MarkOT"/>
                        </a:rPr>
                        <a:t>Actuals to June</a:t>
                      </a:r>
                    </a:p>
                  </a:txBody>
                  <a:tcPr>
                    <a:solidFill>
                      <a:srgbClr val="18249C"/>
                    </a:solidFill>
                  </a:tcPr>
                </a:tc>
                <a:tc>
                  <a:txBody>
                    <a:bodyPr/>
                    <a:lstStyle/>
                    <a:p>
                      <a:r>
                        <a:rPr sz="900" b="1">
                          <a:solidFill>
                            <a:srgbClr val="FFFFFF"/>
                          </a:solidFill>
                          <a:latin typeface="MarkOT"/>
                        </a:rPr>
                        <a:t>July</a:t>
                      </a:r>
                    </a:p>
                  </a:txBody>
                  <a:tcPr>
                    <a:solidFill>
                      <a:srgbClr val="18249C"/>
                    </a:solidFill>
                  </a:tcPr>
                </a:tc>
                <a:tc>
                  <a:txBody>
                    <a:bodyPr/>
                    <a:lstStyle/>
                    <a:p>
                      <a:r>
                        <a:rPr sz="900" b="1">
                          <a:solidFill>
                            <a:srgbClr val="FFFFFF"/>
                          </a:solidFill>
                          <a:latin typeface="MarkOT"/>
                        </a:rPr>
                        <a:t>August</a:t>
                      </a:r>
                    </a:p>
                  </a:txBody>
                  <a:tcPr>
                    <a:solidFill>
                      <a:srgbClr val="18249C"/>
                    </a:solidFill>
                  </a:tcPr>
                </a:tc>
                <a:tc>
                  <a:txBody>
                    <a:bodyPr/>
                    <a:lstStyle/>
                    <a:p>
                      <a:r>
                        <a:rPr sz="900" b="1">
                          <a:solidFill>
                            <a:srgbClr val="FFFFFF"/>
                          </a:solidFill>
                          <a:latin typeface="MarkOT"/>
                        </a:rPr>
                        <a:t>September</a:t>
                      </a:r>
                    </a:p>
                  </a:txBody>
                  <a:tcPr>
                    <a:solidFill>
                      <a:srgbClr val="18249C"/>
                    </a:solidFill>
                  </a:tcPr>
                </a:tc>
                <a:tc>
                  <a:txBody>
                    <a:bodyPr/>
                    <a:lstStyle/>
                    <a:p>
                      <a:r>
                        <a:rPr sz="900" b="1">
                          <a:solidFill>
                            <a:srgbClr val="FFFFFF"/>
                          </a:solidFill>
                          <a:latin typeface="MarkOT"/>
                        </a:rPr>
                        <a:t>October</a:t>
                      </a:r>
                    </a:p>
                  </a:txBody>
                  <a:tcPr>
                    <a:solidFill>
                      <a:srgbClr val="18249C"/>
                    </a:solidFill>
                  </a:tcPr>
                </a:tc>
                <a:tc>
                  <a:txBody>
                    <a:bodyPr/>
                    <a:lstStyle/>
                    <a:p>
                      <a:r>
                        <a:rPr sz="900" b="1">
                          <a:solidFill>
                            <a:srgbClr val="FFFFFF"/>
                          </a:solidFill>
                          <a:latin typeface="MarkOT"/>
                        </a:rPr>
                        <a:t>November</a:t>
                      </a:r>
                    </a:p>
                  </a:txBody>
                  <a:tcPr>
                    <a:solidFill>
                      <a:srgbClr val="18249C"/>
                    </a:solidFill>
                  </a:tcPr>
                </a:tc>
                <a:tc>
                  <a:txBody>
                    <a:bodyPr/>
                    <a:lstStyle/>
                    <a:p>
                      <a:r>
                        <a:rPr sz="900" b="1">
                          <a:solidFill>
                            <a:srgbClr val="FFFFFF"/>
                          </a:solidFill>
                          <a:latin typeface="MarkOT"/>
                        </a:rPr>
                        <a:t>December</a:t>
                      </a:r>
                    </a:p>
                  </a:txBody>
                  <a:tcPr>
                    <a:solidFill>
                      <a:srgbClr val="18249C"/>
                    </a:solidFill>
                  </a:tcPr>
                </a:tc>
                <a:tc>
                  <a:txBody>
                    <a:bodyPr/>
                    <a:lstStyle/>
                    <a:p>
                      <a:r>
                        <a:rPr sz="900" b="1">
                          <a:solidFill>
                            <a:srgbClr val="FFFFFF"/>
                          </a:solidFill>
                          <a:latin typeface="MarkOT"/>
                        </a:rPr>
                        <a:t>FY26 landing</a:t>
                      </a:r>
                    </a:p>
                  </a:txBody>
                  <a:tcPr>
                    <a:solidFill>
                      <a:srgbClr val="18249C"/>
                    </a:solidFill>
                  </a:tcPr>
                </a:tc>
                <a:tc>
                  <a:txBody>
                    <a:bodyPr/>
                    <a:lstStyle/>
                    <a:p>
                      <a:r>
                        <a:rPr sz="900" b="1">
                          <a:solidFill>
                            <a:srgbClr val="FFFFFF"/>
                          </a:solidFill>
                          <a:latin typeface="MarkOT"/>
                        </a:rPr>
                        <a:t>Budget</a:t>
                      </a:r>
                    </a:p>
                  </a:txBody>
                  <a:tcPr>
                    <a:solidFill>
                      <a:srgbClr val="18249C"/>
                    </a:solidFill>
                  </a:tcPr>
                </a:tc>
                <a:tc>
                  <a:txBody>
                    <a:bodyPr/>
                    <a:lstStyle/>
                    <a:p>
                      <a:r>
                        <a:rPr sz="900" b="1">
                          <a:solidFill>
                            <a:srgbClr val="FFFFFF"/>
                          </a:solidFill>
                          <a:latin typeface="MarkOT"/>
                        </a:rPr>
                        <a:t>Over/(under)</a:t>
                      </a:r>
                    </a:p>
                  </a:txBody>
                  <a:tcPr>
                    <a:solidFill>
                      <a:srgbClr val="18249C"/>
                    </a:solidFill>
                  </a:tcPr>
                </a:tc>
              </a:tr>
              <a:tr h="342900">
                <a:tc>
                  <a:txBody>
                    <a:bodyPr/>
                    <a:lstStyle/>
                    <a:p>
                      <a:r>
                        <a:rPr sz="900" b="1">
                          <a:solidFill>
                            <a:srgbClr val="000000"/>
                          </a:solidFill>
                          <a:latin typeface="MarkOT"/>
                        </a:rPr>
                        <a:t>NZ</a:t>
                      </a:r>
                    </a:p>
                  </a:txBody>
                  <a:tcPr>
                    <a:solidFill>
                      <a:srgbClr val="FFFFFF"/>
                    </a:solidFill>
                  </a:tcPr>
                </a:tc>
                <a:tc>
                  <a:txBody>
                    <a:bodyPr/>
                    <a:lstStyle/>
                    <a:p>
                      <a:r>
                        <a:rPr sz="900" b="0">
                          <a:solidFill>
                            <a:srgbClr val="000000"/>
                          </a:solidFill>
                          <a:latin typeface="MarkOT"/>
                        </a:rPr>
                        <a:t>8.48</a:t>
                      </a:r>
                    </a:p>
                  </a:txBody>
                  <a:tcPr>
                    <a:solidFill>
                      <a:srgbClr val="FFFFFF"/>
                    </a:solidFill>
                  </a:tcPr>
                </a:tc>
                <a:tc>
                  <a:txBody>
                    <a:bodyPr/>
                    <a:lstStyle/>
                    <a:p>
                      <a:r>
                        <a:rPr sz="900" b="0">
                          <a:solidFill>
                            <a:srgbClr val="000000"/>
                          </a:solidFill>
                          <a:latin typeface="MarkOT"/>
                        </a:rPr>
                        <a:t>1.23</a:t>
                      </a:r>
                    </a:p>
                  </a:txBody>
                  <a:tcPr>
                    <a:solidFill>
                      <a:srgbClr val="FFFFFF"/>
                    </a:solidFill>
                  </a:tcPr>
                </a:tc>
                <a:tc>
                  <a:txBody>
                    <a:bodyPr/>
                    <a:lstStyle/>
                    <a:p>
                      <a:r>
                        <a:rPr sz="900" b="0">
                          <a:solidFill>
                            <a:srgbClr val="000000"/>
                          </a:solidFill>
                          <a:latin typeface="MarkOT"/>
                        </a:rPr>
                        <a:t>1.23</a:t>
                      </a:r>
                    </a:p>
                  </a:txBody>
                  <a:tcPr>
                    <a:solidFill>
                      <a:srgbClr val="FFFFFF"/>
                    </a:solidFill>
                  </a:tcPr>
                </a:tc>
                <a:tc>
                  <a:txBody>
                    <a:bodyPr/>
                    <a:lstStyle/>
                    <a:p>
                      <a:r>
                        <a:rPr sz="900" b="0">
                          <a:solidFill>
                            <a:srgbClr val="000000"/>
                          </a:solidFill>
                          <a:latin typeface="MarkOT"/>
                        </a:rPr>
                        <a:t>1.23</a:t>
                      </a:r>
                    </a:p>
                  </a:txBody>
                  <a:tcPr>
                    <a:solidFill>
                      <a:srgbClr val="FFFFFF"/>
                    </a:solidFill>
                  </a:tcPr>
                </a:tc>
                <a:tc>
                  <a:txBody>
                    <a:bodyPr/>
                    <a:lstStyle/>
                    <a:p>
                      <a:r>
                        <a:rPr sz="900" b="0">
                          <a:solidFill>
                            <a:srgbClr val="000000"/>
                          </a:solidFill>
                          <a:latin typeface="MarkOT"/>
                        </a:rPr>
                        <a:t>1.23</a:t>
                      </a:r>
                    </a:p>
                  </a:txBody>
                  <a:tcPr>
                    <a:solidFill>
                      <a:srgbClr val="FFFFFF"/>
                    </a:solidFill>
                  </a:tcPr>
                </a:tc>
                <a:tc>
                  <a:txBody>
                    <a:bodyPr/>
                    <a:lstStyle/>
                    <a:p>
                      <a:r>
                        <a:rPr sz="900" b="0">
                          <a:solidFill>
                            <a:srgbClr val="000000"/>
                          </a:solidFill>
                          <a:latin typeface="MarkOT"/>
                        </a:rPr>
                        <a:t>1.24</a:t>
                      </a:r>
                    </a:p>
                  </a:txBody>
                  <a:tcPr>
                    <a:solidFill>
                      <a:srgbClr val="FFFFFF"/>
                    </a:solidFill>
                  </a:tcPr>
                </a:tc>
                <a:tc>
                  <a:txBody>
                    <a:bodyPr/>
                    <a:lstStyle/>
                    <a:p>
                      <a:r>
                        <a:rPr sz="900" b="0">
                          <a:solidFill>
                            <a:srgbClr val="000000"/>
                          </a:solidFill>
                          <a:latin typeface="MarkOT"/>
                        </a:rPr>
                        <a:t>1.24</a:t>
                      </a:r>
                    </a:p>
                  </a:txBody>
                  <a:tcPr>
                    <a:solidFill>
                      <a:srgbClr val="FFFFFF"/>
                    </a:solidFill>
                  </a:tcPr>
                </a:tc>
                <a:tc>
                  <a:txBody>
                    <a:bodyPr/>
                    <a:lstStyle/>
                    <a:p>
                      <a:r>
                        <a:rPr sz="900" b="0">
                          <a:solidFill>
                            <a:srgbClr val="000000"/>
                          </a:solidFill>
                          <a:latin typeface="MarkOT"/>
                        </a:rPr>
                        <a:t>15.89</a:t>
                      </a:r>
                    </a:p>
                  </a:txBody>
                  <a:tcPr>
                    <a:solidFill>
                      <a:srgbClr val="FFFFFF"/>
                    </a:solidFill>
                  </a:tcPr>
                </a:tc>
                <a:tc>
                  <a:txBody>
                    <a:bodyPr/>
                    <a:lstStyle/>
                    <a:p>
                      <a:r>
                        <a:rPr sz="900" b="0">
                          <a:solidFill>
                            <a:srgbClr val="000000"/>
                          </a:solidFill>
                          <a:latin typeface="MarkOT"/>
                        </a:rPr>
                        <a:t>17.50</a:t>
                      </a:r>
                    </a:p>
                  </a:txBody>
                  <a:tcPr>
                    <a:solidFill>
                      <a:srgbClr val="FFFFFF"/>
                    </a:solidFill>
                  </a:tcPr>
                </a:tc>
                <a:tc>
                  <a:txBody>
                    <a:bodyPr/>
                    <a:lstStyle/>
                    <a:p>
                      <a:r>
                        <a:rPr sz="900" b="0">
                          <a:solidFill>
                            <a:srgbClr val="000000"/>
                          </a:solidFill>
                          <a:latin typeface="MarkOT"/>
                        </a:rPr>
                        <a:t>(1.61)</a:t>
                      </a:r>
                    </a:p>
                  </a:txBody>
                  <a:tcPr>
                    <a:solidFill>
                      <a:srgbClr val="FFFFFF"/>
                    </a:solidFill>
                  </a:tcPr>
                </a:tc>
              </a:tr>
              <a:tr h="342900">
                <a:tc>
                  <a:txBody>
                    <a:bodyPr/>
                    <a:lstStyle/>
                    <a:p>
                      <a:r>
                        <a:rPr sz="900" b="1">
                          <a:solidFill>
                            <a:srgbClr val="000000"/>
                          </a:solidFill>
                          <a:latin typeface="MarkOT"/>
                        </a:rPr>
                        <a:t>AU</a:t>
                      </a:r>
                    </a:p>
                  </a:txBody>
                  <a:tcPr>
                    <a:solidFill>
                      <a:srgbClr val="FFFFFF"/>
                    </a:solidFill>
                  </a:tcPr>
                </a:tc>
                <a:tc>
                  <a:txBody>
                    <a:bodyPr/>
                    <a:lstStyle/>
                    <a:p>
                      <a:r>
                        <a:rPr sz="900" b="0">
                          <a:solidFill>
                            <a:srgbClr val="000000"/>
                          </a:solidFill>
                          <a:latin typeface="MarkOT"/>
                        </a:rPr>
                        <a:t>20.01</a:t>
                      </a:r>
                    </a:p>
                  </a:txBody>
                  <a:tcPr>
                    <a:solidFill>
                      <a:srgbClr val="FFFFFF"/>
                    </a:solidFill>
                  </a:tcPr>
                </a:tc>
                <a:tc>
                  <a:txBody>
                    <a:bodyPr/>
                    <a:lstStyle/>
                    <a:p>
                      <a:r>
                        <a:rPr sz="900" b="0">
                          <a:solidFill>
                            <a:srgbClr val="000000"/>
                          </a:solidFill>
                          <a:latin typeface="MarkOT"/>
                        </a:rPr>
                        <a:t>2.39</a:t>
                      </a:r>
                    </a:p>
                  </a:txBody>
                  <a:tcPr>
                    <a:solidFill>
                      <a:srgbClr val="FFFFFF"/>
                    </a:solidFill>
                  </a:tcPr>
                </a:tc>
                <a:tc>
                  <a:txBody>
                    <a:bodyPr/>
                    <a:lstStyle/>
                    <a:p>
                      <a:r>
                        <a:rPr sz="900" b="0">
                          <a:solidFill>
                            <a:srgbClr val="000000"/>
                          </a:solidFill>
                          <a:latin typeface="MarkOT"/>
                        </a:rPr>
                        <a:t>2.50</a:t>
                      </a:r>
                    </a:p>
                  </a:txBody>
                  <a:tcPr>
                    <a:solidFill>
                      <a:srgbClr val="FFFFFF"/>
                    </a:solidFill>
                  </a:tcPr>
                </a:tc>
                <a:tc>
                  <a:txBody>
                    <a:bodyPr/>
                    <a:lstStyle/>
                    <a:p>
                      <a:r>
                        <a:rPr sz="900" b="0">
                          <a:solidFill>
                            <a:srgbClr val="000000"/>
                          </a:solidFill>
                          <a:latin typeface="MarkOT"/>
                        </a:rPr>
                        <a:t>2.78</a:t>
                      </a:r>
                    </a:p>
                  </a:txBody>
                  <a:tcPr>
                    <a:solidFill>
                      <a:srgbClr val="FFFFFF"/>
                    </a:solidFill>
                  </a:tcPr>
                </a:tc>
                <a:tc>
                  <a:txBody>
                    <a:bodyPr/>
                    <a:lstStyle/>
                    <a:p>
                      <a:r>
                        <a:rPr sz="900" b="0">
                          <a:solidFill>
                            <a:srgbClr val="000000"/>
                          </a:solidFill>
                          <a:latin typeface="MarkOT"/>
                        </a:rPr>
                        <a:t>2.92</a:t>
                      </a:r>
                    </a:p>
                  </a:txBody>
                  <a:tcPr>
                    <a:solidFill>
                      <a:srgbClr val="FFFFFF"/>
                    </a:solidFill>
                  </a:tcPr>
                </a:tc>
                <a:tc>
                  <a:txBody>
                    <a:bodyPr/>
                    <a:lstStyle/>
                    <a:p>
                      <a:r>
                        <a:rPr sz="900" b="0">
                          <a:solidFill>
                            <a:srgbClr val="000000"/>
                          </a:solidFill>
                          <a:latin typeface="MarkOT"/>
                        </a:rPr>
                        <a:t>2.99</a:t>
                      </a:r>
                    </a:p>
                  </a:txBody>
                  <a:tcPr>
                    <a:solidFill>
                      <a:srgbClr val="FFFFFF"/>
                    </a:solidFill>
                  </a:tcPr>
                </a:tc>
                <a:tc>
                  <a:txBody>
                    <a:bodyPr/>
                    <a:lstStyle/>
                    <a:p>
                      <a:r>
                        <a:rPr sz="900" b="0">
                          <a:solidFill>
                            <a:srgbClr val="000000"/>
                          </a:solidFill>
                          <a:latin typeface="MarkOT"/>
                        </a:rPr>
                        <a:t>2.99</a:t>
                      </a:r>
                    </a:p>
                  </a:txBody>
                  <a:tcPr>
                    <a:solidFill>
                      <a:srgbClr val="FFFFFF"/>
                    </a:solidFill>
                  </a:tcPr>
                </a:tc>
                <a:tc>
                  <a:txBody>
                    <a:bodyPr/>
                    <a:lstStyle/>
                    <a:p>
                      <a:r>
                        <a:rPr sz="900" b="0">
                          <a:solidFill>
                            <a:srgbClr val="000000"/>
                          </a:solidFill>
                          <a:latin typeface="MarkOT"/>
                        </a:rPr>
                        <a:t>36.59</a:t>
                      </a:r>
                    </a:p>
                  </a:txBody>
                  <a:tcPr>
                    <a:solidFill>
                      <a:srgbClr val="FFFFFF"/>
                    </a:solidFill>
                  </a:tcPr>
                </a:tc>
                <a:tc>
                  <a:txBody>
                    <a:bodyPr/>
                    <a:lstStyle/>
                    <a:p>
                      <a:r>
                        <a:rPr sz="900" b="0">
                          <a:solidFill>
                            <a:srgbClr val="000000"/>
                          </a:solidFill>
                          <a:latin typeface="MarkOT"/>
                        </a:rPr>
                        <a:t>33.00</a:t>
                      </a:r>
                    </a:p>
                  </a:txBody>
                  <a:tcPr>
                    <a:solidFill>
                      <a:srgbClr val="FFFFFF"/>
                    </a:solidFill>
                  </a:tcPr>
                </a:tc>
                <a:tc>
                  <a:txBody>
                    <a:bodyPr/>
                    <a:lstStyle/>
                    <a:p>
                      <a:r>
                        <a:rPr sz="900" b="0">
                          <a:solidFill>
                            <a:srgbClr val="ED0C06"/>
                          </a:solidFill>
                          <a:latin typeface="MarkOT"/>
                        </a:rPr>
                        <a:t>3.59</a:t>
                      </a:r>
                    </a:p>
                  </a:txBody>
                  <a:tcPr>
                    <a:solidFill>
                      <a:srgbClr val="FFFFFF"/>
                    </a:solidFill>
                  </a:tcPr>
                </a:tc>
              </a:tr>
              <a:tr h="342900">
                <a:tc>
                  <a:txBody>
                    <a:bodyPr/>
                    <a:lstStyle/>
                    <a:p>
                      <a:r>
                        <a:rPr sz="900" b="1">
                          <a:solidFill>
                            <a:srgbClr val="000000"/>
                          </a:solidFill>
                          <a:latin typeface="MarkOT"/>
                        </a:rPr>
                        <a:t>Total</a:t>
                      </a:r>
                    </a:p>
                  </a:txBody>
                  <a:tcPr>
                    <a:solidFill>
                      <a:srgbClr val="F2F2F2"/>
                    </a:solidFill>
                  </a:tcPr>
                </a:tc>
                <a:tc>
                  <a:txBody>
                    <a:bodyPr/>
                    <a:lstStyle/>
                    <a:p>
                      <a:r>
                        <a:rPr sz="900" b="1">
                          <a:solidFill>
                            <a:srgbClr val="000000"/>
                          </a:solidFill>
                          <a:latin typeface="MarkOT"/>
                        </a:rPr>
                        <a:t>28.49</a:t>
                      </a:r>
                    </a:p>
                  </a:txBody>
                  <a:tcPr>
                    <a:solidFill>
                      <a:srgbClr val="F2F2F2"/>
                    </a:solidFill>
                  </a:tcPr>
                </a:tc>
                <a:tc>
                  <a:txBody>
                    <a:bodyPr/>
                    <a:lstStyle/>
                    <a:p>
                      <a:r>
                        <a:rPr sz="900" b="1">
                          <a:solidFill>
                            <a:srgbClr val="000000"/>
                          </a:solidFill>
                          <a:latin typeface="MarkOT"/>
                        </a:rPr>
                        <a:t>3.62</a:t>
                      </a:r>
                    </a:p>
                  </a:txBody>
                  <a:tcPr>
                    <a:solidFill>
                      <a:srgbClr val="F2F2F2"/>
                    </a:solidFill>
                  </a:tcPr>
                </a:tc>
                <a:tc>
                  <a:txBody>
                    <a:bodyPr/>
                    <a:lstStyle/>
                    <a:p>
                      <a:r>
                        <a:rPr sz="900" b="1">
                          <a:solidFill>
                            <a:srgbClr val="000000"/>
                          </a:solidFill>
                          <a:latin typeface="MarkOT"/>
                        </a:rPr>
                        <a:t>3.73</a:t>
                      </a:r>
                    </a:p>
                  </a:txBody>
                  <a:tcPr>
                    <a:solidFill>
                      <a:srgbClr val="F2F2F2"/>
                    </a:solidFill>
                  </a:tcPr>
                </a:tc>
                <a:tc>
                  <a:txBody>
                    <a:bodyPr/>
                    <a:lstStyle/>
                    <a:p>
                      <a:r>
                        <a:rPr sz="900" b="1">
                          <a:solidFill>
                            <a:srgbClr val="000000"/>
                          </a:solidFill>
                          <a:latin typeface="MarkOT"/>
                        </a:rPr>
                        <a:t>4.02</a:t>
                      </a:r>
                    </a:p>
                  </a:txBody>
                  <a:tcPr>
                    <a:solidFill>
                      <a:srgbClr val="F2F2F2"/>
                    </a:solidFill>
                  </a:tcPr>
                </a:tc>
                <a:tc>
                  <a:txBody>
                    <a:bodyPr/>
                    <a:lstStyle/>
                    <a:p>
                      <a:r>
                        <a:rPr sz="900" b="1">
                          <a:solidFill>
                            <a:srgbClr val="000000"/>
                          </a:solidFill>
                          <a:latin typeface="MarkOT"/>
                        </a:rPr>
                        <a:t>4.15</a:t>
                      </a:r>
                    </a:p>
                  </a:txBody>
                  <a:tcPr>
                    <a:solidFill>
                      <a:srgbClr val="F2F2F2"/>
                    </a:solidFill>
                  </a:tcPr>
                </a:tc>
                <a:tc>
                  <a:txBody>
                    <a:bodyPr/>
                    <a:lstStyle/>
                    <a:p>
                      <a:r>
                        <a:rPr sz="900" b="1">
                          <a:solidFill>
                            <a:srgbClr val="000000"/>
                          </a:solidFill>
                          <a:latin typeface="MarkOT"/>
                        </a:rPr>
                        <a:t>4.23</a:t>
                      </a:r>
                    </a:p>
                  </a:txBody>
                  <a:tcPr>
                    <a:solidFill>
                      <a:srgbClr val="F2F2F2"/>
                    </a:solidFill>
                  </a:tcPr>
                </a:tc>
                <a:tc>
                  <a:txBody>
                    <a:bodyPr/>
                    <a:lstStyle/>
                    <a:p>
                      <a:r>
                        <a:rPr sz="900" b="1">
                          <a:solidFill>
                            <a:srgbClr val="000000"/>
                          </a:solidFill>
                          <a:latin typeface="MarkOT"/>
                        </a:rPr>
                        <a:t>4.23</a:t>
                      </a:r>
                    </a:p>
                  </a:txBody>
                  <a:tcPr>
                    <a:solidFill>
                      <a:srgbClr val="F2F2F2"/>
                    </a:solidFill>
                  </a:tcPr>
                </a:tc>
                <a:tc>
                  <a:txBody>
                    <a:bodyPr/>
                    <a:lstStyle/>
                    <a:p>
                      <a:r>
                        <a:rPr sz="900" b="1">
                          <a:solidFill>
                            <a:srgbClr val="000000"/>
                          </a:solidFill>
                          <a:latin typeface="MarkOT"/>
                        </a:rPr>
                        <a:t>52.48</a:t>
                      </a:r>
                    </a:p>
                  </a:txBody>
                  <a:tcPr>
                    <a:solidFill>
                      <a:srgbClr val="F2F2F2"/>
                    </a:solidFill>
                  </a:tcPr>
                </a:tc>
                <a:tc>
                  <a:txBody>
                    <a:bodyPr/>
                    <a:lstStyle/>
                    <a:p>
                      <a:r>
                        <a:rPr sz="900" b="1">
                          <a:solidFill>
                            <a:srgbClr val="000000"/>
                          </a:solidFill>
                          <a:latin typeface="MarkOT"/>
                        </a:rPr>
                        <a:t>50.50</a:t>
                      </a:r>
                    </a:p>
                  </a:txBody>
                  <a:tcPr>
                    <a:solidFill>
                      <a:srgbClr val="F2F2F2"/>
                    </a:solidFill>
                  </a:tcPr>
                </a:tc>
                <a:tc>
                  <a:txBody>
                    <a:bodyPr/>
                    <a:lstStyle/>
                    <a:p>
                      <a:r>
                        <a:rPr sz="900" b="1">
                          <a:solidFill>
                            <a:srgbClr val="ED0C06"/>
                          </a:solidFill>
                          <a:latin typeface="MarkOT"/>
                        </a:rPr>
                        <a:t>1.98</a:t>
                      </a:r>
                    </a:p>
                  </a:txBody>
                  <a:tcPr>
                    <a:solidFill>
                      <a:srgbClr val="F2F2F2"/>
                    </a:solidFill>
                  </a:tcPr>
                </a:tc>
              </a:tr>
            </a:tbl>
          </a:graphicData>
        </a:graphic>
      </p:graphicFrame>
      <p:sp>
        <p:nvSpPr>
          <p:cNvPr id="8" name="TextBox 7"/>
          <p:cNvSpPr txBox="1"/>
          <p:nvPr/>
        </p:nvSpPr>
        <p:spPr>
          <a:xfrm>
            <a:off x="438912" y="4846320"/>
            <a:ext cx="11301984" cy="1188720"/>
          </a:xfrm>
          <a:prstGeom prst="rect">
            <a:avLst/>
          </a:prstGeom>
          <a:noFill/>
        </p:spPr>
        <p:txBody>
          <a:bodyPr wrap="square">
            <a:spAutoFit/>
          </a:bodyPr>
          <a:lstStyle/>
          <a:p>
            <a:r>
              <a:rPr sz="1000">
                <a:solidFill>
                  <a:srgbClr val="000000"/>
                </a:solidFill>
                <a:latin typeface="MarkOT"/>
              </a:rPr>
              <a:t>December exit run rate 50.80 annualised. The FY27 model plans 54.12.</a:t>
            </a:r>
          </a:p>
          <a:p>
            <a:r>
              <a:rPr sz="800">
                <a:solidFill>
                  <a:srgbClr val="5F5F5F"/>
                </a:solidFill>
                <a:latin typeface="MarkOT"/>
              </a:rPr>
              <a:t>Holds are holds: zero cost, dates ignored. The 17 priced roles with no date start January 2027. Gross budgets: AU 62.59 AUD; NZ 21.5 NZD at the live rate.</a:t>
            </a:r>
          </a:p>
          <a:p>
            <a:r>
              <a:rPr sz="800">
                <a:solidFill>
                  <a:srgbClr val="5F5F5F"/>
                </a:solidFill>
                <a:latin typeface="MarkOT"/>
              </a:rPr>
              <a:t>Source: FY26 forecast workbook, tabs 1, 4 and 6; the model tabs 3.5, 3.6 and 3.7 are pasted inside it as tabs 7 to 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0D827-FA97-2C71-E585-3904B89C706D}"/>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2C292C8-75DF-2981-EBCC-0529809F0453}"/>
              </a:ext>
            </a:extLst>
          </p:cNvPr>
          <p:cNvSpPr>
            <a:spLocks noGrp="1"/>
          </p:cNvSpPr>
          <p:nvPr>
            <p:ph type="title"/>
          </p:nvPr>
        </p:nvSpPr>
        <p:spPr>
          <a:xfrm>
            <a:off x="359999" y="278280"/>
            <a:ext cx="9817153" cy="612265"/>
          </a:xfrm>
        </p:spPr>
        <p:txBody>
          <a:bodyPr>
            <a:normAutofit/>
          </a:bodyPr>
          <a:lstStyle/>
          <a:p>
            <a:r>
              <a:rPr lang="en-US" sz="2400" dirty="0">
                <a:latin typeface="MarkOT" panose="020B0504020201010104" pitchFamily="34" charset="0"/>
              </a:rPr>
              <a:t>Agenda</a:t>
            </a:r>
          </a:p>
        </p:txBody>
      </p:sp>
      <p:graphicFrame>
        <p:nvGraphicFramePr>
          <p:cNvPr id="2" name="Table 1">
            <a:extLst>
              <a:ext uri="{FF2B5EF4-FFF2-40B4-BE49-F238E27FC236}">
                <a16:creationId xmlns:a16="http://schemas.microsoft.com/office/drawing/2014/main" id="{EA0DA85C-EDFC-B0F9-49EE-0EC47F60D7E9}"/>
              </a:ext>
            </a:extLst>
          </p:cNvPr>
          <p:cNvGraphicFramePr>
            <a:graphicFrameLocks noGrp="1"/>
          </p:cNvGraphicFramePr>
          <p:nvPr/>
        </p:nvGraphicFramePr>
        <p:xfrm>
          <a:off x="360000" y="1417320"/>
          <a:ext cx="11412900" cy="5160133"/>
        </p:xfrm>
        <a:graphic>
          <a:graphicData uri="http://schemas.openxmlformats.org/drawingml/2006/table">
            <a:tbl>
              <a:tblPr firstRow="1" bandRow="1">
                <a:tableStyleId>{5C22544A-7EE6-4342-B048-85BDC9FD1C3A}</a:tableStyleId>
              </a:tblPr>
              <a:tblGrid>
                <a:gridCol w="4125145">
                  <a:extLst>
                    <a:ext uri="{9D8B030D-6E8A-4147-A177-3AD203B41FA5}">
                      <a16:colId xmlns:a16="http://schemas.microsoft.com/office/drawing/2014/main" val="20000"/>
                    </a:ext>
                  </a:extLst>
                </a:gridCol>
                <a:gridCol w="4125145">
                  <a:extLst>
                    <a:ext uri="{9D8B030D-6E8A-4147-A177-3AD203B41FA5}">
                      <a16:colId xmlns:a16="http://schemas.microsoft.com/office/drawing/2014/main" val="20001"/>
                    </a:ext>
                  </a:extLst>
                </a:gridCol>
                <a:gridCol w="3162610">
                  <a:extLst>
                    <a:ext uri="{9D8B030D-6E8A-4147-A177-3AD203B41FA5}">
                      <a16:colId xmlns:a16="http://schemas.microsoft.com/office/drawing/2014/main" val="20002"/>
                    </a:ext>
                  </a:extLst>
                </a:gridCol>
              </a:tblGrid>
              <a:tr h="510739">
                <a:tc>
                  <a:txBody>
                    <a:bodyPr/>
                    <a:lstStyle/>
                    <a:p>
                      <a:r>
                        <a:rPr lang="en-AU" sz="1400" b="1" dirty="0">
                          <a:solidFill>
                            <a:srgbClr val="FFFFFF"/>
                          </a:solidFill>
                          <a:latin typeface="MarkOT" panose="020B0504020201010104" pitchFamily="34" charset="0"/>
                        </a:rPr>
                        <a:t>Item</a:t>
                      </a:r>
                    </a:p>
                  </a:txBody>
                  <a:tcPr>
                    <a:solidFill>
                      <a:srgbClr val="1A1A1A"/>
                    </a:solidFill>
                  </a:tcPr>
                </a:tc>
                <a:tc>
                  <a:txBody>
                    <a:bodyPr/>
                    <a:lstStyle/>
                    <a:p>
                      <a:r>
                        <a:rPr lang="en-AU" sz="1400" b="1" dirty="0">
                          <a:solidFill>
                            <a:srgbClr val="FFFFFF"/>
                          </a:solidFill>
                          <a:latin typeface="MarkOT" panose="020B0504020201010104" pitchFamily="34" charset="0"/>
                        </a:rPr>
                        <a:t>What it covers</a:t>
                      </a:r>
                    </a:p>
                  </a:txBody>
                  <a:tcPr>
                    <a:solidFill>
                      <a:srgbClr val="1A1A1A"/>
                    </a:solidFill>
                  </a:tcPr>
                </a:tc>
                <a:tc>
                  <a:txBody>
                    <a:bodyPr/>
                    <a:lstStyle/>
                    <a:p>
                      <a:r>
                        <a:rPr lang="en-AU" sz="1400" b="1" dirty="0">
                          <a:solidFill>
                            <a:srgbClr val="FFFFFF"/>
                          </a:solidFill>
                          <a:latin typeface="MarkOT" panose="020B0504020201010104" pitchFamily="34" charset="0"/>
                        </a:rPr>
                        <a:t>Slides</a:t>
                      </a:r>
                    </a:p>
                  </a:txBody>
                  <a:tcPr>
                    <a:solidFill>
                      <a:srgbClr val="1A1A1A"/>
                    </a:solidFill>
                  </a:tcPr>
                </a:tc>
                <a:extLst>
                  <a:ext uri="{0D108BD9-81ED-4DB2-BD59-A6C34878D82A}">
                    <a16:rowId xmlns:a16="http://schemas.microsoft.com/office/drawing/2014/main" val="10000"/>
                  </a:ext>
                </a:extLst>
              </a:tr>
              <a:tr h="510739">
                <a:tc>
                  <a:txBody>
                    <a:bodyPr/>
                    <a:lstStyle/>
                    <a:p>
                      <a:r>
                        <a:rPr lang="en-AU" sz="1400" dirty="0">
                          <a:latin typeface="MarkOT" panose="020B0504020201010104" pitchFamily="34" charset="0"/>
                        </a:rPr>
                        <a:t>Where we landed</a:t>
                      </a:r>
                    </a:p>
                  </a:txBody>
                  <a:tcPr>
                    <a:solidFill>
                      <a:srgbClr val="FFFFFF"/>
                    </a:solidFill>
                  </a:tcPr>
                </a:tc>
                <a:tc>
                  <a:txBody>
                    <a:bodyPr/>
                    <a:lstStyle/>
                    <a:p>
                      <a:r>
                        <a:rPr lang="en-AU" sz="1400" dirty="0">
                          <a:latin typeface="MarkOT" panose="020B0504020201010104" pitchFamily="34" charset="0"/>
                        </a:rPr>
                        <a:t>The model, and FY27 lights on at 54.12 against the 50.5</a:t>
                      </a:r>
                    </a:p>
                  </a:txBody>
                  <a:tcPr>
                    <a:solidFill>
                      <a:srgbClr val="FFFFFF"/>
                    </a:solidFill>
                  </a:tcPr>
                </a:tc>
                <a:tc>
                  <a:txBody>
                    <a:bodyPr/>
                    <a:lstStyle/>
                    <a:p>
                      <a:r>
                        <a:rPr lang="en-AU" sz="1400" dirty="0">
                          <a:latin typeface="MarkOT" panose="020B0504020201010104" pitchFamily="34" charset="0"/>
                        </a:rPr>
                        <a:t>Slides 4 to 10</a:t>
                      </a:r>
                    </a:p>
                  </a:txBody>
                  <a:tcPr>
                    <a:solidFill>
                      <a:srgbClr val="FFFFFF"/>
                    </a:solidFill>
                  </a:tcPr>
                </a:tc>
                <a:extLst>
                  <a:ext uri="{0D108BD9-81ED-4DB2-BD59-A6C34878D82A}">
                    <a16:rowId xmlns:a16="http://schemas.microsoft.com/office/drawing/2014/main" val="10001"/>
                  </a:ext>
                </a:extLst>
              </a:tr>
              <a:tr h="510739">
                <a:tc>
                  <a:txBody>
                    <a:bodyPr/>
                    <a:lstStyle/>
                    <a:p>
                      <a:r>
                        <a:rPr lang="en-AU" sz="1400" dirty="0">
                          <a:latin typeface="MarkOT" panose="020B0504020201010104" pitchFamily="34" charset="0"/>
                        </a:rPr>
                        <a:t>FY26</a:t>
                      </a:r>
                    </a:p>
                  </a:txBody>
                  <a:tcPr>
                    <a:solidFill>
                      <a:srgbClr val="F2F2F2"/>
                    </a:solidFill>
                  </a:tcPr>
                </a:tc>
                <a:tc>
                  <a:txBody>
                    <a:bodyPr/>
                    <a:lstStyle/>
                    <a:p>
                      <a:r>
                        <a:rPr lang="en-AU" sz="1400" dirty="0">
                          <a:latin typeface="MarkOT" panose="020B0504020201010104" pitchFamily="34" charset="0"/>
                        </a:rPr>
                        <a:t>The 52.48 landing and the exit run rate into FY27</a:t>
                      </a:r>
                    </a:p>
                  </a:txBody>
                  <a:tcPr>
                    <a:solidFill>
                      <a:srgbClr val="F2F2F2"/>
                    </a:solidFill>
                  </a:tcPr>
                </a:tc>
                <a:tc>
                  <a:txBody>
                    <a:bodyPr/>
                    <a:lstStyle/>
                    <a:p>
                      <a:r>
                        <a:rPr lang="en-AU" sz="1400" dirty="0">
                          <a:latin typeface="MarkOT" panose="020B0504020201010104" pitchFamily="34" charset="0"/>
                        </a:rPr>
                        <a:t>Slides 11 to 13</a:t>
                      </a:r>
                    </a:p>
                  </a:txBody>
                  <a:tcPr>
                    <a:solidFill>
                      <a:srgbClr val="F2F2F2"/>
                    </a:solidFill>
                  </a:tcPr>
                </a:tc>
                <a:extLst>
                  <a:ext uri="{0D108BD9-81ED-4DB2-BD59-A6C34878D82A}">
                    <a16:rowId xmlns:a16="http://schemas.microsoft.com/office/drawing/2014/main" val="10002"/>
                  </a:ext>
                </a:extLst>
              </a:tr>
              <a:tr h="510739">
                <a:tc>
                  <a:txBody>
                    <a:bodyPr/>
                    <a:lstStyle/>
                    <a:p>
                      <a:r>
                        <a:rPr lang="en-AU" sz="1400" dirty="0">
                          <a:latin typeface="MarkOT" panose="020B0504020201010104" pitchFamily="34" charset="0"/>
                        </a:rPr>
                        <a:t>Vacancies and hire timing</a:t>
                      </a:r>
                    </a:p>
                  </a:txBody>
                  <a:tcPr>
                    <a:solidFill>
                      <a:srgbClr val="FFFFFF"/>
                    </a:solidFill>
                  </a:tcPr>
                </a:tc>
                <a:tc>
                  <a:txBody>
                    <a:bodyPr/>
                    <a:lstStyle/>
                    <a:p>
                      <a:r>
                        <a:rPr lang="en-AU" sz="1400" dirty="0">
                          <a:latin typeface="MarkOT" panose="020B0504020201010104" pitchFamily="34" charset="0"/>
                        </a:rPr>
                        <a:t>132 roles, the hire months, and the holds coming back</a:t>
                      </a:r>
                    </a:p>
                  </a:txBody>
                  <a:tcPr>
                    <a:solidFill>
                      <a:srgbClr val="FFFFFF"/>
                    </a:solidFill>
                  </a:tcPr>
                </a:tc>
                <a:tc>
                  <a:txBody>
                    <a:bodyPr/>
                    <a:lstStyle/>
                    <a:p>
                      <a:r>
                        <a:rPr lang="en-AU" sz="1400" dirty="0">
                          <a:latin typeface="MarkOT" panose="020B0504020201010104" pitchFamily="34" charset="0"/>
                        </a:rPr>
                        <a:t>Slides 14 to 17</a:t>
                      </a:r>
                    </a:p>
                  </a:txBody>
                  <a:tcPr>
                    <a:solidFill>
                      <a:srgbClr val="FFFFFF"/>
                    </a:solidFill>
                  </a:tcPr>
                </a:tc>
                <a:extLst>
                  <a:ext uri="{0D108BD9-81ED-4DB2-BD59-A6C34878D82A}">
                    <a16:rowId xmlns:a16="http://schemas.microsoft.com/office/drawing/2014/main" val="10003"/>
                  </a:ext>
                </a:extLst>
              </a:tr>
              <a:tr h="510739">
                <a:tc>
                  <a:txBody>
                    <a:bodyPr/>
                    <a:lstStyle/>
                    <a:p>
                      <a:r>
                        <a:rPr lang="en-AU" sz="1400" dirty="0">
                          <a:latin typeface="MarkOT" panose="020B0504020201010104" pitchFamily="34" charset="0"/>
                        </a:rPr>
                        <a:t>Offshore</a:t>
                      </a:r>
                    </a:p>
                  </a:txBody>
                  <a:tcPr>
                    <a:solidFill>
                      <a:srgbClr val="F2F2F2"/>
                    </a:solidFill>
                  </a:tcPr>
                </a:tc>
                <a:tc>
                  <a:txBody>
                    <a:bodyPr/>
                    <a:lstStyle/>
                    <a:p>
                      <a:r>
                        <a:rPr lang="en-AU" sz="1400" dirty="0">
                          <a:latin typeface="MarkOT" panose="020B0504020201010104" pitchFamily="34" charset="0"/>
                        </a:rPr>
                        <a:t>82 roles priced at the offshore rate, 8.39 off the cost base</a:t>
                      </a:r>
                    </a:p>
                  </a:txBody>
                  <a:tcPr>
                    <a:solidFill>
                      <a:srgbClr val="F2F2F2"/>
                    </a:solidFill>
                  </a:tcPr>
                </a:tc>
                <a:tc>
                  <a:txBody>
                    <a:bodyPr/>
                    <a:lstStyle/>
                    <a:p>
                      <a:r>
                        <a:rPr lang="en-AU" sz="1400" dirty="0">
                          <a:latin typeface="MarkOT" panose="020B0504020201010104" pitchFamily="34" charset="0"/>
                        </a:rPr>
                        <a:t>Slide 18</a:t>
                      </a:r>
                    </a:p>
                  </a:txBody>
                  <a:tcPr>
                    <a:solidFill>
                      <a:srgbClr val="F2F2F2"/>
                    </a:solidFill>
                  </a:tcPr>
                </a:tc>
                <a:extLst>
                  <a:ext uri="{0D108BD9-81ED-4DB2-BD59-A6C34878D82A}">
                    <a16:rowId xmlns:a16="http://schemas.microsoft.com/office/drawing/2014/main" val="10004"/>
                  </a:ext>
                </a:extLst>
              </a:tr>
              <a:tr h="1319409">
                <a:tc>
                  <a:txBody>
                    <a:bodyPr/>
                    <a:lstStyle/>
                    <a:p>
                      <a:r>
                        <a:rPr lang="en-AU" sz="1400" dirty="0">
                          <a:latin typeface="MarkOT" panose="020B0504020201010104" pitchFamily="34" charset="0"/>
                        </a:rPr>
                        <a:t>How we got there, the levers</a:t>
                      </a:r>
                    </a:p>
                  </a:txBody>
                  <a:tcPr>
                    <a:solidFill>
                      <a:srgbClr val="FFFFFF"/>
                    </a:solidFill>
                  </a:tcPr>
                </a:tc>
                <a:tc>
                  <a:txBody>
                    <a:bodyPr/>
                    <a:lstStyle/>
                    <a:p>
                      <a:r>
                        <a:rPr lang="en-AU" sz="1400" dirty="0">
                          <a:latin typeface="MarkOT" panose="020B0504020201010104" pitchFamily="34" charset="0"/>
                        </a:rPr>
                        <a:t>Three levers pulled; two open moves close to 48.50</a:t>
                      </a:r>
                    </a:p>
                  </a:txBody>
                  <a:tcPr>
                    <a:solidFill>
                      <a:srgbClr val="FFFFFF"/>
                    </a:solidFill>
                  </a:tcPr>
                </a:tc>
                <a:tc>
                  <a:txBody>
                    <a:bodyPr/>
                    <a:lstStyle/>
                    <a:p>
                      <a:r>
                        <a:rPr lang="en-AU" sz="1400" dirty="0">
                          <a:latin typeface="MarkOT" panose="020B0504020201010104" pitchFamily="34" charset="0"/>
                        </a:rPr>
                        <a:t>Slide 19</a:t>
                      </a:r>
                    </a:p>
                  </a:txBody>
                  <a:tcPr>
                    <a:solidFill>
                      <a:srgbClr val="FFFFFF"/>
                    </a:solidFill>
                  </a:tcPr>
                </a:tc>
                <a:extLst>
                  <a:ext uri="{0D108BD9-81ED-4DB2-BD59-A6C34878D82A}">
                    <a16:rowId xmlns:a16="http://schemas.microsoft.com/office/drawing/2014/main" val="10005"/>
                  </a:ext>
                </a:extLst>
              </a:tr>
              <a:tr h="510739">
                <a:tc>
                  <a:txBody>
                    <a:bodyPr/>
                    <a:lstStyle/>
                    <a:p>
                      <a:r>
                        <a:rPr lang="en-AU" sz="1400" dirty="0">
                          <a:latin typeface="MarkOT" panose="020B0504020201010104" pitchFamily="34" charset="0"/>
                        </a:rPr>
                        <a:t>New Zealand</a:t>
                      </a:r>
                    </a:p>
                  </a:txBody>
                  <a:tcPr>
                    <a:solidFill>
                      <a:srgbClr val="F2F2F2"/>
                    </a:solidFill>
                  </a:tcPr>
                </a:tc>
                <a:tc>
                  <a:txBody>
                    <a:bodyPr/>
                    <a:lstStyle/>
                    <a:p>
                      <a:r>
                        <a:rPr lang="en-AU" sz="1400" dirty="0">
                          <a:latin typeface="MarkOT" panose="020B0504020201010104" pitchFamily="34" charset="0"/>
                        </a:rPr>
                        <a:t>NZ at 15.21 against its 17.50 share</a:t>
                      </a:r>
                    </a:p>
                  </a:txBody>
                  <a:tcPr>
                    <a:solidFill>
                      <a:srgbClr val="F2F2F2"/>
                    </a:solidFill>
                  </a:tcPr>
                </a:tc>
                <a:tc>
                  <a:txBody>
                    <a:bodyPr/>
                    <a:lstStyle/>
                    <a:p>
                      <a:r>
                        <a:rPr lang="en-AU" sz="1400" dirty="0">
                          <a:latin typeface="MarkOT" panose="020B0504020201010104" pitchFamily="34" charset="0"/>
                        </a:rPr>
                        <a:t>Slide 20</a:t>
                      </a:r>
                    </a:p>
                  </a:txBody>
                  <a:tcPr>
                    <a:solidFill>
                      <a:srgbClr val="F2F2F2"/>
                    </a:solidFill>
                  </a:tcPr>
                </a:tc>
                <a:extLst>
                  <a:ext uri="{0D108BD9-81ED-4DB2-BD59-A6C34878D82A}">
                    <a16:rowId xmlns:a16="http://schemas.microsoft.com/office/drawing/2014/main" val="10006"/>
                  </a:ext>
                </a:extLst>
              </a:tr>
              <a:tr h="510739">
                <a:tc>
                  <a:txBody>
                    <a:bodyPr/>
                    <a:lstStyle/>
                    <a:p>
                      <a:r>
                        <a:rPr lang="en-AU" sz="1400" dirty="0">
                          <a:latin typeface="MarkOT" panose="020B0504020201010104" pitchFamily="34" charset="0"/>
                        </a:rPr>
                        <a:t>Spans, then decisions</a:t>
                      </a:r>
                    </a:p>
                  </a:txBody>
                  <a:tcPr>
                    <a:solidFill>
                      <a:srgbClr val="FFFFFF"/>
                    </a:solidFill>
                  </a:tcPr>
                </a:tc>
                <a:tc>
                  <a:txBody>
                    <a:bodyPr/>
                    <a:lstStyle/>
                    <a:p>
                      <a:r>
                        <a:rPr lang="en-AU" sz="1400" dirty="0">
                          <a:latin typeface="MarkOT" panose="020B0504020201010104" pitchFamily="34" charset="0"/>
                        </a:rPr>
                        <a:t>The management structure, and what needs a ruling</a:t>
                      </a:r>
                    </a:p>
                  </a:txBody>
                  <a:tcPr>
                    <a:solidFill>
                      <a:srgbClr val="FFFFFF"/>
                    </a:solidFill>
                  </a:tcPr>
                </a:tc>
                <a:tc>
                  <a:txBody>
                    <a:bodyPr/>
                    <a:lstStyle/>
                    <a:p>
                      <a:r>
                        <a:rPr lang="en-AU" sz="1400" dirty="0">
                          <a:latin typeface="MarkOT" panose="020B0504020201010104" pitchFamily="34" charset="0"/>
                        </a:rPr>
                        <a:t>Slides 21 to 22</a:t>
                      </a:r>
                    </a:p>
                  </a:txBody>
                  <a:tcP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67186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50">
          <a:extLst>
            <a:ext uri="{FF2B5EF4-FFF2-40B4-BE49-F238E27FC236}">
              <a16:creationId xmlns:a16="http://schemas.microsoft.com/office/drawing/2014/main" id="{F4F2DFA1-A5EA-4940-0241-B20FF6C11B1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2E23F44-0500-EFBB-FD99-1D67E49C5A4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3" name="think-cell data - do not delete" hidden="1">
                        <a:extLst>
                          <a:ext uri="{FF2B5EF4-FFF2-40B4-BE49-F238E27FC236}">
                            <a16:creationId xmlns:a16="http://schemas.microsoft.com/office/drawing/2014/main" id="{A2E23F44-0500-EFBB-FD99-1D67E49C5A4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EDE84CAD-5F51-8B85-5D3B-C2A4AB1F4B53}"/>
              </a:ext>
            </a:extLst>
          </p:cNvPr>
          <p:cNvSpPr/>
          <p:nvPr/>
        </p:nvSpPr>
        <p:spPr>
          <a:xfrm>
            <a:off x="10934395" y="-1829"/>
            <a:ext cx="1257300" cy="21579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
        <p:nvSpPr>
          <p:cNvPr id="2451" name="Google Shape;2451;g32ea127f990_0_0">
            <a:extLst>
              <a:ext uri="{FF2B5EF4-FFF2-40B4-BE49-F238E27FC236}">
                <a16:creationId xmlns:a16="http://schemas.microsoft.com/office/drawing/2014/main" id="{D6CD9802-57C4-9B9A-8EC8-1758CF70C744}"/>
              </a:ext>
            </a:extLst>
          </p:cNvPr>
          <p:cNvSpPr txBox="1"/>
          <p:nvPr/>
        </p:nvSpPr>
        <p:spPr>
          <a:xfrm>
            <a:off x="442913" y="430514"/>
            <a:ext cx="11306100" cy="276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
                <a:srgbClr val="18249C"/>
              </a:buClr>
              <a:buSzPts val="2700"/>
              <a:buFont typeface="Arial"/>
              <a:buNone/>
              <a:tabLst/>
              <a:defRPr/>
            </a:pPr>
            <a:endParaRPr kumimoji="0" lang="en-AU" sz="3200" b="1" i="0" u="none" strike="noStrike" kern="1200" cap="none" spc="0" normalizeH="0" baseline="0" noProof="0">
              <a:ln>
                <a:noFill/>
              </a:ln>
              <a:solidFill>
                <a:srgbClr val="000000"/>
              </a:solidFill>
              <a:effectLst/>
              <a:uLnTx/>
              <a:uFillTx/>
              <a:latin typeface="MarkOT"/>
              <a:ea typeface="Arial"/>
              <a:cs typeface="Arial"/>
              <a:sym typeface="Arial"/>
            </a:endParaRPr>
          </a:p>
        </p:txBody>
      </p:sp>
      <p:sp>
        <p:nvSpPr>
          <p:cNvPr id="13" name="Title 1">
            <a:extLst>
              <a:ext uri="{FF2B5EF4-FFF2-40B4-BE49-F238E27FC236}">
                <a16:creationId xmlns:a16="http://schemas.microsoft.com/office/drawing/2014/main" id="{5E6E294D-C8C7-564A-60CE-05665B4C05F1}"/>
              </a:ext>
            </a:extLst>
          </p:cNvPr>
          <p:cNvSpPr txBox="1">
            <a:spLocks/>
          </p:cNvSpPr>
          <p:nvPr/>
        </p:nvSpPr>
        <p:spPr>
          <a:xfrm>
            <a:off x="442570" y="430682"/>
            <a:ext cx="11306556" cy="384048"/>
          </a:xfrm>
          <a:prstGeom prst="rect">
            <a:avLst/>
          </a:prstGeom>
          <a:noFill/>
          <a:ln>
            <a:noFill/>
          </a:ln>
        </p:spPr>
        <p:txBody>
          <a:bodyPr spcFirstLastPara="1" vert="horz" wrap="square" lIns="0" tIns="0" rIns="0" bIns="0" rtlCol="0" anchor="t" anchorCtr="0">
            <a:noAutofit/>
            <a:noAutofit/>
          </a:bodyPr>
          <a:lstStyle>
            <a:lvl1pPr marR="0" lvl="0" algn="l" defTabSz="914400" rtl="0" eaLnBrk="1" latinLnBrk="0" hangingPunct="1">
              <a:lnSpc>
                <a:spcPct val="85000"/>
              </a:lnSpc>
              <a:spcBef>
                <a:spcPts val="0"/>
              </a:spcBef>
              <a:spcAft>
                <a:spcPts val="0"/>
              </a:spcAft>
              <a:buClr>
                <a:schemeClr val="accent1"/>
              </a:buClr>
              <a:buSzPts val="2700"/>
              <a:buNone/>
              <a:defRPr sz="2700" b="1" i="0" u="none" strike="noStrike" kern="1200" cap="none">
                <a:solidFill>
                  <a:schemeClr val="accent1"/>
                </a:solidFill>
                <a:latin typeface="Arial" panose="020B0604020202020204" pitchFamily="34" charset="0"/>
                <a:ea typeface="+mj-ea"/>
                <a:cs typeface="Arial" panose="020B06040202020202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pPr marL="0" marR="0" lvl="0" indent="0" algn="l" defTabSz="914400" rtl="0" eaLnBrk="1" fontAlgn="auto" latinLnBrk="0" hangingPunct="1">
              <a:lnSpc>
                <a:spcPct val="85000"/>
              </a:lnSpc>
              <a:buClr>
                <a:srgbClr val="18249C"/>
              </a:buClr>
              <a:buSzPts val="2700"/>
              <a:buFontTx/>
              <a:buNone/>
              <a:tabLst/>
              <a:defRPr/>
            </a:pPr>
            <a:r>
              <a:rPr kumimoji="0" lang="en-US" sz="1800" b="0" i="0" u="none" strike="noStrike" kern="1200" cap="none" spc="0" normalizeH="0" baseline="0" noProof="0">
                <a:ln>
                  <a:noFill/>
                </a:ln>
                <a:effectLst/>
                <a:uLnTx/>
                <a:uFillTx/>
                <a:solidFill>
                  <a:srgbClr val="000000"/>
                </a:solidFill>
                <a:latin typeface="MarkOT" panose="020B0504020201010104" pitchFamily="34" charset="0"/>
                <a:ea typeface="+mj-ea"/>
                <a:cs typeface="Arial"/>
              </a:rPr>
              <a:t>TDD lights on costs 54.12 against a 50.5 allocation and two cyber lines carry 3.49 of the 3.62 gap</a:t>
            </a:r>
          </a:p>
        </p:txBody>
      </p:sp>
      <p:graphicFrame>
        <p:nvGraphicFramePr>
          <p:cNvPr id="5" name="Table 4">
            <a:extLst>
              <a:ext uri="{FF2B5EF4-FFF2-40B4-BE49-F238E27FC236}">
                <a16:creationId xmlns:a16="http://schemas.microsoft.com/office/drawing/2014/main" id="{D119F4D0-E7E3-51DB-4DCF-F4F31D9F1089}"/>
              </a:ext>
            </a:extLst>
          </p:cNvPr>
          <p:cNvGraphicFramePr>
            <a:graphicFrameLocks noGrp="1"/>
          </p:cNvGraphicFramePr>
          <p:nvPr>
            <p:extLst>
              <p:ext uri="{D42A27DB-BD31-4B8C-83A1-F6EECF244321}">
                <p14:modId xmlns:p14="http://schemas.microsoft.com/office/powerpoint/2010/main" val="1051333356"/>
              </p:ext>
            </p:extLst>
          </p:nvPr>
        </p:nvGraphicFramePr>
        <p:xfrm>
          <a:off x="720885" y="1110300"/>
          <a:ext cx="11028237" cy="4723580"/>
        </p:xfrm>
        <a:graphic>
          <a:graphicData uri="http://schemas.openxmlformats.org/drawingml/2006/table">
            <a:tbl>
              <a:tblPr/>
              <a:tblGrid>
                <a:gridCol w="1522036">
                  <a:extLst>
                    <a:ext uri="{9D8B030D-6E8A-4147-A177-3AD203B41FA5}">
                      <a16:colId xmlns:a16="http://schemas.microsoft.com/office/drawing/2014/main" val="542281104"/>
                    </a:ext>
                  </a:extLst>
                </a:gridCol>
                <a:gridCol w="826248">
                  <a:extLst>
                    <a:ext uri="{9D8B030D-6E8A-4147-A177-3AD203B41FA5}">
                      <a16:colId xmlns:a16="http://schemas.microsoft.com/office/drawing/2014/main" val="1637872177"/>
                    </a:ext>
                  </a:extLst>
                </a:gridCol>
                <a:gridCol w="826248">
                  <a:extLst>
                    <a:ext uri="{9D8B030D-6E8A-4147-A177-3AD203B41FA5}">
                      <a16:colId xmlns:a16="http://schemas.microsoft.com/office/drawing/2014/main" val="1398366762"/>
                    </a:ext>
                  </a:extLst>
                </a:gridCol>
                <a:gridCol w="826248">
                  <a:extLst>
                    <a:ext uri="{9D8B030D-6E8A-4147-A177-3AD203B41FA5}">
                      <a16:colId xmlns:a16="http://schemas.microsoft.com/office/drawing/2014/main" val="3997435244"/>
                    </a:ext>
                  </a:extLst>
                </a:gridCol>
                <a:gridCol w="826248">
                  <a:extLst>
                    <a:ext uri="{9D8B030D-6E8A-4147-A177-3AD203B41FA5}">
                      <a16:colId xmlns:a16="http://schemas.microsoft.com/office/drawing/2014/main" val="926241334"/>
                    </a:ext>
                  </a:extLst>
                </a:gridCol>
                <a:gridCol w="826248">
                  <a:extLst>
                    <a:ext uri="{9D8B030D-6E8A-4147-A177-3AD203B41FA5}">
                      <a16:colId xmlns:a16="http://schemas.microsoft.com/office/drawing/2014/main" val="3423249991"/>
                    </a:ext>
                  </a:extLst>
                </a:gridCol>
                <a:gridCol w="826248">
                  <a:extLst>
                    <a:ext uri="{9D8B030D-6E8A-4147-A177-3AD203B41FA5}">
                      <a16:colId xmlns:a16="http://schemas.microsoft.com/office/drawing/2014/main" val="2854782076"/>
                    </a:ext>
                  </a:extLst>
                </a:gridCol>
                <a:gridCol w="826248">
                  <a:extLst>
                    <a:ext uri="{9D8B030D-6E8A-4147-A177-3AD203B41FA5}">
                      <a16:colId xmlns:a16="http://schemas.microsoft.com/office/drawing/2014/main" val="43152868"/>
                    </a:ext>
                  </a:extLst>
                </a:gridCol>
                <a:gridCol w="826248">
                  <a:extLst>
                    <a:ext uri="{9D8B030D-6E8A-4147-A177-3AD203B41FA5}">
                      <a16:colId xmlns:a16="http://schemas.microsoft.com/office/drawing/2014/main" val="1820826145"/>
                    </a:ext>
                  </a:extLst>
                </a:gridCol>
                <a:gridCol w="826248">
                  <a:extLst>
                    <a:ext uri="{9D8B030D-6E8A-4147-A177-3AD203B41FA5}">
                      <a16:colId xmlns:a16="http://schemas.microsoft.com/office/drawing/2014/main" val="2828443101"/>
                    </a:ext>
                  </a:extLst>
                </a:gridCol>
                <a:gridCol w="826248">
                  <a:extLst>
                    <a:ext uri="{9D8B030D-6E8A-4147-A177-3AD203B41FA5}">
                      <a16:colId xmlns:a16="http://schemas.microsoft.com/office/drawing/2014/main" val="3744677651"/>
                    </a:ext>
                  </a:extLst>
                </a:gridCol>
                <a:gridCol w="1243721">
                  <a:extLst>
                    <a:ext uri="{9D8B030D-6E8A-4147-A177-3AD203B41FA5}">
                      <a16:colId xmlns:a16="http://schemas.microsoft.com/office/drawing/2014/main" val="4117904395"/>
                    </a:ext>
                  </a:extLst>
                </a:gridCol>
              </a:tblGrid>
              <a:tr h="218642">
                <a:tc>
                  <a:txBody>
                    <a:bodyPr/>
                    <a:lstStyle/>
                    <a:p>
                      <a:pPr algn="l"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Portfolio or Centre of Excellence</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People costs</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Funded outside</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Cost to run the applications</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gridSpan="4">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TDD overheads</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
                      </a:r>
                      <a:endParaRPr kumimoji="0" lang="en-US" sz="800" b="0" i="0" u="none" strike="noStrike" kern="1200" cap="none" spc="0" normalizeH="0" baseline="0" noProof="0">
                        <a:ln>
                          <a:noFill/>
                        </a:ln>
                        <a:solidFill>
                          <a:srgbClr val="FFFFFF"/>
                        </a:solidFill>
                        <a:effectLst/>
                        <a:uLnTx/>
                        <a:uFillTx/>
                        <a:latin typeface="MarkOTBold" panose="020B0804020201010104" pitchFamily="34" charset="0"/>
                        <a:ea typeface="+mn-ea"/>
                        <a:cs typeface="+mn-cs"/>
                      </a:endParaRP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
                      </a:r>
                      <a:endParaRPr kumimoji="0" lang="en-US" sz="800" b="0" i="0" u="none" strike="noStrike" kern="1200" cap="none" spc="0" normalizeH="0" baseline="0" noProof="0">
                        <a:ln>
                          <a:noFill/>
                        </a:ln>
                        <a:solidFill>
                          <a:srgbClr val="FFFFFF"/>
                        </a:solidFill>
                        <a:effectLst/>
                        <a:uLnTx/>
                        <a:uFillTx/>
                        <a:latin typeface="MarkOTBold" panose="020B0804020201010104" pitchFamily="34" charset="0"/>
                        <a:ea typeface="+mn-ea"/>
                        <a:cs typeface="+mn-cs"/>
                      </a:endParaRP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
                      </a:r>
                      <a:endParaRPr kumimoji="0" lang="en-US" sz="800" b="0" i="0" u="none" strike="noStrike" kern="1200" cap="none" spc="0" normalizeH="0" baseline="0" noProof="0">
                        <a:ln>
                          <a:noFill/>
                        </a:ln>
                        <a:solidFill>
                          <a:srgbClr val="FFFFFF"/>
                        </a:solidFill>
                        <a:effectLst/>
                        <a:uLnTx/>
                        <a:uFillTx/>
                        <a:latin typeface="MarkOTBold" panose="020B0804020201010104" pitchFamily="34" charset="0"/>
                        <a:ea typeface="+mn-ea"/>
                        <a:cs typeface="+mn-cs"/>
                      </a:endParaRP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Sum of BP, DA, GM, TM/DM/HOT</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Total TDD costs</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TDD FY27 budget</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base">
                        <a:lnSpc>
                          <a:spcPts val="689"/>
                        </a:lnSpc>
                        <a:buFont typeface="Arial" panose="020B0604020202020204" pitchFamily="34" charset="0"/>
                        <a:buNone/>
                      </a:pPr>
                      <a:r>
                        <a:rPr lang="en-US" sz="650" b="0" i="0" dirty="0">
                          <a:solidFill>
                            <a:schemeClr val="tx1"/>
                          </a:solidFill>
                          <a:effectLst/>
                          <a:latin typeface="MarkOTBold" panose="020B0804020201010104" pitchFamily="34" charset="0"/>
                        </a:rPr>
                        <a:t>Costs less budget</a:t>
                      </a:r>
                    </a:p>
                  </a:txBody>
                  <a:tcPr marL="41148" marR="41148" marT="20117" marB="201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41157321"/>
                  </a:ext>
                </a:extLst>
              </a:tr>
              <a:tr h="382623">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Portfolios &amp; COEs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Total People cost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Sig items funded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Lights On Costs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BP’s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DA’s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GM ($m)</a:t>
                      </a:r>
                      <a:endParaRPr kumimoji="0" lang="en-US" sz="800" b="0" i="0" u="none" strike="noStrike" kern="1200" cap="none" spc="0" normalizeH="0" baseline="0" noProof="0">
                        <a:ln>
                          <a:noFill/>
                        </a:ln>
                        <a:solidFill>
                          <a:srgbClr val="FFFFFF"/>
                        </a:solidFill>
                        <a:effectLst/>
                        <a:uLnTx/>
                        <a:uFillTx/>
                        <a:latin typeface="MarkOTBold" panose="020B0804020201010104" pitchFamily="34" charset="0"/>
                        <a:ea typeface="+mn-ea"/>
                        <a:cs typeface="+mn-cs"/>
                      </a:endParaRP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TM/DM/HOT ($m)</a:t>
                      </a:r>
                      <a:endParaRPr kumimoji="0" lang="en-US" sz="800" b="0" i="0" u="none" strike="noStrike" kern="1200" cap="none" spc="0" normalizeH="0" baseline="0" noProof="0">
                        <a:ln>
                          <a:noFill/>
                        </a:ln>
                        <a:solidFill>
                          <a:srgbClr val="FFFFFF"/>
                        </a:solidFill>
                        <a:effectLst/>
                        <a:uLnTx/>
                        <a:uFillTx/>
                        <a:latin typeface="MarkOTBold" panose="020B0804020201010104" pitchFamily="34" charset="0"/>
                        <a:ea typeface="+mn-ea"/>
                        <a:cs typeface="+mn-cs"/>
                      </a:endParaRP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Total Overheads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Total Costs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Budget Alloc.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Over/(under)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641716671"/>
                  </a:ext>
                </a:extLst>
              </a:tr>
              <a:tr h="204977">
                <a:tc>
                  <a:txBody>
                    <a:bodyPr/>
                    <a:lstStyle/>
                    <a:p>
                      <a:pPr algn="l" rtl="0" fontAlgn="base">
                        <a:lnSpc>
                          <a:spcPts val="795"/>
                        </a:lnSpc>
                        <a:buNone/>
                      </a:pPr>
                      <a:r>
                        <a:rPr lang="en-US" sz="750" b="0" i="0">
                          <a:solidFill>
                            <a:schemeClr val="tx1"/>
                          </a:solidFill>
                          <a:effectLst/>
                          <a:latin typeface="MarkOTBold" panose="020B0804020201010104" pitchFamily="34" charset="0"/>
                        </a:rPr>
                        <a:t>COE Strategy Architecture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3.34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0.92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1.04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1.04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1.95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6507357"/>
                  </a:ext>
                </a:extLst>
              </a:tr>
              <a:tr h="204977">
                <a:tc>
                  <a:txBody>
                    <a:bodyPr/>
                    <a:lstStyle/>
                    <a:p>
                      <a:pPr algn="l" rtl="0" fontAlgn="base">
                        <a:lnSpc>
                          <a:spcPts val="795"/>
                        </a:lnSpc>
                        <a:buNone/>
                      </a:pPr>
                      <a:r>
                        <a:rPr lang="en-US" sz="750" b="0" i="0">
                          <a:solidFill>
                            <a:schemeClr val="tx1"/>
                          </a:solidFill>
                          <a:effectLst/>
                          <a:latin typeface="MarkOTBold" panose="020B0804020201010104" pitchFamily="34" charset="0"/>
                        </a:rPr>
                        <a:t>COE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2.66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rgbClr val="ED0C06"/>
                          </a:solidFill>
                          <a:effectLst/>
                          <a:latin typeface="MarkOTBold" panose="020B0804020201010104" pitchFamily="34" charset="0"/>
                        </a:rPr>
                        <a:t>1.16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extLst>
                  <a:ext uri="{0D108BD9-81ED-4DB2-BD59-A6C34878D82A}">
                    <a16:rowId xmlns:a16="http://schemas.microsoft.com/office/drawing/2014/main" val="2211160418"/>
                  </a:ext>
                </a:extLst>
              </a:tr>
              <a:tr h="204977">
                <a:tc>
                  <a:txBody>
                    <a:bodyPr/>
                    <a:lstStyle/>
                    <a:p>
                      <a:pPr algn="l" rtl="0" fontAlgn="base">
                        <a:lnSpc>
                          <a:spcPts val="795"/>
                        </a:lnSpc>
                        <a:buNone/>
                      </a:pPr>
                      <a:r>
                        <a:rPr lang="en-US" sz="750" b="0" i="0">
                          <a:solidFill>
                            <a:schemeClr val="tx1"/>
                          </a:solidFill>
                          <a:effectLst/>
                          <a:latin typeface="MarkOTBold" panose="020B0804020201010104" pitchFamily="34" charset="0"/>
                        </a:rPr>
                        <a:t>COE Service Ops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2.83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2.43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2.83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rgbClr val="ED0C06"/>
                          </a:solidFill>
                          <a:effectLst/>
                          <a:latin typeface="MarkOTBold" panose="020B0804020201010104" pitchFamily="34" charset="0"/>
                        </a:rPr>
                        <a:t>2.33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extLst>
                  <a:ext uri="{0D108BD9-81ED-4DB2-BD59-A6C34878D82A}">
                    <a16:rowId xmlns:a16="http://schemas.microsoft.com/office/drawing/2014/main" val="2211160418"/>
                  </a:ext>
                </a:extLst>
              </a:tr>
              <a:tr h="204977">
                <a:tc>
                  <a:txBody>
                    <a:bodyPr/>
                    <a:lstStyle/>
                    <a:p>
                      <a:pPr algn="l" rtl="0" fontAlgn="base">
                        <a:lnSpc>
                          <a:spcPts val="795"/>
                        </a:lnSpc>
                        <a:buNone/>
                      </a:pPr>
                      <a:r>
                        <a:rPr lang="en-US" sz="750" b="0" i="0">
                          <a:solidFill>
                            <a:schemeClr val="tx1"/>
                          </a:solidFill>
                          <a:effectLst/>
                          <a:latin typeface="MarkOTBold" panose="020B0804020201010104" pitchFamily="34" charset="0"/>
                        </a:rPr>
                        <a:t>COE Transformation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2.88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1.96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0.92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0.92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2.88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rgbClr val="ED0C06"/>
                          </a:solidFill>
                          <a:effectLst/>
                          <a:latin typeface="MarkOTBold" panose="020B0804020201010104" pitchFamily="34" charset="0"/>
                        </a:rPr>
                        <a:t>0.88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extLst>
                  <a:ext uri="{0D108BD9-81ED-4DB2-BD59-A6C34878D82A}">
                    <a16:rowId xmlns:a16="http://schemas.microsoft.com/office/drawing/2014/main" val="7722423"/>
                  </a:ext>
                </a:extLst>
              </a:tr>
              <a:tr h="204977">
                <a:tc>
                  <a:txBody>
                    <a:bodyPr/>
                    <a:lstStyle/>
                    <a:p>
                      <a:pPr algn="l" rtl="0" fontAlgn="base">
                        <a:lnSpc>
                          <a:spcPts val="795"/>
                        </a:lnSpc>
                        <a:buNone/>
                      </a:pPr>
                      <a:r>
                        <a:rPr lang="en-US" sz="750" b="0" i="0">
                          <a:solidFill>
                            <a:schemeClr val="tx1"/>
                          </a:solidFill>
                          <a:effectLst/>
                          <a:latin typeface="MarkOTBold" panose="020B0804020201010104" pitchFamily="34" charset="0"/>
                        </a:rPr>
                        <a:t>COE Business Partnering</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0.98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0.98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(1.02)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5632465"/>
                  </a:ext>
                </a:extLst>
              </a:tr>
              <a:tr h="204977">
                <a:tc>
                  <a:txBody>
                    <a:bodyPr/>
                    <a:lstStyle/>
                    <a:p>
                      <a:pPr algn="l" rtl="0" fontAlgn="base">
                        <a:lnSpc>
                          <a:spcPts val="795"/>
                        </a:lnSpc>
                        <a:buNone/>
                      </a:pPr>
                      <a:r>
                        <a:rPr lang="en-US" sz="750" b="0" i="0">
                          <a:solidFill>
                            <a:schemeClr val="tx1"/>
                          </a:solidFill>
                          <a:effectLst/>
                          <a:latin typeface="MarkOTBold" panose="020B0804020201010104" pitchFamily="34" charset="0"/>
                        </a:rPr>
                        <a:t>COE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1.63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1.63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1.63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(0.37)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3691613"/>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Ampol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11.74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2.59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1.96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5.26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5.50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(0.24)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02887011"/>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Z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6.67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4.45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6.45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6.50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47876845"/>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Ampol 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9.11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2.86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0.81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1.17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2.57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69768968"/>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Z 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4.62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2.28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1.33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1.77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4.05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4.00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99835383"/>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Commercial Fuels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8.94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3.80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1.93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2.43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55261321"/>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Energy Solutions &amp; B2B</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5.89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1.85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41366253"/>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Infrastructure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6.35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1.17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3.18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rgbClr val="ED0C06"/>
                          </a:solidFill>
                          <a:effectLst/>
                          <a:latin typeface="MarkOTBold" panose="020B0804020201010104" pitchFamily="34" charset="0"/>
                        </a:rPr>
                        <a:t>0.68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extLst>
                  <a:ext uri="{0D108BD9-81ED-4DB2-BD59-A6C34878D82A}">
                    <a16:rowId xmlns:a16="http://schemas.microsoft.com/office/drawing/2014/main" val="845545952"/>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P&amp;C</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3.28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0.33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0.94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1.74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1199999"/>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Finance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3.02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1.03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0.32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49978364"/>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TDD Group Functions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8.11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1.32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3.45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1.34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5.59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5.50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4954277"/>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Enterprise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6.69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1.84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1.63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1.06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1.86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3.49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3.50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11940560"/>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TDD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0.67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0.80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1.50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70212090"/>
                  </a:ext>
                </a:extLst>
              </a:tr>
              <a:tr h="204977">
                <a:tc>
                  <a:txBody>
                    <a:bodyPr/>
                    <a:lstStyle/>
                    <a:p>
                      <a:pPr algn="l" rtl="0" fontAlgn="base">
                        <a:lnSpc>
                          <a:spcPts val="795"/>
                        </a:lnSpc>
                        <a:buNone/>
                      </a:pPr>
                      <a:r>
                        <a:rPr lang="en-US" sz="750" b="0" i="0">
                          <a:solidFill>
                            <a:schemeClr val="bg1"/>
                          </a:solidFill>
                          <a:effectLst/>
                          <a:latin typeface="MarkOTBold" panose="020B0804020201010104" pitchFamily="34" charset="0"/>
                        </a:rPr>
                        <a:t>EGI</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5.15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5.15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901"/>
                        </a:lnSpc>
                        <a:buNone/>
                      </a:pPr>
                      <a:r>
                        <a:rPr lang="en-US" sz="85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2425477"/>
                  </a:ext>
                </a:extLst>
              </a:tr>
              <a:tr h="227752">
                <a:tc>
                  <a:txBody>
                    <a:bodyPr/>
                    <a:lstStyle/>
                    <a:p>
                      <a:pPr algn="l" rtl="0" fontAlgn="base">
                        <a:lnSpc>
                          <a:spcPts val="795"/>
                        </a:lnSpc>
                        <a:buNone/>
                      </a:pPr>
                      <a:r>
                        <a:rPr lang="en-US" sz="750" b="0" i="0">
                          <a:solidFill>
                            <a:schemeClr val="bg1"/>
                          </a:solidFill>
                          <a:effectLst/>
                          <a:latin typeface="MarkOTBold" panose="020B0804020201010104" pitchFamily="34" charset="0"/>
                        </a:rPr>
                        <a:t>Total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98.83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19.83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31.22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2.31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1.39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5.10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14.09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22.90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54.12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50.50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l" rtl="0" fontAlgn="base">
                        <a:lnSpc>
                          <a:spcPts val="901"/>
                        </a:lnSpc>
                        <a:buNone/>
                      </a:pPr>
                      <a:r>
                        <a:rPr lang="en-US" sz="850" b="0" i="0">
                          <a:solidFill>
                            <a:schemeClr val="bg1"/>
                          </a:solidFill>
                          <a:effectLst/>
                          <a:latin typeface="MarkOTBold" panose="020B0804020201010104" pitchFamily="34" charset="0"/>
                        </a:rPr>
                        <a:t>3.62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000382269"/>
                  </a:ext>
                </a:extLst>
              </a:tr>
            </a:tbl>
          </a:graphicData>
        </a:graphic>
      </p:graphicFrame>
      <p:sp>
        <p:nvSpPr>
          <p:cNvPr id="2452"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FY27 PEOPLE BUDGET  |  3.5 TDD LIGHTS ON</a:t>
            </a:r>
          </a:p>
        </p:txBody>
      </p:sp>
      <p:cxnSp>
        <p:nvCxnSpPr>
          <p:cNvPr id="2453" name="Connector 2452"/>
          <p:cNvCxnSpPr/>
          <p:nvPr/>
        </p:nvCxnSpPr>
        <p:spPr>
          <a:xfrm>
            <a:off x="11105522" y="1711565"/>
            <a:ext cx="9144" cy="3894555"/>
          </a:xfrm>
          <a:prstGeom prst="line">
            <a:avLst/>
          </a:prstGeom>
          <a:ln w="9525">
            <a:solidFill>
              <a:srgbClr val="E0E0E0"/>
            </a:solidFill>
          </a:ln>
          <a:effectLst/>
        </p:spPr>
        <p:style>
          <a:lnRef idx="2">
            <a:schemeClr val="accent1"/>
          </a:lnRef>
          <a:fillRef idx="0">
            <a:schemeClr val="accent1"/>
          </a:fillRef>
          <a:effectRef idx="1">
            <a:schemeClr val="accent1"/>
          </a:effectRef>
          <a:fontRef idx="minor">
            <a:schemeClr val="tx1"/>
          </a:fontRef>
        </p:style>
      </p:cxnSp>
      <p:sp>
        <p:nvSpPr>
          <p:cNvPr id="2454" name="Rectangle 2453"/>
          <p:cNvSpPr/>
          <p:nvPr/>
        </p:nvSpPr>
        <p:spPr>
          <a:xfrm>
            <a:off x="11094254" y="1773058"/>
            <a:ext cx="11267"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55" name="Rectangle 2454"/>
          <p:cNvSpPr/>
          <p:nvPr/>
        </p:nvSpPr>
        <p:spPr>
          <a:xfrm>
            <a:off x="11105522" y="1978035"/>
            <a:ext cx="277743" cy="81991"/>
          </a:xfrm>
          <a:prstGeom prst="rect">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56" name="Rectangle 2455"/>
          <p:cNvSpPr/>
          <p:nvPr/>
        </p:nvSpPr>
        <p:spPr>
          <a:xfrm>
            <a:off x="11105522" y="2183011"/>
            <a:ext cx="557749" cy="81991"/>
          </a:xfrm>
          <a:prstGeom prst="rect">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57" name="Rectangle 2456"/>
          <p:cNvSpPr/>
          <p:nvPr/>
        </p:nvSpPr>
        <p:spPr>
          <a:xfrm>
            <a:off x="11105522" y="2387988"/>
            <a:ext cx="211431" cy="81991"/>
          </a:xfrm>
          <a:prstGeom prst="rect">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58" name="Rectangle 2457"/>
          <p:cNvSpPr/>
          <p:nvPr/>
        </p:nvSpPr>
        <p:spPr>
          <a:xfrm>
            <a:off x="10861325" y="2592964"/>
            <a:ext cx="244196"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59" name="Rectangle 2458"/>
          <p:cNvSpPr/>
          <p:nvPr/>
        </p:nvSpPr>
        <p:spPr>
          <a:xfrm>
            <a:off x="11016591" y="2797941"/>
            <a:ext cx="88931"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0" name="Rectangle 2459"/>
          <p:cNvSpPr/>
          <p:nvPr/>
        </p:nvSpPr>
        <p:spPr>
          <a:xfrm>
            <a:off x="11047157" y="3002918"/>
            <a:ext cx="58365"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1" name="Rectangle 2460"/>
          <p:cNvSpPr/>
          <p:nvPr/>
        </p:nvSpPr>
        <p:spPr>
          <a:xfrm>
            <a:off x="11092815" y="3207894"/>
            <a:ext cx="12706"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2" name="Rectangle 2461"/>
          <p:cNvSpPr/>
          <p:nvPr/>
        </p:nvSpPr>
        <p:spPr>
          <a:xfrm>
            <a:off x="11105522" y="3412871"/>
            <a:ext cx="17724" cy="81991"/>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3" name="Rectangle 2462"/>
          <p:cNvSpPr/>
          <p:nvPr/>
        </p:nvSpPr>
        <p:spPr>
          <a:xfrm>
            <a:off x="11105522" y="3617847"/>
            <a:ext cx="11494" cy="81991"/>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4" name="Rectangle 2463"/>
          <p:cNvSpPr/>
          <p:nvPr/>
        </p:nvSpPr>
        <p:spPr>
          <a:xfrm>
            <a:off x="11089822" y="3822824"/>
            <a:ext cx="15700"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5" name="Rectangle 2464"/>
          <p:cNvSpPr/>
          <p:nvPr/>
        </p:nvSpPr>
        <p:spPr>
          <a:xfrm>
            <a:off x="11098173" y="4027801"/>
            <a:ext cx="9144"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6" name="Rectangle 2465"/>
          <p:cNvSpPr/>
          <p:nvPr/>
        </p:nvSpPr>
        <p:spPr>
          <a:xfrm>
            <a:off x="11105522" y="4232777"/>
            <a:ext cx="161714" cy="81991"/>
          </a:xfrm>
          <a:prstGeom prst="rect">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7" name="Rectangle 2466"/>
          <p:cNvSpPr/>
          <p:nvPr/>
        </p:nvSpPr>
        <p:spPr>
          <a:xfrm>
            <a:off x="11105522" y="4437754"/>
            <a:ext cx="16574" cy="81991"/>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8" name="Rectangle 2467"/>
          <p:cNvSpPr/>
          <p:nvPr/>
        </p:nvSpPr>
        <p:spPr>
          <a:xfrm>
            <a:off x="11105522" y="4642730"/>
            <a:ext cx="37172" cy="81991"/>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69" name="Rectangle 2468"/>
          <p:cNvSpPr/>
          <p:nvPr/>
        </p:nvSpPr>
        <p:spPr>
          <a:xfrm>
            <a:off x="11105522" y="4847707"/>
            <a:ext cx="21088" cy="81991"/>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70" name="Rectangle 2469"/>
          <p:cNvSpPr/>
          <p:nvPr/>
        </p:nvSpPr>
        <p:spPr>
          <a:xfrm>
            <a:off x="11103612" y="5052683"/>
            <a:ext cx="9144"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71" name="Rectangle 2470"/>
          <p:cNvSpPr/>
          <p:nvPr/>
        </p:nvSpPr>
        <p:spPr>
          <a:xfrm>
            <a:off x="11098534" y="5257660"/>
            <a:ext cx="9144" cy="81991"/>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72" name="SubClaim"/>
          <p:cNvSpPr txBox="1"/>
          <p:nvPr/>
        </p:nvSpPr>
        <p:spPr>
          <a:xfrm>
            <a:off x="720885" y="928099"/>
            <a:ext cx="5740252"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Seventeen lines net to 0.12 against their allocation</a:t>
            </a:r>
          </a:p>
        </p:txBody>
      </p:sp>
      <p:sp>
        <p:nvSpPr>
          <p:cNvPr id="2473" name="SubClaim"/>
          <p:cNvSpPr txBox="1"/>
          <p:nvPr/>
        </p:nvSpPr>
        <p:spPr>
          <a:xfrm>
            <a:off x="6652478" y="928099"/>
            <a:ext cx="3565914" cy="180975"/>
          </a:xfrm>
          <a:prstGeom prst="rect">
            <a:avLst/>
          </a:prstGeom>
          <a:noFill/>
        </p:spPr>
        <p:txBody>
          <a:bodyPr wrap="square" lIns="0" rIns="0" tIns="0" bIns="0" anchor="t">
            <a:spAutoFit/>
          </a:bodyPr>
          <a:lstStyle/>
          <a:p>
            <a:pPr algn="l">
              <a:spcAft>
                <a:spcPts val="300"/>
              </a:spcAft>
            </a:pPr>
            <a:r>
              <a:rPr lang="en-AU" dirty="0" sz="1050">
                <a:solidFill>
                  <a:srgbClr val="ED0C06"/>
                </a:solidFill>
                <a:latin typeface="MarkOTBold" panose="020B0804020201010104" pitchFamily="34" charset="0"/>
              </a:rPr>
              <a:t>Two cyber lines carry 3.49 of the gap</a:t>
            </a:r>
          </a:p>
        </p:txBody>
      </p:sp>
      <p:sp>
        <p:nvSpPr>
          <p:cNvPr id="2474" name="Rounded Rectangle 2473"/>
          <p:cNvSpPr/>
          <p:nvPr/>
        </p:nvSpPr>
        <p:spPr>
          <a:xfrm>
            <a:off x="10235787" y="923544"/>
            <a:ext cx="695788" cy="173091"/>
          </a:xfrm>
          <a:prstGeom prst="roundRect">
            <a:avLst>
              <a:gd name="adj" fmla="val 35000"/>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+1.16</a:t>
            </a:r>
          </a:p>
        </p:txBody>
      </p:sp>
      <p:sp>
        <p:nvSpPr>
          <p:cNvPr id="2475" name="Rounded Rectangle 2474"/>
          <p:cNvSpPr/>
          <p:nvPr/>
        </p:nvSpPr>
        <p:spPr>
          <a:xfrm>
            <a:off x="11001153" y="923544"/>
            <a:ext cx="695788" cy="173091"/>
          </a:xfrm>
          <a:prstGeom prst="roundRect">
            <a:avLst>
              <a:gd name="adj" fmla="val 35000"/>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+2.33</a:t>
            </a:r>
          </a:p>
        </p:txBody>
      </p:sp>
      <p:sp>
        <p:nvSpPr>
          <p:cNvPr id="2476" name="Oval 2475"/>
          <p:cNvSpPr/>
          <p:nvPr/>
        </p:nvSpPr>
        <p:spPr>
          <a:xfrm>
            <a:off x="442570" y="1918819"/>
            <a:ext cx="191342" cy="190401"/>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cxnSp>
        <p:nvCxnSpPr>
          <p:cNvPr id="2477" name="Connector 2476"/>
          <p:cNvCxnSpPr/>
          <p:nvPr/>
        </p:nvCxnSpPr>
        <p:spPr>
          <a:xfrm>
            <a:off x="633911" y="2019030"/>
            <a:ext cx="86974"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2478" name="Oval 2477"/>
          <p:cNvSpPr/>
          <p:nvPr/>
        </p:nvSpPr>
        <p:spPr>
          <a:xfrm>
            <a:off x="442570" y="2123796"/>
            <a:ext cx="191342" cy="190401"/>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cxnSp>
        <p:nvCxnSpPr>
          <p:cNvPr id="2479" name="Connector 2478"/>
          <p:cNvCxnSpPr/>
          <p:nvPr/>
        </p:nvCxnSpPr>
        <p:spPr>
          <a:xfrm>
            <a:off x="633911" y="2224007"/>
            <a:ext cx="86974"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2480"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FY27 full year</a:t>
            </a:r>
          </a:p>
        </p:txBody>
      </p:sp>
      <p:sp>
        <p:nvSpPr>
          <p:cNvPr id="2481"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The decision is the two cyber allocations, not the 17 lines that already sit on their numbers.</a:t>
            </a:r>
          </a:p>
        </p:txBody>
      </p:sp>
      <p:sp>
        <p:nvSpPr>
          <p:cNvPr id="2482"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Support cost is the squad support percentage applied to each line; BP, DA and GM shares sit only on the ten portfolios, the COEs carry none.</a:t>
            </a:r>
          </a:p>
          <a:p>
            <a:pPr algn="l">
              <a:spcAft>
                <a:spcPts val="100"/>
              </a:spcAft>
            </a:pPr>
            <a:r>
              <a:rPr lang="en-AU" dirty="0" sz="800" i="0">
                <a:solidFill>
                  <a:srgbClr val="5F5F5F"/>
                </a:solidFill>
                <a:latin typeface="MarkOT" panose="020B0504020201010104" pitchFamily="34" charset="0"/>
              </a:rPr>
              <a:t>2  Over/(under) is cost less allocation. Source: 3.5 TDD Lights On, rows 5 to 24. EGI is funded outside TDD and carries no allocation and no cost. Columns may not add to totals due to rounding.</a:t>
            </a:r>
          </a:p>
        </p:txBody>
      </p:sp>
      <p:sp>
        <p:nvSpPr>
          <p:cNvPr id="2483" name="BudgetChip"/>
          <p:cNvSpPr/>
          <p:nvPr/>
        </p:nvSpPr>
        <p:spPr>
          <a:xfrm>
            <a:off x="8897256" y="923544"/>
            <a:ext cx="1280160" cy="173091"/>
          </a:xfrm>
          <a:prstGeom prst="roundRect">
            <a:avLst>
              <a:gd name="adj" fmla="val 35000"/>
            </a:avLst>
          </a:prstGeom>
          <a:solidFill>
            <a:srgbClr val="5F5F5F"/>
          </a:solidFill>
          <a:ln>
            <a:noFill/>
          </a:ln>
          <a:effectLst/>
        </p:spPr>
        <p:txBody>
          <a:bodyPr rtlCol="0" anchor="ctr" wrap="square" lIns="36576" rIns="36576" tIns="0" bIns="0"/>
          <a:lstStyle/>
          <a:p>
            <a:pPr algn="ctr"/>
            <a:r>
              <a:rPr lang="en-AU" dirty="0" sz="800">
                <a:solidFill>
                  <a:srgbClr val="FFFFFF"/>
                </a:solidFill>
                <a:latin typeface="MarkOTBold" panose="020B0804020201010104" pitchFamily="34" charset="0"/>
              </a:rPr>
              <a:t>0.32 over the 53.8 budget</a:t>
            </a:r>
          </a:p>
        </p:txBody>
      </p:sp>
    </p:spTree>
    <p:extLst>
      <p:ext uri="{BB962C8B-B14F-4D97-AF65-F5344CB8AC3E}">
        <p14:creationId xmlns:p14="http://schemas.microsoft.com/office/powerpoint/2010/main" val="1116293130"/>
      </p:ext>
    </p:extLst>
  </p:cSld>
  <p:clrMapOvr>
    <a:masterClrMapping/>
  </p:clrMapOvr>
  <p:extLst>
    <p:ext uri="{6950BFC3-D8DA-4A85-94F7-54DA5524770B}">
      <p188:commentRel xmlns:p188="http://schemas.microsoft.com/office/powerpoint/2018/8/main" r:id="rId4"/>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833E2-89E1-60C4-D076-8C034BE8F9B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AD68BE6-5AA2-DED7-2869-CDC2F354719F}"/>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Overheads cost 22.90 against an 11.61 allowance and the whole gap sits in leadership structure, not delivery</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OVERHEAD STRUCTURE  |  3.2 OVERHEAD &amp; LEADERSHIP AND 3.5</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FY27 full year</a:t>
            </a:r>
          </a:p>
        </p:txBody>
      </p:sp>
      <p:sp>
        <p:nvSpPr>
          <p:cNvPr id="12" name="SubClaim"/>
          <p:cNvSpPr txBox="1"/>
          <p:nvPr/>
        </p:nvSpPr>
        <p:spPr>
          <a:xfrm>
            <a:off x="645893" y="969264"/>
            <a:ext cx="5392493"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Five components make the 54.12; overheads are 22.90</a:t>
            </a:r>
          </a:p>
        </p:txBody>
      </p:sp>
      <p:sp>
        <p:nvSpPr>
          <p:cNvPr id="13" name="SubClaim"/>
          <p:cNvSpPr txBox="1"/>
          <p:nvPr/>
        </p:nvSpPr>
        <p:spPr>
          <a:xfrm>
            <a:off x="6356632" y="969264"/>
            <a:ext cx="5392493" cy="180975"/>
          </a:xfrm>
          <a:prstGeom prst="rect">
            <a:avLst/>
          </a:prstGeom>
          <a:noFill/>
        </p:spPr>
        <p:txBody>
          <a:bodyPr wrap="square" lIns="0" rIns="0" tIns="0" bIns="0" anchor="t">
            <a:spAutoFit/>
          </a:bodyPr>
          <a:lstStyle/>
          <a:p>
            <a:pPr algn="l">
              <a:spcAft>
                <a:spcPts val="300"/>
              </a:spcAft>
            </a:pPr>
            <a:r>
              <a:rPr lang="en-AU" dirty="0" sz="1050">
                <a:solidFill>
                  <a:srgbClr val="ED0C06"/>
                </a:solidFill>
                <a:latin typeface="MarkOTBold" panose="020B0804020201010104" pitchFamily="34" charset="0"/>
              </a:rPr>
              <a:t>Two lines carry 8.12 of the 12.04 gap</a:t>
            </a:r>
          </a:p>
        </p:txBody>
      </p:sp>
      <p:graphicFrame>
        <p:nvGraphicFramePr>
          <p:cNvPr id="14" name="CostComponents"/>
          <p:cNvGraphicFramePr>
            <a:graphicFrameLocks noGrp="1"/>
          </p:cNvGraphicFramePr>
          <p:nvPr/>
        </p:nvGraphicFramePr>
        <p:xfrm>
          <a:off x="645893" y="1335024"/>
          <a:ext cx="5392494" cy="1536192"/>
        </p:xfrm>
        <a:graphic>
          <a:graphicData uri="http://schemas.openxmlformats.org/drawingml/2006/table">
            <a:tbl>
              <a:tblPr/>
              <a:tblGrid>
                <a:gridCol w="2077436"/>
                <a:gridCol w="839815"/>
                <a:gridCol w="751413"/>
                <a:gridCol w="928216"/>
                <a:gridCol w="795614"/>
              </a:tblGrid>
              <a:tr h="329184">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What TDD pays for</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Share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Allowance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Gap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01168">
                <a:tc>
                  <a:txBody>
                    <a:bodyPr/>
                    <a:lstStyle/>
                    <a:p>
                      <a:pPr algn="l" rtl="0" fontAlgn="base">
                        <a:lnSpc>
                          <a:spcPts val="795"/>
                        </a:lnSpc>
                        <a:buNone/>
                      </a:pPr>
                      <a:r>
                        <a:rPr lang="en-US" sz="750" b="0" i="0">
                          <a:solidFill>
                            <a:schemeClr val="bg1"/>
                          </a:solidFill>
                          <a:effectLst/>
                          <a:latin typeface="MarkOTBold" panose="020B0804020201010104" pitchFamily="34" charset="0"/>
                        </a:rPr>
                        <a:t>Support recharged to the lines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31.22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58%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689"/>
                        </a:lnSpc>
                        <a:buNone/>
                      </a:pPr>
                      <a:r>
                        <a:rPr lang="en-US" sz="650" b="0" i="0">
                          <a:solidFill>
                            <a:srgbClr val="5F5F5F"/>
                          </a:solidFill>
                          <a:effectLst/>
                          <a:latin typeface="MarkOT" panose="020B0504020201010104" pitchFamily="34" charset="0"/>
                        </a:rPr>
                        <a:t>no allowance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Business Partners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2.31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Domain Architects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1.39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GMs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Managers and Heads of Technology</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14.09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26%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689"/>
                        </a:lnSpc>
                        <a:buNone/>
                      </a:pPr>
                      <a:r>
                        <a:rPr lang="en-US" sz="650" b="0" i="0">
                          <a:solidFill>
                            <a:srgbClr val="ED0C06"/>
                          </a:solidFill>
                          <a:effectLst/>
                          <a:latin typeface="MarkOTBold" panose="020B0804020201010104" pitchFamily="34" charset="0"/>
                        </a:rPr>
                        <a:t>overheads 22.90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689"/>
                        </a:lnSpc>
                        <a:buNone/>
                      </a:pPr>
                      <a:r>
                        <a:rPr lang="en-US" sz="650" b="0" i="0">
                          <a:solidFill>
                            <a:srgbClr val="ED0C06"/>
                          </a:solidFill>
                          <a:effectLst/>
                          <a:latin typeface="MarkOTBold" panose="020B0804020201010104" pitchFamily="34" charset="0"/>
                        </a:rPr>
                        <a:t>v 11.61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201168">
                <a:tc>
                  <a:txBody>
                    <a:bodyPr/>
                    <a:lstStyle/>
                    <a:p>
                      <a:pPr algn="l" rtl="0" fontAlgn="base">
                        <a:lnSpc>
                          <a:spcPts val="795"/>
                        </a:lnSpc>
                        <a:buNone/>
                      </a:pPr>
                      <a:r>
                        <a:rPr lang="en-US" sz="750" b="0" i="0">
                          <a:solidFill>
                            <a:schemeClr val="bg1"/>
                          </a:solidFill>
                          <a:effectLst/>
                          <a:latin typeface="MarkOTBold" panose="020B0804020201010104" pitchFamily="34" charset="0"/>
                        </a:rPr>
                        <a:t>Total, cost to TDD lights 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54.12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11.61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11.29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graphicFrame>
        <p:nvGraphicFramePr>
          <p:cNvPr id="15" name="VacantOverheads"/>
          <p:cNvGraphicFramePr>
            <a:graphicFrameLocks noGrp="1"/>
          </p:cNvGraphicFramePr>
          <p:nvPr/>
        </p:nvGraphicFramePr>
        <p:xfrm>
          <a:off x="645893" y="3310128"/>
          <a:ext cx="5392493" cy="1312164"/>
        </p:xfrm>
        <a:graphic>
          <a:graphicData uri="http://schemas.openxmlformats.org/drawingml/2006/table">
            <a:tbl>
              <a:tblPr/>
              <a:tblGrid>
                <a:gridCol w="2298440"/>
                <a:gridCol w="884015"/>
                <a:gridCol w="1105019"/>
                <a:gridCol w="1105019"/>
              </a:tblGrid>
              <a:tr h="329184">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Vacant overhead 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We spend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Lands on TDD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96596">
                <a:tc>
                  <a:txBody>
                    <a:bodyPr/>
                    <a:lstStyle/>
                    <a:p>
                      <a:pPr algn="l" rtl="0" fontAlgn="base">
                        <a:lnSpc>
                          <a:spcPts val="795"/>
                        </a:lnSpc>
                        <a:buNone/>
                      </a:pPr>
                      <a:r>
                        <a:rPr lang="en-US" sz="750" b="0" i="0">
                          <a:solidFill>
                            <a:schemeClr val="tx1"/>
                          </a:solidFill>
                          <a:effectLst/>
                          <a:latin typeface="MarkOTBold" panose="020B0804020201010104" pitchFamily="34" charset="0"/>
                        </a:rPr>
                        <a:t>Head of Technology</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1.29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96596">
                <a:tc>
                  <a:txBody>
                    <a:bodyPr/>
                    <a:lstStyle/>
                    <a:p>
                      <a:pPr algn="l" rtl="0" fontAlgn="base">
                        <a:lnSpc>
                          <a:spcPts val="795"/>
                        </a:lnSpc>
                        <a:buNone/>
                      </a:pPr>
                      <a:r>
                        <a:rPr lang="en-US" sz="750" b="0" i="0">
                          <a:solidFill>
                            <a:schemeClr val="tx1"/>
                          </a:solidFill>
                          <a:effectLst/>
                          <a:latin typeface="MarkOTBold" panose="020B0804020201010104" pitchFamily="34" charset="0"/>
                        </a:rPr>
                        <a:t>Technology Manager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0.86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0.86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96596">
                <a:tc>
                  <a:txBody>
                    <a:bodyPr/>
                    <a:lstStyle/>
                    <a:p>
                      <a:pPr algn="l" rtl="0" fontAlgn="base">
                        <a:lnSpc>
                          <a:spcPts val="795"/>
                        </a:lnSpc>
                        <a:buNone/>
                      </a:pPr>
                      <a:r>
                        <a:rPr lang="en-US" sz="750" b="0" i="0">
                          <a:solidFill>
                            <a:schemeClr val="tx1"/>
                          </a:solidFill>
                          <a:effectLst/>
                          <a:latin typeface="MarkOTBold" panose="020B0804020201010104" pitchFamily="34" charset="0"/>
                        </a:rPr>
                        <a:t>Delivery Manager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1.86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1.86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96596">
                <a:tc>
                  <a:txBody>
                    <a:bodyPr/>
                    <a:lstStyle/>
                    <a:p>
                      <a:pPr algn="l" rtl="0" fontAlgn="base">
                        <a:lnSpc>
                          <a:spcPts val="795"/>
                        </a:lnSpc>
                        <a:buNone/>
                      </a:pPr>
                      <a:r>
                        <a:rPr lang="en-US" sz="750" b="0" i="0">
                          <a:solidFill>
                            <a:schemeClr val="tx1"/>
                          </a:solidFill>
                          <a:effectLst/>
                          <a:latin typeface="MarkOTBold" panose="020B0804020201010104" pitchFamily="34" charset="0"/>
                        </a:rPr>
                        <a:t>Domain Architect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96596">
                <a:tc>
                  <a:txBody>
                    <a:bodyPr/>
                    <a:lstStyle/>
                    <a:p>
                      <a:pPr algn="l" rtl="0" fontAlgn="base">
                        <a:lnSpc>
                          <a:spcPts val="795"/>
                        </a:lnSpc>
                        <a:buNone/>
                      </a:pPr>
                      <a:r>
                        <a:rPr lang="en-US" sz="750" b="0" i="0">
                          <a:solidFill>
                            <a:schemeClr val="bg1"/>
                          </a:solidFill>
                          <a:effectLst/>
                          <a:latin typeface="MarkOTBold" panose="020B0804020201010104" pitchFamily="34" charset="0"/>
                        </a:rPr>
                        <a:t>Total, all vacant overhead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4.70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4.70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graphicFrame>
        <p:nvGraphicFramePr>
          <p:cNvPr id="16" name="OverheadArchetypeVsActual"/>
          <p:cNvGraphicFramePr>
            <a:graphicFrameLocks noGrp="1"/>
          </p:cNvGraphicFramePr>
          <p:nvPr/>
        </p:nvGraphicFramePr>
        <p:xfrm>
          <a:off x="6356632" y="1335024"/>
          <a:ext cx="5392493" cy="2834640"/>
        </p:xfrm>
        <a:graphic>
          <a:graphicData uri="http://schemas.openxmlformats.org/drawingml/2006/chart">
            <c:chart xmlns:c="http://schemas.openxmlformats.org/drawingml/2006/chart" r:id="rId4"/>
          </a:graphicData>
        </a:graphic>
      </p:graphicFrame>
      <p:sp>
        <p:nvSpPr>
          <p:cNvPr id="17" name="TextBox 16"/>
          <p:cNvSpPr txBox="1"/>
          <p:nvPr/>
        </p:nvSpPr>
        <p:spPr>
          <a:xfrm>
            <a:off x="6356632" y="4187952"/>
            <a:ext cx="5392493"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Light bar is the archetype allowance, solid bar is what the roles cost. Sorted by gap.</a:t>
            </a:r>
          </a:p>
        </p:txBody>
      </p:sp>
      <p:sp>
        <p:nvSpPr>
          <p:cNvPr id="18" name="Oval 17"/>
          <p:cNvSpPr/>
          <p:nvPr/>
        </p:nvSpPr>
        <p:spPr>
          <a:xfrm>
            <a:off x="7470491" y="1550822"/>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19" name="Oval 18"/>
          <p:cNvSpPr/>
          <p:nvPr/>
        </p:nvSpPr>
        <p:spPr>
          <a:xfrm>
            <a:off x="7470491" y="1956816"/>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20" name="Oval 19"/>
          <p:cNvSpPr/>
          <p:nvPr/>
        </p:nvSpPr>
        <p:spPr>
          <a:xfrm>
            <a:off x="442570" y="3538728"/>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3</a:t>
            </a:r>
          </a:p>
        </p:txBody>
      </p:sp>
      <p:cxnSp>
        <p:nvCxnSpPr>
          <p:cNvPr id="21" name="Connector 20"/>
          <p:cNvCxnSpPr/>
          <p:nvPr/>
        </p:nvCxnSpPr>
        <p:spPr>
          <a:xfrm>
            <a:off x="637053" y="3639312"/>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56632" y="4443984"/>
            <a:ext cx="5392493" cy="766572"/>
          </a:xfrm>
          <a:prstGeom prst="rect">
            <a:avLst/>
          </a:prstGeom>
          <a:noFill/>
        </p:spPr>
        <p:txBody>
          <a:bodyPr wrap="square" lIns="0" rIns="0" tIns="0" bIns="0" anchor="t">
            <a:spAutoFit/>
          </a:bodyPr>
          <a:lstStyle/>
          <a:p>
            <a:pPr algn="l">
              <a:spcAft>
                <a:spcPts val="5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Technology Managers cost 6.37 against a 1.78 allowance; 24 roles against 6.6 priced.</a:t>
            </a:r>
          </a:p>
          <a:p>
            <a:pPr algn="l">
              <a:spcAft>
                <a:spcPts val="5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Heads of Technology cost 4.91 against 1.38; 15 roles against 5.</a:t>
            </a:r>
          </a:p>
          <a:p>
            <a:pPr algn="l">
              <a:spcAft>
                <a:spcPts val="500"/>
              </a:spcAft>
            </a:pPr>
            <a:r>
              <a:rPr lang="en-AU" dirty="0" sz="900">
                <a:solidFill>
                  <a:srgbClr val="F76D69"/>
                </a:solidFill>
                <a:latin typeface="MarkOTBold" panose="020B0804020201010104" pitchFamily="34" charset="0"/>
              </a:rPr>
              <a:t>3  </a:t>
            </a:r>
            <a:r>
              <a:rPr lang="en-AU" dirty="0" sz="900">
                <a:solidFill>
                  <a:srgbClr val="1A1A1A"/>
                </a:solidFill>
                <a:latin typeface="MarkOT" panose="020B0504020201010104" pitchFamily="34" charset="0"/>
              </a:rPr>
              <a:t>Nineteen of those roles are vacant and cost 4.70; that is the single largest dial.</a:t>
            </a:r>
          </a:p>
          <a:p>
            <a:pPr algn="l">
              <a:spcAft>
                <a:spcPts val="500"/>
              </a:spcAft>
            </a:pPr>
            <a:r>
              <a:rPr lang="en-AU" dirty="0" sz="900">
                <a:solidFill>
                  <a:srgbClr val="F76D69"/>
                </a:solidFill>
                <a:latin typeface="MarkOTBold" panose="020B0804020201010104" pitchFamily="34" charset="0"/>
              </a:rPr>
              <a:t>4  </a:t>
            </a:r>
            <a:r>
              <a:rPr lang="en-AU" dirty="0" sz="900">
                <a:solidFill>
                  <a:srgbClr val="1A1A1A"/>
                </a:solidFill>
                <a:latin typeface="MarkOT" panose="020B0504020201010104" pitchFamily="34" charset="0"/>
              </a:rPr>
              <a:t>The squads are level with their allowance; the whole gap is the overhead lines.</a:t>
            </a:r>
          </a:p>
        </p:txBody>
      </p:sp>
      <p:sp>
        <p:nvSpPr>
          <p:cNvPr id="23"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Hold the 19 vacant overhead roles and 4.70 comes off the line; the rest of the gap needs a structure decision.</a:t>
            </a:r>
          </a:p>
        </p:txBody>
      </p:sp>
      <p:sp>
        <p:nvSpPr>
          <p:cNvPr id="24"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Allowance is the archetype rate times the number of times it applies (3.2 columns E to J). Actual is what the roles in the mapping cost.</a:t>
            </a:r>
          </a:p>
          <a:p>
            <a:pPr algn="l">
              <a:spcAft>
                <a:spcPts val="100"/>
              </a:spcAft>
            </a:pPr>
            <a:r>
              <a:rPr lang="en-AU" dirty="0" sz="800" i="0">
                <a:solidFill>
                  <a:srgbClr val="5F5F5F"/>
                </a:solidFill>
                <a:latin typeface="MarkOT" panose="020B0504020201010104" pitchFamily="34" charset="0"/>
              </a:rPr>
              <a:t>2  Overheads on the lights on line are 22.90 after the toggle; the role-level comparison here is 23.64 against 11.61. Source: 3.2 rows 5 to 12, 3.5 row 24, 3.7 rows 173 to 179.</a:t>
            </a:r>
          </a:p>
        </p:txBody>
      </p:sp>
      <p:sp>
        <p:nvSpPr>
          <p:cNvPr id="25" name="Rectangle 24"/>
          <p:cNvSpPr/>
          <p:nvPr/>
        </p:nvSpPr>
        <p:spPr>
          <a:xfrm>
            <a:off x="645893" y="4700016"/>
            <a:ext cx="5392493" cy="603504"/>
          </a:xfrm>
          <a:prstGeom prst="rect">
            <a:avLst/>
          </a:prstGeom>
          <a:solidFill>
            <a:srgbClr val="E3E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6" name="TextBox 25"/>
          <p:cNvSpPr txBox="1"/>
          <p:nvPr/>
        </p:nvSpPr>
        <p:spPr>
          <a:xfrm>
            <a:off x="760815" y="4773168"/>
            <a:ext cx="5162649" cy="314833"/>
          </a:xfrm>
          <a:prstGeom prst="rect">
            <a:avLst/>
          </a:prstGeom>
          <a:noFill/>
        </p:spPr>
        <p:txBody>
          <a:bodyPr wrap="square" lIns="0" rIns="0" tIns="0" bIns="0" anchor="t">
            <a:spAutoFit/>
          </a:bodyPr>
          <a:lstStyle/>
          <a:p>
            <a:pPr algn="l">
              <a:spcAft>
                <a:spcPts val="200"/>
              </a:spcAft>
            </a:pPr>
            <a:r>
              <a:rPr lang="en-AU" dirty="0" sz="900">
                <a:solidFill>
                  <a:srgbClr val="18249C"/>
                </a:solidFill>
                <a:latin typeface="MarkOTBold" panose="020B0804020201010104" pitchFamily="34" charset="0"/>
              </a:rPr>
              <a:t>The 41 archetype squads land level with their allowance</a:t>
            </a:r>
          </a:p>
          <a:p>
            <a:pPr algn="l">
              <a:spcAft>
                <a:spcPts val="200"/>
              </a:spcAft>
            </a:pPr>
            <a:r>
              <a:rPr lang="en-AU" dirty="0" sz="850">
                <a:solidFill>
                  <a:srgbClr val="1A1A1A"/>
                </a:solidFill>
                <a:latin typeface="MarkOT" panose="020B0504020201010104" pitchFamily="34" charset="0"/>
              </a:rPr>
              <a:t>Actual 62.16 against an allowance of 62.16, a gap of 0.00. After the levers they run 11.85 under.</a:t>
            </a:r>
          </a:p>
        </p:txBody>
      </p:sp>
      <p:sp>
        <p:nvSpPr>
          <p:cNvPr id="27" name="Oval 26"/>
          <p:cNvSpPr/>
          <p:nvPr/>
        </p:nvSpPr>
        <p:spPr>
          <a:xfrm>
            <a:off x="442570" y="4901184"/>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4</a:t>
            </a:r>
          </a:p>
        </p:txBody>
      </p:sp>
      <p:cxnSp>
        <p:nvCxnSpPr>
          <p:cNvPr id="28" name="Connector 27"/>
          <p:cNvCxnSpPr/>
          <p:nvPr/>
        </p:nvCxnSpPr>
        <p:spPr>
          <a:xfrm>
            <a:off x="637053" y="5001768"/>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extLst>
      <p:ext uri="{BB962C8B-B14F-4D97-AF65-F5344CB8AC3E}">
        <p14:creationId xmlns:p14="http://schemas.microsoft.com/office/powerpoint/2010/main" val="190757129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Levers already pulled take 16.63 out; two more moves take the position under the allocation</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WHAT HAS MOVED AND WHAT IS LEFT  |  EXEC SUMMARY, 3.7 AND 3.10</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FY27 full year</a:t>
            </a:r>
          </a:p>
        </p:txBody>
      </p:sp>
      <p:sp>
        <p:nvSpPr>
          <p:cNvPr id="12" name="SubClaim"/>
          <p:cNvSpPr txBox="1"/>
          <p:nvPr/>
        </p:nvSpPr>
        <p:spPr>
          <a:xfrm>
            <a:off x="645893" y="969264"/>
            <a:ext cx="6099706"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Three levers take the book from 115.46 to 98.83</a:t>
            </a:r>
          </a:p>
        </p:txBody>
      </p:sp>
      <p:sp>
        <p:nvSpPr>
          <p:cNvPr id="13" name="SubClaim"/>
          <p:cNvSpPr txBox="1"/>
          <p:nvPr/>
        </p:nvSpPr>
        <p:spPr>
          <a:xfrm>
            <a:off x="6887041" y="969264"/>
            <a:ext cx="4862084" cy="180975"/>
          </a:xfrm>
          <a:prstGeom prst="rect">
            <a:avLst/>
          </a:prstGeom>
          <a:noFill/>
        </p:spPr>
        <p:txBody>
          <a:bodyPr wrap="square" lIns="0" rIns="0" tIns="0" bIns="0" anchor="t">
            <a:spAutoFit/>
          </a:bodyPr>
          <a:lstStyle/>
          <a:p>
            <a:pPr algn="l">
              <a:spcAft>
                <a:spcPts val="300"/>
              </a:spcAft>
            </a:pPr>
            <a:r>
              <a:rPr lang="en-AU" dirty="0" sz="1050">
                <a:solidFill>
                  <a:srgbClr val="18249C"/>
                </a:solidFill>
                <a:latin typeface="MarkOTBold" panose="020B0804020201010104" pitchFamily="34" charset="0"/>
              </a:rPr>
              <a:t>Two more take what TDD pays to 48.50</a:t>
            </a:r>
          </a:p>
        </p:txBody>
      </p:sp>
      <p:graphicFrame>
        <p:nvGraphicFramePr>
          <p:cNvPr id="14" name="LeverBridge"/>
          <p:cNvGraphicFramePr>
            <a:graphicFrameLocks noGrp="1"/>
          </p:cNvGraphicFramePr>
          <p:nvPr/>
        </p:nvGraphicFramePr>
        <p:xfrm>
          <a:off x="645893" y="1335024"/>
          <a:ext cx="6099706" cy="2148840"/>
        </p:xfrm>
        <a:graphic>
          <a:graphicData uri="http://schemas.openxmlformats.org/drawingml/2006/chart">
            <c:chart xmlns:c="http://schemas.openxmlformats.org/drawingml/2006/chart" r:id="rId2"/>
          </a:graphicData>
        </a:graphic>
      </p:graphicFrame>
      <p:graphicFrame>
        <p:nvGraphicFramePr>
          <p:cNvPr id="15" name="WhatTddPaysBridge"/>
          <p:cNvGraphicFramePr>
            <a:graphicFrameLocks noGrp="1"/>
          </p:cNvGraphicFramePr>
          <p:nvPr/>
        </p:nvGraphicFramePr>
        <p:xfrm>
          <a:off x="6887041" y="1335024"/>
          <a:ext cx="4862084" cy="2148840"/>
        </p:xfrm>
        <a:graphic>
          <a:graphicData uri="http://schemas.openxmlformats.org/drawingml/2006/chart">
            <c:chart xmlns:c="http://schemas.openxmlformats.org/drawingml/2006/chart" r:id="rId3"/>
          </a:graphicData>
        </a:graphic>
      </p:graphicFrame>
      <p:cxnSp>
        <p:nvCxnSpPr>
          <p:cNvPr id="16" name="Connector 15"/>
          <p:cNvCxnSpPr/>
          <p:nvPr/>
        </p:nvCxnSpPr>
        <p:spPr>
          <a:xfrm>
            <a:off x="6887041" y="2359681"/>
            <a:ext cx="4862084" cy="9144"/>
          </a:xfrm>
          <a:prstGeom prst="line">
            <a:avLst/>
          </a:prstGeom>
          <a:ln w="12700">
            <a:solidFill>
              <a:srgbClr val="1A1A1A"/>
            </a:solidFill>
            <a:prstDash val="dash"/>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25296" y="2176801"/>
            <a:ext cx="1679629"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Bold" panose="020B0804020201010104" pitchFamily="34" charset="0"/>
              </a:rPr>
              <a:t>the 50.5 allocation</a:t>
            </a:r>
          </a:p>
        </p:txBody>
      </p:sp>
      <p:graphicFrame>
        <p:nvGraphicFramePr>
          <p:cNvPr id="18" name="LeverTable"/>
          <p:cNvGraphicFramePr>
            <a:graphicFrameLocks noGrp="1"/>
          </p:cNvGraphicFramePr>
          <p:nvPr/>
        </p:nvGraphicFramePr>
        <p:xfrm>
          <a:off x="645893" y="3749040"/>
          <a:ext cx="10740787" cy="1920240"/>
        </p:xfrm>
        <a:graphic>
          <a:graphicData uri="http://schemas.openxmlformats.org/drawingml/2006/table">
            <a:tbl>
              <a:tblPr/>
              <a:tblGrid>
                <a:gridCol w="2917251"/>
                <a:gridCol w="1149220"/>
                <a:gridCol w="1193421"/>
                <a:gridCol w="1060818"/>
                <a:gridCol w="4420077"/>
              </a:tblGrid>
              <a:tr h="365760">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Lever</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 effect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Already pulled?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What has to be true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310896">
                <a:tc>
                  <a:txBody>
                    <a:bodyPr/>
                    <a:lstStyle/>
                    <a:p>
                      <a:pPr algn="l" rtl="0" fontAlgn="base">
                        <a:lnSpc>
                          <a:spcPts val="795"/>
                        </a:lnSpc>
                        <a:buNone/>
                      </a:pPr>
                      <a:r>
                        <a:rPr lang="en-US" sz="750" b="0" i="0">
                          <a:solidFill>
                            <a:schemeClr val="tx1"/>
                          </a:solidFill>
                          <a:effectLst/>
                          <a:latin typeface="MarkOTBold" panose="020B0804020201010104" pitchFamily="34" charset="0"/>
                        </a:rPr>
                        <a:t>30 vacancies held at zero</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795"/>
                        </a:lnSpc>
                        <a:buNone/>
                      </a:pPr>
                      <a:r>
                        <a:rPr lang="en-US" sz="750" b="0" i="0">
                          <a:solidFill>
                            <a:srgbClr val="5F5F5F"/>
                          </a:solidFill>
                          <a:effectLst/>
                          <a:latin typeface="MarkOT" panose="020B0504020201010104" pitchFamily="34" charset="0"/>
                        </a:rPr>
                        <a:t>30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rgbClr val="5F5F5F"/>
                          </a:solidFill>
                          <a:effectLst/>
                          <a:latin typeface="MarkOT" panose="020B0504020201010104" pitchFamily="34" charset="0"/>
                        </a:rPr>
                        <a:t>(5.89)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rgbClr val="5F5F5F"/>
                          </a:solidFill>
                          <a:effectLst/>
                          <a:latin typeface="MarkOT" panose="020B0504020201010104" pitchFamily="34" charset="0"/>
                        </a:rPr>
                        <a:t>pulled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rgbClr val="5F5F5F"/>
                          </a:solidFill>
                          <a:effectLst/>
                          <a:latin typeface="MarkOT" panose="020B0504020201010104" pitchFamily="34" charset="0"/>
                        </a:rPr>
                        <a:t>The work is absorbed and the roles stay out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310896">
                <a:tc>
                  <a:txBody>
                    <a:bodyPr/>
                    <a:lstStyle/>
                    <a:p>
                      <a:pPr algn="l" rtl="0" fontAlgn="base">
                        <a:lnSpc>
                          <a:spcPts val="795"/>
                        </a:lnSpc>
                        <a:buNone/>
                      </a:pPr>
                      <a:r>
                        <a:rPr lang="en-US" sz="750" b="0" i="0">
                          <a:solidFill>
                            <a:schemeClr val="tx1"/>
                          </a:solidFill>
                          <a:effectLst/>
                          <a:latin typeface="MarkOTBold" panose="020B0804020201010104" pitchFamily="34" charset="0"/>
                        </a:rPr>
                        <a:t>82 roles priced at the offshore rate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795"/>
                        </a:lnSpc>
                        <a:buNone/>
                      </a:pPr>
                      <a:r>
                        <a:rPr lang="en-US" sz="750" b="0" i="0">
                          <a:solidFill>
                            <a:srgbClr val="5F5F5F"/>
                          </a:solidFill>
                          <a:effectLst/>
                          <a:latin typeface="MarkOT" panose="020B0504020201010104" pitchFamily="34" charset="0"/>
                        </a:rPr>
                        <a:t>82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rgbClr val="5F5F5F"/>
                          </a:solidFill>
                          <a:effectLst/>
                          <a:latin typeface="MarkOT" panose="020B0504020201010104" pitchFamily="34" charset="0"/>
                        </a:rPr>
                        <a:t>(8.39)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rgbClr val="5F5F5F"/>
                          </a:solidFill>
                          <a:effectLst/>
                          <a:latin typeface="MarkOT" panose="020B0504020201010104" pitchFamily="34" charset="0"/>
                        </a:rPr>
                        <a:t>pulled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rgbClr val="5F5F5F"/>
                          </a:solidFill>
                          <a:effectLst/>
                          <a:latin typeface="MarkOT" panose="020B0504020201010104" pitchFamily="34" charset="0"/>
                        </a:rPr>
                        <a:t>Transitions complete and the 0.4 rate holds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310896">
                <a:tc>
                  <a:txBody>
                    <a:bodyPr/>
                    <a:lstStyle/>
                    <a:p>
                      <a:pPr algn="l" rtl="0" fontAlgn="base">
                        <a:lnSpc>
                          <a:spcPts val="795"/>
                        </a:lnSpc>
                        <a:buNone/>
                      </a:pPr>
                      <a:r>
                        <a:rPr lang="en-US" sz="750" b="0" i="0">
                          <a:solidFill>
                            <a:schemeClr val="tx1"/>
                          </a:solidFill>
                          <a:effectLst/>
                          <a:latin typeface="MarkOTBold" panose="020B0804020201010104" pitchFamily="34" charset="0"/>
                        </a:rPr>
                        <a:t>Other lever effects, the balance across the tabs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795"/>
                        </a:lnSpc>
                        <a:buNone/>
                      </a:pPr>
                      <a:r>
                        <a:rPr lang="en-US" sz="750" b="0" i="0">
                          <a:solidFill>
                            <a:srgbClr val="5F5F5F"/>
                          </a:solidFill>
                          <a:effectLst/>
                          <a:latin typeface="MarkOT" panose="020B0504020201010104" pitchFamily="34" charset="0"/>
                        </a:rPr>
                        <a:t>filled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rgbClr val="5F5F5F"/>
                          </a:solidFill>
                          <a:effectLst/>
                          <a:latin typeface="MarkOT" panose="020B0504020201010104" pitchFamily="34" charset="0"/>
                        </a:rPr>
                        <a:t>(2.34)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rgbClr val="5F5F5F"/>
                          </a:solidFill>
                          <a:effectLst/>
                          <a:latin typeface="MarkOT" panose="020B0504020201010104" pitchFamily="34" charset="0"/>
                        </a:rPr>
                        <a:t>pulled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rgbClr val="5F5F5F"/>
                          </a:solidFill>
                          <a:effectLst/>
                          <a:latin typeface="MarkOT" panose="020B0504020201010104" pitchFamily="34" charset="0"/>
                        </a:rPr>
                        <a:t>The balance holds as modelled on the tabs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310896">
                <a:tc>
                  <a:txBody>
                    <a:bodyPr/>
                    <a:lstStyle/>
                    <a:p>
                      <a:pPr algn="l" rtl="0" fontAlgn="base">
                        <a:lnSpc>
                          <a:spcPts val="795"/>
                        </a:lnSpc>
                        <a:buNone/>
                      </a:pPr>
                      <a:r>
                        <a:rPr lang="en-US" sz="750" b="0" i="0">
                          <a:solidFill>
                            <a:schemeClr val="bg1"/>
                          </a:solidFill>
                          <a:effectLst/>
                          <a:latin typeface="MarkOTBold" panose="020B0804020201010104" pitchFamily="34" charset="0"/>
                        </a:rPr>
                        <a:t>Hold the 19 vacant overhead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795"/>
                        </a:lnSpc>
                        <a:buNone/>
                      </a:pPr>
                      <a:r>
                        <a:rPr lang="en-US" sz="750" b="0" i="0">
                          <a:solidFill>
                            <a:srgbClr val="5F5F5F"/>
                          </a:solidFill>
                          <a:effectLst/>
                          <a:latin typeface="MarkOT" panose="020B0504020201010104" pitchFamily="34" charset="0"/>
                        </a:rPr>
                        <a:t>19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rgbClr val="18249C"/>
                          </a:solidFill>
                          <a:effectLst/>
                          <a:latin typeface="MarkOTBold" panose="020B0804020201010104" pitchFamily="34" charset="0"/>
                        </a:rPr>
                        <a:t>(4.70)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c>
                  <a:txBody>
                    <a:bodyPr/>
                    <a:lstStyle/>
                    <a:p>
                      <a:pPr algn="ctr" rtl="0" fontAlgn="base">
                        <a:lnSpc>
                          <a:spcPts val="795"/>
                        </a:lnSpc>
                        <a:buNone/>
                      </a:pPr>
                      <a:r>
                        <a:rPr lang="en-US" sz="750" b="0" i="0">
                          <a:solidFill>
                            <a:srgbClr val="ED0C06"/>
                          </a:solidFill>
                          <a:effectLst/>
                          <a:latin typeface="MarkOTBold" panose="020B0804020201010104" pitchFamily="34" charset="0"/>
                        </a:rPr>
                        <a:t>still open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rgbClr val="5F5F5F"/>
                          </a:solidFill>
                          <a:effectLst/>
                          <a:latin typeface="MarkOT" panose="020B0504020201010104" pitchFamily="34" charset="0"/>
                        </a:rPr>
                        <a:t>No manager or head backfill is approved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310896">
                <a:tc>
                  <a:txBody>
                    <a:bodyPr/>
                    <a:lstStyle/>
                    <a:p>
                      <a:pPr algn="l" rtl="0" fontAlgn="base">
                        <a:lnSpc>
                          <a:spcPts val="795"/>
                        </a:lnSpc>
                        <a:buNone/>
                      </a:pPr>
                      <a:r>
                        <a:rPr lang="en-US" sz="750" b="0" i="0">
                          <a:solidFill>
                            <a:schemeClr val="bg1"/>
                          </a:solidFill>
                          <a:effectLst/>
                          <a:latin typeface="MarkOTBold" panose="020B0804020201010104" pitchFamily="34" charset="0"/>
                        </a:rPr>
                        <a:t>Offshore the last 21 onshore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795"/>
                        </a:lnSpc>
                        <a:buNone/>
                      </a:pPr>
                      <a:r>
                        <a:rPr lang="en-US" sz="750" b="0" i="0">
                          <a:solidFill>
                            <a:srgbClr val="5F5F5F"/>
                          </a:solidFill>
                          <a:effectLst/>
                          <a:latin typeface="MarkOT" panose="020B0504020201010104" pitchFamily="34" charset="0"/>
                        </a:rPr>
                        <a:t>21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901"/>
                        </a:lnSpc>
                        <a:buNone/>
                      </a:pPr>
                      <a:r>
                        <a:rPr lang="en-US" sz="850" b="0" i="0">
                          <a:solidFill>
                            <a:srgbClr val="18249C"/>
                          </a:solidFill>
                          <a:effectLst/>
                          <a:latin typeface="MarkOTBold" panose="020B0804020201010104" pitchFamily="34" charset="0"/>
                        </a:rPr>
                        <a:t>(0.92)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c>
                  <a:txBody>
                    <a:bodyPr/>
                    <a:lstStyle/>
                    <a:p>
                      <a:pPr algn="ctr" rtl="0" fontAlgn="base">
                        <a:lnSpc>
                          <a:spcPts val="795"/>
                        </a:lnSpc>
                        <a:buNone/>
                      </a:pPr>
                      <a:r>
                        <a:rPr lang="en-US" sz="750" b="0" i="0">
                          <a:solidFill>
                            <a:srgbClr val="ED0C06"/>
                          </a:solidFill>
                          <a:effectLst/>
                          <a:latin typeface="MarkOTBold" panose="020B0804020201010104" pitchFamily="34" charset="0"/>
                        </a:rPr>
                        <a:t>still open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rgbClr val="5F5F5F"/>
                          </a:solidFill>
                          <a:effectLst/>
                          <a:latin typeface="MarkOT" panose="020B0504020201010104" pitchFamily="34" charset="0"/>
                        </a:rPr>
                        <a:t>Those roles move and the squads keep working</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bl>
          </a:graphicData>
        </a:graphic>
      </p:graphicFrame>
      <p:sp>
        <p:nvSpPr>
          <p:cNvPr id="19" name="Oval 18"/>
          <p:cNvSpPr/>
          <p:nvPr/>
        </p:nvSpPr>
        <p:spPr>
          <a:xfrm>
            <a:off x="442570" y="5102352"/>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cxnSp>
        <p:nvCxnSpPr>
          <p:cNvPr id="20" name="Connector 19"/>
          <p:cNvCxnSpPr/>
          <p:nvPr/>
        </p:nvCxnSpPr>
        <p:spPr>
          <a:xfrm>
            <a:off x="637053" y="5202936"/>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42570" y="5413248"/>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cxnSp>
        <p:nvCxnSpPr>
          <p:cNvPr id="22" name="Connector 21"/>
          <p:cNvCxnSpPr/>
          <p:nvPr/>
        </p:nvCxnSpPr>
        <p:spPr>
          <a:xfrm>
            <a:off x="637053" y="5513832"/>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23"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The position lands under the allocation with two decisions TDD already controls.</a:t>
            </a:r>
          </a:p>
        </p:txBody>
      </p:sp>
      <p:sp>
        <p:nvSpPr>
          <p:cNvPr id="24"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Nothing is counted twice: the open levers touch 19 vacant and 21 filled roles. The 21 take 2.52 out of people cost; 0.92 lands on what TDD pays at their squads' support percentages.</a:t>
            </a:r>
          </a:p>
          <a:p>
            <a:pPr algn="l">
              <a:spcAft>
                <a:spcPts val="100"/>
              </a:spcAft>
            </a:pPr>
            <a:r>
              <a:rPr lang="en-AU" dirty="0" sz="800" i="0">
                <a:solidFill>
                  <a:srgbClr val="5F5F5F"/>
                </a:solidFill>
                <a:latin typeface="MarkOT" panose="020B0504020201010104" pitchFamily="34" charset="0"/>
              </a:rPr>
              <a:t>2  The 2.34 is the levers total less the two named levers, Exec Summary C33 less 5.89 less 8.39. First three land on the book, last two on what TDD pays. Source: 3.7 and 3.10; reverted, 48.47. Columns may not add to totals due to rounding.</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4194D-1E61-7D8E-0B38-80FAB67C1A3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C65BC73-9EED-23E8-8804-381A334EABC1}"/>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NZ costs 15.21 against a 17.50 share of the allocation, 2.29 under, while AU runs 5.91 over</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NEW ZEALAND  |  3.6 TDD LIGHTS ON AU NZ</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FY27 full year</a:t>
            </a:r>
          </a:p>
        </p:txBody>
      </p:sp>
      <p:sp>
        <p:nvSpPr>
          <p:cNvPr id="12" name="SubClaim"/>
          <p:cNvSpPr txBox="1"/>
          <p:nvPr/>
        </p:nvSpPr>
        <p:spPr>
          <a:xfrm>
            <a:off x="442570" y="969264"/>
            <a:ext cx="6301425"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Five groups bridge the 17.50 to the 15.21</a:t>
            </a:r>
          </a:p>
        </p:txBody>
      </p:sp>
      <p:sp>
        <p:nvSpPr>
          <p:cNvPr id="13" name="SubClaim"/>
          <p:cNvSpPr txBox="1"/>
          <p:nvPr/>
        </p:nvSpPr>
        <p:spPr>
          <a:xfrm>
            <a:off x="7158088" y="969264"/>
            <a:ext cx="4591038" cy="180975"/>
          </a:xfrm>
          <a:prstGeom prst="rect">
            <a:avLst/>
          </a:prstGeom>
          <a:noFill/>
        </p:spPr>
        <p:txBody>
          <a:bodyPr wrap="square" lIns="0" rIns="0" tIns="0" bIns="0" anchor="t">
            <a:spAutoFit/>
          </a:bodyPr>
          <a:lstStyle/>
          <a:p>
            <a:pPr algn="l">
              <a:spcAft>
                <a:spcPts val="300"/>
              </a:spcAft>
            </a:pPr>
            <a:r>
              <a:rPr lang="en-AU" dirty="0" sz="1050">
                <a:solidFill>
                  <a:srgbClr val="18249C"/>
                </a:solidFill>
                <a:latin typeface="MarkOTBold" panose="020B0804020201010104" pitchFamily="34" charset="0"/>
              </a:rPr>
              <a:t>Z Retail and Z Customer are 2.55 of it</a:t>
            </a:r>
          </a:p>
        </p:txBody>
      </p:sp>
      <p:graphicFrame>
        <p:nvGraphicFramePr>
          <p:cNvPr id="14" name="NZBridge"/>
          <p:cNvGraphicFramePr>
            <a:graphicFrameLocks noGrp="1"/>
          </p:cNvGraphicFramePr>
          <p:nvPr/>
        </p:nvGraphicFramePr>
        <p:xfrm>
          <a:off x="442570" y="1335024"/>
          <a:ext cx="6481465" cy="2788920"/>
        </p:xfrm>
        <a:graphic>
          <a:graphicData uri="http://schemas.openxmlformats.org/drawingml/2006/chart">
            <c:chart xmlns:c="http://schemas.openxmlformats.org/drawingml/2006/chart" r:id="rId4"/>
          </a:graphicData>
        </a:graphic>
      </p:graphicFrame>
      <p:sp>
        <p:nvSpPr>
          <p:cNvPr id="15" name="TextBox 14"/>
          <p:cNvSpPr txBox="1"/>
          <p:nvPr/>
        </p:nvSpPr>
        <p:spPr>
          <a:xfrm>
            <a:off x="442570" y="4160520"/>
            <a:ext cx="6481465"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Value axis starts at 12.0 so the steps read; ends are full bars.</a:t>
            </a:r>
          </a:p>
        </p:txBody>
      </p:sp>
      <p:graphicFrame>
        <p:nvGraphicFramePr>
          <p:cNvPr id="16" name="NZSummary"/>
          <p:cNvGraphicFramePr>
            <a:graphicFrameLocks noGrp="1"/>
          </p:cNvGraphicFramePr>
          <p:nvPr/>
        </p:nvGraphicFramePr>
        <p:xfrm>
          <a:off x="442570" y="4352544"/>
          <a:ext cx="6481465" cy="1152144"/>
        </p:xfrm>
        <a:graphic>
          <a:graphicData uri="http://schemas.openxmlformats.org/drawingml/2006/table">
            <a:tbl>
              <a:tblPr/>
              <a:tblGrid>
                <a:gridCol w="2565580"/>
                <a:gridCol w="1215275"/>
                <a:gridCol w="1350305"/>
                <a:gridCol w="1350305"/>
              </a:tblGrid>
              <a:tr h="329184">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New Zealand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NZ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AU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Total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Cost to TDD lights 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15.21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38.91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54.12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Share of the allocation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17.50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33.00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Over/(under)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(2.29)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5.91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3.62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219456">
                <a:tc>
                  <a:txBody>
                    <a:bodyPr/>
                    <a:lstStyle/>
                    <a:p>
                      <a:pPr algn="l" rtl="0" fontAlgn="base">
                        <a:lnSpc>
                          <a:spcPts val="795"/>
                        </a:lnSpc>
                        <a:buNone/>
                      </a:pPr>
                      <a:r>
                        <a:rPr lang="en-US" sz="750" b="0" i="0">
                          <a:solidFill>
                            <a:schemeClr val="bg1"/>
                          </a:solidFill>
                          <a:effectLst/>
                          <a:latin typeface="MarkOTBold" panose="020B0804020201010104" pitchFamily="34" charset="0"/>
                        </a:rPr>
                        <a:t>FY26 landing at the live 0.83 rate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15.89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see FY26 pack</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against 17.50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graphicFrame>
        <p:nvGraphicFramePr>
          <p:cNvPr id="17" name="AUvsNZByLine"/>
          <p:cNvGraphicFramePr>
            <a:graphicFrameLocks noGrp="1"/>
          </p:cNvGraphicFramePr>
          <p:nvPr/>
        </p:nvGraphicFramePr>
        <p:xfrm>
          <a:off x="7158088" y="1335024"/>
          <a:ext cx="4591038" cy="4160520"/>
        </p:xfrm>
        <a:graphic>
          <a:graphicData uri="http://schemas.openxmlformats.org/drawingml/2006/chart">
            <c:chart xmlns:c="http://schemas.openxmlformats.org/drawingml/2006/chart" r:id="rId5"/>
          </a:graphicData>
        </a:graphic>
      </p:graphicFrame>
      <p:sp>
        <p:nvSpPr>
          <p:cNvPr id="18" name="TextBox 17"/>
          <p:cNvSpPr txBox="1"/>
          <p:nvPr/>
        </p:nvSpPr>
        <p:spPr>
          <a:xfrm>
            <a:off x="7158088" y="1186815"/>
            <a:ext cx="4591038"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AU</a:t>
            </a:r>
            <a:r>
              <a:rPr lang="en-AU" dirty="0" sz="800">
                <a:solidFill>
                  <a:srgbClr val="5F5F5F"/>
                </a:solidFill>
                <a:latin typeface="MarkOT" panose="020B0504020201010104" pitchFamily="34" charset="0"/>
              </a:rPr>
              <a:t>  left of the line, </a:t>
            </a:r>
            <a:r>
              <a:rPr lang="en-AU" dirty="0" sz="800">
                <a:solidFill>
                  <a:srgbClr val="18249C"/>
                </a:solidFill>
                <a:latin typeface="MarkOTBold" panose="020B0804020201010104" pitchFamily="34" charset="0"/>
              </a:rPr>
              <a:t>NZ</a:t>
            </a:r>
            <a:r>
              <a:rPr lang="en-AU" dirty="0" sz="800">
                <a:solidFill>
                  <a:srgbClr val="5F5F5F"/>
                </a:solidFill>
                <a:latin typeface="MarkOT" panose="020B0504020201010104" pitchFamily="34" charset="0"/>
              </a:rPr>
              <a:t>  right of the line, by line</a:t>
            </a:r>
          </a:p>
        </p:txBody>
      </p:sp>
      <p:sp>
        <p:nvSpPr>
          <p:cNvPr id="19" name="Oval 18"/>
          <p:cNvSpPr/>
          <p:nvPr/>
        </p:nvSpPr>
        <p:spPr>
          <a:xfrm>
            <a:off x="919677" y="1618488"/>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20" name="Oval 19"/>
          <p:cNvSpPr/>
          <p:nvPr/>
        </p:nvSpPr>
        <p:spPr>
          <a:xfrm>
            <a:off x="5357681" y="2734056"/>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21" name="TextBox 20"/>
          <p:cNvSpPr txBox="1"/>
          <p:nvPr/>
        </p:nvSpPr>
        <p:spPr>
          <a:xfrm>
            <a:off x="442570" y="5541264"/>
            <a:ext cx="6481465" cy="142240"/>
          </a:xfrm>
          <a:prstGeom prst="rect">
            <a:avLst/>
          </a:prstGeom>
          <a:noFill/>
        </p:spPr>
        <p:txBody>
          <a:bodyPr wrap="square" lIns="0" rIns="0" tIns="0" bIns="0" anchor="t">
            <a:spAutoFit/>
          </a:bodyPr>
          <a:lstStyle/>
          <a:p>
            <a:pPr algn="l">
              <a:spcAft>
                <a:spcPts val="0"/>
              </a:spcAft>
            </a:pPr>
            <a:r>
              <a:rPr lang="en-AU" dirty="0" sz="800">
                <a:solidFill>
                  <a:srgbClr val="F76D69"/>
                </a:solidFill>
                <a:latin typeface="MarkOTBold" panose="020B0804020201010104" pitchFamily="34" charset="0"/>
              </a:rPr>
              <a:t>1  </a:t>
            </a:r>
            <a:r>
              <a:rPr lang="en-AU" dirty="0" sz="800">
                <a:solidFill>
                  <a:srgbClr val="1A1A1A"/>
                </a:solidFill>
                <a:latin typeface="MarkOT" panose="020B0504020201010104" pitchFamily="34" charset="0"/>
              </a:rPr>
              <a:t>The NZ share was set at 17.50 when the budget was built. </a:t>
            </a:r>
            <a:r>
              <a:rPr lang="en-AU" dirty="0" sz="800">
                <a:solidFill>
                  <a:srgbClr val="F76D69"/>
                </a:solidFill>
                <a:latin typeface="MarkOTBold" panose="020B0804020201010104" pitchFamily="34" charset="0"/>
              </a:rPr>
              <a:t>2  </a:t>
            </a:r>
            <a:r>
              <a:rPr lang="en-AU" dirty="0" sz="800">
                <a:solidFill>
                  <a:srgbClr val="1A1A1A"/>
                </a:solidFill>
                <a:latin typeface="MarkOT" panose="020B0504020201010104" pitchFamily="34" charset="0"/>
              </a:rPr>
              <a:t>Six lines carry NZ people with no NZ share at all, 2.56 of cost.</a:t>
            </a:r>
          </a:p>
        </p:txBody>
      </p:sp>
      <p:sp>
        <p:nvSpPr>
          <p:cNvPr id="22"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NZ is 2.29 under its share while AU is 5.91 over; the split needs a ruling, the spend does not.</a:t>
            </a:r>
          </a:p>
        </p:txBody>
      </p:sp>
      <p:sp>
        <p:nvSpPr>
          <p:cNvPr id="23"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The FY26 landing at the live 0.83 rate is 15.89 against the 17.50 share; the FY26 pack carries the month by month build.</a:t>
            </a:r>
          </a:p>
          <a:p>
            <a:pPr algn="l">
              <a:spcAft>
                <a:spcPts val="100"/>
              </a:spcAft>
            </a:pPr>
            <a:r>
              <a:rPr lang="en-AU" dirty="0" sz="800" i="0">
                <a:solidFill>
                  <a:srgbClr val="5F5F5F"/>
                </a:solidFill>
                <a:latin typeface="MarkOT" panose="020B0504020201010104" pitchFamily="34" charset="0"/>
              </a:rPr>
              <a:t>2  Source: 3.6 TDD Lights On AU NZ rows 5 to 24; allocation split from 0.2 Data Config columns AU and NZ. EGI is excluded, it carries neither.</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extLst>
      <p:ext uri="{BB962C8B-B14F-4D97-AF65-F5344CB8AC3E}">
        <p14:creationId xmlns:p14="http://schemas.microsoft.com/office/powerpoint/2010/main" val="2805639677"/>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Six decisions are open and two of them move 3.49 and 4.47</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DECISIONS AND WATCH ITEMS  |  WHAT NEEDS A RULING</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FY27 full year</a:t>
            </a:r>
          </a:p>
        </p:txBody>
      </p:sp>
      <p:sp>
        <p:nvSpPr>
          <p:cNvPr id="12" name="SubClaim"/>
          <p:cNvSpPr txBox="1"/>
          <p:nvPr/>
        </p:nvSpPr>
        <p:spPr>
          <a:xfrm>
            <a:off x="442570" y="969264"/>
            <a:ext cx="6829389"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Each line names the number, where it sits and the next step</a:t>
            </a:r>
          </a:p>
        </p:txBody>
      </p:sp>
      <p:sp>
        <p:nvSpPr>
          <p:cNvPr id="13" name="SubClaim"/>
          <p:cNvSpPr txBox="1"/>
          <p:nvPr/>
        </p:nvSpPr>
        <p:spPr>
          <a:xfrm>
            <a:off x="7415735" y="969264"/>
            <a:ext cx="4313298" cy="180975"/>
          </a:xfrm>
          <a:prstGeom prst="rect">
            <a:avLst/>
          </a:prstGeom>
          <a:noFill/>
        </p:spPr>
        <p:txBody>
          <a:bodyPr wrap="square" lIns="0" rIns="0" tIns="0" bIns="0" anchor="t">
            <a:spAutoFit/>
          </a:bodyPr>
          <a:lstStyle/>
          <a:p>
            <a:pPr algn="l">
              <a:spcAft>
                <a:spcPts val="300"/>
              </a:spcAft>
            </a:pPr>
            <a:r>
              <a:rPr lang="en-AU" dirty="0" sz="1050">
                <a:solidFill>
                  <a:srgbClr val="ED0C06"/>
                </a:solidFill>
                <a:latin typeface="MarkOTBold" panose="020B0804020201010104" pitchFamily="34" charset="0"/>
              </a:rPr>
              <a:t>Two rulings settle 7.96 of it</a:t>
            </a:r>
          </a:p>
        </p:txBody>
      </p:sp>
      <p:graphicFrame>
        <p:nvGraphicFramePr>
          <p:cNvPr id="14" name="DecisionsTable"/>
          <p:cNvGraphicFramePr>
            <a:graphicFrameLocks noGrp="1"/>
          </p:cNvGraphicFramePr>
          <p:nvPr/>
        </p:nvGraphicFramePr>
        <p:xfrm>
          <a:off x="442570" y="1335024"/>
          <a:ext cx="6737948" cy="2907792"/>
        </p:xfrm>
        <a:graphic>
          <a:graphicData uri="http://schemas.openxmlformats.org/drawingml/2006/table">
            <a:tbl>
              <a:tblPr/>
              <a:tblGrid>
                <a:gridCol w="451078"/>
                <a:gridCol w="2039116"/>
                <a:gridCol w="797915"/>
                <a:gridCol w="1942666"/>
                <a:gridCol w="487615"/>
                <a:gridCol w="1019558"/>
              </a:tblGrid>
              <a:tr h="384048">
                <a:tc>
                  <a:txBody>
                    <a:bodyPr/>
                    <a:lstStyle/>
                    <a:p>
                      <a:pPr algn="ctr"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Decision</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Worth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What it is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Status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Next step</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420624">
                <a:tc>
                  <a:txBody>
                    <a:bodyPr/>
                    <a:lstStyle/>
                    <a:p>
                      <a:pPr algn="ctr" rtl="0" fontAlgn="base">
                        <a:lnSpc>
                          <a:spcPts val="795"/>
                        </a:lnSpc>
                        <a:buNone/>
                      </a:pPr>
                      <a:r>
                        <a:rPr lang="en-US" sz="750" b="0" i="0">
                          <a:solidFill>
                            <a:srgbClr val="5F5F5F"/>
                          </a:solidFill>
                          <a:effectLst/>
                          <a:latin typeface="MarkOT" panose="020B0504020201010104" pitchFamily="34" charset="0"/>
                        </a:rPr>
                        <a:t>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Revert or keep the 12 re-priced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54"/>
                        </a:lnSpc>
                        <a:buNone/>
                      </a:pPr>
                      <a:r>
                        <a:rPr lang="en-US" sz="900" b="0" i="0">
                          <a:solidFill>
                            <a:schemeClr val="tx1"/>
                          </a:solidFill>
                          <a:effectLst/>
                          <a:latin typeface="MarkOT" panose="020B0504020201010104" pitchFamily="34" charset="0"/>
                        </a:rPr>
                        <a:t>0.31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Anchor 54.12 today against 54.43 before the tool wrote quarter codes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Rule revert or complete it consistently</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420624">
                <a:tc>
                  <a:txBody>
                    <a:bodyPr/>
                    <a:lstStyle/>
                    <a:p>
                      <a:pPr algn="ctr" rtl="0" fontAlgn="base">
                        <a:lnSpc>
                          <a:spcPts val="795"/>
                        </a:lnSpc>
                        <a:buNone/>
                      </a:pPr>
                      <a:r>
                        <a:rPr lang="en-US" sz="750" b="0" i="0">
                          <a:solidFill>
                            <a:srgbClr val="5F5F5F"/>
                          </a:solidFill>
                          <a:effectLst/>
                          <a:latin typeface="MarkOT" panose="020B0504020201010104" pitchFamily="34" charset="0"/>
                        </a:rPr>
                        <a:t>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COE Service Ops allocation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54"/>
                        </a:lnSpc>
                        <a:buNone/>
                      </a:pPr>
                      <a:r>
                        <a:rPr lang="en-US" sz="900" b="0" i="0">
                          <a:solidFill>
                            <a:srgbClr val="ED0C06"/>
                          </a:solidFill>
                          <a:effectLst/>
                          <a:latin typeface="MarkOTBold" panose="020B0804020201010104" pitchFamily="34" charset="0"/>
                        </a:rPr>
                        <a:t>2.33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0.50 allocated against 2.83 of cost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Reset the allocation or take the cost out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420624">
                <a:tc>
                  <a:txBody>
                    <a:bodyPr/>
                    <a:lstStyle/>
                    <a:p>
                      <a:pPr algn="ctr" rtl="0" fontAlgn="base">
                        <a:lnSpc>
                          <a:spcPts val="795"/>
                        </a:lnSpc>
                        <a:buNone/>
                      </a:pPr>
                      <a:r>
                        <a:rPr lang="en-US" sz="750" b="0" i="0">
                          <a:solidFill>
                            <a:srgbClr val="5F5F5F"/>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COE Cyber allocation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54"/>
                        </a:lnSpc>
                        <a:buNone/>
                      </a:pPr>
                      <a:r>
                        <a:rPr lang="en-US" sz="900" b="0" i="0">
                          <a:solidFill>
                            <a:schemeClr val="tx1"/>
                          </a:solidFill>
                          <a:effectLst/>
                          <a:latin typeface="MarkOT" panose="020B0504020201010104" pitchFamily="34" charset="0"/>
                        </a:rPr>
                        <a:t>1.16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1.50 allocated against 2.66 of cost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Reset the allocation or take the cost out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420624">
                <a:tc>
                  <a:txBody>
                    <a:bodyPr/>
                    <a:lstStyle/>
                    <a:p>
                      <a:pPr algn="ctr" rtl="0" fontAlgn="base">
                        <a:lnSpc>
                          <a:spcPts val="795"/>
                        </a:lnSpc>
                        <a:buNone/>
                      </a:pPr>
                      <a:r>
                        <a:rPr lang="en-US" sz="750" b="0" i="0">
                          <a:solidFill>
                            <a:srgbClr val="5F5F5F"/>
                          </a:solidFill>
                          <a:effectLst/>
                          <a:latin typeface="MarkOT" panose="020B0504020201010104" pitchFamily="34" charset="0"/>
                        </a:rPr>
                        <a:t>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The 22 held roles with hire dates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54"/>
                        </a:lnSpc>
                        <a:buNone/>
                      </a:pPr>
                      <a:r>
                        <a:rPr lang="en-US" sz="900" b="0" i="0">
                          <a:solidFill>
                            <a:srgbClr val="ED0C06"/>
                          </a:solidFill>
                          <a:effectLst/>
                          <a:latin typeface="MarkOTBold" panose="020B0804020201010104" pitchFamily="34" charset="0"/>
                        </a:rPr>
                        <a:t>4.47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Held at zero and hiring at the same time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Decide hold or hire before FY27 opens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420624">
                <a:tc>
                  <a:txBody>
                    <a:bodyPr/>
                    <a:lstStyle/>
                    <a:p>
                      <a:pPr algn="ctr" rtl="0" fontAlgn="base">
                        <a:lnSpc>
                          <a:spcPts val="795"/>
                        </a:lnSpc>
                        <a:buNone/>
                      </a:pPr>
                      <a:r>
                        <a:rPr lang="en-US" sz="750" b="0" i="0">
                          <a:solidFill>
                            <a:srgbClr val="5F5F5F"/>
                          </a:solidFill>
                          <a:effectLst/>
                          <a:latin typeface="MarkOT" panose="020B0504020201010104" pitchFamily="34" charset="0"/>
                        </a:rPr>
                        <a:t>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The 19 vacant overhead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54"/>
                        </a:lnSpc>
                        <a:buNone/>
                      </a:pPr>
                      <a:r>
                        <a:rPr lang="en-US" sz="900" b="0" i="0">
                          <a:solidFill>
                            <a:srgbClr val="ED0C06"/>
                          </a:solidFill>
                          <a:effectLst/>
                          <a:latin typeface="MarkOTBold" panose="020B0804020201010104" pitchFamily="34" charset="0"/>
                        </a:rPr>
                        <a:t>4.70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All of it lands on TDD lights 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Hold them, or fund them in the 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420624">
                <a:tc>
                  <a:txBody>
                    <a:bodyPr/>
                    <a:lstStyle/>
                    <a:p>
                      <a:pPr algn="ctr" rtl="0" fontAlgn="base">
                        <a:lnSpc>
                          <a:spcPts val="795"/>
                        </a:lnSpc>
                        <a:buNone/>
                      </a:pPr>
                      <a:r>
                        <a:rPr lang="en-US" sz="750" b="0" i="0">
                          <a:solidFill>
                            <a:srgbClr val="5F5F5F"/>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Hire months as commitments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954"/>
                        </a:lnSpc>
                        <a:buNone/>
                      </a:pPr>
                      <a:r>
                        <a:rPr lang="en-US" sz="900" b="0" i="0">
                          <a:solidFill>
                            <a:srgbClr val="ED0C06"/>
                          </a:solidFill>
                          <a:effectLst/>
                          <a:latin typeface="MarkOTBold" panose="020B0804020201010104" pitchFamily="34" charset="0"/>
                        </a:rPr>
                        <a:t>3.10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Worth 3.10 of people cost in FY26 second half, 1.99 on what TDD pays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95"/>
                        </a:lnSpc>
                        <a:buNone/>
                      </a:pPr>
                      <a:r>
                        <a:rPr lang="en-US" sz="75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chemeClr val="tx1"/>
                          </a:solidFill>
                          <a:effectLst/>
                          <a:latin typeface="MarkOT" panose="020B0504020201010104" pitchFamily="34" charset="0"/>
                        </a:rPr>
                        <a:t>Hold the GMs to the months they set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bl>
          </a:graphicData>
        </a:graphic>
      </p:graphicFrame>
      <p:sp>
        <p:nvSpPr>
          <p:cNvPr id="15" name="Oval 14"/>
          <p:cNvSpPr/>
          <p:nvPr/>
        </p:nvSpPr>
        <p:spPr>
          <a:xfrm>
            <a:off x="5924053" y="1860804"/>
            <a:ext cx="134791" cy="137160"/>
          </a:xfrm>
          <a:prstGeom prst="ellipse">
            <a:avLst/>
          </a:prstGeom>
          <a:solidFill>
            <a:srgbClr val="FFFFFF"/>
          </a:solidFill>
          <a:ln w="9525">
            <a:solidFill>
              <a:srgbClr val="18249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6" name="Oval 15"/>
          <p:cNvSpPr/>
          <p:nvPr/>
        </p:nvSpPr>
        <p:spPr>
          <a:xfrm>
            <a:off x="5924053" y="2281428"/>
            <a:ext cx="134791" cy="137160"/>
          </a:xfrm>
          <a:prstGeom prst="ellipse">
            <a:avLst/>
          </a:prstGeom>
          <a:solidFill>
            <a:srgbClr val="FFFFFF"/>
          </a:solidFill>
          <a:ln w="9525">
            <a:solidFill>
              <a:srgbClr val="18249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7" name="Oval 16"/>
          <p:cNvSpPr/>
          <p:nvPr/>
        </p:nvSpPr>
        <p:spPr>
          <a:xfrm>
            <a:off x="5924053" y="2702052"/>
            <a:ext cx="134791" cy="137160"/>
          </a:xfrm>
          <a:prstGeom prst="ellipse">
            <a:avLst/>
          </a:prstGeom>
          <a:solidFill>
            <a:srgbClr val="FFFFFF"/>
          </a:solidFill>
          <a:ln w="9525">
            <a:solidFill>
              <a:srgbClr val="18249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8" name="Oval 17"/>
          <p:cNvSpPr/>
          <p:nvPr/>
        </p:nvSpPr>
        <p:spPr>
          <a:xfrm>
            <a:off x="5924053" y="3122676"/>
            <a:ext cx="134791" cy="137160"/>
          </a:xfrm>
          <a:prstGeom prst="ellipse">
            <a:avLst/>
          </a:prstGeom>
          <a:solidFill>
            <a:srgbClr val="FFFFFF"/>
          </a:solidFill>
          <a:ln w="9525">
            <a:solidFill>
              <a:srgbClr val="18249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9" name="Oval 18"/>
          <p:cNvSpPr/>
          <p:nvPr/>
        </p:nvSpPr>
        <p:spPr>
          <a:xfrm>
            <a:off x="5924053" y="3543300"/>
            <a:ext cx="134791" cy="137160"/>
          </a:xfrm>
          <a:prstGeom prst="ellipse">
            <a:avLst/>
          </a:prstGeom>
          <a:solidFill>
            <a:srgbClr val="FFFFFF"/>
          </a:solidFill>
          <a:ln w="9525">
            <a:solidFill>
              <a:srgbClr val="18249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0" name="Pie 19"/>
          <p:cNvSpPr/>
          <p:nvPr/>
        </p:nvSpPr>
        <p:spPr>
          <a:xfrm>
            <a:off x="5924053" y="3543300"/>
            <a:ext cx="134791" cy="137160"/>
          </a:xfrm>
          <a:prstGeom prst="pie">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1" name="Oval 20"/>
          <p:cNvSpPr/>
          <p:nvPr/>
        </p:nvSpPr>
        <p:spPr>
          <a:xfrm>
            <a:off x="5924053" y="3963924"/>
            <a:ext cx="134791" cy="137160"/>
          </a:xfrm>
          <a:prstGeom prst="ellipse">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2" name="TextBox 21"/>
          <p:cNvSpPr txBox="1"/>
          <p:nvPr/>
        </p:nvSpPr>
        <p:spPr>
          <a:xfrm>
            <a:off x="442570" y="4443984"/>
            <a:ext cx="6829389"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Status: </a:t>
            </a:r>
            <a:r>
              <a:rPr lang="en-AU" dirty="0" sz="800">
                <a:solidFill>
                  <a:srgbClr val="5F5F5F"/>
                </a:solidFill>
                <a:latin typeface="MarkOT" panose="020B0504020201010104" pitchFamily="34" charset="0"/>
              </a:rPr>
              <a:t>open circle is not decided, half is in progress, solid is decided.</a:t>
            </a:r>
          </a:p>
        </p:txBody>
      </p:sp>
      <p:graphicFrame>
        <p:nvGraphicFramePr>
          <p:cNvPr id="23" name="DecisionValue"/>
          <p:cNvGraphicFramePr>
            <a:graphicFrameLocks noGrp="1"/>
          </p:cNvGraphicFramePr>
          <p:nvPr/>
        </p:nvGraphicFramePr>
        <p:xfrm>
          <a:off x="7415735" y="1335024"/>
          <a:ext cx="4313298" cy="2651760"/>
        </p:xfrm>
        <a:graphic>
          <a:graphicData uri="http://schemas.openxmlformats.org/drawingml/2006/chart">
            <c:chart xmlns:c="http://schemas.openxmlformats.org/drawingml/2006/chart" r:id="rId2"/>
          </a:graphicData>
        </a:graphic>
      </p:graphicFrame>
      <p:cxnSp>
        <p:nvCxnSpPr>
          <p:cNvPr id="24" name="Connector 23"/>
          <p:cNvCxnSpPr/>
          <p:nvPr/>
        </p:nvCxnSpPr>
        <p:spPr>
          <a:xfrm>
            <a:off x="10670801" y="1414577"/>
            <a:ext cx="9144" cy="2386584"/>
          </a:xfrm>
          <a:prstGeom prst="line">
            <a:avLst/>
          </a:prstGeom>
          <a:ln w="12700">
            <a:solidFill>
              <a:srgbClr val="ED0C06"/>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31639" y="3819449"/>
            <a:ext cx="161748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the gap, 3.62</a:t>
            </a:r>
          </a:p>
        </p:txBody>
      </p:sp>
      <p:sp>
        <p:nvSpPr>
          <p:cNvPr id="26" name="Oval 25"/>
          <p:cNvSpPr/>
          <p:nvPr/>
        </p:nvSpPr>
        <p:spPr>
          <a:xfrm>
            <a:off x="7205472" y="2249424"/>
            <a:ext cx="19769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27" name="Oval 26"/>
          <p:cNvSpPr/>
          <p:nvPr/>
        </p:nvSpPr>
        <p:spPr>
          <a:xfrm>
            <a:off x="7205472" y="3090672"/>
            <a:ext cx="19769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28" name="TextBox 27"/>
          <p:cNvSpPr txBox="1"/>
          <p:nvPr/>
        </p:nvSpPr>
        <p:spPr>
          <a:xfrm>
            <a:off x="7415735" y="4133088"/>
            <a:ext cx="4313298" cy="906018"/>
          </a:xfrm>
          <a:prstGeom prst="rect">
            <a:avLst/>
          </a:prstGeom>
          <a:noFill/>
        </p:spPr>
        <p:txBody>
          <a:bodyPr wrap="square" lIns="0" rIns="0" tIns="0" bIns="0" anchor="t">
            <a:spAutoFit/>
          </a:bodyPr>
          <a:lstStyle/>
          <a:p>
            <a:pPr algn="l">
              <a:spcAft>
                <a:spcPts val="5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The two cyber allocations are worth 3.49 and need one ruling between them.</a:t>
            </a:r>
          </a:p>
          <a:p>
            <a:pPr algn="l">
              <a:spcAft>
                <a:spcPts val="5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The 22 held roles are worth 4.47 and sit outside the 54.12 altogether.</a:t>
            </a:r>
          </a:p>
          <a:p>
            <a:pPr algn="l">
              <a:spcAft>
                <a:spcPts val="500"/>
              </a:spcAft>
            </a:pPr>
            <a:r>
              <a:rPr lang="en-AU" dirty="0" sz="900">
                <a:solidFill>
                  <a:srgbClr val="18249C"/>
                </a:solidFill>
                <a:latin typeface="MarkOTBold" panose="020B0804020201010104" pitchFamily="34" charset="0"/>
              </a:rPr>
              <a:t>Two of the six are bigger than the whole 3.62 gap.</a:t>
            </a:r>
          </a:p>
          <a:p>
            <a:pPr algn="l">
              <a:spcAft>
                <a:spcPts val="500"/>
              </a:spcAft>
            </a:pPr>
            <a:r>
              <a:rPr lang="en-AU" dirty="0" sz="900">
                <a:solidFill>
                  <a:srgbClr val="1A1A1A"/>
                </a:solidFill>
                <a:latin typeface="MarkOT" panose="020B0504020201010104" pitchFamily="34" charset="0"/>
              </a:rPr>
              <a:t>The anchor ruling moves 12 role prices and 0.31 of cost; every number in this pack is on the 54.12 basis.</a:t>
            </a:r>
          </a:p>
        </p:txBody>
      </p:sp>
      <p:sp>
        <p:nvSpPr>
          <p:cNvPr id="29"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Rule the two cyber allocations and the 22 held roles and 7.96 of the argument is settled.</a:t>
            </a:r>
          </a:p>
        </p:txBody>
      </p:sp>
      <p:sp>
        <p:nvSpPr>
          <p:cNvPr id="30"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Worth is what the decision moves, on the basis named in the What it is column. They do not add: 0.31 and 4.71 move timing, 3.49 moves the allocation, 4.47 and 4.70 move cost.</a:t>
            </a:r>
          </a:p>
          <a:p>
            <a:pPr algn="l">
              <a:spcAft>
                <a:spcPts val="100"/>
              </a:spcAft>
            </a:pPr>
            <a:r>
              <a:rPr lang="en-AU" dirty="0" sz="800" i="0">
                <a:solidFill>
                  <a:srgbClr val="5F5F5F"/>
                </a:solidFill>
                <a:latin typeface="MarkOT" panose="020B0504020201010104" pitchFamily="34" charset="0"/>
              </a:rPr>
              <a:t>2  Source: 3.5 TDD Lights On; 0.2 Data Config; 3.7 Vacancy Analysis; the pending ruling on the 12 re-priced roles.</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A2DD-7477-1414-4117-A882C4EAB36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TDD pays 54.12 against the 50.5 allocation and the two cyber COEs carry 3.49 of the 3.62 gap</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ALLOCATION AGAINST COST  |  3.5 TDD LIGHTS ON</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FY27 full year</a:t>
            </a:r>
          </a:p>
        </p:txBody>
      </p:sp>
      <p:sp>
        <p:nvSpPr>
          <p:cNvPr id="12" name="SubClaim"/>
          <p:cNvSpPr txBox="1"/>
          <p:nvPr/>
        </p:nvSpPr>
        <p:spPr>
          <a:xfrm>
            <a:off x="645893" y="969264"/>
            <a:ext cx="6188107"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Two lines sit more than 1.00 above their allocation</a:t>
            </a:r>
          </a:p>
        </p:txBody>
      </p:sp>
      <p:sp>
        <p:nvSpPr>
          <p:cNvPr id="13" name="SubClaim"/>
          <p:cNvSpPr txBox="1"/>
          <p:nvPr/>
        </p:nvSpPr>
        <p:spPr>
          <a:xfrm>
            <a:off x="7417451" y="969264"/>
            <a:ext cx="4331675" cy="180975"/>
          </a:xfrm>
          <a:prstGeom prst="rect">
            <a:avLst/>
          </a:prstGeom>
          <a:noFill/>
        </p:spPr>
        <p:txBody>
          <a:bodyPr wrap="square" lIns="0" rIns="0" tIns="0" bIns="0" anchor="t">
            <a:spAutoFit/>
          </a:bodyPr>
          <a:lstStyle/>
          <a:p>
            <a:pPr algn="l">
              <a:spcAft>
                <a:spcPts val="300"/>
              </a:spcAft>
            </a:pPr>
            <a:r>
              <a:rPr lang="en-AU" dirty="0" sz="1050">
                <a:solidFill>
                  <a:srgbClr val="18249C"/>
                </a:solidFill>
                <a:latin typeface="MarkOTBold" panose="020B0804020201010104" pitchFamily="34" charset="0"/>
              </a:rPr>
              <a:t>Every other line nets to 1.44 under</a:t>
            </a:r>
          </a:p>
        </p:txBody>
      </p:sp>
      <p:graphicFrame>
        <p:nvGraphicFramePr>
          <p:cNvPr id="14" name="LinesByVariance"/>
          <p:cNvGraphicFramePr>
            <a:graphicFrameLocks noGrp="1"/>
          </p:cNvGraphicFramePr>
          <p:nvPr/>
        </p:nvGraphicFramePr>
        <p:xfrm>
          <a:off x="645893" y="1335024"/>
          <a:ext cx="6497514" cy="4073652"/>
        </p:xfrm>
        <a:graphic>
          <a:graphicData uri="http://schemas.openxmlformats.org/drawingml/2006/table">
            <a:tbl>
              <a:tblPr/>
              <a:tblGrid>
                <a:gridCol w="457200"/>
                <a:gridCol w="1911962"/>
                <a:gridCol w="928216"/>
                <a:gridCol w="1016618"/>
                <a:gridCol w="990097"/>
                <a:gridCol w="1193421"/>
              </a:tblGrid>
              <a:tr h="310896">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Portfolio or COE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Allocation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 to TDD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Over/(under)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Against allocation</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COE Service Ops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2.83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2.33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COE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2.66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1.16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COE Transformation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2.88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0.88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Infrastructure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3.18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0.68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6ABA9"/>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Finance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TDD Group Functions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5.59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Ampol 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2.57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P&amp;C</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Z 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EGI</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Enterprise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3.49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TDD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Energy Solutions &amp; B2B</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COE Strategy Architecture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1.95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Z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6.45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Commercial Fuels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2.43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Ampol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5.26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1.63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ctr" rtl="0" fontAlgn="base">
                        <a:lnSpc>
                          <a:spcPts val="742"/>
                        </a:lnSpc>
                        <a:buNone/>
                      </a:pPr>
                      <a:r>
                        <a:rPr lang="en-US" sz="700" b="0" i="0">
                          <a:solidFill>
                            <a:srgbClr val="5F5F5F"/>
                          </a:solidFill>
                          <a:effectLst/>
                          <a:latin typeface="MarkOT" panose="020B0504020201010104" pitchFamily="34" charset="0"/>
                        </a:rPr>
                        <a:t>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COE Business Partnering</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0.98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42"/>
                        </a:lnSpc>
                        <a:buNone/>
                      </a:pPr>
                      <a:r>
                        <a:rPr lang="en-US" sz="700" b="0" i="0">
                          <a:solidFill>
                            <a:schemeClr val="bg1"/>
                          </a:solidFill>
                          <a:effectLst/>
                          <a:latin typeface="MarkOTBold" panose="020B08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l" rtl="0" fontAlgn="base">
                        <a:lnSpc>
                          <a:spcPts val="795"/>
                        </a:lnSpc>
                        <a:buNone/>
                      </a:pPr>
                      <a:r>
                        <a:rPr lang="en-US" sz="750" b="0" i="0">
                          <a:solidFill>
                            <a:schemeClr val="bg1"/>
                          </a:solidFill>
                          <a:effectLst/>
                          <a:latin typeface="MarkOTBold" panose="020B0804020201010104" pitchFamily="34" charset="0"/>
                        </a:rPr>
                        <a:t>Total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54.12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3.62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15" name="Rectangle 14"/>
          <p:cNvSpPr/>
          <p:nvPr/>
        </p:nvSpPr>
        <p:spPr>
          <a:xfrm>
            <a:off x="6321272" y="1698498"/>
            <a:ext cx="777933" cy="82296"/>
          </a:xfrm>
          <a:prstGeom prst="rect">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6" name="Rectangle 15"/>
          <p:cNvSpPr/>
          <p:nvPr/>
        </p:nvSpPr>
        <p:spPr>
          <a:xfrm>
            <a:off x="6321272" y="1885950"/>
            <a:ext cx="387387" cy="82296"/>
          </a:xfrm>
          <a:prstGeom prst="rect">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7" name="Rectangle 16"/>
          <p:cNvSpPr/>
          <p:nvPr/>
        </p:nvSpPr>
        <p:spPr>
          <a:xfrm>
            <a:off x="6321272" y="2073402"/>
            <a:ext cx="294898" cy="82296"/>
          </a:xfrm>
          <a:prstGeom prst="rect">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8" name="Rectangle 17"/>
          <p:cNvSpPr/>
          <p:nvPr/>
        </p:nvSpPr>
        <p:spPr>
          <a:xfrm>
            <a:off x="6321272" y="2260854"/>
            <a:ext cx="225554" cy="82296"/>
          </a:xfrm>
          <a:prstGeom prst="rect">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9" name="Rectangle 18"/>
          <p:cNvSpPr/>
          <p:nvPr/>
        </p:nvSpPr>
        <p:spPr>
          <a:xfrm>
            <a:off x="6321272" y="2448306"/>
            <a:ext cx="51847" cy="82296"/>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0" name="Rectangle 19"/>
          <p:cNvSpPr/>
          <p:nvPr/>
        </p:nvSpPr>
        <p:spPr>
          <a:xfrm>
            <a:off x="6321272" y="2635758"/>
            <a:ext cx="29413" cy="82296"/>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1" name="Rectangle 20"/>
          <p:cNvSpPr/>
          <p:nvPr/>
        </p:nvSpPr>
        <p:spPr>
          <a:xfrm>
            <a:off x="6321272" y="2823210"/>
            <a:ext cx="24720" cy="82296"/>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2" name="Rectangle 21"/>
          <p:cNvSpPr/>
          <p:nvPr/>
        </p:nvSpPr>
        <p:spPr>
          <a:xfrm>
            <a:off x="6321272" y="3010662"/>
            <a:ext cx="23116" cy="82296"/>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3" name="Rectangle 22"/>
          <p:cNvSpPr/>
          <p:nvPr/>
        </p:nvSpPr>
        <p:spPr>
          <a:xfrm>
            <a:off x="6321272" y="3198114"/>
            <a:ext cx="16031" cy="82296"/>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 name="Rectangle 23"/>
          <p:cNvSpPr/>
          <p:nvPr/>
        </p:nvSpPr>
        <p:spPr>
          <a:xfrm>
            <a:off x="6318608" y="3573018"/>
            <a:ext cx="9144"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5" name="Rectangle 24"/>
          <p:cNvSpPr/>
          <p:nvPr/>
        </p:nvSpPr>
        <p:spPr>
          <a:xfrm>
            <a:off x="6311525" y="3760470"/>
            <a:ext cx="9746"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6" name="Rectangle 25"/>
          <p:cNvSpPr/>
          <p:nvPr/>
        </p:nvSpPr>
        <p:spPr>
          <a:xfrm>
            <a:off x="6311022" y="3947922"/>
            <a:ext cx="10250"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7" name="Rectangle 26"/>
          <p:cNvSpPr/>
          <p:nvPr/>
        </p:nvSpPr>
        <p:spPr>
          <a:xfrm>
            <a:off x="6305556" y="4135374"/>
            <a:ext cx="15716"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8" name="Rectangle 27"/>
          <p:cNvSpPr/>
          <p:nvPr/>
        </p:nvSpPr>
        <p:spPr>
          <a:xfrm>
            <a:off x="6303549" y="4322826"/>
            <a:ext cx="17723"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9" name="Rectangle 28"/>
          <p:cNvSpPr/>
          <p:nvPr/>
        </p:nvSpPr>
        <p:spPr>
          <a:xfrm>
            <a:off x="6299373" y="4510278"/>
            <a:ext cx="21898"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0" name="Rectangle 29"/>
          <p:cNvSpPr/>
          <p:nvPr/>
        </p:nvSpPr>
        <p:spPr>
          <a:xfrm>
            <a:off x="6239866" y="4697730"/>
            <a:ext cx="81406"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1" name="Rectangle 30"/>
          <p:cNvSpPr/>
          <p:nvPr/>
        </p:nvSpPr>
        <p:spPr>
          <a:xfrm>
            <a:off x="6197233" y="4885182"/>
            <a:ext cx="124039"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2" name="Rectangle 31"/>
          <p:cNvSpPr/>
          <p:nvPr/>
        </p:nvSpPr>
        <p:spPr>
          <a:xfrm>
            <a:off x="5980673" y="5072634"/>
            <a:ext cx="340598" cy="82296"/>
          </a:xfrm>
          <a:prstGeom prst="rect">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cxnSp>
        <p:nvCxnSpPr>
          <p:cNvPr id="33" name="Connector 32"/>
          <p:cNvCxnSpPr/>
          <p:nvPr/>
        </p:nvCxnSpPr>
        <p:spPr>
          <a:xfrm>
            <a:off x="6321272" y="1645920"/>
            <a:ext cx="9144" cy="3561588"/>
          </a:xfrm>
          <a:prstGeom prst="line">
            <a:avLst/>
          </a:prstGeom>
          <a:ln w="9525">
            <a:solidFill>
              <a:srgbClr val="E0E0E0"/>
            </a:solidFill>
          </a:ln>
          <a:effectLst/>
        </p:spPr>
        <p:style>
          <a:lnRef idx="2">
            <a:schemeClr val="accent1"/>
          </a:lnRef>
          <a:fillRef idx="0">
            <a:schemeClr val="accent1"/>
          </a:fillRef>
          <a:effectRef idx="1">
            <a:schemeClr val="accent1"/>
          </a:effectRef>
          <a:fontRef idx="minor">
            <a:schemeClr val="tx1"/>
          </a:fontRef>
        </p:style>
      </p:cxnSp>
      <p:graphicFrame>
        <p:nvGraphicFramePr>
          <p:cNvPr id="34" name="AllocationBridge"/>
          <p:cNvGraphicFramePr>
            <a:graphicFrameLocks noGrp="1"/>
          </p:cNvGraphicFramePr>
          <p:nvPr/>
        </p:nvGraphicFramePr>
        <p:xfrm>
          <a:off x="7417451" y="1335024"/>
          <a:ext cx="4331675" cy="2148840"/>
        </p:xfrm>
        <a:graphic>
          <a:graphicData uri="http://schemas.openxmlformats.org/drawingml/2006/chart">
            <c:chart xmlns:c="http://schemas.openxmlformats.org/drawingml/2006/chart" r:id="rId4"/>
          </a:graphicData>
        </a:graphic>
      </p:graphicFrame>
      <p:sp>
        <p:nvSpPr>
          <p:cNvPr id="35" name="TextBox 34"/>
          <p:cNvSpPr txBox="1"/>
          <p:nvPr/>
        </p:nvSpPr>
        <p:spPr>
          <a:xfrm>
            <a:off x="7417451" y="3520440"/>
            <a:ext cx="4331675"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Value axis starts at 47.0 so the steps read; ends are full bars.</a:t>
            </a:r>
          </a:p>
        </p:txBody>
      </p:sp>
      <p:sp>
        <p:nvSpPr>
          <p:cNvPr id="36" name="Oval 35"/>
          <p:cNvSpPr/>
          <p:nvPr/>
        </p:nvSpPr>
        <p:spPr>
          <a:xfrm>
            <a:off x="442570" y="1639062"/>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37" name="Oval 36"/>
          <p:cNvSpPr/>
          <p:nvPr/>
        </p:nvSpPr>
        <p:spPr>
          <a:xfrm>
            <a:off x="442570" y="1826514"/>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cxnSp>
        <p:nvCxnSpPr>
          <p:cNvPr id="38" name="Connector 37"/>
          <p:cNvCxnSpPr/>
          <p:nvPr/>
        </p:nvCxnSpPr>
        <p:spPr>
          <a:xfrm>
            <a:off x="637053" y="1739646"/>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37053" y="1927098"/>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0679467" y="1929384"/>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3</a:t>
            </a:r>
          </a:p>
        </p:txBody>
      </p:sp>
      <p:cxnSp>
        <p:nvCxnSpPr>
          <p:cNvPr id="41" name="Connector 40"/>
          <p:cNvCxnSpPr/>
          <p:nvPr/>
        </p:nvCxnSpPr>
        <p:spPr>
          <a:xfrm flipV="1">
            <a:off x="10776709" y="1874520"/>
            <a:ext cx="9144" cy="5486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17451" y="3675888"/>
            <a:ext cx="4331675" cy="1108964"/>
          </a:xfrm>
          <a:prstGeom prst="rect">
            <a:avLst/>
          </a:prstGeom>
          <a:noFill/>
        </p:spPr>
        <p:txBody>
          <a:bodyPr wrap="square" lIns="0" rIns="0" tIns="0" bIns="0" anchor="t">
            <a:spAutoFit/>
          </a:bodyPr>
          <a:lstStyle/>
          <a:p>
            <a:pPr algn="l">
              <a:spcAft>
                <a:spcPts val="5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COE Service Ops pays 2.83 against a 0.50 allocation.</a:t>
            </a:r>
          </a:p>
          <a:p>
            <a:pPr algn="l">
              <a:spcAft>
                <a:spcPts val="5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COE Cyber pays 2.66 against 1.50.</a:t>
            </a:r>
          </a:p>
          <a:p>
            <a:pPr algn="l">
              <a:spcAft>
                <a:spcPts val="500"/>
              </a:spcAft>
            </a:pPr>
            <a:r>
              <a:rPr lang="en-AU" dirty="0" sz="900">
                <a:solidFill>
                  <a:srgbClr val="F76D69"/>
                </a:solidFill>
                <a:latin typeface="MarkOTBold" panose="020B0804020201010104" pitchFamily="34" charset="0"/>
              </a:rPr>
              <a:t>3  </a:t>
            </a:r>
            <a:r>
              <a:rPr lang="en-AU" dirty="0" sz="900">
                <a:solidFill>
                  <a:srgbClr val="1A1A1A"/>
                </a:solidFill>
                <a:latin typeface="MarkOT" panose="020B0504020201010104" pitchFamily="34" charset="0"/>
              </a:rPr>
              <a:t>Every other line nets to 1.44 under.</a:t>
            </a:r>
          </a:p>
          <a:p>
            <a:pPr algn="l">
              <a:spcAft>
                <a:spcPts val="500"/>
              </a:spcAft>
            </a:pPr>
            <a:r>
              <a:rPr lang="en-AU" dirty="0" sz="900">
                <a:solidFill>
                  <a:srgbClr val="18249C"/>
                </a:solidFill>
                <a:latin typeface="MarkOTBold" panose="020B0804020201010104" pitchFamily="34" charset="0"/>
              </a:rPr>
              <a:t>Overheads cost 22.90 against an 11.61 allowance. That is the overrun.</a:t>
            </a:r>
          </a:p>
          <a:p>
            <a:pPr algn="l">
              <a:spcAft>
                <a:spcPts val="500"/>
              </a:spcAft>
            </a:pPr>
            <a:r>
              <a:rPr lang="en-AU" dirty="0" sz="900">
                <a:solidFill>
                  <a:srgbClr val="1A1A1A"/>
                </a:solidFill>
                <a:latin typeface="MarkOT" panose="020B0504020201010104" pitchFamily="34" charset="0"/>
              </a:rPr>
              <a:t>Squads after the levers run under their archetype; the levers already pulled take 16.63 out of a 115.46 base.</a:t>
            </a:r>
          </a:p>
        </p:txBody>
      </p:sp>
      <p:sp>
        <p:nvSpPr>
          <p:cNvPr id="43" name="Rounded Rectangle 42"/>
          <p:cNvSpPr/>
          <p:nvPr/>
        </p:nvSpPr>
        <p:spPr>
          <a:xfrm>
            <a:off x="7417451" y="5504688"/>
            <a:ext cx="1370224" cy="182880"/>
          </a:xfrm>
          <a:prstGeom prst="roundRect">
            <a:avLst>
              <a:gd name="adj" fmla="val 35000"/>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Overheads 22.90</a:t>
            </a:r>
          </a:p>
        </p:txBody>
      </p:sp>
      <p:sp>
        <p:nvSpPr>
          <p:cNvPr id="44" name="Rounded Rectangle 43"/>
          <p:cNvSpPr/>
          <p:nvPr/>
        </p:nvSpPr>
        <p:spPr>
          <a:xfrm>
            <a:off x="8858395" y="5504688"/>
            <a:ext cx="1370224" cy="182880"/>
          </a:xfrm>
          <a:prstGeom prst="roundRect">
            <a:avLst>
              <a:gd name="adj" fmla="val 35000"/>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Allowance 11.61</a:t>
            </a:r>
          </a:p>
        </p:txBody>
      </p:sp>
      <p:sp>
        <p:nvSpPr>
          <p:cNvPr id="45" name="Rounded Rectangle 44"/>
          <p:cNvSpPr/>
          <p:nvPr/>
        </p:nvSpPr>
        <p:spPr>
          <a:xfrm>
            <a:off x="10299340" y="5504688"/>
            <a:ext cx="1449785" cy="182880"/>
          </a:xfrm>
          <a:prstGeom prst="roundRect">
            <a:avLst>
              <a:gd name="adj" fmla="val 35000"/>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Levers (16.63)</a:t>
            </a:r>
          </a:p>
        </p:txBody>
      </p:sp>
      <p:sp>
        <p:nvSpPr>
          <p:cNvPr id="46"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Reset the two cyber allocations or take 3.49 out of them; the other 17 lines are already inside their numbers.</a:t>
            </a:r>
          </a:p>
        </p:txBody>
      </p:sp>
      <p:sp>
        <p:nvSpPr>
          <p:cNvPr id="47"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Over/(under) is cost to TDD lights on less the FY27 allocation. Ranked worst to best.</a:t>
            </a:r>
          </a:p>
          <a:p>
            <a:pPr algn="l">
              <a:spcAft>
                <a:spcPts val="100"/>
              </a:spcAft>
            </a:pPr>
            <a:r>
              <a:rPr lang="en-AU" dirty="0" sz="800" i="0">
                <a:solidFill>
                  <a:srgbClr val="5F5F5F"/>
                </a:solidFill>
                <a:latin typeface="MarkOT" panose="020B0504020201010104" pitchFamily="34" charset="0"/>
              </a:rPr>
              <a:t>2  Source: 3.5 TDD Lights On rows 5 to 24; allocations from 0.2 Data Config rows 6 to 27; lever base from Exec Summary rows 8 and 32.</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extLst>
      <p:ext uri="{BB962C8B-B14F-4D97-AF65-F5344CB8AC3E}">
        <p14:creationId xmlns:p14="http://schemas.microsoft.com/office/powerpoint/2010/main" val="3008994568"/>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FY26 lands at 53.72 - actuals to June, then the model with hire months</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FY26 MONTH BY MONTH  |  FY26 FORECAST PACK, MONTHLY VIEW</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AUD</a:t>
            </a:r>
          </a:p>
        </p:txBody>
      </p:sp>
      <p:sp>
        <p:nvSpPr>
          <p:cNvPr id="12" name="SubClaim"/>
          <p:cNvSpPr txBox="1"/>
          <p:nvPr/>
        </p:nvSpPr>
        <p:spPr>
          <a:xfrm>
            <a:off x="442570" y="969264"/>
            <a:ext cx="7201628"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Six months of actuals total 28.49</a:t>
            </a:r>
          </a:p>
        </p:txBody>
      </p:sp>
      <p:sp>
        <p:nvSpPr>
          <p:cNvPr id="13" name="SubClaim"/>
          <p:cNvSpPr txBox="1"/>
          <p:nvPr/>
        </p:nvSpPr>
        <p:spPr>
          <a:xfrm>
            <a:off x="7788230" y="969264"/>
            <a:ext cx="3960895" cy="180975"/>
          </a:xfrm>
          <a:prstGeom prst="rect">
            <a:avLst/>
          </a:prstGeom>
          <a:noFill/>
        </p:spPr>
        <p:txBody>
          <a:bodyPr wrap="square" lIns="0" rIns="0" tIns="0" bIns="0" anchor="t">
            <a:spAutoFit/>
          </a:bodyPr>
          <a:lstStyle/>
          <a:p>
            <a:pPr algn="l">
              <a:spcAft>
                <a:spcPts val="300"/>
              </a:spcAft>
            </a:pPr>
            <a:r>
              <a:rPr lang="en-AU" dirty="0" sz="1050">
                <a:solidFill>
                  <a:srgbClr val="747BC3"/>
                </a:solidFill>
                <a:latin typeface="MarkOTBold" panose="020B0804020201010104" pitchFamily="34" charset="0"/>
              </a:rPr>
              <a:t>The last six months add 25.22</a:t>
            </a:r>
          </a:p>
        </p:txBody>
      </p:sp>
      <p:graphicFrame>
        <p:nvGraphicFramePr>
          <p:cNvPr id="14" name="FY26MonthByMonth"/>
          <p:cNvGraphicFramePr>
            <a:graphicFrameLocks noGrp="1"/>
          </p:cNvGraphicFramePr>
          <p:nvPr/>
        </p:nvGraphicFramePr>
        <p:xfrm>
          <a:off x="442570" y="1335024"/>
          <a:ext cx="7201628" cy="3291840"/>
        </p:xfrm>
        <a:graphic>
          <a:graphicData uri="http://schemas.openxmlformats.org/drawingml/2006/chart">
            <c:chart xmlns:c="http://schemas.openxmlformats.org/drawingml/2006/chart" r:id="rId2"/>
          </a:graphicData>
        </a:graphic>
      </p:graphicFrame>
      <p:cxnSp>
        <p:nvCxnSpPr>
          <p:cNvPr id="15" name="Connector 14"/>
          <p:cNvCxnSpPr/>
          <p:nvPr/>
        </p:nvCxnSpPr>
        <p:spPr>
          <a:xfrm>
            <a:off x="874667" y="1916582"/>
            <a:ext cx="6121384" cy="9144"/>
          </a:xfrm>
          <a:prstGeom prst="line">
            <a:avLst/>
          </a:prstGeom>
          <a:ln w="12700">
            <a:solidFill>
              <a:srgbClr val="1A1A1A"/>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25583" y="1733702"/>
            <a:ext cx="2025458"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Bold" panose="020B0804020201010104" pitchFamily="34" charset="0"/>
              </a:rPr>
              <a:t>the 50.5 allocation, on the running total</a:t>
            </a:r>
          </a:p>
        </p:txBody>
      </p:sp>
      <p:cxnSp>
        <p:nvCxnSpPr>
          <p:cNvPr id="17" name="Connector 16"/>
          <p:cNvCxnSpPr/>
          <p:nvPr/>
        </p:nvCxnSpPr>
        <p:spPr>
          <a:xfrm>
            <a:off x="3935359" y="1499616"/>
            <a:ext cx="9144" cy="2633472"/>
          </a:xfrm>
          <a:prstGeom prst="line">
            <a:avLst/>
          </a:prstGeom>
          <a:ln w="9525">
            <a:solidFill>
              <a:srgbClr val="5F5F5F"/>
            </a:solidFill>
            <a:prstDash val="dash"/>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864891" y="4443984"/>
            <a:ext cx="2025458" cy="142240"/>
          </a:xfrm>
          <a:prstGeom prst="rect">
            <a:avLst/>
          </a:prstGeom>
          <a:noFill/>
        </p:spPr>
        <p:txBody>
          <a:bodyPr wrap="square" lIns="0" rIns="0" tIns="0" bIns="0" anchor="t">
            <a:spAutoFit/>
          </a:bodyPr>
          <a:lstStyle/>
          <a:p>
            <a:pPr algn="r">
              <a:spcAft>
                <a:spcPts val="300"/>
              </a:spcAft>
            </a:pPr>
            <a:r>
              <a:rPr lang="en-AU" dirty="0" sz="800">
                <a:solidFill>
                  <a:srgbClr val="18249C"/>
                </a:solidFill>
                <a:latin typeface="MarkOTBold" panose="020B0804020201010104" pitchFamily="34" charset="0"/>
              </a:rPr>
              <a:t>actuals to June, 28.49</a:t>
            </a:r>
          </a:p>
        </p:txBody>
      </p:sp>
      <p:sp>
        <p:nvSpPr>
          <p:cNvPr id="19" name="TextBox 18"/>
          <p:cNvSpPr txBox="1"/>
          <p:nvPr/>
        </p:nvSpPr>
        <p:spPr>
          <a:xfrm>
            <a:off x="3989371" y="4443984"/>
            <a:ext cx="2070468" cy="142240"/>
          </a:xfrm>
          <a:prstGeom prst="rect">
            <a:avLst/>
          </a:prstGeom>
          <a:noFill/>
        </p:spPr>
        <p:txBody>
          <a:bodyPr wrap="square" lIns="0" rIns="0" tIns="0" bIns="0" anchor="t">
            <a:spAutoFit/>
          </a:bodyPr>
          <a:lstStyle/>
          <a:p>
            <a:pPr algn="l">
              <a:spcAft>
                <a:spcPts val="300"/>
              </a:spcAft>
            </a:pPr>
            <a:r>
              <a:rPr lang="en-AU" dirty="0" sz="800">
                <a:solidFill>
                  <a:srgbClr val="747BC3"/>
                </a:solidFill>
                <a:latin typeface="MarkOTBold" panose="020B0804020201010104" pitchFamily="34" charset="0"/>
              </a:rPr>
              <a:t>model with hire months, 25.22</a:t>
            </a:r>
          </a:p>
        </p:txBody>
      </p:sp>
      <p:graphicFrame>
        <p:nvGraphicFramePr>
          <p:cNvPr id="20" name="FY26Landing"/>
          <p:cNvGraphicFramePr>
            <a:graphicFrameLocks noGrp="1"/>
          </p:cNvGraphicFramePr>
          <p:nvPr/>
        </p:nvGraphicFramePr>
        <p:xfrm>
          <a:off x="7788230" y="1335024"/>
          <a:ext cx="3960896" cy="1325880"/>
        </p:xfrm>
        <a:graphic>
          <a:graphicData uri="http://schemas.openxmlformats.org/drawingml/2006/table">
            <a:tbl>
              <a:tblPr/>
              <a:tblGrid>
                <a:gridCol w="1755397"/>
                <a:gridCol w="738167"/>
                <a:gridCol w="738167"/>
                <a:gridCol w="729165"/>
              </a:tblGrid>
              <a:tr h="420624">
                <a:tc>
                  <a:txBody>
                    <a:bodyPr/>
                    <a:lstStyle/>
                    <a:p>
                      <a:pPr algn="l" rtl="0" fontAlgn="base">
                        <a:lnSpc>
                          <a:spcPts val="742"/>
                        </a:lnSpc>
                        <a:buFont typeface="Arial" panose="020B0604020202020204" pitchFamily="34" charset="0"/>
                        <a:buNone/>
                      </a:pPr>
                      <a:r>
                        <a:rPr lang="en-US" sz="700" b="0" i="0">
                          <a:solidFill>
                            <a:srgbClr val="FFFFFF"/>
                          </a:solidFill>
                          <a:effectLst/>
                          <a:latin typeface="MarkOTBold" panose="020B0804020201010104" pitchFamily="34" charset="0"/>
                        </a:rPr>
                        <a:t>Where FY26 lands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Share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Over/(under)</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Australia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37.68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33.00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4.68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New Zealand, at the live 0.83 rate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16.04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17.50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(1.46)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37744">
                <a:tc>
                  <a:txBody>
                    <a:bodyPr/>
                    <a:lstStyle/>
                    <a:p>
                      <a:pPr algn="l" rtl="0" fontAlgn="base">
                        <a:lnSpc>
                          <a:spcPts val="795"/>
                        </a:lnSpc>
                        <a:buNone/>
                      </a:pPr>
                      <a:r>
                        <a:rPr lang="en-US" sz="750" b="0" i="0">
                          <a:solidFill>
                            <a:schemeClr val="bg1"/>
                          </a:solidFill>
                          <a:effectLst/>
                          <a:latin typeface="MarkOTBold" panose="020B0804020201010104" pitchFamily="34" charset="0"/>
                        </a:rPr>
                        <a:t>Against the 50.5 allocation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53.72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3.22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237744">
                <a:tc>
                  <a:txBody>
                    <a:bodyPr/>
                    <a:lstStyle/>
                    <a:p>
                      <a:pPr algn="l" rtl="0" fontAlgn="base">
                        <a:lnSpc>
                          <a:spcPts val="795"/>
                        </a:lnSpc>
                        <a:buNone/>
                      </a:pPr>
                      <a:r>
                        <a:rPr lang="en-US" sz="750" b="0" i="0">
                          <a:solidFill>
                            <a:schemeClr val="bg1"/>
                          </a:solidFill>
                          <a:effectLst/>
                          <a:latin typeface="MarkOTBold" panose="020B0804020201010104" pitchFamily="34" charset="0"/>
                        </a:rPr>
                        <a:t>Against the 53.8 budget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53.72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53.80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(0.08)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21" name="Oval 20"/>
          <p:cNvSpPr/>
          <p:nvPr/>
        </p:nvSpPr>
        <p:spPr>
          <a:xfrm>
            <a:off x="3581279" y="2295144"/>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22" name="Oval 21"/>
          <p:cNvSpPr/>
          <p:nvPr/>
        </p:nvSpPr>
        <p:spPr>
          <a:xfrm>
            <a:off x="7554177" y="1977390"/>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23" name="TextBox 22"/>
          <p:cNvSpPr txBox="1"/>
          <p:nvPr/>
        </p:nvSpPr>
        <p:spPr>
          <a:xfrm>
            <a:off x="7788230" y="2980944"/>
            <a:ext cx="3960895" cy="728472"/>
          </a:xfrm>
          <a:prstGeom prst="rect">
            <a:avLst/>
          </a:prstGeom>
          <a:noFill/>
        </p:spPr>
        <p:txBody>
          <a:bodyPr wrap="square" lIns="0" rIns="0" tIns="0" bIns="0" anchor="t">
            <a:spAutoFit/>
          </a:bodyPr>
          <a:lstStyle/>
          <a:p>
            <a:pPr algn="l">
              <a:spcAft>
                <a:spcPts val="6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June is the heaviest month at 5.81; the forecast months run lighter because the hire months are already in them.</a:t>
            </a:r>
          </a:p>
          <a:p>
            <a:pPr algn="l">
              <a:spcAft>
                <a:spcPts val="6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New Zealand lands 1.46 under its share at the live rate, Australia 4.68 over.</a:t>
            </a:r>
          </a:p>
          <a:p>
            <a:pPr algn="l">
              <a:spcAft>
                <a:spcPts val="600"/>
              </a:spcAft>
            </a:pPr>
            <a:r>
              <a:rPr lang="en-AU" dirty="0" sz="900">
                <a:solidFill>
                  <a:srgbClr val="18249C"/>
                </a:solidFill>
                <a:latin typeface="MarkOTBold" panose="020B0804020201010104" pitchFamily="34" charset="0"/>
              </a:rPr>
              <a:t>The year lands three over the allocation and just inside the full budget.</a:t>
            </a:r>
          </a:p>
        </p:txBody>
      </p:sp>
      <p:sp>
        <p:nvSpPr>
          <p:cNvPr id="24" name="Rounded Rectangle 23"/>
          <p:cNvSpPr/>
          <p:nvPr/>
        </p:nvSpPr>
        <p:spPr>
          <a:xfrm>
            <a:off x="7788230" y="4663440"/>
            <a:ext cx="1890427" cy="201168"/>
          </a:xfrm>
          <a:prstGeom prst="roundRect">
            <a:avLst>
              <a:gd name="adj" fmla="val 35000"/>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Lands 53.72</a:t>
            </a:r>
          </a:p>
        </p:txBody>
      </p:sp>
      <p:sp>
        <p:nvSpPr>
          <p:cNvPr id="25" name="Rounded Rectangle 24"/>
          <p:cNvSpPr/>
          <p:nvPr/>
        </p:nvSpPr>
        <p:spPr>
          <a:xfrm>
            <a:off x="9840694" y="4663440"/>
            <a:ext cx="1908431" cy="201168"/>
          </a:xfrm>
          <a:prstGeom prst="roundRect">
            <a:avLst>
              <a:gd name="adj" fmla="val 35000"/>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Under budget 0.08</a:t>
            </a:r>
          </a:p>
        </p:txBody>
      </p:sp>
      <p:sp>
        <p:nvSpPr>
          <p:cNvPr id="26"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The year scrapes inside the full budget, 3.22 over the allocation, and the vacancy hire months are what hold it there.</a:t>
            </a:r>
          </a:p>
        </p:txBody>
      </p:sp>
      <p:sp>
        <p:nvSpPr>
          <p:cNvPr id="27"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Actuals are January to June as reported. July to December is the model with each vacancy priced from the month its tab sets. New Zealand is converted at the live 0.83 rate.</a:t>
            </a:r>
          </a:p>
          <a:p>
            <a:pPr algn="l">
              <a:spcAft>
                <a:spcPts val="100"/>
              </a:spcAft>
            </a:pPr>
            <a:r>
              <a:rPr lang="en-AU" dirty="0" sz="800" i="0">
                <a:solidFill>
                  <a:srgbClr val="5F5F5F"/>
                </a:solidFill>
                <a:latin typeface="MarkOT" panose="020B0504020201010104" pitchFamily="34" charset="0"/>
              </a:rPr>
              <a:t>2  Source: the FY26 forecast pack, monthly view, rows 5 to 10.</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TDD exits FY26 running at 53.27 - the FY27 overrun is the hiring pipeline turning into full years</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FY26 EXIT RUN RATE INTO FY27  |  3.5 AND THE 2.X HIRE MONTHS</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annualised</a:t>
            </a:r>
          </a:p>
        </p:txBody>
      </p:sp>
      <p:sp>
        <p:nvSpPr>
          <p:cNvPr id="12" name="SubClaim"/>
          <p:cNvSpPr txBox="1"/>
          <p:nvPr/>
        </p:nvSpPr>
        <p:spPr>
          <a:xfrm>
            <a:off x="442570" y="969264"/>
            <a:ext cx="6841547"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The second half annualises to 50.45, 0.05 under the allocation</a:t>
            </a:r>
          </a:p>
        </p:txBody>
      </p:sp>
      <p:sp>
        <p:nvSpPr>
          <p:cNvPr id="13" name="SubClaim"/>
          <p:cNvSpPr txBox="1"/>
          <p:nvPr/>
        </p:nvSpPr>
        <p:spPr>
          <a:xfrm>
            <a:off x="7428149" y="969264"/>
            <a:ext cx="4320977" cy="180975"/>
          </a:xfrm>
          <a:prstGeom prst="rect">
            <a:avLst/>
          </a:prstGeom>
          <a:noFill/>
        </p:spPr>
        <p:txBody>
          <a:bodyPr wrap="square" lIns="0" rIns="0" tIns="0" bIns="0" anchor="t">
            <a:spAutoFit/>
          </a:bodyPr>
          <a:lstStyle/>
          <a:p>
            <a:pPr algn="l">
              <a:spcAft>
                <a:spcPts val="300"/>
              </a:spcAft>
            </a:pPr>
            <a:r>
              <a:rPr lang="en-AU" dirty="0" sz="1050">
                <a:solidFill>
                  <a:srgbClr val="ED0C06"/>
                </a:solidFill>
                <a:latin typeface="MarkOTBold" panose="020B0804020201010104" pitchFamily="34" charset="0"/>
              </a:rPr>
              <a:t>Hires landing through the half lift the exit to 53.27</a:t>
            </a:r>
          </a:p>
        </p:txBody>
      </p:sp>
      <p:graphicFrame>
        <p:nvGraphicFramePr>
          <p:cNvPr id="14" name="RunRateBridge"/>
          <p:cNvGraphicFramePr>
            <a:graphicFrameLocks noGrp="1"/>
          </p:cNvGraphicFramePr>
          <p:nvPr/>
        </p:nvGraphicFramePr>
        <p:xfrm>
          <a:off x="442570" y="1335024"/>
          <a:ext cx="6841547" cy="2651760"/>
        </p:xfrm>
        <a:graphic>
          <a:graphicData uri="http://schemas.openxmlformats.org/drawingml/2006/chart">
            <c:chart xmlns:c="http://schemas.openxmlformats.org/drawingml/2006/chart" r:id="rId2"/>
          </a:graphicData>
        </a:graphic>
      </p:graphicFrame>
      <p:cxnSp>
        <p:nvCxnSpPr>
          <p:cNvPr id="15" name="Connector 14"/>
          <p:cNvCxnSpPr/>
          <p:nvPr/>
        </p:nvCxnSpPr>
        <p:spPr>
          <a:xfrm>
            <a:off x="442570" y="3010605"/>
            <a:ext cx="6841547" cy="9144"/>
          </a:xfrm>
          <a:prstGeom prst="line">
            <a:avLst/>
          </a:prstGeom>
          <a:ln w="12700">
            <a:solidFill>
              <a:srgbClr val="1A1A1A"/>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3709" y="2827725"/>
            <a:ext cx="1755397"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Bold" panose="020B0804020201010104" pitchFamily="34" charset="0"/>
              </a:rPr>
              <a:t>the 50.5 allocation</a:t>
            </a:r>
          </a:p>
        </p:txBody>
      </p:sp>
      <p:graphicFrame>
        <p:nvGraphicFramePr>
          <p:cNvPr id="17" name="H2Build"/>
          <p:cNvGraphicFramePr>
            <a:graphicFrameLocks noGrp="1"/>
          </p:cNvGraphicFramePr>
          <p:nvPr/>
        </p:nvGraphicFramePr>
        <p:xfrm>
          <a:off x="442570" y="4133088"/>
          <a:ext cx="6841547" cy="1207008"/>
        </p:xfrm>
        <a:graphic>
          <a:graphicData uri="http://schemas.openxmlformats.org/drawingml/2006/table">
            <a:tbl>
              <a:tblPr/>
              <a:tblGrid>
                <a:gridCol w="3285743"/>
                <a:gridCol w="1035234"/>
                <a:gridCol w="2520570"/>
              </a:tblGrid>
              <a:tr h="310896">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How the second half builds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What it is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Half a year, everyone at full year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27.21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rgbClr val="5F5F5F"/>
                          </a:solidFill>
                          <a:effectLst/>
                          <a:latin typeface="MarkOT" panose="020B0504020201010104" pitchFamily="34" charset="0"/>
                        </a:rPr>
                        <a:t>54.43 divided by two</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Less the vacancy half year at a July start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(4.39)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rgbClr val="5F5F5F"/>
                          </a:solidFill>
                          <a:effectLst/>
                          <a:latin typeface="MarkOT" panose="020B0504020201010104" pitchFamily="34" charset="0"/>
                        </a:rPr>
                        <a:t>the 85 priced roles, at what TDD pays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9456">
                <a:tc>
                  <a:txBody>
                    <a:bodyPr/>
                    <a:lstStyle/>
                    <a:p>
                      <a:pPr algn="l" rtl="0" fontAlgn="base">
                        <a:lnSpc>
                          <a:spcPts val="795"/>
                        </a:lnSpc>
                        <a:buNone/>
                      </a:pPr>
                      <a:r>
                        <a:rPr lang="en-US" sz="750" b="0" i="0">
                          <a:solidFill>
                            <a:schemeClr val="tx1"/>
                          </a:solidFill>
                          <a:effectLst/>
                          <a:latin typeface="MarkOTBold" panose="020B0804020201010104" pitchFamily="34" charset="0"/>
                        </a:rPr>
                        <a:t>Plus what the planned months actually cost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901"/>
                        </a:lnSpc>
                        <a:buNone/>
                      </a:pPr>
                      <a:r>
                        <a:rPr lang="en-US" sz="850" b="0" i="0">
                          <a:solidFill>
                            <a:schemeClr val="tx1"/>
                          </a:solidFill>
                          <a:effectLst/>
                          <a:latin typeface="MarkOT" panose="020B0504020201010104" pitchFamily="34" charset="0"/>
                        </a:rPr>
                        <a:t>2.40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l" rtl="0" fontAlgn="base">
                        <a:lnSpc>
                          <a:spcPts val="742"/>
                        </a:lnSpc>
                        <a:buNone/>
                      </a:pPr>
                      <a:r>
                        <a:rPr lang="en-US" sz="700" b="0" i="0">
                          <a:solidFill>
                            <a:srgbClr val="5F5F5F"/>
                          </a:solidFill>
                          <a:effectLst/>
                          <a:latin typeface="MarkOT" panose="020B0504020201010104" pitchFamily="34" charset="0"/>
                        </a:rPr>
                        <a:t>the months the GMs set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37744">
                <a:tc>
                  <a:txBody>
                    <a:bodyPr/>
                    <a:lstStyle/>
                    <a:p>
                      <a:pPr algn="l" rtl="0" fontAlgn="base">
                        <a:lnSpc>
                          <a:spcPts val="795"/>
                        </a:lnSpc>
                        <a:buNone/>
                      </a:pPr>
                      <a:r>
                        <a:rPr lang="en-US" sz="750" b="0" i="0">
                          <a:solidFill>
                            <a:schemeClr val="bg1"/>
                          </a:solidFill>
                          <a:effectLst/>
                          <a:latin typeface="MarkOTBold" panose="020B0804020201010104" pitchFamily="34" charset="0"/>
                        </a:rPr>
                        <a:t>FY26 second half cost to TDD lights 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901"/>
                        </a:lnSpc>
                        <a:buNone/>
                      </a:pPr>
                      <a:r>
                        <a:rPr lang="en-US" sz="850" b="0" i="0">
                          <a:solidFill>
                            <a:schemeClr val="bg1"/>
                          </a:solidFill>
                          <a:effectLst/>
                          <a:latin typeface="MarkOTBold" panose="020B0804020201010104" pitchFamily="34" charset="0"/>
                        </a:rPr>
                        <a:t>25.22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l" rtl="0" fontAlgn="base">
                        <a:lnSpc>
                          <a:spcPts val="742"/>
                        </a:lnSpc>
                        <a:buNone/>
                      </a:pPr>
                      <a:r>
                        <a:rPr lang="en-US" sz="700" b="0" i="0">
                          <a:solidFill>
                            <a:schemeClr val="bg1"/>
                          </a:solidFill>
                          <a:effectLst/>
                          <a:latin typeface="MarkOTBold" panose="020B0804020201010104" pitchFamily="34" charset="0"/>
                        </a:rPr>
                        <a:t>annualises to 50.45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18" name="Oval 17"/>
          <p:cNvSpPr/>
          <p:nvPr/>
        </p:nvSpPr>
        <p:spPr>
          <a:xfrm>
            <a:off x="1301364" y="2715768"/>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19" name="Oval 18"/>
          <p:cNvSpPr/>
          <p:nvPr/>
        </p:nvSpPr>
        <p:spPr>
          <a:xfrm>
            <a:off x="2943335" y="2459736"/>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20" name="Oval 19"/>
          <p:cNvSpPr/>
          <p:nvPr/>
        </p:nvSpPr>
        <p:spPr>
          <a:xfrm>
            <a:off x="5141632" y="1901952"/>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3</a:t>
            </a:r>
          </a:p>
        </p:txBody>
      </p:sp>
      <p:sp>
        <p:nvSpPr>
          <p:cNvPr id="21" name="TextBox 20"/>
          <p:cNvSpPr txBox="1"/>
          <p:nvPr/>
        </p:nvSpPr>
        <p:spPr>
          <a:xfrm>
            <a:off x="7428149" y="1335024"/>
            <a:ext cx="4320977" cy="944118"/>
          </a:xfrm>
          <a:prstGeom prst="rect">
            <a:avLst/>
          </a:prstGeom>
          <a:noFill/>
        </p:spPr>
        <p:txBody>
          <a:bodyPr wrap="square" lIns="0" rIns="0" tIns="0" bIns="0" anchor="t">
            <a:spAutoFit/>
          </a:bodyPr>
          <a:lstStyle/>
          <a:p>
            <a:pPr algn="l">
              <a:spcAft>
                <a:spcPts val="6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Double the second half and TDD is running at 50.45, 0.05 under the 50.5.</a:t>
            </a:r>
          </a:p>
          <a:p>
            <a:pPr algn="l">
              <a:spcAft>
                <a:spcPts val="6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The 70 priced roles starting July to November lift the December exit run rate to 53.27.</a:t>
            </a:r>
          </a:p>
          <a:p>
            <a:pPr algn="l">
              <a:spcAft>
                <a:spcPts val="600"/>
              </a:spcAft>
            </a:pPr>
            <a:r>
              <a:rPr lang="en-AU" dirty="0" sz="900">
                <a:solidFill>
                  <a:srgbClr val="F76D69"/>
                </a:solidFill>
                <a:latin typeface="MarkOTBold" panose="020B0804020201010104" pitchFamily="34" charset="0"/>
              </a:rPr>
              <a:t>3  </a:t>
            </a:r>
            <a:r>
              <a:rPr lang="en-AU" dirty="0" sz="900">
                <a:solidFill>
                  <a:srgbClr val="1A1A1A"/>
                </a:solidFill>
                <a:latin typeface="MarkOT" panose="020B0504020201010104" pitchFamily="34" charset="0"/>
              </a:rPr>
              <a:t>The 15 roles starting in 2027, priced for a full year, take the plan to 54.12.</a:t>
            </a:r>
          </a:p>
          <a:p>
            <a:pPr algn="l">
              <a:spcAft>
                <a:spcPts val="600"/>
              </a:spcAft>
            </a:pPr>
            <a:r>
              <a:rPr lang="en-AU" dirty="0" sz="900">
                <a:solidFill>
                  <a:srgbClr val="18249C"/>
                </a:solidFill>
                <a:latin typeface="MarkOTBold" panose="020B0804020201010104" pitchFamily="34" charset="0"/>
              </a:rPr>
              <a:t>The overrun is not run rate excess. It is start dates becoming full years.</a:t>
            </a:r>
          </a:p>
        </p:txBody>
      </p:sp>
      <p:sp>
        <p:nvSpPr>
          <p:cNvPr id="22" name="Rounded Rectangle 21"/>
          <p:cNvSpPr/>
          <p:nvPr/>
        </p:nvSpPr>
        <p:spPr>
          <a:xfrm>
            <a:off x="7428149" y="3785616"/>
            <a:ext cx="1368309" cy="201168"/>
          </a:xfrm>
          <a:prstGeom prst="roundRect">
            <a:avLst>
              <a:gd name="adj" fmla="val 35000"/>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H2 average 50.45</a:t>
            </a:r>
          </a:p>
        </p:txBody>
      </p:sp>
      <p:sp>
        <p:nvSpPr>
          <p:cNvPr id="23" name="Rounded Rectangle 22"/>
          <p:cNvSpPr/>
          <p:nvPr/>
        </p:nvSpPr>
        <p:spPr>
          <a:xfrm>
            <a:off x="8913485" y="3785616"/>
            <a:ext cx="1368309" cy="201168"/>
          </a:xfrm>
          <a:prstGeom prst="roundRect">
            <a:avLst>
              <a:gd name="adj" fmla="val 35000"/>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December exit 53.27</a:t>
            </a:r>
          </a:p>
        </p:txBody>
      </p:sp>
      <p:sp>
        <p:nvSpPr>
          <p:cNvPr id="24" name="Rounded Rectangle 23"/>
          <p:cNvSpPr/>
          <p:nvPr/>
        </p:nvSpPr>
        <p:spPr>
          <a:xfrm>
            <a:off x="10398820" y="3785616"/>
            <a:ext cx="1350305" cy="201168"/>
          </a:xfrm>
          <a:prstGeom prst="roundRect">
            <a:avLst>
              <a:gd name="adj" fmla="val 35000"/>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FY27 54.12</a:t>
            </a:r>
          </a:p>
        </p:txBody>
      </p:sp>
      <p:sp>
        <p:nvSpPr>
          <p:cNvPr id="25" name="Rectangle 24"/>
          <p:cNvSpPr/>
          <p:nvPr/>
        </p:nvSpPr>
        <p:spPr>
          <a:xfrm>
            <a:off x="7428149" y="4133088"/>
            <a:ext cx="4320977" cy="1188720"/>
          </a:xfrm>
          <a:prstGeom prst="rect">
            <a:avLst/>
          </a:prstGeom>
          <a:solidFill>
            <a:srgbClr val="E3E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6" name="TextBox 25"/>
          <p:cNvSpPr txBox="1"/>
          <p:nvPr/>
        </p:nvSpPr>
        <p:spPr>
          <a:xfrm>
            <a:off x="7545175" y="4224528"/>
            <a:ext cx="4086924" cy="456438"/>
          </a:xfrm>
          <a:prstGeom prst="rect">
            <a:avLst/>
          </a:prstGeom>
          <a:noFill/>
        </p:spPr>
        <p:txBody>
          <a:bodyPr wrap="square" lIns="0" rIns="0" tIns="0" bIns="0" anchor="t">
            <a:spAutoFit/>
          </a:bodyPr>
          <a:lstStyle/>
          <a:p>
            <a:pPr algn="l">
              <a:spcAft>
                <a:spcPts val="400"/>
              </a:spcAft>
            </a:pPr>
            <a:r>
              <a:rPr lang="en-AU" dirty="0" sz="800">
                <a:solidFill>
                  <a:srgbClr val="18249C"/>
                </a:solidFill>
                <a:latin typeface="MarkOTBold" panose="020B0804020201010104" pitchFamily="34" charset="0"/>
              </a:rPr>
              <a:t>What has to be true</a:t>
            </a:r>
          </a:p>
          <a:p>
            <a:pPr algn="l">
              <a:spcAft>
                <a:spcPts val="400"/>
              </a:spcAft>
            </a:pPr>
            <a:r>
              <a:rPr lang="en-AU" dirty="0" sz="850">
                <a:solidFill>
                  <a:srgbClr val="1A1A1A"/>
                </a:solidFill>
                <a:latin typeface="MarkOT" panose="020B0504020201010104" pitchFamily="34" charset="0"/>
              </a:rPr>
              <a:t>The 85 priced starts hold their months, and no vacancy is pulled forward into July. Every month a start moves earlier puts cost back into FY26 and lifts the exit rate.</a:t>
            </a:r>
          </a:p>
        </p:txBody>
      </p:sp>
      <p:sp>
        <p:nvSpPr>
          <p:cNvPr id="27"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The overrun is not run rate excess, it is start dates becoming full years - hire months are the control.</a:t>
            </a:r>
          </a:p>
        </p:txBody>
      </p:sp>
      <p:sp>
        <p:nvSpPr>
          <p:cNvPr id="28"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Robust to the pending ruling: the exit rate is 53.27 on either basis, only the FY27 end moves, 54.12 today and 54.43 reverted.</a:t>
            </a:r>
          </a:p>
          <a:p>
            <a:pPr algn="l">
              <a:spcAft>
                <a:spcPts val="100"/>
              </a:spcAft>
            </a:pPr>
            <a:r>
              <a:rPr lang="en-AU" dirty="0" sz="800" i="0">
                <a:solidFill>
                  <a:srgbClr val="5F5F5F"/>
                </a:solidFill>
                <a:latin typeface="MarkOT" panose="020B0504020201010104" pitchFamily="34" charset="0"/>
              </a:rPr>
              <a:t>2  Source: 3.5 TDD Lights On L24 and the 2.x hire months. Role-level walk: 85 priced vacancies on planned months at each squad’s support percentage, EGI-funded at zero, NZ at live 0.83.</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0">
          <a:extLst>
            <a:ext uri="{FF2B5EF4-FFF2-40B4-BE49-F238E27FC236}">
              <a16:creationId xmlns:a16="http://schemas.microsoft.com/office/drawing/2014/main" id="{ED5E60FA-AD69-9796-440F-42F752607B44}"/>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9E3D78C-A743-0A54-93E0-98D14957074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 name="think-cell data - do not delete" hidden="1">
                        <a:extLst>
                          <a:ext uri="{FF2B5EF4-FFF2-40B4-BE49-F238E27FC236}">
                            <a16:creationId xmlns:a16="http://schemas.microsoft.com/office/drawing/2014/main" id="{D9E3D78C-A743-0A54-93E0-98D14957074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945766D8-78E8-684D-17FB-C817E7DA9DE9}"/>
              </a:ext>
            </a:extLst>
          </p:cNvPr>
          <p:cNvSpPr/>
          <p:nvPr/>
        </p:nvSpPr>
        <p:spPr>
          <a:xfrm>
            <a:off x="10934395" y="-1829"/>
            <a:ext cx="1257300" cy="21579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
        <p:nvSpPr>
          <p:cNvPr id="2451" name="Google Shape;2451;g32ea127f990_0_0">
            <a:extLst>
              <a:ext uri="{FF2B5EF4-FFF2-40B4-BE49-F238E27FC236}">
                <a16:creationId xmlns:a16="http://schemas.microsoft.com/office/drawing/2014/main" id="{07704336-68E1-00EF-EEB3-99EE3A779F6C}"/>
              </a:ext>
            </a:extLst>
          </p:cNvPr>
          <p:cNvSpPr txBox="1"/>
          <p:nvPr/>
        </p:nvSpPr>
        <p:spPr>
          <a:xfrm>
            <a:off x="442913" y="430514"/>
            <a:ext cx="11306100" cy="276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
                <a:srgbClr val="18249C"/>
              </a:buClr>
              <a:buSzPts val="2700"/>
              <a:buFont typeface="Arial"/>
              <a:buNone/>
              <a:tabLst/>
              <a:defRPr/>
            </a:pPr>
            <a:endParaRPr kumimoji="0" lang="en-AU" sz="3200" b="1" i="0" u="none" strike="noStrike" kern="1200" cap="none" spc="0" normalizeH="0" baseline="0" noProof="0">
              <a:ln>
                <a:noFill/>
              </a:ln>
              <a:solidFill>
                <a:srgbClr val="000000"/>
              </a:solidFill>
              <a:effectLst/>
              <a:uLnTx/>
              <a:uFillTx/>
              <a:latin typeface="MarkOT"/>
              <a:ea typeface="Arial"/>
              <a:cs typeface="Arial"/>
              <a:sym typeface="Arial"/>
            </a:endParaRPr>
          </a:p>
        </p:txBody>
      </p:sp>
      <p:sp>
        <p:nvSpPr>
          <p:cNvPr id="13" name="Title 1">
            <a:extLst>
              <a:ext uri="{FF2B5EF4-FFF2-40B4-BE49-F238E27FC236}">
                <a16:creationId xmlns:a16="http://schemas.microsoft.com/office/drawing/2014/main" id="{65E8A6EF-87FD-EF9B-D757-B1F8DBEC5074}"/>
              </a:ext>
            </a:extLst>
          </p:cNvPr>
          <p:cNvSpPr txBox="1">
            <a:spLocks/>
          </p:cNvSpPr>
          <p:nvPr/>
        </p:nvSpPr>
        <p:spPr>
          <a:xfrm>
            <a:off x="442570" y="430682"/>
            <a:ext cx="11306556" cy="384048"/>
          </a:xfrm>
          <a:prstGeom prst="rect">
            <a:avLst/>
          </a:prstGeom>
          <a:noFill/>
          <a:ln>
            <a:noFill/>
          </a:ln>
        </p:spPr>
        <p:txBody>
          <a:bodyPr spcFirstLastPara="1" vert="horz" wrap="square" lIns="0" tIns="0" rIns="0" bIns="0" rtlCol="0" anchor="t" anchorCtr="0">
            <a:noAutofit/>
            <a:noAutofit/>
          </a:bodyPr>
          <a:lstStyle>
            <a:lvl1pPr marR="0" lvl="0" algn="l" defTabSz="914400" rtl="0" eaLnBrk="1" latinLnBrk="0" hangingPunct="1">
              <a:lnSpc>
                <a:spcPct val="85000"/>
              </a:lnSpc>
              <a:spcBef>
                <a:spcPts val="0"/>
              </a:spcBef>
              <a:spcAft>
                <a:spcPts val="0"/>
              </a:spcAft>
              <a:buClr>
                <a:schemeClr val="accent1"/>
              </a:buClr>
              <a:buSzPts val="2700"/>
              <a:buNone/>
              <a:defRPr sz="2700" b="1" i="0" u="none" strike="noStrike" kern="1200" cap="none">
                <a:solidFill>
                  <a:schemeClr val="accent1"/>
                </a:solidFill>
                <a:latin typeface="Arial" panose="020B0604020202020204" pitchFamily="34" charset="0"/>
                <a:ea typeface="+mj-ea"/>
                <a:cs typeface="Arial" panose="020B06040202020202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pPr marL="0" marR="0" lvl="0" indent="0" algn="l" defTabSz="914400" rtl="0" eaLnBrk="1" fontAlgn="auto" latinLnBrk="0" hangingPunct="1">
              <a:lnSpc>
                <a:spcPct val="85000"/>
              </a:lnSpc>
              <a:buClr>
                <a:srgbClr val="18249C"/>
              </a:buClr>
              <a:buSzPts val="2700"/>
              <a:buFontTx/>
              <a:buNone/>
              <a:tabLst/>
              <a:defRPr/>
            </a:pPr>
            <a:r>
              <a:rPr kumimoji="0" lang="en-US" sz="1800" b="0" i="0" u="none" strike="noStrike" kern="1200" cap="none" spc="0" normalizeH="0" baseline="0" noProof="0" dirty="0">
                <a:ln>
                  <a:noFill/>
                </a:ln>
                <a:effectLst/>
                <a:uLnTx/>
                <a:uFillTx/>
                <a:solidFill>
                  <a:srgbClr val="000000"/>
                </a:solidFill>
                <a:latin typeface="MarkOT" panose="020B0504020201010104" pitchFamily="34" charset="0"/>
                <a:ea typeface="+mj-ea"/>
                <a:cs typeface="Arial"/>
              </a:rPr>
              <a:t>132 vacancies cost 27.65 at full price, the plan spends 18.12 and 11.12 lands on TDD lights on</a:t>
            </a:r>
          </a:p>
        </p:txBody>
      </p:sp>
      <p:sp>
        <p:nvSpPr>
          <p:cNvPr id="2452"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VACANCIES AND OFFSHORE  |  3.7 VACANCY ANALYSIS</a:t>
            </a:r>
          </a:p>
        </p:txBody>
      </p:sp>
      <p:sp>
        <p:nvSpPr>
          <p:cNvPr id="2453" name="SubClaim"/>
          <p:cNvSpPr txBox="1"/>
          <p:nvPr/>
        </p:nvSpPr>
        <p:spPr>
          <a:xfrm>
            <a:off x="442570" y="923544"/>
            <a:ext cx="5621543"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Four decisions cover all 132 roles</a:t>
            </a:r>
          </a:p>
        </p:txBody>
      </p:sp>
      <p:sp>
        <p:nvSpPr>
          <p:cNvPr id="2454" name="SubClaim"/>
          <p:cNvSpPr txBox="1"/>
          <p:nvPr/>
        </p:nvSpPr>
        <p:spPr>
          <a:xfrm>
            <a:off x="6308922" y="923544"/>
            <a:ext cx="5440203"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Four lines hold 59 of the 132</a:t>
            </a:r>
          </a:p>
        </p:txBody>
      </p:sp>
      <p:graphicFrame>
        <p:nvGraphicFramePr>
          <p:cNvPr id="2455" name="Decisions"/>
          <p:cNvGraphicFramePr>
            <a:graphicFrameLocks noGrp="1"/>
          </p:cNvGraphicFramePr>
          <p:nvPr/>
        </p:nvGraphicFramePr>
        <p:xfrm>
          <a:off x="442570" y="1252728"/>
          <a:ext cx="5621544" cy="1005840"/>
        </p:xfrm>
        <a:graphic>
          <a:graphicData uri="http://schemas.openxmlformats.org/drawingml/2006/table">
            <a:tbl>
              <a:tblPr/>
              <a:tblGrid>
                <a:gridCol w="1580000"/>
                <a:gridCol w="725360"/>
                <a:gridCol w="505411"/>
                <a:gridCol w="906701"/>
                <a:gridCol w="952036"/>
                <a:gridCol w="952036"/>
              </a:tblGrid>
              <a:tr h="310896">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What we decided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FTE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Full price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We spend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Avoided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73736">
                <a:tc>
                  <a:txBody>
                    <a:bodyPr/>
                    <a:lstStyle/>
                    <a:p>
                      <a:pPr algn="l" rtl="0" fontAlgn="base">
                        <a:lnSpc>
                          <a:spcPts val="795"/>
                        </a:lnSpc>
                        <a:buNone/>
                      </a:pPr>
                      <a:r>
                        <a:rPr lang="en-US" sz="750" b="0" i="0">
                          <a:solidFill>
                            <a:schemeClr val="tx1"/>
                          </a:solidFill>
                          <a:effectLst/>
                          <a:latin typeface="MarkOTBold" panose="020B0804020201010104" pitchFamily="34" charset="0"/>
                        </a:rPr>
                        <a:t>Hire or already filled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16.44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16.01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0.43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73736">
                <a:tc>
                  <a:txBody>
                    <a:bodyPr/>
                    <a:lstStyle/>
                    <a:p>
                      <a:pPr algn="l" rtl="0" fontAlgn="base">
                        <a:lnSpc>
                          <a:spcPts val="795"/>
                        </a:lnSpc>
                        <a:buNone/>
                      </a:pPr>
                      <a:r>
                        <a:rPr lang="en-US" sz="750" b="0" i="0">
                          <a:solidFill>
                            <a:schemeClr val="tx1"/>
                          </a:solidFill>
                          <a:effectLst/>
                          <a:latin typeface="MarkOTBold" panose="020B0804020201010104" pitchFamily="34" charset="0"/>
                        </a:rPr>
                        <a:t>Offshore at the lower rate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5.32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2.11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 panose="020B0504020201010104" pitchFamily="34" charset="0"/>
                        </a:rPr>
                        <a:t>3.21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73736">
                <a:tc>
                  <a:txBody>
                    <a:bodyPr/>
                    <a:lstStyle/>
                    <a:p>
                      <a:pPr algn="l" rtl="0" fontAlgn="base">
                        <a:lnSpc>
                          <a:spcPts val="795"/>
                        </a:lnSpc>
                        <a:buNone/>
                      </a:pPr>
                      <a:r>
                        <a:rPr lang="en-US" sz="750" b="0" i="0">
                          <a:solidFill>
                            <a:schemeClr val="tx1"/>
                          </a:solidFill>
                          <a:effectLst/>
                          <a:latin typeface="MarkOTBold" panose="020B0804020201010104" pitchFamily="34" charset="0"/>
                        </a:rPr>
                        <a:t>Held at zero, not hired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29.5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5.89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 panose="020B0504020201010104" pitchFamily="34" charset="0"/>
                        </a:rPr>
                        <a:t>5.89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73736">
                <a:tc>
                  <a:txBody>
                    <a:bodyPr/>
                    <a:lstStyle/>
                    <a:p>
                      <a:pPr algn="l" rtl="0" fontAlgn="base">
                        <a:lnSpc>
                          <a:spcPts val="795"/>
                        </a:lnSpc>
                        <a:buNone/>
                      </a:pPr>
                      <a:r>
                        <a:rPr lang="en-US" sz="750" b="0" i="0">
                          <a:solidFill>
                            <a:schemeClr val="bg1"/>
                          </a:solidFill>
                          <a:effectLst/>
                          <a:latin typeface="MarkOTBold" panose="020B0804020201010104" pitchFamily="34" charset="0"/>
                        </a:rPr>
                        <a:t>All vacant roles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132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131.5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27.65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18.12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9.53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graphicFrame>
        <p:nvGraphicFramePr>
          <p:cNvPr id="2456" name="OverheadVacancies"/>
          <p:cNvGraphicFramePr>
            <a:graphicFrameLocks noGrp="1"/>
          </p:cNvGraphicFramePr>
          <p:nvPr/>
        </p:nvGraphicFramePr>
        <p:xfrm>
          <a:off x="442570" y="2386584"/>
          <a:ext cx="5621543" cy="658368"/>
        </p:xfrm>
        <a:graphic>
          <a:graphicData uri="http://schemas.openxmlformats.org/drawingml/2006/table">
            <a:tbl>
              <a:tblPr/>
              <a:tblGrid>
                <a:gridCol w="2085411"/>
                <a:gridCol w="725360"/>
                <a:gridCol w="1405386"/>
                <a:gridCol w="1405386"/>
              </a:tblGrid>
              <a:tr h="310896">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Vacant roles by kind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We spend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Lands on TDD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73736">
                <a:tc>
                  <a:txBody>
                    <a:bodyPr/>
                    <a:lstStyle/>
                    <a:p>
                      <a:pPr algn="l" rtl="0" fontAlgn="base">
                        <a:lnSpc>
                          <a:spcPts val="795"/>
                        </a:lnSpc>
                        <a:buNone/>
                      </a:pPr>
                      <a:r>
                        <a:rPr lang="en-US" sz="750" b="0" i="0">
                          <a:solidFill>
                            <a:schemeClr val="tx1"/>
                          </a:solidFill>
                          <a:effectLst/>
                          <a:latin typeface="MarkOTBold" panose="020B0804020201010104" pitchFamily="34" charset="0"/>
                        </a:rPr>
                        <a:t>Overhead roles (managers, heads)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4.70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73736">
                <a:tc>
                  <a:txBody>
                    <a:bodyPr/>
                    <a:lstStyle/>
                    <a:p>
                      <a:pPr algn="l" rtl="0" fontAlgn="base">
                        <a:lnSpc>
                          <a:spcPts val="795"/>
                        </a:lnSpc>
                        <a:buNone/>
                      </a:pPr>
                      <a:r>
                        <a:rPr lang="en-US" sz="750" b="0" i="0">
                          <a:solidFill>
                            <a:schemeClr val="tx1"/>
                          </a:solidFill>
                          <a:effectLst/>
                          <a:latin typeface="MarkOTBold" panose="020B0804020201010104" pitchFamily="34" charset="0"/>
                        </a:rPr>
                        <a:t>Squad roles, at their support share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13.42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6.42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bl>
          </a:graphicData>
        </a:graphic>
      </p:graphicFrame>
      <p:graphicFrame>
        <p:nvGraphicFramePr>
          <p:cNvPr id="2457" name="HiresByMonth"/>
          <p:cNvGraphicFramePr>
            <a:graphicFrameLocks noGrp="1"/>
          </p:cNvGraphicFramePr>
          <p:nvPr/>
        </p:nvGraphicFramePr>
        <p:xfrm>
          <a:off x="442570" y="3236976"/>
          <a:ext cx="5621543" cy="2395728"/>
        </p:xfrm>
        <a:graphic>
          <a:graphicData uri="http://schemas.openxmlformats.org/drawingml/2006/chart">
            <c:chart xmlns:c="http://schemas.openxmlformats.org/drawingml/2006/chart" r:id="rId6"/>
          </a:graphicData>
        </a:graphic>
      </p:graphicFrame>
      <p:sp>
        <p:nvSpPr>
          <p:cNvPr id="2458" name="TextBox 2457"/>
          <p:cNvSpPr txBox="1"/>
          <p:nvPr/>
        </p:nvSpPr>
        <p:spPr>
          <a:xfrm>
            <a:off x="442570" y="3063240"/>
            <a:ext cx="5621731"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Hires per month, navy 2026, periwinkle 2027; red line is the people cost landing in FY26 second half</a:t>
            </a:r>
          </a:p>
        </p:txBody>
      </p:sp>
      <p:cxnSp>
        <p:nvCxnSpPr>
          <p:cNvPr id="2459" name="Connector 2458"/>
          <p:cNvCxnSpPr/>
          <p:nvPr/>
        </p:nvCxnSpPr>
        <p:spPr>
          <a:xfrm>
            <a:off x="2822356" y="3356762"/>
            <a:ext cx="9144" cy="1964497"/>
          </a:xfrm>
          <a:prstGeom prst="line">
            <a:avLst/>
          </a:prstGeom>
          <a:ln w="9525">
            <a:solidFill>
              <a:srgbClr val="5F5F5F"/>
            </a:solidFill>
            <a:prstDash val="dash"/>
          </a:ln>
          <a:effectLst/>
        </p:spPr>
        <p:style>
          <a:lnRef idx="2">
            <a:schemeClr val="accent1"/>
          </a:lnRef>
          <a:fillRef idx="0">
            <a:schemeClr val="accent1"/>
          </a:fillRef>
          <a:effectRef idx="1">
            <a:schemeClr val="accent1"/>
          </a:effectRef>
          <a:fontRef idx="minor">
            <a:schemeClr val="tx1"/>
          </a:fontRef>
        </p:style>
      </p:cxnSp>
      <p:sp>
        <p:nvSpPr>
          <p:cNvPr id="2460" name="TextBox 2459"/>
          <p:cNvSpPr txBox="1"/>
          <p:nvPr/>
        </p:nvSpPr>
        <p:spPr>
          <a:xfrm>
            <a:off x="682543" y="5440131"/>
            <a:ext cx="2085411" cy="142240"/>
          </a:xfrm>
          <a:prstGeom prst="rect">
            <a:avLst/>
          </a:prstGeom>
          <a:noFill/>
        </p:spPr>
        <p:txBody>
          <a:bodyPr wrap="square" lIns="0" rIns="0" tIns="0" bIns="0" anchor="t">
            <a:spAutoFit/>
          </a:bodyPr>
          <a:lstStyle/>
          <a:p>
            <a:pPr algn="r">
              <a:spcAft>
                <a:spcPts val="300"/>
              </a:spcAft>
            </a:pPr>
            <a:r>
              <a:rPr lang="en-AU" dirty="0" sz="800">
                <a:solidFill>
                  <a:srgbClr val="18249C"/>
                </a:solidFill>
                <a:latin typeface="MarkOTBold" panose="020B0804020201010104" pitchFamily="34" charset="0"/>
              </a:rPr>
              <a:t>73 hires land in FY26 H2, 4.35 of people cost</a:t>
            </a:r>
          </a:p>
        </p:txBody>
      </p:sp>
      <p:sp>
        <p:nvSpPr>
          <p:cNvPr id="2461" name="TextBox 2460"/>
          <p:cNvSpPr txBox="1"/>
          <p:nvPr/>
        </p:nvSpPr>
        <p:spPr>
          <a:xfrm>
            <a:off x="2876758" y="5440131"/>
            <a:ext cx="2085411" cy="142240"/>
          </a:xfrm>
          <a:prstGeom prst="rect">
            <a:avLst/>
          </a:prstGeom>
          <a:noFill/>
        </p:spPr>
        <p:txBody>
          <a:bodyPr wrap="square" lIns="0" rIns="0" tIns="0" bIns="0" anchor="t">
            <a:spAutoFit/>
          </a:bodyPr>
          <a:lstStyle/>
          <a:p>
            <a:pPr algn="l">
              <a:spcAft>
                <a:spcPts val="300"/>
              </a:spcAft>
            </a:pPr>
            <a:r>
              <a:rPr lang="en-AU" dirty="0" sz="800">
                <a:solidFill>
                  <a:srgbClr val="747BC3"/>
                </a:solidFill>
                <a:latin typeface="MarkOTBold" panose="020B0804020201010104" pitchFamily="34" charset="0"/>
              </a:rPr>
              <a:t>34 land in FY27</a:t>
            </a:r>
          </a:p>
        </p:txBody>
      </p:sp>
      <p:graphicFrame>
        <p:nvGraphicFramePr>
          <p:cNvPr id="2462" name="VacancyByPortfolio"/>
          <p:cNvGraphicFramePr>
            <a:graphicFrameLocks noGrp="1"/>
          </p:cNvGraphicFramePr>
          <p:nvPr/>
        </p:nvGraphicFramePr>
        <p:xfrm>
          <a:off x="6308922" y="1252728"/>
          <a:ext cx="5394866" cy="3378708"/>
        </p:xfrm>
        <a:graphic>
          <a:graphicData uri="http://schemas.openxmlformats.org/drawingml/2006/table">
            <a:tbl>
              <a:tblPr/>
              <a:tblGrid>
                <a:gridCol w="1677396"/>
                <a:gridCol w="562154"/>
                <a:gridCol w="788829"/>
                <a:gridCol w="788829"/>
                <a:gridCol w="788829"/>
                <a:gridCol w="788829"/>
              </a:tblGrid>
              <a:tr h="365760">
                <a:tc>
                  <a:txBody>
                    <a:bodyPr/>
                    <a:lstStyle/>
                    <a:p>
                      <a:pPr algn="l" rtl="0" fontAlgn="base">
                        <a:lnSpc>
                          <a:spcPts val="742"/>
                        </a:lnSpc>
                        <a:buFont typeface="Arial" panose="020B0604020202020204" pitchFamily="34" charset="0"/>
                        <a:buNone/>
                      </a:pPr>
                      <a:r>
                        <a:rPr lang="en-US" sz="700" b="0" i="0">
                          <a:solidFill>
                            <a:srgbClr val="FFFFFF"/>
                          </a:solidFill>
                          <a:effectLst/>
                          <a:latin typeface="MarkOTBold" panose="020B0804020201010104" pitchFamily="34" charset="0"/>
                        </a:rPr>
                        <a:t>Portfolio or COE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Vacant 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Plan to fill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Held at zero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Offshore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Lands on TDD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Ampol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1.53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0.94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1.35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1.72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0.82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TDD Group Functions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0.88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1.28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87452">
                <a:tc>
                  <a:txBody>
                    <a:bodyPr/>
                    <a:lstStyle/>
                    <a:p>
                      <a:pPr algn="l" rtl="0" fontAlgn="base">
                        <a:lnSpc>
                          <a:spcPts val="795"/>
                        </a:lnSpc>
                        <a:buNone/>
                      </a:pPr>
                      <a:r>
                        <a:rPr lang="en-US" sz="750" b="0" i="0">
                          <a:solidFill>
                            <a:schemeClr val="tx1"/>
                          </a:solidFill>
                          <a:effectLst/>
                          <a:latin typeface="MarkOTBold" panose="020B0804020201010104" pitchFamily="34" charset="0"/>
                        </a:rPr>
                        <a:t>COE SA&amp;D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2.22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P&amp;C</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Finance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1.33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0.41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Commercial Fuels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1.75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Enterprise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0.98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tx1"/>
                          </a:solidFill>
                          <a:effectLst/>
                          <a:latin typeface="MarkOTBold" panose="020B0804020201010104" pitchFamily="34" charset="0"/>
                        </a:rPr>
                        <a:t>COE BP&amp;T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1.61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1.76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Infrastructure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0.78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Energy Solutions &amp; B2B</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0.41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Z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0.90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tx1"/>
                          </a:solidFill>
                          <a:effectLst/>
                          <a:latin typeface="MarkOTBold" panose="020B0804020201010104" pitchFamily="34" charset="0"/>
                        </a:rPr>
                        <a:t>COE Service Ops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tx1"/>
                          </a:solidFill>
                          <a:effectLst/>
                          <a:latin typeface="MarkOTBold" panose="020B0804020201010104" pitchFamily="34" charset="0"/>
                        </a:rPr>
                        <a:t>COE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7452">
                <a:tc>
                  <a:txBody>
                    <a:bodyPr/>
                    <a:lstStyle/>
                    <a:p>
                      <a:pPr algn="l" rtl="0" fontAlgn="base">
                        <a:lnSpc>
                          <a:spcPts val="795"/>
                        </a:lnSpc>
                        <a:buNone/>
                      </a:pPr>
                      <a:r>
                        <a:rPr lang="en-US" sz="750" b="0" i="0">
                          <a:solidFill>
                            <a:schemeClr val="bg1"/>
                          </a:solidFill>
                          <a:effectLst/>
                          <a:latin typeface="MarkOTBold" panose="020B0804020201010104" pitchFamily="34" charset="0"/>
                        </a:rPr>
                        <a:t>EGI and TDD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bg1"/>
                          </a:solidFill>
                          <a:effectLst/>
                          <a:latin typeface="MarkOTBold" panose="020B0804020201010104" pitchFamily="34" charset="0"/>
                        </a:rPr>
                        <a:t>Total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132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16.01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5.89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2.11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11.12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2463" name="Oval 2462"/>
          <p:cNvSpPr/>
          <p:nvPr/>
        </p:nvSpPr>
        <p:spPr>
          <a:xfrm>
            <a:off x="6073180" y="3861054"/>
            <a:ext cx="199474"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3</a:t>
            </a:r>
          </a:p>
        </p:txBody>
      </p:sp>
      <p:sp>
        <p:nvSpPr>
          <p:cNvPr id="2464" name="TextBox 2463"/>
          <p:cNvSpPr txBox="1"/>
          <p:nvPr/>
        </p:nvSpPr>
        <p:spPr>
          <a:xfrm>
            <a:off x="6308922" y="4782312"/>
            <a:ext cx="5394868" cy="489585"/>
          </a:xfrm>
          <a:prstGeom prst="rect">
            <a:avLst/>
          </a:prstGeom>
          <a:noFill/>
        </p:spPr>
        <p:txBody>
          <a:bodyPr wrap="square" lIns="0" rIns="0" tIns="0" bIns="0" anchor="t">
            <a:spAutoFit/>
          </a:bodyPr>
          <a:lstStyle/>
          <a:p>
            <a:pPr algn="l">
              <a:spcAft>
                <a:spcPts val="300"/>
              </a:spcAft>
            </a:pPr>
            <a:r>
              <a:rPr lang="en-AU" dirty="0" sz="800">
                <a:solidFill>
                  <a:srgbClr val="F76D69"/>
                </a:solidFill>
                <a:latin typeface="MarkOTBold" panose="020B0804020201010104" pitchFamily="34" charset="0"/>
              </a:rPr>
              <a:t>1  </a:t>
            </a:r>
            <a:r>
              <a:rPr lang="en-AU" dirty="0" sz="850">
                <a:solidFill>
                  <a:srgbClr val="1A1A1A"/>
                </a:solidFill>
                <a:latin typeface="MarkOT" panose="020B0504020201010104" pitchFamily="34" charset="0"/>
              </a:rPr>
              <a:t>Thirty roles are held at zero, avoiding 5.89.</a:t>
            </a:r>
          </a:p>
          <a:p>
            <a:pPr algn="l">
              <a:spcAft>
                <a:spcPts val="300"/>
              </a:spcAft>
            </a:pPr>
            <a:r>
              <a:rPr lang="en-AU" dirty="0" sz="800">
                <a:solidFill>
                  <a:srgbClr val="F76D69"/>
                </a:solidFill>
                <a:latin typeface="MarkOTBold" panose="020B0804020201010104" pitchFamily="34" charset="0"/>
              </a:rPr>
              <a:t>2  </a:t>
            </a:r>
            <a:r>
              <a:rPr lang="en-AU" dirty="0" sz="850">
                <a:solidFill>
                  <a:srgbClr val="1A1A1A"/>
                </a:solidFill>
                <a:latin typeface="MarkOT" panose="020B0504020201010104" pitchFamily="34" charset="0"/>
              </a:rPr>
              <a:t>Nineteen vacant overhead roles cost 4.70 and every dollar lands on TDD.</a:t>
            </a:r>
          </a:p>
          <a:p>
            <a:pPr algn="l">
              <a:spcAft>
                <a:spcPts val="300"/>
              </a:spcAft>
            </a:pPr>
            <a:r>
              <a:rPr lang="en-AU" dirty="0" sz="800">
                <a:solidFill>
                  <a:srgbClr val="F76D69"/>
                </a:solidFill>
                <a:latin typeface="MarkOTBold" panose="020B0804020201010104" pitchFamily="34" charset="0"/>
              </a:rPr>
              <a:t>3  </a:t>
            </a:r>
            <a:r>
              <a:rPr lang="en-AU" dirty="0" sz="850">
                <a:solidFill>
                  <a:srgbClr val="1A1A1A"/>
                </a:solidFill>
                <a:latin typeface="MarkOT" panose="020B0504020201010104" pitchFamily="34" charset="0"/>
              </a:rPr>
              <a:t>COE Cyber and COE Service Ops gave no hire dates for their nine vacancies.</a:t>
            </a:r>
          </a:p>
        </p:txBody>
      </p:sp>
      <p:sp>
        <p:nvSpPr>
          <p:cNvPr id="2465"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Hold the 19 vacant overhead roles and 4.70 comes off the lights on line; the squad roles are the cheaper 6.42.</a:t>
            </a:r>
          </a:p>
        </p:txBody>
      </p:sp>
      <p:sp>
        <p:nvSpPr>
          <p:cNvPr id="2466"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Full price is the annual cost of the role. We spend is the priced plan after the offshore rate and the holds. Lands on TDD is the share carried on the lights on line. The 132 roles are 131.5 FTE, the half role a Finance hold.</a:t>
            </a:r>
          </a:p>
          <a:p>
            <a:pPr algn="l">
              <a:spcAft>
                <a:spcPts val="100"/>
              </a:spcAft>
            </a:pPr>
            <a:r>
              <a:rPr lang="en-AU" dirty="0" sz="800" i="0">
                <a:solidFill>
                  <a:srgbClr val="5F5F5F"/>
                </a:solidFill>
                <a:latin typeface="MarkOT" panose="020B0504020201010104" pitchFamily="34" charset="0"/>
              </a:rPr>
              <a:t>2  Source: 3.7 Vacancy Analysis, rows 5 to 12, 153 to 169, 206 to 207. Register complete, 132 of 132 roles.</a:t>
            </a:r>
          </a:p>
        </p:txBody>
      </p:sp>
      <p:sp>
        <p:nvSpPr>
          <p:cNvPr id="2467"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and role counts</a:t>
            </a:r>
          </a:p>
        </p:txBody>
      </p:sp>
    </p:spTree>
    <p:extLst>
      <p:ext uri="{BB962C8B-B14F-4D97-AF65-F5344CB8AC3E}">
        <p14:creationId xmlns:p14="http://schemas.microsoft.com/office/powerpoint/2010/main" val="322554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932F3-FFC3-3700-EB2B-CF136B510D4D}"/>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371B524-3283-DA3F-90CB-51A6753ED5A1}"/>
              </a:ext>
            </a:extLst>
          </p:cNvPr>
          <p:cNvSpPr>
            <a:spLocks noGrp="1"/>
          </p:cNvSpPr>
          <p:nvPr>
            <p:ph type="title"/>
          </p:nvPr>
        </p:nvSpPr>
        <p:spPr>
          <a:xfrm>
            <a:off x="442570" y="430682"/>
            <a:ext cx="11306556" cy="384048"/>
          </a:xfrm>
        </p:spPr>
        <p:txBody>
          <a:bodyPr wrap="square" lIns="0" rIns="0" tIns="0" bIns="0" anchor="t">
            <a:noAutofit/>
          </a:bodyPr>
          <a:lstStyle/>
          <a:p>
            <a:pPr algn="l">
              <a:lnSpc>
                <a:spcPct val="85000"/>
              </a:lnSpc>
            </a:pPr>
            <a:r>
              <a:rPr sz="1800" lang="en-AU" b="0" i="0">
                <a:solidFill>
                  <a:srgbClr val="000000"/>
                </a:solidFill>
                <a:latin typeface="MarkOT" panose="020B0504020201010104" pitchFamily="34" charset="0"/>
              </a:rPr>
              <a:t>22 roles the GMs put on hold are back in the hiring plan and 4.47 of cost sits outside today’s numbers</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HOLDS WITH HIRE DATES  |  3.7 VACANCY ANALYSIS AND THE 2.X TABS</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full year</a:t>
            </a:r>
          </a:p>
        </p:txBody>
      </p:sp>
      <p:sp>
        <p:nvSpPr>
          <p:cNvPr id="12" name="SubClaim"/>
          <p:cNvSpPr txBox="1"/>
          <p:nvPr/>
        </p:nvSpPr>
        <p:spPr>
          <a:xfrm>
            <a:off x="646691" y="969264"/>
            <a:ext cx="5591154"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Eight lines hold 22 roles and give them hire dates</a:t>
            </a:r>
          </a:p>
        </p:txBody>
      </p:sp>
      <p:sp>
        <p:nvSpPr>
          <p:cNvPr id="13" name="SubClaim"/>
          <p:cNvSpPr txBox="1"/>
          <p:nvPr/>
        </p:nvSpPr>
        <p:spPr>
          <a:xfrm>
            <a:off x="6512965" y="969264"/>
            <a:ext cx="5236160" cy="180975"/>
          </a:xfrm>
          <a:prstGeom prst="rect">
            <a:avLst/>
          </a:prstGeom>
          <a:noFill/>
        </p:spPr>
        <p:txBody>
          <a:bodyPr wrap="square" lIns="0" rIns="0" tIns="0" bIns="0" anchor="t">
            <a:spAutoFit/>
          </a:bodyPr>
          <a:lstStyle/>
          <a:p>
            <a:pPr algn="l">
              <a:spcAft>
                <a:spcPts val="300"/>
              </a:spcAft>
            </a:pPr>
            <a:r>
              <a:rPr lang="en-AU" dirty="0" sz="1050">
                <a:solidFill>
                  <a:srgbClr val="ED0C06"/>
                </a:solidFill>
                <a:latin typeface="MarkOTBold" panose="020B0804020201010104" pitchFamily="34" charset="0"/>
              </a:rPr>
              <a:t>Hiring as stated puts 2.54 back on TDD</a:t>
            </a:r>
          </a:p>
        </p:txBody>
      </p:sp>
      <p:graphicFrame>
        <p:nvGraphicFramePr>
          <p:cNvPr id="14" name="FlipFlopByLine"/>
          <p:cNvGraphicFramePr>
            <a:graphicFrameLocks noGrp="1"/>
          </p:cNvGraphicFramePr>
          <p:nvPr/>
        </p:nvGraphicFramePr>
        <p:xfrm>
          <a:off x="646691" y="1335024"/>
          <a:ext cx="5635529" cy="2217420"/>
        </p:xfrm>
        <a:graphic>
          <a:graphicData uri="http://schemas.openxmlformats.org/drawingml/2006/table">
            <a:tbl>
              <a:tblPr/>
              <a:tblGrid>
                <a:gridCol w="1730595"/>
                <a:gridCol w="665614"/>
                <a:gridCol w="621239"/>
                <a:gridCol w="843111"/>
                <a:gridCol w="887485"/>
                <a:gridCol w="887485"/>
              </a:tblGrid>
              <a:tr h="365760">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Portfolio or COE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FTE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Full cost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All holds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Share of holds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Enterprise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0.98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0.98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Infrastructure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0.78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0.78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Z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0.65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tx1"/>
                          </a:solidFill>
                          <a:effectLst/>
                          <a:latin typeface="MarkOTBold" panose="020B0804020201010104" pitchFamily="34" charset="0"/>
                        </a:rPr>
                        <a:t>COE SA&amp;D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TDD Group Functions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0.61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0.88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69%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Energy Solutions &amp; B2B</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0.41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0.41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Finance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0.23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44%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P&amp;C</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Total, holds with a hire date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22.0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4.47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5.89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76%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graphicFrame>
        <p:nvGraphicFramePr>
          <p:cNvPr id="15" name="WhatComesBack"/>
          <p:cNvGraphicFramePr>
            <a:graphicFrameLocks noGrp="1"/>
          </p:cNvGraphicFramePr>
          <p:nvPr/>
        </p:nvGraphicFramePr>
        <p:xfrm>
          <a:off x="646691" y="3840480"/>
          <a:ext cx="5635528" cy="1152144"/>
        </p:xfrm>
        <a:graphic>
          <a:graphicData uri="http://schemas.openxmlformats.org/drawingml/2006/table">
            <a:tbl>
              <a:tblPr/>
              <a:tblGrid>
                <a:gridCol w="2307460"/>
                <a:gridCol w="1109356"/>
                <a:gridCol w="1109356"/>
                <a:gridCol w="1109356"/>
              </a:tblGrid>
              <a:tr h="329184">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If they hire as stated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When</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Back into FY26 second half</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Oct-2026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Back into FY27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3.90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2027 months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1168">
                <a:tc>
                  <a:txBody>
                    <a:bodyPr/>
                    <a:lstStyle/>
                    <a:p>
                      <a:pPr algn="l" rtl="0" fontAlgn="base">
                        <a:lnSpc>
                          <a:spcPts val="795"/>
                        </a:lnSpc>
                        <a:buNone/>
                      </a:pPr>
                      <a:r>
                        <a:rPr lang="en-US" sz="750" b="0" i="0">
                          <a:solidFill>
                            <a:schemeClr val="tx1"/>
                          </a:solidFill>
                          <a:effectLst/>
                          <a:latin typeface="MarkOTBold" panose="020B0804020201010104" pitchFamily="34" charset="0"/>
                        </a:rPr>
                        <a:t>Of which lands on TDD lights on</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2.54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FY27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9456">
                <a:tc>
                  <a:txBody>
                    <a:bodyPr/>
                    <a:lstStyle/>
                    <a:p>
                      <a:pPr algn="l" rtl="0" fontAlgn="base">
                        <a:lnSpc>
                          <a:spcPts val="795"/>
                        </a:lnSpc>
                        <a:buNone/>
                      </a:pPr>
                      <a:r>
                        <a:rPr lang="en-US" sz="750" b="0" i="0">
                          <a:solidFill>
                            <a:schemeClr val="bg1"/>
                          </a:solidFill>
                          <a:effectLst/>
                          <a:latin typeface="MarkOTBold" panose="020B0804020201010104" pitchFamily="34" charset="0"/>
                        </a:rPr>
                        <a:t>All 30 holds, for context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5.89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zero priced today</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16" name="TextBox 15"/>
          <p:cNvSpPr txBox="1"/>
          <p:nvPr/>
        </p:nvSpPr>
        <p:spPr>
          <a:xfrm>
            <a:off x="6512965" y="1243584"/>
            <a:ext cx="5236160"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Held at zero today</a:t>
            </a:r>
            <a:r>
              <a:rPr lang="en-AU" dirty="0" sz="800">
                <a:solidFill>
                  <a:srgbClr val="5F5F5F"/>
                </a:solidFill>
                <a:latin typeface="MarkOT" panose="020B0504020201010104" pitchFamily="34" charset="0"/>
              </a:rPr>
              <a:t>  against  </a:t>
            </a:r>
            <a:r>
              <a:rPr lang="en-AU" dirty="0" sz="800">
                <a:solidFill>
                  <a:srgbClr val="ED0C06"/>
                </a:solidFill>
                <a:latin typeface="MarkOTBold" panose="020B0804020201010104" pitchFamily="34" charset="0"/>
              </a:rPr>
              <a:t>full cost if hired</a:t>
            </a:r>
          </a:p>
        </p:txBody>
      </p:sp>
      <p:cxnSp>
        <p:nvCxnSpPr>
          <p:cNvPr id="17" name="Connector 16"/>
          <p:cNvCxnSpPr/>
          <p:nvPr/>
        </p:nvCxnSpPr>
        <p:spPr>
          <a:xfrm>
            <a:off x="7888567" y="1426464"/>
            <a:ext cx="9144" cy="1847088"/>
          </a:xfrm>
          <a:prstGeom prst="line">
            <a:avLst/>
          </a:prstGeom>
          <a:ln w="12700">
            <a:solidFill>
              <a:srgbClr val="E0E0E0"/>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888567" y="1513332"/>
            <a:ext cx="3283694" cy="45720"/>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19" name="Oval 18"/>
          <p:cNvSpPr/>
          <p:nvPr/>
        </p:nvSpPr>
        <p:spPr>
          <a:xfrm>
            <a:off x="7839755" y="1485900"/>
            <a:ext cx="97623" cy="100584"/>
          </a:xfrm>
          <a:prstGeom prst="ellipse">
            <a:avLst/>
          </a:prstGeom>
          <a:solidFill>
            <a:srgbClr val="FFFFFF"/>
          </a:solidFill>
          <a:ln w="9525">
            <a:solidFill>
              <a:srgbClr val="5F5F5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0" name="Oval 19"/>
          <p:cNvSpPr/>
          <p:nvPr/>
        </p:nvSpPr>
        <p:spPr>
          <a:xfrm>
            <a:off x="11114574" y="1476756"/>
            <a:ext cx="115373" cy="118872"/>
          </a:xfrm>
          <a:prstGeom prst="ellipse">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1" name="TextBox 20"/>
          <p:cNvSpPr txBox="1"/>
          <p:nvPr/>
        </p:nvSpPr>
        <p:spPr>
          <a:xfrm>
            <a:off x="6512965" y="1453896"/>
            <a:ext cx="1286853"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 panose="020B0504020201010104" pitchFamily="34" charset="0"/>
              </a:rPr>
              <a:t>Enterprise Data</a:t>
            </a:r>
          </a:p>
        </p:txBody>
      </p:sp>
      <p:sp>
        <p:nvSpPr>
          <p:cNvPr id="22" name="TextBox 21"/>
          <p:cNvSpPr txBox="1"/>
          <p:nvPr/>
        </p:nvSpPr>
        <p:spPr>
          <a:xfrm>
            <a:off x="11252134" y="1453896"/>
            <a:ext cx="48811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0.98</a:t>
            </a:r>
          </a:p>
        </p:txBody>
      </p:sp>
      <p:sp>
        <p:nvSpPr>
          <p:cNvPr id="23" name="Rectangle 22"/>
          <p:cNvSpPr/>
          <p:nvPr/>
        </p:nvSpPr>
        <p:spPr>
          <a:xfrm>
            <a:off x="7888567" y="1737360"/>
            <a:ext cx="2613552" cy="45720"/>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4" name="Oval 23"/>
          <p:cNvSpPr/>
          <p:nvPr/>
        </p:nvSpPr>
        <p:spPr>
          <a:xfrm>
            <a:off x="7839755" y="1709928"/>
            <a:ext cx="97623" cy="100584"/>
          </a:xfrm>
          <a:prstGeom prst="ellipse">
            <a:avLst/>
          </a:prstGeom>
          <a:solidFill>
            <a:srgbClr val="FFFFFF"/>
          </a:solidFill>
          <a:ln w="9525">
            <a:solidFill>
              <a:srgbClr val="5F5F5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5" name="Oval 24"/>
          <p:cNvSpPr/>
          <p:nvPr/>
        </p:nvSpPr>
        <p:spPr>
          <a:xfrm>
            <a:off x="10444433" y="1700784"/>
            <a:ext cx="115373" cy="118872"/>
          </a:xfrm>
          <a:prstGeom prst="ellipse">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6" name="TextBox 25"/>
          <p:cNvSpPr txBox="1"/>
          <p:nvPr/>
        </p:nvSpPr>
        <p:spPr>
          <a:xfrm>
            <a:off x="6512965" y="1677924"/>
            <a:ext cx="1286853"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 panose="020B0504020201010104" pitchFamily="34" charset="0"/>
              </a:rPr>
              <a:t>Infrastructure</a:t>
            </a:r>
          </a:p>
        </p:txBody>
      </p:sp>
      <p:sp>
        <p:nvSpPr>
          <p:cNvPr id="27" name="TextBox 26"/>
          <p:cNvSpPr txBox="1"/>
          <p:nvPr/>
        </p:nvSpPr>
        <p:spPr>
          <a:xfrm>
            <a:off x="10581993" y="1677924"/>
            <a:ext cx="48811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0.78</a:t>
            </a:r>
          </a:p>
        </p:txBody>
      </p:sp>
      <p:sp>
        <p:nvSpPr>
          <p:cNvPr id="28" name="Rectangle 27"/>
          <p:cNvSpPr/>
          <p:nvPr/>
        </p:nvSpPr>
        <p:spPr>
          <a:xfrm>
            <a:off x="7888567" y="1961388"/>
            <a:ext cx="2177960" cy="45720"/>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29" name="Oval 28"/>
          <p:cNvSpPr/>
          <p:nvPr/>
        </p:nvSpPr>
        <p:spPr>
          <a:xfrm>
            <a:off x="7839755" y="1933956"/>
            <a:ext cx="97623" cy="100584"/>
          </a:xfrm>
          <a:prstGeom prst="ellipse">
            <a:avLst/>
          </a:prstGeom>
          <a:solidFill>
            <a:srgbClr val="FFFFFF"/>
          </a:solidFill>
          <a:ln w="9525">
            <a:solidFill>
              <a:srgbClr val="5F5F5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0" name="Oval 29"/>
          <p:cNvSpPr/>
          <p:nvPr/>
        </p:nvSpPr>
        <p:spPr>
          <a:xfrm>
            <a:off x="10008840" y="1924812"/>
            <a:ext cx="115373" cy="118872"/>
          </a:xfrm>
          <a:prstGeom prst="ellipse">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1" name="TextBox 30"/>
          <p:cNvSpPr txBox="1"/>
          <p:nvPr/>
        </p:nvSpPr>
        <p:spPr>
          <a:xfrm>
            <a:off x="6512965" y="1901952"/>
            <a:ext cx="1286853"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 panose="020B0504020201010104" pitchFamily="34" charset="0"/>
              </a:rPr>
              <a:t>Z Retail</a:t>
            </a:r>
          </a:p>
        </p:txBody>
      </p:sp>
      <p:sp>
        <p:nvSpPr>
          <p:cNvPr id="32" name="TextBox 31"/>
          <p:cNvSpPr txBox="1"/>
          <p:nvPr/>
        </p:nvSpPr>
        <p:spPr>
          <a:xfrm>
            <a:off x="10146400" y="1901952"/>
            <a:ext cx="48811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0.65</a:t>
            </a:r>
          </a:p>
        </p:txBody>
      </p:sp>
      <p:sp>
        <p:nvSpPr>
          <p:cNvPr id="33" name="Rectangle 32"/>
          <p:cNvSpPr/>
          <p:nvPr/>
        </p:nvSpPr>
        <p:spPr>
          <a:xfrm>
            <a:off x="7888567" y="2185416"/>
            <a:ext cx="2077438" cy="45720"/>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4" name="Oval 33"/>
          <p:cNvSpPr/>
          <p:nvPr/>
        </p:nvSpPr>
        <p:spPr>
          <a:xfrm>
            <a:off x="7839755" y="2157984"/>
            <a:ext cx="97623" cy="100584"/>
          </a:xfrm>
          <a:prstGeom prst="ellipse">
            <a:avLst/>
          </a:prstGeom>
          <a:solidFill>
            <a:srgbClr val="FFFFFF"/>
          </a:solidFill>
          <a:ln w="9525">
            <a:solidFill>
              <a:srgbClr val="5F5F5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5" name="Oval 34"/>
          <p:cNvSpPr/>
          <p:nvPr/>
        </p:nvSpPr>
        <p:spPr>
          <a:xfrm>
            <a:off x="9908319" y="2148840"/>
            <a:ext cx="115373" cy="118872"/>
          </a:xfrm>
          <a:prstGeom prst="ellipse">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6" name="TextBox 35"/>
          <p:cNvSpPr txBox="1"/>
          <p:nvPr/>
        </p:nvSpPr>
        <p:spPr>
          <a:xfrm>
            <a:off x="6512965" y="2125980"/>
            <a:ext cx="1286853"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 panose="020B0504020201010104" pitchFamily="34" charset="0"/>
              </a:rPr>
              <a:t>COE SA&amp;D</a:t>
            </a:r>
          </a:p>
        </p:txBody>
      </p:sp>
      <p:sp>
        <p:nvSpPr>
          <p:cNvPr id="37" name="TextBox 36"/>
          <p:cNvSpPr txBox="1"/>
          <p:nvPr/>
        </p:nvSpPr>
        <p:spPr>
          <a:xfrm>
            <a:off x="10045879" y="2125980"/>
            <a:ext cx="48811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0.62</a:t>
            </a:r>
          </a:p>
        </p:txBody>
      </p:sp>
      <p:sp>
        <p:nvSpPr>
          <p:cNvPr id="38" name="Rectangle 37"/>
          <p:cNvSpPr/>
          <p:nvPr/>
        </p:nvSpPr>
        <p:spPr>
          <a:xfrm>
            <a:off x="7888567" y="2409444"/>
            <a:ext cx="2043932" cy="45720"/>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39" name="Oval 38"/>
          <p:cNvSpPr/>
          <p:nvPr/>
        </p:nvSpPr>
        <p:spPr>
          <a:xfrm>
            <a:off x="7839755" y="2382012"/>
            <a:ext cx="97623" cy="100584"/>
          </a:xfrm>
          <a:prstGeom prst="ellipse">
            <a:avLst/>
          </a:prstGeom>
          <a:solidFill>
            <a:srgbClr val="FFFFFF"/>
          </a:solidFill>
          <a:ln w="9525">
            <a:solidFill>
              <a:srgbClr val="5F5F5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40" name="Oval 39"/>
          <p:cNvSpPr/>
          <p:nvPr/>
        </p:nvSpPr>
        <p:spPr>
          <a:xfrm>
            <a:off x="9874812" y="2372868"/>
            <a:ext cx="115373" cy="118872"/>
          </a:xfrm>
          <a:prstGeom prst="ellipse">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41" name="TextBox 40"/>
          <p:cNvSpPr txBox="1"/>
          <p:nvPr/>
        </p:nvSpPr>
        <p:spPr>
          <a:xfrm>
            <a:off x="6512965" y="2350008"/>
            <a:ext cx="1286853"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 panose="020B0504020201010104" pitchFamily="34" charset="0"/>
              </a:rPr>
              <a:t>TDD Group Fns</a:t>
            </a:r>
          </a:p>
        </p:txBody>
      </p:sp>
      <p:sp>
        <p:nvSpPr>
          <p:cNvPr id="42" name="TextBox 41"/>
          <p:cNvSpPr txBox="1"/>
          <p:nvPr/>
        </p:nvSpPr>
        <p:spPr>
          <a:xfrm>
            <a:off x="10012372" y="2350008"/>
            <a:ext cx="48811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0.61</a:t>
            </a:r>
          </a:p>
        </p:txBody>
      </p:sp>
      <p:sp>
        <p:nvSpPr>
          <p:cNvPr id="43" name="Rectangle 42"/>
          <p:cNvSpPr/>
          <p:nvPr/>
        </p:nvSpPr>
        <p:spPr>
          <a:xfrm>
            <a:off x="7888567" y="2633472"/>
            <a:ext cx="1373790" cy="45720"/>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44" name="Oval 43"/>
          <p:cNvSpPr/>
          <p:nvPr/>
        </p:nvSpPr>
        <p:spPr>
          <a:xfrm>
            <a:off x="7839755" y="2606040"/>
            <a:ext cx="97623" cy="100584"/>
          </a:xfrm>
          <a:prstGeom prst="ellipse">
            <a:avLst/>
          </a:prstGeom>
          <a:solidFill>
            <a:srgbClr val="FFFFFF"/>
          </a:solidFill>
          <a:ln w="9525">
            <a:solidFill>
              <a:srgbClr val="5F5F5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45" name="Oval 44"/>
          <p:cNvSpPr/>
          <p:nvPr/>
        </p:nvSpPr>
        <p:spPr>
          <a:xfrm>
            <a:off x="9204671" y="2596896"/>
            <a:ext cx="115373" cy="118872"/>
          </a:xfrm>
          <a:prstGeom prst="ellipse">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46" name="TextBox 45"/>
          <p:cNvSpPr txBox="1"/>
          <p:nvPr/>
        </p:nvSpPr>
        <p:spPr>
          <a:xfrm>
            <a:off x="6512965" y="2574036"/>
            <a:ext cx="1286853"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 panose="020B0504020201010104" pitchFamily="34" charset="0"/>
              </a:rPr>
              <a:t>Energy Sol &amp; B2B</a:t>
            </a:r>
          </a:p>
        </p:txBody>
      </p:sp>
      <p:sp>
        <p:nvSpPr>
          <p:cNvPr id="47" name="TextBox 46"/>
          <p:cNvSpPr txBox="1"/>
          <p:nvPr/>
        </p:nvSpPr>
        <p:spPr>
          <a:xfrm>
            <a:off x="9342231" y="2574036"/>
            <a:ext cx="48811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0.41</a:t>
            </a:r>
          </a:p>
        </p:txBody>
      </p:sp>
      <p:sp>
        <p:nvSpPr>
          <p:cNvPr id="48" name="Rectangle 47"/>
          <p:cNvSpPr/>
          <p:nvPr/>
        </p:nvSpPr>
        <p:spPr>
          <a:xfrm>
            <a:off x="7888567" y="2857500"/>
            <a:ext cx="770663" cy="45720"/>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49" name="Oval 48"/>
          <p:cNvSpPr/>
          <p:nvPr/>
        </p:nvSpPr>
        <p:spPr>
          <a:xfrm>
            <a:off x="7839755" y="2830068"/>
            <a:ext cx="97623" cy="100584"/>
          </a:xfrm>
          <a:prstGeom prst="ellipse">
            <a:avLst/>
          </a:prstGeom>
          <a:solidFill>
            <a:srgbClr val="FFFFFF"/>
          </a:solidFill>
          <a:ln w="9525">
            <a:solidFill>
              <a:srgbClr val="5F5F5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50" name="Oval 49"/>
          <p:cNvSpPr/>
          <p:nvPr/>
        </p:nvSpPr>
        <p:spPr>
          <a:xfrm>
            <a:off x="8601543" y="2820924"/>
            <a:ext cx="115373" cy="118872"/>
          </a:xfrm>
          <a:prstGeom prst="ellipse">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51" name="TextBox 50"/>
          <p:cNvSpPr txBox="1"/>
          <p:nvPr/>
        </p:nvSpPr>
        <p:spPr>
          <a:xfrm>
            <a:off x="6512965" y="2798064"/>
            <a:ext cx="1286853"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 panose="020B0504020201010104" pitchFamily="34" charset="0"/>
              </a:rPr>
              <a:t>Finance</a:t>
            </a:r>
          </a:p>
        </p:txBody>
      </p:sp>
      <p:sp>
        <p:nvSpPr>
          <p:cNvPr id="52" name="TextBox 51"/>
          <p:cNvSpPr txBox="1"/>
          <p:nvPr/>
        </p:nvSpPr>
        <p:spPr>
          <a:xfrm>
            <a:off x="8739103" y="2798064"/>
            <a:ext cx="48811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0.23</a:t>
            </a:r>
          </a:p>
        </p:txBody>
      </p:sp>
      <p:sp>
        <p:nvSpPr>
          <p:cNvPr id="53" name="Rectangle 52"/>
          <p:cNvSpPr/>
          <p:nvPr/>
        </p:nvSpPr>
        <p:spPr>
          <a:xfrm>
            <a:off x="7888567" y="3081528"/>
            <a:ext cx="670141" cy="45720"/>
          </a:xfrm>
          <a:prstGeom prst="rect">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54" name="Oval 53"/>
          <p:cNvSpPr/>
          <p:nvPr/>
        </p:nvSpPr>
        <p:spPr>
          <a:xfrm>
            <a:off x="7839755" y="3054096"/>
            <a:ext cx="97623" cy="100584"/>
          </a:xfrm>
          <a:prstGeom prst="ellipse">
            <a:avLst/>
          </a:prstGeom>
          <a:solidFill>
            <a:srgbClr val="FFFFFF"/>
          </a:solidFill>
          <a:ln w="9525">
            <a:solidFill>
              <a:srgbClr val="5F5F5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55" name="Oval 54"/>
          <p:cNvSpPr/>
          <p:nvPr/>
        </p:nvSpPr>
        <p:spPr>
          <a:xfrm>
            <a:off x="8501022" y="3044952"/>
            <a:ext cx="115373" cy="118872"/>
          </a:xfrm>
          <a:prstGeom prst="ellipse">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p>
        </p:txBody>
      </p:sp>
      <p:sp>
        <p:nvSpPr>
          <p:cNvPr id="56" name="TextBox 55"/>
          <p:cNvSpPr txBox="1"/>
          <p:nvPr/>
        </p:nvSpPr>
        <p:spPr>
          <a:xfrm>
            <a:off x="6512965" y="3022092"/>
            <a:ext cx="1286853" cy="142240"/>
          </a:xfrm>
          <a:prstGeom prst="rect">
            <a:avLst/>
          </a:prstGeom>
          <a:noFill/>
        </p:spPr>
        <p:txBody>
          <a:bodyPr wrap="square" lIns="0" rIns="0" tIns="0" bIns="0" anchor="t">
            <a:spAutoFit/>
          </a:bodyPr>
          <a:lstStyle/>
          <a:p>
            <a:pPr algn="r">
              <a:spcAft>
                <a:spcPts val="300"/>
              </a:spcAft>
            </a:pPr>
            <a:r>
              <a:rPr lang="en-AU" dirty="0" sz="800">
                <a:solidFill>
                  <a:srgbClr val="1A1A1A"/>
                </a:solidFill>
                <a:latin typeface="MarkOT" panose="020B0504020201010104" pitchFamily="34" charset="0"/>
              </a:rPr>
              <a:t>P&amp;C</a:t>
            </a:r>
          </a:p>
        </p:txBody>
      </p:sp>
      <p:sp>
        <p:nvSpPr>
          <p:cNvPr id="57" name="TextBox 56"/>
          <p:cNvSpPr txBox="1"/>
          <p:nvPr/>
        </p:nvSpPr>
        <p:spPr>
          <a:xfrm>
            <a:off x="8638582" y="3022092"/>
            <a:ext cx="488117"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0.20</a:t>
            </a:r>
          </a:p>
        </p:txBody>
      </p:sp>
      <p:cxnSp>
        <p:nvCxnSpPr>
          <p:cNvPr id="58" name="Connector 57"/>
          <p:cNvCxnSpPr/>
          <p:nvPr/>
        </p:nvCxnSpPr>
        <p:spPr>
          <a:xfrm>
            <a:off x="9761277" y="1389888"/>
            <a:ext cx="9144" cy="1883664"/>
          </a:xfrm>
          <a:prstGeom prst="line">
            <a:avLst/>
          </a:prstGeom>
          <a:ln w="9525">
            <a:solidFill>
              <a:srgbClr val="5F5F5F"/>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095664" y="3291840"/>
            <a:ext cx="1419976"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average hold 0.56</a:t>
            </a:r>
          </a:p>
        </p:txBody>
      </p:sp>
      <p:sp>
        <p:nvSpPr>
          <p:cNvPr id="60" name="Oval 59"/>
          <p:cNvSpPr/>
          <p:nvPr/>
        </p:nvSpPr>
        <p:spPr>
          <a:xfrm>
            <a:off x="6309360" y="1435608"/>
            <a:ext cx="195247"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61" name="Oval 60"/>
          <p:cNvSpPr/>
          <p:nvPr/>
        </p:nvSpPr>
        <p:spPr>
          <a:xfrm>
            <a:off x="442570" y="4583430"/>
            <a:ext cx="195247"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cxnSp>
        <p:nvCxnSpPr>
          <p:cNvPr id="62" name="Connector 61"/>
          <p:cNvCxnSpPr/>
          <p:nvPr/>
        </p:nvCxnSpPr>
        <p:spPr>
          <a:xfrm>
            <a:off x="637816" y="4684014"/>
            <a:ext cx="53249"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512965" y="3703320"/>
            <a:ext cx="5236160" cy="728472"/>
          </a:xfrm>
          <a:prstGeom prst="rect">
            <a:avLst/>
          </a:prstGeom>
          <a:noFill/>
        </p:spPr>
        <p:txBody>
          <a:bodyPr wrap="square" lIns="0" rIns="0" tIns="0" bIns="0" anchor="t">
            <a:spAutoFit/>
          </a:bodyPr>
          <a:lstStyle/>
          <a:p>
            <a:pPr algn="l">
              <a:spcAft>
                <a:spcPts val="6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Enterprise Data holds five roles worth 0.98 and three of them start hiring in October.</a:t>
            </a:r>
          </a:p>
          <a:p>
            <a:pPr algn="l">
              <a:spcAft>
                <a:spcPts val="6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Held at zero and hiring at the same time is a decision nobody has made.</a:t>
            </a:r>
          </a:p>
          <a:p>
            <a:pPr algn="l">
              <a:spcAft>
                <a:spcPts val="600"/>
              </a:spcAft>
            </a:pPr>
            <a:r>
              <a:rPr lang="en-AU" dirty="0" sz="900">
                <a:solidFill>
                  <a:srgbClr val="18249C"/>
                </a:solidFill>
                <a:latin typeface="MarkOTBold" panose="020B0804020201010104" pitchFamily="34" charset="0"/>
              </a:rPr>
              <a:t>The two COEs furthest over their lines, Cyber and Service Ops, gave no hire dates at all for their nine vacancies.</a:t>
            </a:r>
          </a:p>
        </p:txBody>
      </p:sp>
      <p:sp>
        <p:nvSpPr>
          <p:cNvPr id="64"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Pick one: keep the 22 roles at zero, or put the 4.47 into the plan and the 2.54 onto the line.</a:t>
            </a:r>
          </a:p>
        </p:txBody>
      </p:sp>
      <p:sp>
        <p:nvSpPr>
          <p:cNvPr id="65"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Holds are priced at zero in the model today. Full cost is the annual cost of the role. Share of holds is each line's dated holds against all its holds.</a:t>
            </a:r>
          </a:p>
          <a:p>
            <a:pPr algn="l">
              <a:spcAft>
                <a:spcPts val="100"/>
              </a:spcAft>
            </a:pPr>
            <a:r>
              <a:rPr lang="en-AU" dirty="0" sz="800" i="0">
                <a:solidFill>
                  <a:srgbClr val="5F5F5F"/>
                </a:solidFill>
                <a:latin typeface="MarkOT" panose="020B0504020201010104" pitchFamily="34" charset="0"/>
              </a:rPr>
              <a:t>2  Source: 3.7 rows 16 to 147 and 153 to 169; hire months on the 2.x tabs. The other 0.85 of holds sits in Ampol Retail 0.20, Commercial Fuels 0.12 and COE Service Ops 0.53, no dates set. Columns may not add to totals due to rounding.</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extLst>
      <p:ext uri="{BB962C8B-B14F-4D97-AF65-F5344CB8AC3E}">
        <p14:creationId xmlns:p14="http://schemas.microsoft.com/office/powerpoint/2010/main" val="4165327294"/>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Hiring ramps from one start in July to 107 by mid 2027</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THE HIRING RAMP  |  3.7 VACANCY ANALYSIS AND THE 2.X HIRE MONTHS</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starts and $m of people cost</a:t>
            </a:r>
          </a:p>
        </p:txBody>
      </p:sp>
      <p:sp>
        <p:nvSpPr>
          <p:cNvPr id="12" name="SubClaim"/>
          <p:cNvSpPr txBox="1"/>
          <p:nvPr/>
        </p:nvSpPr>
        <p:spPr>
          <a:xfrm>
            <a:off x="442570" y="969264"/>
            <a:ext cx="7201628"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73 of the 107 starts land in FY26 second half</a:t>
            </a:r>
          </a:p>
        </p:txBody>
      </p:sp>
      <p:sp>
        <p:nvSpPr>
          <p:cNvPr id="13" name="SubClaim"/>
          <p:cNvSpPr txBox="1"/>
          <p:nvPr/>
        </p:nvSpPr>
        <p:spPr>
          <a:xfrm>
            <a:off x="7788230" y="969264"/>
            <a:ext cx="3960895" cy="180975"/>
          </a:xfrm>
          <a:prstGeom prst="rect">
            <a:avLst/>
          </a:prstGeom>
          <a:noFill/>
        </p:spPr>
        <p:txBody>
          <a:bodyPr wrap="square" lIns="0" rIns="0" tIns="0" bIns="0" anchor="t">
            <a:spAutoFit/>
          </a:bodyPr>
          <a:lstStyle/>
          <a:p>
            <a:pPr algn="l">
              <a:spcAft>
                <a:spcPts val="300"/>
              </a:spcAft>
            </a:pPr>
            <a:r>
              <a:rPr lang="en-AU" dirty="0" sz="1050">
                <a:solidFill>
                  <a:srgbClr val="ED0C06"/>
                </a:solidFill>
                <a:latin typeface="MarkOTBold" panose="020B0804020201010104" pitchFamily="34" charset="0"/>
              </a:rPr>
              <a:t>The two cyber COEs set no dates at all</a:t>
            </a:r>
          </a:p>
        </p:txBody>
      </p:sp>
      <p:graphicFrame>
        <p:nvGraphicFramePr>
          <p:cNvPr id="14" name="HiringRamp"/>
          <p:cNvGraphicFramePr>
            <a:graphicFrameLocks noGrp="1"/>
          </p:cNvGraphicFramePr>
          <p:nvPr/>
        </p:nvGraphicFramePr>
        <p:xfrm>
          <a:off x="442570" y="1335024"/>
          <a:ext cx="7201628" cy="3291840"/>
        </p:xfrm>
        <a:graphic>
          <a:graphicData uri="http://schemas.openxmlformats.org/drawingml/2006/chart">
            <c:chart xmlns:c="http://schemas.openxmlformats.org/drawingml/2006/chart" r:id="rId2"/>
          </a:graphicData>
        </a:graphic>
      </p:graphicFrame>
      <p:cxnSp>
        <p:nvCxnSpPr>
          <p:cNvPr id="15" name="Connector 14"/>
          <p:cNvCxnSpPr/>
          <p:nvPr/>
        </p:nvCxnSpPr>
        <p:spPr>
          <a:xfrm>
            <a:off x="3738700" y="1499616"/>
            <a:ext cx="9144" cy="2633472"/>
          </a:xfrm>
          <a:prstGeom prst="line">
            <a:avLst/>
          </a:prstGeom>
          <a:ln w="9525">
            <a:solidFill>
              <a:srgbClr val="5F5F5F"/>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668232" y="4443984"/>
            <a:ext cx="2025458" cy="142240"/>
          </a:xfrm>
          <a:prstGeom prst="rect">
            <a:avLst/>
          </a:prstGeom>
          <a:noFill/>
        </p:spPr>
        <p:txBody>
          <a:bodyPr wrap="square" lIns="0" rIns="0" tIns="0" bIns="0" anchor="t">
            <a:spAutoFit/>
          </a:bodyPr>
          <a:lstStyle/>
          <a:p>
            <a:pPr algn="r">
              <a:spcAft>
                <a:spcPts val="300"/>
              </a:spcAft>
            </a:pPr>
            <a:r>
              <a:rPr lang="en-AU" dirty="0" sz="800">
                <a:solidFill>
                  <a:srgbClr val="18249C"/>
                </a:solidFill>
                <a:latin typeface="MarkOTBold" panose="020B0804020201010104" pitchFamily="34" charset="0"/>
              </a:rPr>
              <a:t>73 starts by December, 4.35 of people cost</a:t>
            </a:r>
          </a:p>
        </p:txBody>
      </p:sp>
      <p:sp>
        <p:nvSpPr>
          <p:cNvPr id="17" name="TextBox 16"/>
          <p:cNvSpPr txBox="1"/>
          <p:nvPr/>
        </p:nvSpPr>
        <p:spPr>
          <a:xfrm>
            <a:off x="3792712" y="4443984"/>
            <a:ext cx="2070468" cy="142240"/>
          </a:xfrm>
          <a:prstGeom prst="rect">
            <a:avLst/>
          </a:prstGeom>
          <a:noFill/>
        </p:spPr>
        <p:txBody>
          <a:bodyPr wrap="square" lIns="0" rIns="0" tIns="0" bIns="0" anchor="t">
            <a:spAutoFit/>
          </a:bodyPr>
          <a:lstStyle/>
          <a:p>
            <a:pPr algn="l">
              <a:spcAft>
                <a:spcPts val="300"/>
              </a:spcAft>
            </a:pPr>
            <a:r>
              <a:rPr lang="en-AU" dirty="0" sz="800">
                <a:solidFill>
                  <a:srgbClr val="747BC3"/>
                </a:solidFill>
                <a:latin typeface="MarkOTBold" panose="020B0804020201010104" pitchFamily="34" charset="0"/>
              </a:rPr>
              <a:t>34 more across 2027</a:t>
            </a:r>
          </a:p>
        </p:txBody>
      </p:sp>
      <p:sp>
        <p:nvSpPr>
          <p:cNvPr id="18" name="TextBox 17"/>
          <p:cNvSpPr txBox="1"/>
          <p:nvPr/>
        </p:nvSpPr>
        <p:spPr>
          <a:xfrm>
            <a:off x="442570" y="1170432"/>
            <a:ext cx="4501018"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Columns are starts in the month, navy 2026 and periwinkle 2027; the red line is starts to date</a:t>
            </a:r>
          </a:p>
        </p:txBody>
      </p:sp>
      <p:graphicFrame>
        <p:nvGraphicFramePr>
          <p:cNvPr id="19" name="H2CostByMonth"/>
          <p:cNvGraphicFramePr>
            <a:graphicFrameLocks noGrp="1"/>
          </p:cNvGraphicFramePr>
          <p:nvPr/>
        </p:nvGraphicFramePr>
        <p:xfrm>
          <a:off x="7788230" y="1335024"/>
          <a:ext cx="3960896" cy="1655064"/>
        </p:xfrm>
        <a:graphic>
          <a:graphicData uri="http://schemas.openxmlformats.org/drawingml/2006/table">
            <a:tbl>
              <a:tblPr/>
              <a:tblGrid>
                <a:gridCol w="1620366"/>
                <a:gridCol w="1170265"/>
                <a:gridCol w="1170265"/>
              </a:tblGrid>
              <a:tr h="365760">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Start month</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Starts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 in FY26 H2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July</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August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1.30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September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2.16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October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November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FY26 second half</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73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4.35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20" name="Oval 19"/>
          <p:cNvSpPr/>
          <p:nvPr/>
        </p:nvSpPr>
        <p:spPr>
          <a:xfrm>
            <a:off x="2011001" y="2002536"/>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21" name="Oval 20"/>
          <p:cNvSpPr/>
          <p:nvPr/>
        </p:nvSpPr>
        <p:spPr>
          <a:xfrm>
            <a:off x="7554177" y="2137410"/>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22" name="TextBox 21"/>
          <p:cNvSpPr txBox="1"/>
          <p:nvPr/>
        </p:nvSpPr>
        <p:spPr>
          <a:xfrm>
            <a:off x="7788230" y="3218688"/>
            <a:ext cx="3960895" cy="728472"/>
          </a:xfrm>
          <a:prstGeom prst="rect">
            <a:avLst/>
          </a:prstGeom>
          <a:noFill/>
        </p:spPr>
        <p:txBody>
          <a:bodyPr wrap="square" lIns="0" rIns="0" tIns="0" bIns="0" anchor="t">
            <a:spAutoFit/>
          </a:bodyPr>
          <a:lstStyle/>
          <a:p>
            <a:pPr algn="l">
              <a:spcAft>
                <a:spcPts val="6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September is the peak, 30 starts in one month.</a:t>
            </a:r>
          </a:p>
          <a:p>
            <a:pPr algn="l">
              <a:spcAft>
                <a:spcPts val="6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The September and August cohorts carry 3.46 of the 4.35 that lands in FY26.</a:t>
            </a:r>
          </a:p>
          <a:p>
            <a:pPr algn="l">
              <a:spcAft>
                <a:spcPts val="600"/>
              </a:spcAft>
            </a:pPr>
            <a:r>
              <a:rPr lang="en-AU" dirty="0" sz="900">
                <a:solidFill>
                  <a:srgbClr val="18249C"/>
                </a:solidFill>
                <a:latin typeface="MarkOTBold" panose="020B0804020201010104" pitchFamily="34" charset="0"/>
              </a:rPr>
              <a:t>The two cyber COEs set no dates at all for their nine vacancies, so none of their cost is in this ramp.</a:t>
            </a:r>
          </a:p>
        </p:txBody>
      </p:sp>
      <p:sp>
        <p:nvSpPr>
          <p:cNvPr id="23" name="Rounded Rectangle 22"/>
          <p:cNvSpPr/>
          <p:nvPr/>
        </p:nvSpPr>
        <p:spPr>
          <a:xfrm>
            <a:off x="7788230" y="4791456"/>
            <a:ext cx="1890427" cy="201168"/>
          </a:xfrm>
          <a:prstGeom prst="roundRect">
            <a:avLst>
              <a:gd name="adj" fmla="val 35000"/>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107 dates set</a:t>
            </a:r>
          </a:p>
        </p:txBody>
      </p:sp>
      <p:sp>
        <p:nvSpPr>
          <p:cNvPr id="24" name="Rounded Rectangle 23"/>
          <p:cNvSpPr/>
          <p:nvPr/>
        </p:nvSpPr>
        <p:spPr>
          <a:xfrm>
            <a:off x="9840694" y="4791456"/>
            <a:ext cx="1908431" cy="201168"/>
          </a:xfrm>
          <a:prstGeom prst="roundRect">
            <a:avLst>
              <a:gd name="adj" fmla="val 35000"/>
            </a:avLst>
          </a:prstGeom>
          <a:solidFill>
            <a:srgbClr val="ED0C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21 with no date</a:t>
            </a:r>
          </a:p>
        </p:txBody>
      </p:sp>
      <p:sp>
        <p:nvSpPr>
          <p:cNvPr id="25"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The ramp is the budget - moving a start month moves the year.</a:t>
            </a:r>
          </a:p>
        </p:txBody>
      </p:sp>
      <p:sp>
        <p:nvSpPr>
          <p:cNvPr id="26"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Starts to date is the running count of vacancies with a planned hire month. 107 of the 132 vacancies carry one, 21 have no date and 4 are filled as they stand.</a:t>
            </a:r>
          </a:p>
          <a:p>
            <a:pPr algn="l">
              <a:spcAft>
                <a:spcPts val="100"/>
              </a:spcAft>
            </a:pPr>
            <a:r>
              <a:rPr lang="en-AU" dirty="0" sz="800" i="0">
                <a:solidFill>
                  <a:srgbClr val="5F5F5F"/>
                </a:solidFill>
                <a:latin typeface="MarkOT" panose="020B0504020201010104" pitchFamily="34" charset="0"/>
              </a:rPr>
              <a:t>2  Source: 3.7 Vacancy Analysis rows 198 to 207 and the 2.x planned hire columns. On what TDD pays the half lands 2.40.</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Hire timing takes 3.10 of people cost out of the FY26 second half before a single role is cancelled</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HIRE MONTHS  |  3.7 VACANCY ANALYSIS, HIRE TIMING BLOCK</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of people cost, and role counts</a:t>
            </a:r>
          </a:p>
        </p:txBody>
      </p:sp>
      <p:sp>
        <p:nvSpPr>
          <p:cNvPr id="12" name="SubClaim"/>
          <p:cNvSpPr txBox="1"/>
          <p:nvPr/>
        </p:nvSpPr>
        <p:spPr>
          <a:xfrm>
            <a:off x="645893" y="969264"/>
            <a:ext cx="6188107"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107 of the 132 vacancies now carry a hire month</a:t>
            </a:r>
          </a:p>
        </p:txBody>
      </p:sp>
      <p:sp>
        <p:nvSpPr>
          <p:cNvPr id="13" name="SubClaim"/>
          <p:cNvSpPr txBox="1"/>
          <p:nvPr/>
        </p:nvSpPr>
        <p:spPr>
          <a:xfrm>
            <a:off x="6975443" y="969264"/>
            <a:ext cx="4773683" cy="180975"/>
          </a:xfrm>
          <a:prstGeom prst="rect">
            <a:avLst/>
          </a:prstGeom>
          <a:noFill/>
        </p:spPr>
        <p:txBody>
          <a:bodyPr wrap="square" lIns="0" rIns="0" tIns="0" bIns="0" anchor="t">
            <a:spAutoFit/>
          </a:bodyPr>
          <a:lstStyle/>
          <a:p>
            <a:pPr algn="l">
              <a:spcAft>
                <a:spcPts val="300"/>
              </a:spcAft>
            </a:pPr>
            <a:r>
              <a:rPr lang="en-AU" dirty="0" sz="1050">
                <a:solidFill>
                  <a:srgbClr val="ED0C06"/>
                </a:solidFill>
                <a:latin typeface="MarkOTBold" panose="020B0804020201010104" pitchFamily="34" charset="0"/>
              </a:rPr>
              <a:t>Only one role starts in July</a:t>
            </a:r>
          </a:p>
        </p:txBody>
      </p:sp>
      <p:graphicFrame>
        <p:nvGraphicFramePr>
          <p:cNvPr id="14" name="HireTimingByTab"/>
          <p:cNvGraphicFramePr>
            <a:graphicFrameLocks noGrp="1"/>
          </p:cNvGraphicFramePr>
          <p:nvPr/>
        </p:nvGraphicFramePr>
        <p:xfrm>
          <a:off x="645893" y="1335024"/>
          <a:ext cx="6188108" cy="3625596"/>
        </p:xfrm>
        <a:graphic>
          <a:graphicData uri="http://schemas.openxmlformats.org/drawingml/2006/table">
            <a:tbl>
              <a:tblPr/>
              <a:tblGrid>
                <a:gridCol w="1635428"/>
                <a:gridCol w="724893"/>
                <a:gridCol w="689532"/>
                <a:gridCol w="689532"/>
                <a:gridCol w="795614"/>
                <a:gridCol w="839815"/>
                <a:gridCol w="813294"/>
              </a:tblGrid>
              <a:tr h="402336">
                <a:tc>
                  <a:txBody>
                    <a:bodyPr/>
                    <a:lstStyle/>
                    <a:p>
                      <a:pPr algn="l" rtl="0" fontAlgn="base">
                        <a:lnSpc>
                          <a:spcPts val="742"/>
                        </a:lnSpc>
                        <a:buFont typeface="Arial" panose="020B0604020202020204" pitchFamily="34" charset="0"/>
                        <a:buNone/>
                      </a:pPr>
                      <a:r>
                        <a:rPr lang="en-US" sz="700" b="0" i="0">
                          <a:solidFill>
                            <a:srgbClr val="FFFFFF"/>
                          </a:solidFill>
                          <a:effectLst/>
                          <a:latin typeface="MarkOTBold" panose="020B0804020201010104" pitchFamily="34" charset="0"/>
                        </a:rPr>
                        <a:t>Lever tab</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Months set</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Priced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On hold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At a July start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On planned months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Taken out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Ampol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0.58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0.95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0.44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COE BP&amp;T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0.74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0.36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COE SA&amp;D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0.71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0.36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Commercial Fuels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0.25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Energy Solutions &amp; B2B</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0.25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TDD Group Functions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0.42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0.23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Finance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0.67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0.44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0.22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P&amp;C</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0.72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Z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0.24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Enterprise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Infrastructure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COE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COE Service Ops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Total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107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85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22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7.45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4.35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3.10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graphicFrame>
        <p:nvGraphicFramePr>
          <p:cNvPr id="15" name="TimingReliefByLine"/>
          <p:cNvGraphicFramePr>
            <a:graphicFrameLocks noGrp="1"/>
          </p:cNvGraphicFramePr>
          <p:nvPr/>
        </p:nvGraphicFramePr>
        <p:xfrm>
          <a:off x="6975443" y="1335024"/>
          <a:ext cx="4773683" cy="2788920"/>
        </p:xfrm>
        <a:graphic>
          <a:graphicData uri="http://schemas.openxmlformats.org/drawingml/2006/chart">
            <c:chart xmlns:c="http://schemas.openxmlformats.org/drawingml/2006/chart" r:id="rId2"/>
          </a:graphicData>
        </a:graphic>
      </p:graphicFrame>
      <p:cxnSp>
        <p:nvCxnSpPr>
          <p:cNvPr id="16" name="Connector 15"/>
          <p:cNvCxnSpPr/>
          <p:nvPr/>
        </p:nvCxnSpPr>
        <p:spPr>
          <a:xfrm>
            <a:off x="9570924" y="1418692"/>
            <a:ext cx="9144" cy="2510028"/>
          </a:xfrm>
          <a:prstGeom prst="line">
            <a:avLst/>
          </a:prstGeom>
          <a:ln w="12700">
            <a:solidFill>
              <a:srgbClr val="ED0C06"/>
            </a:solidFill>
            <a:prstDash val="dash"/>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305719" y="3947008"/>
            <a:ext cx="1414425"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average 0.26</a:t>
            </a:r>
          </a:p>
        </p:txBody>
      </p:sp>
      <p:sp>
        <p:nvSpPr>
          <p:cNvPr id="18" name="Oval 17"/>
          <p:cNvSpPr/>
          <p:nvPr/>
        </p:nvSpPr>
        <p:spPr>
          <a:xfrm>
            <a:off x="442570" y="4430268"/>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cxnSp>
        <p:nvCxnSpPr>
          <p:cNvPr id="19" name="Connector 18"/>
          <p:cNvCxnSpPr/>
          <p:nvPr/>
        </p:nvCxnSpPr>
        <p:spPr>
          <a:xfrm>
            <a:off x="637053" y="4530852"/>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442908" y="1442009"/>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21" name="TextBox 20"/>
          <p:cNvSpPr txBox="1"/>
          <p:nvPr/>
        </p:nvSpPr>
        <p:spPr>
          <a:xfrm>
            <a:off x="6975443" y="4224528"/>
            <a:ext cx="4773683" cy="766572"/>
          </a:xfrm>
          <a:prstGeom prst="rect">
            <a:avLst/>
          </a:prstGeom>
          <a:noFill/>
        </p:spPr>
        <p:txBody>
          <a:bodyPr wrap="square" lIns="0" rIns="0" tIns="0" bIns="0" anchor="t">
            <a:spAutoFit/>
          </a:bodyPr>
          <a:lstStyle/>
          <a:p>
            <a:pPr algn="l">
              <a:spcAft>
                <a:spcPts val="5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2.11 COE Cyber and 2.16 COE Service Ops set no dates at all for their nine vacancies.</a:t>
            </a:r>
          </a:p>
          <a:p>
            <a:pPr algn="l">
              <a:spcAft>
                <a:spcPts val="5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Ampol Retail alone takes 0.58 out of the second half.</a:t>
            </a:r>
          </a:p>
          <a:p>
            <a:pPr algn="l">
              <a:spcAft>
                <a:spcPts val="500"/>
              </a:spcAft>
            </a:pPr>
            <a:r>
              <a:rPr lang="en-AU" dirty="0" sz="900">
                <a:solidFill>
                  <a:srgbClr val="18249C"/>
                </a:solidFill>
                <a:latin typeface="MarkOTBold" panose="020B0804020201010104" pitchFamily="34" charset="0"/>
              </a:rPr>
              <a:t>73 of the 107 hires land in FY26 second half; 34 land in FY27.</a:t>
            </a:r>
          </a:p>
          <a:p>
            <a:pPr algn="l">
              <a:spcAft>
                <a:spcPts val="500"/>
              </a:spcAft>
            </a:pPr>
            <a:r>
              <a:rPr lang="en-AU" dirty="0" sz="900">
                <a:solidFill>
                  <a:srgbClr val="1A1A1A"/>
                </a:solidFill>
                <a:latin typeface="MarkOT" panose="020B0504020201010104" pitchFamily="34" charset="0"/>
              </a:rPr>
              <a:t>Hire months are the difference between 7.45 and 4.35. They are a commitment, not a forecast.</a:t>
            </a:r>
          </a:p>
        </p:txBody>
      </p:sp>
      <p:sp>
        <p:nvSpPr>
          <p:cNvPr id="22" name="Rounded Rectangle 21"/>
          <p:cNvSpPr/>
          <p:nvPr/>
        </p:nvSpPr>
        <p:spPr>
          <a:xfrm>
            <a:off x="6975443" y="5504688"/>
            <a:ext cx="1502826" cy="182880"/>
          </a:xfrm>
          <a:prstGeom prst="roundRect">
            <a:avLst>
              <a:gd name="adj" fmla="val 35000"/>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July start 7.45</a:t>
            </a:r>
          </a:p>
        </p:txBody>
      </p:sp>
      <p:sp>
        <p:nvSpPr>
          <p:cNvPr id="23" name="Rounded Rectangle 22"/>
          <p:cNvSpPr/>
          <p:nvPr/>
        </p:nvSpPr>
        <p:spPr>
          <a:xfrm>
            <a:off x="8548990" y="5504688"/>
            <a:ext cx="1591228" cy="182880"/>
          </a:xfrm>
          <a:prstGeom prst="roundRect">
            <a:avLst>
              <a:gd name="adj" fmla="val 35000"/>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Planned months 4.35</a:t>
            </a:r>
          </a:p>
        </p:txBody>
      </p:sp>
      <p:sp>
        <p:nvSpPr>
          <p:cNvPr id="24" name="Rounded Rectangle 23"/>
          <p:cNvSpPr/>
          <p:nvPr/>
        </p:nvSpPr>
        <p:spPr>
          <a:xfrm>
            <a:off x="10210939" y="5504688"/>
            <a:ext cx="1538187" cy="182880"/>
          </a:xfrm>
          <a:prstGeom prst="roundRect">
            <a:avLst>
              <a:gd name="adj" fmla="val 35000"/>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Taken out 3.10</a:t>
            </a:r>
          </a:p>
        </p:txBody>
      </p:sp>
      <p:sp>
        <p:nvSpPr>
          <p:cNvPr id="25"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The hire months are worth 3.10 of people cost, 1.99 on what TDD pays; hold the GMs to them before anything else is cut.</a:t>
            </a:r>
          </a:p>
        </p:txBody>
      </p:sp>
      <p:sp>
        <p:nvSpPr>
          <p:cNvPr id="26"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At a July start prices every vacancy from 1 July. On planned months prices each role from the month its tab sets. On what TDD pays the same walk is 4.39, 2.40 and 1.99.</a:t>
            </a:r>
          </a:p>
          <a:p>
            <a:pPr algn="l">
              <a:spcAft>
                <a:spcPts val="100"/>
              </a:spcAft>
            </a:pPr>
            <a:r>
              <a:rPr lang="en-AU" dirty="0" sz="800" i="0">
                <a:solidFill>
                  <a:srgbClr val="5F5F5F"/>
                </a:solidFill>
                <a:latin typeface="MarkOT" panose="020B0504020201010104" pitchFamily="34" charset="0"/>
              </a:rPr>
              <a:t>2  Source: 3.7 Vacancy Analysis rows 198 to 203 and 230 to 245. 2.14 EGI and 2.15 TDD Cyber carry no vacancies. Columns may not add to totals due to rounding.</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82 roles are priced at the offshore rate, taking 8.39 off the cost base</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OFFSHORE  |  3.10 OFFSHORE ANALYSIS AND 3.11 LOCATION MIX</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and FTE</a:t>
            </a:r>
          </a:p>
        </p:txBody>
      </p:sp>
      <p:sp>
        <p:nvSpPr>
          <p:cNvPr id="12" name="SubClaim"/>
          <p:cNvSpPr txBox="1"/>
          <p:nvPr/>
        </p:nvSpPr>
        <p:spPr>
          <a:xfrm>
            <a:off x="645893" y="969264"/>
            <a:ext cx="5834501" cy="180975"/>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Nine squads are marked Offshore or Hybrid</a:t>
            </a:r>
          </a:p>
        </p:txBody>
      </p:sp>
      <p:sp>
        <p:nvSpPr>
          <p:cNvPr id="13" name="SubClaim"/>
          <p:cNvSpPr txBox="1"/>
          <p:nvPr/>
        </p:nvSpPr>
        <p:spPr>
          <a:xfrm>
            <a:off x="6621837" y="969264"/>
            <a:ext cx="5127289" cy="180975"/>
          </a:xfrm>
          <a:prstGeom prst="rect">
            <a:avLst/>
          </a:prstGeom>
          <a:noFill/>
        </p:spPr>
        <p:txBody>
          <a:bodyPr wrap="square" lIns="0" rIns="0" tIns="0" bIns="0" anchor="t">
            <a:spAutoFit/>
          </a:bodyPr>
          <a:lstStyle/>
          <a:p>
            <a:pPr algn="l">
              <a:spcAft>
                <a:spcPts val="300"/>
              </a:spcAft>
            </a:pPr>
            <a:r>
              <a:rPr lang="en-AU" dirty="0" sz="1050">
                <a:solidFill>
                  <a:srgbClr val="18249C"/>
                </a:solidFill>
                <a:latin typeface="MarkOTBold" panose="020B0804020201010104" pitchFamily="34" charset="0"/>
              </a:rPr>
              <a:t>81.8 of 537.8 FTE sit in the offshore group</a:t>
            </a:r>
          </a:p>
        </p:txBody>
      </p:sp>
      <p:graphicFrame>
        <p:nvGraphicFramePr>
          <p:cNvPr id="14" name="OffshoreSquads"/>
          <p:cNvGraphicFramePr>
            <a:graphicFrameLocks noGrp="1"/>
          </p:cNvGraphicFramePr>
          <p:nvPr/>
        </p:nvGraphicFramePr>
        <p:xfrm>
          <a:off x="645893" y="1335024"/>
          <a:ext cx="5834500" cy="2423160"/>
        </p:xfrm>
        <a:graphic>
          <a:graphicData uri="http://schemas.openxmlformats.org/drawingml/2006/table">
            <a:tbl>
              <a:tblPr/>
              <a:tblGrid>
                <a:gridCol w="2254239"/>
                <a:gridCol w="1635428"/>
                <a:gridCol w="884015"/>
                <a:gridCol w="1060818"/>
              </a:tblGrid>
              <a:tr h="365760">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Squad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Portfolio</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Marking</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 in the squad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Data AU</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Ampol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18249C"/>
                          </a:solidFill>
                          <a:effectLst/>
                          <a:latin typeface="MarkOT" panose="020B0504020201010104" pitchFamily="34" charset="0"/>
                        </a:rPr>
                        <a:t>Offshore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Digital Operations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18249C"/>
                          </a:solidFill>
                          <a:effectLst/>
                          <a:latin typeface="MarkOT" panose="020B0504020201010104" pitchFamily="34" charset="0"/>
                        </a:rPr>
                        <a:t>Offshore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Digital Support NZ</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18249C"/>
                          </a:solidFill>
                          <a:effectLst/>
                          <a:latin typeface="MarkOT" panose="020B0504020201010104" pitchFamily="34" charset="0"/>
                        </a:rPr>
                        <a:t>Offshore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42"/>
                        </a:lnSpc>
                        <a:buNone/>
                      </a:pPr>
                      <a:r>
                        <a:rPr lang="en-US" sz="700" b="0" i="0">
                          <a:solidFill>
                            <a:srgbClr val="5F5F5F"/>
                          </a:solidFill>
                          <a:effectLst/>
                          <a:latin typeface="MarkOT" panose="020B0504020201010104" pitchFamily="34" charset="0"/>
                        </a:rPr>
                        <a:t>none yet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Enterprise Data Delivery</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Enterprise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18249C"/>
                          </a:solidFill>
                          <a:effectLst/>
                          <a:latin typeface="MarkOT" panose="020B0504020201010104" pitchFamily="34" charset="0"/>
                        </a:rPr>
                        <a:t>Offshore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Trading &amp; Shipping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Commercial Fuels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18249C"/>
                          </a:solidFill>
                          <a:effectLst/>
                          <a:latin typeface="MarkOT" panose="020B0504020201010104" pitchFamily="34" charset="0"/>
                        </a:rPr>
                        <a:t>Offshore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Data NZ</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Z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18249C"/>
                          </a:solidFill>
                          <a:effectLst/>
                          <a:latin typeface="MarkOT" panose="020B0504020201010104" pitchFamily="34" charset="0"/>
                        </a:rPr>
                        <a:t>Offshore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Distribution, Sales &amp; Services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Infrastructure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Hybrid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Data &amp; Insights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Infrastructure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Hybrid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Trading &amp; Shipping</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750" b="0" i="0">
                          <a:solidFill>
                            <a:schemeClr val="tx1"/>
                          </a:solidFill>
                          <a:effectLst/>
                          <a:latin typeface="MarkOTBold" panose="020B0804020201010104" pitchFamily="34" charset="0"/>
                        </a:rPr>
                        <a:t>Commercial Fuels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Hybrid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05740">
                <a:tc>
                  <a:txBody>
                    <a:bodyPr/>
                    <a:lstStyle/>
                    <a:p>
                      <a:pPr algn="l" rtl="0" fontAlgn="base">
                        <a:lnSpc>
                          <a:spcPts val="795"/>
                        </a:lnSpc>
                        <a:buNone/>
                      </a:pPr>
                      <a:r>
                        <a:rPr lang="en-US" sz="750" b="0" i="0">
                          <a:solidFill>
                            <a:schemeClr val="bg1"/>
                          </a:solidFill>
                          <a:effectLst/>
                          <a:latin typeface="MarkOTBold" panose="020B0804020201010104" pitchFamily="34" charset="0"/>
                        </a:rPr>
                        <a:t>Nine squads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l" rtl="0" fontAlgn="base">
                        <a:lnSpc>
                          <a:spcPts val="742"/>
                        </a:lnSpc>
                        <a:buNone/>
                      </a:pPr>
                      <a:r>
                        <a:rPr lang="en-US" sz="700" b="0" i="0">
                          <a:solidFill>
                            <a:schemeClr val="bg1"/>
                          </a:solidFill>
                          <a:effectLst/>
                          <a:latin typeface="MarkOTBold" panose="020B0804020201010104" pitchFamily="34" charset="0"/>
                        </a:rPr>
                        <a:t>six Offshore, three Hybrid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64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graphicFrame>
        <p:nvGraphicFramePr>
          <p:cNvPr id="15" name="OffshoreSplit"/>
          <p:cNvGraphicFramePr>
            <a:graphicFrameLocks noGrp="1"/>
          </p:cNvGraphicFramePr>
          <p:nvPr/>
        </p:nvGraphicFramePr>
        <p:xfrm>
          <a:off x="645893" y="3922776"/>
          <a:ext cx="5834501" cy="1248156"/>
        </p:xfrm>
        <a:graphic>
          <a:graphicData uri="http://schemas.openxmlformats.org/drawingml/2006/table">
            <a:tbl>
              <a:tblPr/>
              <a:tblGrid>
                <a:gridCol w="2563644"/>
                <a:gridCol w="707212"/>
                <a:gridCol w="1193421"/>
                <a:gridCol w="1370224"/>
              </a:tblGrid>
              <a:tr h="365760">
                <a:tc>
                  <a:txBody>
                    <a:bodyPr/>
                    <a:lstStyle/>
                    <a:p>
                      <a:pPr algn="l" rtl="0" fontAlgn="base">
                        <a:lnSpc>
                          <a:spcPts val="795"/>
                        </a:lnSpc>
                        <a:buFont typeface="Arial" panose="020B0604020202020204" pitchFamily="34" charset="0"/>
                        <a:buNone/>
                      </a:pPr>
                      <a:r>
                        <a:rPr lang="en-US" sz="750" b="0" i="0">
                          <a:solidFill>
                            <a:srgbClr val="FFFFFF"/>
                          </a:solidFill>
                          <a:effectLst/>
                          <a:latin typeface="MarkOTBold" panose="020B0804020201010104" pitchFamily="34" charset="0"/>
                        </a:rPr>
                        <a:t>How the 82 roles are priced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 before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75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Cost after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214884">
                <a:tc>
                  <a:txBody>
                    <a:bodyPr/>
                    <a:lstStyle/>
                    <a:p>
                      <a:pPr algn="l" rtl="0" fontAlgn="base">
                        <a:lnSpc>
                          <a:spcPts val="795"/>
                        </a:lnSpc>
                        <a:buNone/>
                      </a:pPr>
                      <a:r>
                        <a:rPr lang="en-US" sz="750" b="0" i="0">
                          <a:solidFill>
                            <a:schemeClr val="bg1"/>
                          </a:solidFill>
                          <a:effectLst/>
                          <a:latin typeface="MarkOTBold" panose="020B0804020201010104" pitchFamily="34" charset="0"/>
                        </a:rPr>
                        <a:t>Priced at the 0.4 planning rate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13.59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5.19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WiPro at vendor day rates, cost unchanged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0.44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0.44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14884">
                <a:tc>
                  <a:txBody>
                    <a:bodyPr/>
                    <a:lstStyle/>
                    <a:p>
                      <a:pPr algn="l" rtl="0" fontAlgn="base">
                        <a:lnSpc>
                          <a:spcPts val="795"/>
                        </a:lnSpc>
                        <a:buNone/>
                      </a:pPr>
                      <a:r>
                        <a:rPr lang="en-US" sz="750" b="0" i="0">
                          <a:solidFill>
                            <a:schemeClr val="tx1"/>
                          </a:solidFill>
                          <a:effectLst/>
                          <a:latin typeface="MarkOTBold" panose="020B0804020201010104" pitchFamily="34" charset="0"/>
                        </a:rPr>
                        <a:t>Enterprise Data, already at the offshore rate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0.58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0.58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237744">
                <a:tc>
                  <a:txBody>
                    <a:bodyPr/>
                    <a:lstStyle/>
                    <a:p>
                      <a:pPr algn="l" rtl="0" fontAlgn="base">
                        <a:lnSpc>
                          <a:spcPts val="795"/>
                        </a:lnSpc>
                        <a:buNone/>
                      </a:pPr>
                      <a:r>
                        <a:rPr lang="en-US" sz="750" b="0" i="0">
                          <a:solidFill>
                            <a:schemeClr val="bg1"/>
                          </a:solidFill>
                          <a:effectLst/>
                          <a:latin typeface="MarkOTBold" panose="020B0804020201010104" pitchFamily="34" charset="0"/>
                        </a:rPr>
                        <a:t>All roles on the lever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82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14.61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6.21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graphicFrame>
        <p:nvGraphicFramePr>
          <p:cNvPr id="16" name="OffshoreByPortfolio"/>
          <p:cNvGraphicFramePr>
            <a:graphicFrameLocks noGrp="1"/>
          </p:cNvGraphicFramePr>
          <p:nvPr/>
        </p:nvGraphicFramePr>
        <p:xfrm>
          <a:off x="6621837" y="1335024"/>
          <a:ext cx="5127289" cy="3017520"/>
        </p:xfrm>
        <a:graphic>
          <a:graphicData uri="http://schemas.openxmlformats.org/drawingml/2006/chart">
            <c:chart xmlns:c="http://schemas.openxmlformats.org/drawingml/2006/chart" r:id="rId2"/>
          </a:graphicData>
        </a:graphic>
      </p:graphicFrame>
      <p:sp>
        <p:nvSpPr>
          <p:cNvPr id="17" name="TextBox 16"/>
          <p:cNvSpPr txBox="1"/>
          <p:nvPr/>
        </p:nvSpPr>
        <p:spPr>
          <a:xfrm>
            <a:off x="6621837" y="4389120"/>
            <a:ext cx="5127289"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Light bar is the cost before, solid bar is the cost after the lever, by portfolio</a:t>
            </a:r>
          </a:p>
        </p:txBody>
      </p:sp>
      <p:sp>
        <p:nvSpPr>
          <p:cNvPr id="18" name="Oval 17"/>
          <p:cNvSpPr/>
          <p:nvPr/>
        </p:nvSpPr>
        <p:spPr>
          <a:xfrm>
            <a:off x="442570" y="2320290"/>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cxnSp>
        <p:nvCxnSpPr>
          <p:cNvPr id="19" name="Connector 18"/>
          <p:cNvCxnSpPr/>
          <p:nvPr/>
        </p:nvCxnSpPr>
        <p:spPr>
          <a:xfrm>
            <a:off x="637053" y="2420874"/>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42570" y="4725162"/>
            <a:ext cx="194483"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cxnSp>
        <p:nvCxnSpPr>
          <p:cNvPr id="21" name="Connector 20"/>
          <p:cNvCxnSpPr/>
          <p:nvPr/>
        </p:nvCxnSpPr>
        <p:spPr>
          <a:xfrm>
            <a:off x="637053" y="4825746"/>
            <a:ext cx="53041" cy="9144"/>
          </a:xfrm>
          <a:prstGeom prst="line">
            <a:avLst/>
          </a:prstGeom>
          <a:ln w="12700">
            <a:solidFill>
              <a:srgbClr val="F76D69"/>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621837" y="4626864"/>
            <a:ext cx="5127289" cy="563626"/>
          </a:xfrm>
          <a:prstGeom prst="rect">
            <a:avLst/>
          </a:prstGeom>
          <a:noFill/>
        </p:spPr>
        <p:txBody>
          <a:bodyPr wrap="square" lIns="0" rIns="0" tIns="0" bIns="0" anchor="t">
            <a:spAutoFit/>
          </a:bodyPr>
          <a:lstStyle/>
          <a:p>
            <a:pPr algn="l">
              <a:spcAft>
                <a:spcPts val="500"/>
              </a:spcAft>
            </a:pPr>
            <a:r>
              <a:rPr lang="en-AU" dirty="0" sz="900">
                <a:solidFill>
                  <a:srgbClr val="F76D69"/>
                </a:solidFill>
                <a:latin typeface="MarkOTBold" panose="020B0804020201010104" pitchFamily="34" charset="0"/>
              </a:rPr>
              <a:t>1  </a:t>
            </a:r>
            <a:r>
              <a:rPr lang="en-AU" dirty="0" sz="900">
                <a:solidFill>
                  <a:srgbClr val="1A1A1A"/>
                </a:solidFill>
                <a:latin typeface="MarkOT" panose="020B0504020201010104" pitchFamily="34" charset="0"/>
              </a:rPr>
              <a:t>Twenty one onshore filled roles still sit inside these squads: 4.20 today, 1.68 at the rate.</a:t>
            </a:r>
          </a:p>
          <a:p>
            <a:pPr algn="l">
              <a:spcAft>
                <a:spcPts val="500"/>
              </a:spcAft>
            </a:pPr>
            <a:r>
              <a:rPr lang="en-AU" dirty="0" sz="900">
                <a:solidFill>
                  <a:srgbClr val="F76D69"/>
                </a:solidFill>
                <a:latin typeface="MarkOTBold" panose="020B0804020201010104" pitchFamily="34" charset="0"/>
              </a:rPr>
              <a:t>2  </a:t>
            </a:r>
            <a:r>
              <a:rPr lang="en-AU" dirty="0" sz="900">
                <a:solidFill>
                  <a:srgbClr val="1A1A1A"/>
                </a:solidFill>
                <a:latin typeface="MarkOT" panose="020B0504020201010104" pitchFamily="34" charset="0"/>
              </a:rPr>
              <a:t>Nine Enterprise Data roles already sit at the offshore rate, so the lever moves nothing for them.</a:t>
            </a:r>
          </a:p>
          <a:p>
            <a:pPr algn="l">
              <a:spcAft>
                <a:spcPts val="500"/>
              </a:spcAft>
            </a:pPr>
            <a:r>
              <a:rPr lang="en-AU" dirty="0" sz="900">
                <a:solidFill>
                  <a:srgbClr val="18249C"/>
                </a:solidFill>
                <a:latin typeface="MarkOTBold" panose="020B0804020201010104" pitchFamily="34" charset="0"/>
              </a:rPr>
              <a:t>81.8 of 537.8 FTE are tagged to the offshore group, 15 percent of the book.</a:t>
            </a:r>
          </a:p>
        </p:txBody>
      </p:sp>
      <p:sp>
        <p:nvSpPr>
          <p:cNvPr id="23"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The offshore programme is priced in - the remaining move is the 21 onshore roles inside those squads.</a:t>
            </a:r>
          </a:p>
        </p:txBody>
      </p:sp>
      <p:sp>
        <p:nvSpPr>
          <p:cNvPr id="24"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This is a planning rate reduction that lands when the transitions complete, not money already banked. The 0.4 rate is a planning assumption, not a contracted vendor rate.</a:t>
            </a:r>
          </a:p>
          <a:p>
            <a:pPr algn="l">
              <a:spcAft>
                <a:spcPts val="100"/>
              </a:spcAft>
            </a:pPr>
            <a:r>
              <a:rPr lang="en-AU" dirty="0" sz="800" i="0">
                <a:solidFill>
                  <a:srgbClr val="5F5F5F"/>
                </a:solidFill>
                <a:latin typeface="MarkOT" panose="020B0504020201010104" pitchFamily="34" charset="0"/>
              </a:rPr>
              <a:t>2  The lever prices 82 roles across the book, not only the roles inside the nine marked squads. Source: 3.10 Offshore Analysis rows 7 to 16, 106 to 123 and 126 to 138; FTE from 3.11 Location Mix row 23.</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8">
            <a:extLst>
              <a:ext uri="{FF2B5EF4-FFF2-40B4-BE49-F238E27FC236}">
                <a16:creationId xmlns:a16="http://schemas.microsoft.com/office/drawing/2014/main" id="{95969FD2-F40C-78FC-F48C-3AC169F9D7E6}"/>
              </a:ext>
            </a:extLst>
          </p:cNvPr>
          <p:cNvSpPr>
            <a:spLocks noGrp="1"/>
          </p:cNvSpPr>
          <p:nvPr>
            <p:ph type="title"/>
          </p:nvPr>
        </p:nvSpPr>
        <p:spPr>
          <a:xfrm>
            <a:off x="442570" y="430682"/>
            <a:ext cx="11306556" cy="384048"/>
          </a:xfrm>
        </p:spPr>
        <p:txBody>
          <a:bodyPr wrap="square" lIns="0" rIns="0" tIns="0" bIns="0" anchor="t">
            <a:noAutofit/>
            <a:noAutofit/>
          </a:bodyPr>
          <a:lstStyle/>
          <a:p>
            <a:pPr algn="l">
              <a:lnSpc>
                <a:spcPct val="85000"/>
              </a:lnSpc>
            </a:pPr>
            <a:r>
              <a:rPr sz="1800" lang="en-AU" b="0" i="0">
                <a:solidFill>
                  <a:srgbClr val="000000"/>
                </a:solidFill>
                <a:latin typeface="MarkOT" panose="020B0504020201010104" pitchFamily="34" charset="0"/>
              </a:rPr>
              <a:t>Managers cost 19.19, 18.5 percent of people cost, and 112 people report into vacant manager roles</a:t>
            </a:r>
          </a:p>
        </p:txBody>
      </p:sp>
      <p:sp>
        <p:nvSpPr>
          <p:cNvPr id="10" name="Kicker"/>
          <p:cNvSpPr txBox="1"/>
          <p:nvPr/>
        </p:nvSpPr>
        <p:spPr>
          <a:xfrm>
            <a:off x="442570" y="82296"/>
            <a:ext cx="6400800" cy="18288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SPANS AND LAYERS  |  3.9 SPANS &amp; LAYERS</a:t>
            </a:r>
          </a:p>
        </p:txBody>
      </p:sp>
      <p:sp>
        <p:nvSpPr>
          <p:cNvPr id="11" name="Units"/>
          <p:cNvSpPr txBox="1"/>
          <p:nvPr/>
        </p:nvSpPr>
        <p:spPr>
          <a:xfrm>
            <a:off x="7543800" y="82296"/>
            <a:ext cx="3337560" cy="18288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 panose="020B0504020201010104" pitchFamily="34" charset="0"/>
              </a:rPr>
              <a:t>$m and FTE</a:t>
            </a:r>
          </a:p>
        </p:txBody>
      </p:sp>
      <p:sp>
        <p:nvSpPr>
          <p:cNvPr id="12" name="SubClaim"/>
          <p:cNvSpPr txBox="1"/>
          <p:nvPr/>
        </p:nvSpPr>
        <p:spPr>
          <a:xfrm>
            <a:off x="442570" y="969264"/>
            <a:ext cx="5851323" cy="162763"/>
          </a:xfrm>
          <a:prstGeom prst="rect">
            <a:avLst/>
          </a:prstGeom>
          <a:noFill/>
        </p:spPr>
        <p:txBody>
          <a:bodyPr wrap="square" lIns="0" rIns="0" tIns="0" bIns="0" anchor="t">
            <a:spAutoFit/>
          </a:bodyPr>
          <a:lstStyle/>
          <a:p>
            <a:pPr algn="l">
              <a:spcAft>
                <a:spcPts val="300"/>
              </a:spcAft>
            </a:pPr>
            <a:r>
              <a:rPr lang="en-AU" dirty="0" sz="1050">
                <a:solidFill>
                  <a:srgbClr val="1A1A1A"/>
                </a:solidFill>
                <a:latin typeface="MarkOTBold" panose="020B0804020201010104" pitchFamily="34" charset="0"/>
              </a:rPr>
              <a:t>Doers per manager runs 3.7 to 19.0 against an average of 7.6</a:t>
            </a:r>
          </a:p>
        </p:txBody>
      </p:sp>
      <p:sp>
        <p:nvSpPr>
          <p:cNvPr id="13" name="SubClaim"/>
          <p:cNvSpPr txBox="1"/>
          <p:nvPr/>
        </p:nvSpPr>
        <p:spPr>
          <a:xfrm>
            <a:off x="6437925" y="969264"/>
            <a:ext cx="5311201" cy="180975"/>
          </a:xfrm>
          <a:prstGeom prst="rect">
            <a:avLst/>
          </a:prstGeom>
          <a:noFill/>
        </p:spPr>
        <p:txBody>
          <a:bodyPr wrap="square" lIns="0" rIns="0" tIns="0" bIns="0" anchor="t">
            <a:spAutoFit/>
          </a:bodyPr>
          <a:lstStyle/>
          <a:p>
            <a:pPr algn="l">
              <a:spcAft>
                <a:spcPts val="300"/>
              </a:spcAft>
            </a:pPr>
            <a:r>
              <a:rPr lang="en-AU" dirty="0" sz="1050">
                <a:solidFill>
                  <a:srgbClr val="18249C"/>
                </a:solidFill>
                <a:latin typeface="MarkOTBold" panose="020B0804020201010104" pitchFamily="34" charset="0"/>
              </a:rPr>
              <a:t>Releasing the holds moves the average to 8.1</a:t>
            </a:r>
          </a:p>
        </p:txBody>
      </p:sp>
      <p:graphicFrame>
        <p:nvGraphicFramePr>
          <p:cNvPr id="14" name="SpansBubble"/>
          <p:cNvGraphicFramePr>
            <a:graphicFrameLocks noGrp="1"/>
          </p:cNvGraphicFramePr>
          <p:nvPr/>
        </p:nvGraphicFramePr>
        <p:xfrm>
          <a:off x="442570" y="1298448"/>
          <a:ext cx="5759883" cy="3566160"/>
        </p:xfrm>
        <a:graphic>
          <a:graphicData uri="http://schemas.openxmlformats.org/drawingml/2006/chart">
            <c:chart xmlns:c="http://schemas.openxmlformats.org/drawingml/2006/chart" r:id="rId2"/>
          </a:graphicData>
        </a:graphic>
      </p:graphicFrame>
      <p:cxnSp>
        <p:nvCxnSpPr>
          <p:cNvPr id="15" name="Connector 14"/>
          <p:cNvCxnSpPr/>
          <p:nvPr/>
        </p:nvCxnSpPr>
        <p:spPr>
          <a:xfrm>
            <a:off x="2903549" y="1476756"/>
            <a:ext cx="9144" cy="2995574"/>
          </a:xfrm>
          <a:prstGeom prst="line">
            <a:avLst/>
          </a:prstGeom>
          <a:ln w="12700">
            <a:solidFill>
              <a:srgbClr val="ED0C06"/>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939557" y="1495044"/>
            <a:ext cx="1350305" cy="142240"/>
          </a:xfrm>
          <a:prstGeom prst="rect">
            <a:avLst/>
          </a:prstGeom>
          <a:noFill/>
        </p:spPr>
        <p:txBody>
          <a:bodyPr wrap="square" lIns="0" rIns="0" tIns="0" bIns="0" anchor="t">
            <a:spAutoFit/>
          </a:bodyPr>
          <a:lstStyle/>
          <a:p>
            <a:pPr algn="l">
              <a:spcAft>
                <a:spcPts val="300"/>
              </a:spcAft>
            </a:pPr>
            <a:r>
              <a:rPr lang="en-AU" dirty="0" sz="800">
                <a:solidFill>
                  <a:srgbClr val="ED0C06"/>
                </a:solidFill>
                <a:latin typeface="MarkOTBold" panose="020B0804020201010104" pitchFamily="34" charset="0"/>
              </a:rPr>
              <a:t>average 7.6</a:t>
            </a:r>
          </a:p>
        </p:txBody>
      </p:sp>
      <p:sp>
        <p:nvSpPr>
          <p:cNvPr id="17" name="TextBox 16"/>
          <p:cNvSpPr txBox="1"/>
          <p:nvPr/>
        </p:nvSpPr>
        <p:spPr>
          <a:xfrm>
            <a:off x="4903345" y="4041542"/>
            <a:ext cx="417161"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COE Cyber</a:t>
            </a:r>
          </a:p>
        </p:txBody>
      </p:sp>
      <p:sp>
        <p:nvSpPr>
          <p:cNvPr id="18" name="TextBox 17"/>
          <p:cNvSpPr txBox="1"/>
          <p:nvPr/>
        </p:nvSpPr>
        <p:spPr>
          <a:xfrm>
            <a:off x="5332057" y="3780206"/>
            <a:ext cx="614088"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COE Service Ops</a:t>
            </a:r>
          </a:p>
        </p:txBody>
      </p:sp>
      <p:sp>
        <p:nvSpPr>
          <p:cNvPr id="19" name="TextBox 18"/>
          <p:cNvSpPr txBox="1"/>
          <p:nvPr/>
        </p:nvSpPr>
        <p:spPr>
          <a:xfrm>
            <a:off x="4059713" y="2826536"/>
            <a:ext cx="456613"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Ampol Retail</a:t>
            </a:r>
          </a:p>
        </p:txBody>
      </p:sp>
      <p:sp>
        <p:nvSpPr>
          <p:cNvPr id="20" name="TextBox 19"/>
          <p:cNvSpPr txBox="1"/>
          <p:nvPr/>
        </p:nvSpPr>
        <p:spPr>
          <a:xfrm>
            <a:off x="4047854" y="3876452"/>
            <a:ext cx="306986" cy="142240"/>
          </a:xfrm>
          <a:prstGeom prst="rect">
            <a:avLst/>
          </a:prstGeom>
          <a:noFill/>
        </p:spPr>
        <p:txBody>
          <a:bodyPr wrap="square" lIns="0" rIns="0" tIns="0" bIns="0" anchor="t">
            <a:spAutoFit/>
          </a:bodyPr>
          <a:lstStyle/>
          <a:p>
            <a:pPr algn="ctr">
              <a:spcAft>
                <a:spcPts val="300"/>
              </a:spcAft>
            </a:pPr>
            <a:r>
              <a:rPr lang="en-AU" dirty="0" sz="800">
                <a:solidFill>
                  <a:srgbClr val="1A1A1A"/>
                </a:solidFill>
                <a:latin typeface="MarkOTBold" panose="020B0804020201010104" pitchFamily="34" charset="0"/>
              </a:rPr>
              <a:t>Finance</a:t>
            </a:r>
          </a:p>
        </p:txBody>
      </p:sp>
      <p:sp>
        <p:nvSpPr>
          <p:cNvPr id="21" name="TextBox 20"/>
          <p:cNvSpPr txBox="1"/>
          <p:nvPr/>
        </p:nvSpPr>
        <p:spPr>
          <a:xfrm>
            <a:off x="3336652" y="3051095"/>
            <a:ext cx="547239"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Enterprise Data</a:t>
            </a:r>
          </a:p>
        </p:txBody>
      </p:sp>
      <p:sp>
        <p:nvSpPr>
          <p:cNvPr id="22" name="TextBox 21"/>
          <p:cNvSpPr txBox="1"/>
          <p:nvPr/>
        </p:nvSpPr>
        <p:spPr>
          <a:xfrm>
            <a:off x="2989823" y="2868215"/>
            <a:ext cx="625856"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Commercial Fuels</a:t>
            </a:r>
          </a:p>
        </p:txBody>
      </p:sp>
      <p:sp>
        <p:nvSpPr>
          <p:cNvPr id="23" name="TextBox 22"/>
          <p:cNvSpPr txBox="1"/>
          <p:nvPr/>
        </p:nvSpPr>
        <p:spPr>
          <a:xfrm>
            <a:off x="2953995" y="1696212"/>
            <a:ext cx="362038" cy="142240"/>
          </a:xfrm>
          <a:prstGeom prst="rect">
            <a:avLst/>
          </a:prstGeom>
          <a:noFill/>
        </p:spPr>
        <p:txBody>
          <a:bodyPr wrap="square" lIns="0" rIns="0" tIns="0" bIns="0" anchor="t">
            <a:spAutoFit/>
          </a:bodyPr>
          <a:lstStyle/>
          <a:p>
            <a:pPr algn="ctr">
              <a:spcAft>
                <a:spcPts val="300"/>
              </a:spcAft>
            </a:pPr>
            <a:r>
              <a:rPr lang="en-AU" dirty="0" sz="800">
                <a:solidFill>
                  <a:srgbClr val="1A1A1A"/>
                </a:solidFill>
                <a:latin typeface="MarkOTBold" panose="020B0804020201010104" pitchFamily="34" charset="0"/>
              </a:rPr>
              <a:t>Customer</a:t>
            </a:r>
          </a:p>
        </p:txBody>
      </p:sp>
      <p:sp>
        <p:nvSpPr>
          <p:cNvPr id="24" name="TextBox 23"/>
          <p:cNvSpPr txBox="1"/>
          <p:nvPr/>
        </p:nvSpPr>
        <p:spPr>
          <a:xfrm>
            <a:off x="2748064" y="2613582"/>
            <a:ext cx="318613"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TDD GF</a:t>
            </a:r>
          </a:p>
        </p:txBody>
      </p:sp>
      <p:sp>
        <p:nvSpPr>
          <p:cNvPr id="25" name="TextBox 24"/>
          <p:cNvSpPr txBox="1"/>
          <p:nvPr/>
        </p:nvSpPr>
        <p:spPr>
          <a:xfrm>
            <a:off x="2527416" y="2775957"/>
            <a:ext cx="472356" cy="142240"/>
          </a:xfrm>
          <a:prstGeom prst="rect">
            <a:avLst/>
          </a:prstGeom>
          <a:noFill/>
        </p:spPr>
        <p:txBody>
          <a:bodyPr wrap="square" lIns="0" rIns="0" tIns="0" bIns="0" anchor="t">
            <a:spAutoFit/>
          </a:bodyPr>
          <a:lstStyle/>
          <a:p>
            <a:pPr algn="ctr">
              <a:spcAft>
                <a:spcPts val="300"/>
              </a:spcAft>
            </a:pPr>
            <a:r>
              <a:rPr lang="en-AU" dirty="0" sz="800">
                <a:solidFill>
                  <a:srgbClr val="1A1A1A"/>
                </a:solidFill>
                <a:latin typeface="MarkOTBold" panose="020B0804020201010104" pitchFamily="34" charset="0"/>
              </a:rPr>
              <a:t>Infrastructure</a:t>
            </a:r>
          </a:p>
        </p:txBody>
      </p:sp>
      <p:sp>
        <p:nvSpPr>
          <p:cNvPr id="26" name="TextBox 25"/>
          <p:cNvSpPr txBox="1"/>
          <p:nvPr/>
        </p:nvSpPr>
        <p:spPr>
          <a:xfrm>
            <a:off x="2502928" y="3141717"/>
            <a:ext cx="401521"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Energy Sol</a:t>
            </a:r>
          </a:p>
        </p:txBody>
      </p:sp>
      <p:sp>
        <p:nvSpPr>
          <p:cNvPr id="27" name="TextBox 26"/>
          <p:cNvSpPr txBox="1"/>
          <p:nvPr/>
        </p:nvSpPr>
        <p:spPr>
          <a:xfrm>
            <a:off x="2422378" y="2958837"/>
            <a:ext cx="299031"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Z Retail</a:t>
            </a:r>
          </a:p>
        </p:txBody>
      </p:sp>
      <p:sp>
        <p:nvSpPr>
          <p:cNvPr id="28" name="TextBox 27"/>
          <p:cNvSpPr txBox="1"/>
          <p:nvPr/>
        </p:nvSpPr>
        <p:spPr>
          <a:xfrm>
            <a:off x="2077736" y="3294382"/>
            <a:ext cx="413213"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COE BP&amp;T</a:t>
            </a:r>
          </a:p>
        </p:txBody>
      </p:sp>
      <p:sp>
        <p:nvSpPr>
          <p:cNvPr id="29" name="TextBox 28"/>
          <p:cNvSpPr txBox="1"/>
          <p:nvPr/>
        </p:nvSpPr>
        <p:spPr>
          <a:xfrm>
            <a:off x="1944429" y="3111502"/>
            <a:ext cx="200577" cy="142240"/>
          </a:xfrm>
          <a:prstGeom prst="rect">
            <a:avLst/>
          </a:prstGeom>
          <a:noFill/>
        </p:spPr>
        <p:txBody>
          <a:bodyPr wrap="square" lIns="0" rIns="0" tIns="0" bIns="0" anchor="t">
            <a:spAutoFit/>
          </a:bodyPr>
          <a:lstStyle/>
          <a:p>
            <a:pPr algn="ctr">
              <a:spcAft>
                <a:spcPts val="300"/>
              </a:spcAft>
            </a:pPr>
            <a:r>
              <a:rPr lang="en-AU" dirty="0" sz="800">
                <a:solidFill>
                  <a:srgbClr val="1A1A1A"/>
                </a:solidFill>
                <a:latin typeface="MarkOTBold" panose="020B0804020201010104" pitchFamily="34" charset="0"/>
              </a:rPr>
              <a:t>P&amp;C</a:t>
            </a:r>
          </a:p>
        </p:txBody>
      </p:sp>
      <p:sp>
        <p:nvSpPr>
          <p:cNvPr id="30" name="TextBox 29"/>
          <p:cNvSpPr txBox="1"/>
          <p:nvPr/>
        </p:nvSpPr>
        <p:spPr>
          <a:xfrm>
            <a:off x="1754291" y="2985867"/>
            <a:ext cx="421103" cy="111252"/>
          </a:xfrm>
          <a:prstGeom prst="rect">
            <a:avLst/>
          </a:prstGeom>
          <a:noFill/>
        </p:spPr>
        <p:txBody>
          <a:bodyPr wrap="square" lIns="0" rIns="0" tIns="0" bIns="0" anchor="t">
            <a:spAutoFit/>
          </a:bodyPr>
          <a:lstStyle/>
          <a:p>
            <a:pPr algn="ctr">
              <a:spcAft>
                <a:spcPts val="300"/>
              </a:spcAft>
            </a:pPr>
            <a:r>
              <a:rPr lang="en-AU" dirty="0" sz="600">
                <a:solidFill>
                  <a:srgbClr val="1A1A1A"/>
                </a:solidFill>
                <a:latin typeface="MarkOTBold" panose="020B0804020201010104" pitchFamily="34" charset="0"/>
              </a:rPr>
              <a:t>COE SA&amp;D</a:t>
            </a:r>
          </a:p>
        </p:txBody>
      </p:sp>
      <p:sp>
        <p:nvSpPr>
          <p:cNvPr id="31" name="TextBox 30"/>
          <p:cNvSpPr txBox="1"/>
          <p:nvPr/>
        </p:nvSpPr>
        <p:spPr>
          <a:xfrm>
            <a:off x="442570" y="4882896"/>
            <a:ext cx="5851323"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 panose="020B0504020201010104" pitchFamily="34" charset="0"/>
              </a:rPr>
              <a:t>Bubble size is doer FTE. Right is a wider span, up is a bigger manager bill.</a:t>
            </a:r>
          </a:p>
        </p:txBody>
      </p:sp>
      <p:sp>
        <p:nvSpPr>
          <p:cNvPr id="32" name="TextBox 31"/>
          <p:cNvSpPr txBox="1"/>
          <p:nvPr/>
        </p:nvSpPr>
        <p:spPr>
          <a:xfrm>
            <a:off x="442570" y="1142492"/>
            <a:ext cx="2700611" cy="142240"/>
          </a:xfrm>
          <a:prstGeom prst="rect">
            <a:avLst/>
          </a:prstGeom>
          <a:noFill/>
        </p:spPr>
        <p:txBody>
          <a:bodyPr wrap="square" lIns="0" rIns="0" tIns="0" bIns="0" anchor="t">
            <a:spAutoFit/>
          </a:bodyPr>
          <a:lstStyle/>
          <a:p>
            <a:pPr algn="l">
              <a:spcAft>
                <a:spcPts val="300"/>
              </a:spcAft>
            </a:pPr>
            <a:r>
              <a:rPr lang="en-AU" dirty="0" sz="800">
                <a:solidFill>
                  <a:srgbClr val="5F5F5F"/>
                </a:solidFill>
                <a:latin typeface="MarkOTBold" panose="020B0804020201010104" pitchFamily="34" charset="0"/>
              </a:rPr>
              <a:t>Manager cost ($m)</a:t>
            </a:r>
          </a:p>
        </p:txBody>
      </p:sp>
      <p:sp>
        <p:nvSpPr>
          <p:cNvPr id="33" name="TextBox 32"/>
          <p:cNvSpPr txBox="1"/>
          <p:nvPr/>
        </p:nvSpPr>
        <p:spPr>
          <a:xfrm>
            <a:off x="4682528" y="4700016"/>
            <a:ext cx="1611364" cy="142240"/>
          </a:xfrm>
          <a:prstGeom prst="rect">
            <a:avLst/>
          </a:prstGeom>
          <a:noFill/>
        </p:spPr>
        <p:txBody>
          <a:bodyPr wrap="square" lIns="0" rIns="0" tIns="0" bIns="0" anchor="t">
            <a:spAutoFit/>
          </a:bodyPr>
          <a:lstStyle/>
          <a:p>
            <a:pPr algn="r">
              <a:spcAft>
                <a:spcPts val="300"/>
              </a:spcAft>
            </a:pPr>
            <a:r>
              <a:rPr lang="en-AU" dirty="0" sz="800">
                <a:solidFill>
                  <a:srgbClr val="5F5F5F"/>
                </a:solidFill>
                <a:latin typeface="MarkOTBold" panose="020B0804020201010104" pitchFamily="34" charset="0"/>
              </a:rPr>
              <a:t>Doers per manager</a:t>
            </a:r>
          </a:p>
        </p:txBody>
      </p:sp>
      <p:graphicFrame>
        <p:nvGraphicFramePr>
          <p:cNvPr id="34" name="SpansTable"/>
          <p:cNvGraphicFramePr>
            <a:graphicFrameLocks noGrp="1"/>
          </p:cNvGraphicFramePr>
          <p:nvPr/>
        </p:nvGraphicFramePr>
        <p:xfrm>
          <a:off x="6437925" y="1298448"/>
          <a:ext cx="5311200" cy="3624678"/>
        </p:xfrm>
        <a:graphic>
          <a:graphicData uri="http://schemas.openxmlformats.org/drawingml/2006/table">
            <a:tbl>
              <a:tblPr/>
              <a:tblGrid>
                <a:gridCol w="1665376"/>
                <a:gridCol w="765173"/>
                <a:gridCol w="765173"/>
                <a:gridCol w="765173"/>
                <a:gridCol w="855193"/>
                <a:gridCol w="495112"/>
              </a:tblGrid>
              <a:tr h="365760">
                <a:tc>
                  <a:txBody>
                    <a:bodyPr/>
                    <a:lstStyle/>
                    <a:p>
                      <a:pPr algn="l" rtl="0" fontAlgn="base">
                        <a:lnSpc>
                          <a:spcPts val="742"/>
                        </a:lnSpc>
                        <a:buFont typeface="Arial" panose="020B0604020202020204" pitchFamily="34" charset="0"/>
                        <a:buNone/>
                      </a:pPr>
                      <a:r>
                        <a:rPr lang="en-US" sz="700" b="0" i="0">
                          <a:solidFill>
                            <a:srgbClr val="FFFFFF"/>
                          </a:solidFill>
                          <a:effectLst/>
                          <a:latin typeface="MarkOTBold" panose="020B0804020201010104" pitchFamily="34" charset="0"/>
                        </a:rPr>
                        <a:t>Portfolio or COE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Doer FTE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Manager FTE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Doers per manager</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Manager cost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42"/>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srgbClr val="FFFFFF"/>
                          </a:solidFill>
                          <a:effectLst/>
                          <a:uLnTx/>
                          <a:uFillTx/>
                          <a:latin typeface="MarkOTBold" panose="020B0804020201010104" pitchFamily="34" charset="0"/>
                          <a:ea typeface="+mn-ea"/>
                          <a:cs typeface="+mn-cs"/>
                        </a:rPr>
                        <a:t>Share</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81051">
                <a:tc>
                  <a:txBody>
                    <a:bodyPr/>
                    <a:lstStyle/>
                    <a:p>
                      <a:pPr algn="l" rtl="0" fontAlgn="base">
                        <a:lnSpc>
                          <a:spcPts val="795"/>
                        </a:lnSpc>
                        <a:buNone/>
                      </a:pPr>
                      <a:r>
                        <a:rPr lang="en-US" sz="750" b="0" i="0">
                          <a:solidFill>
                            <a:schemeClr val="tx1"/>
                          </a:solidFill>
                          <a:effectLst/>
                          <a:latin typeface="MarkOTBold" panose="020B0804020201010104" pitchFamily="34" charset="0"/>
                        </a:rPr>
                        <a:t>COE Service Ops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19.0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19.0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tx1"/>
                          </a:solidFill>
                          <a:effectLst/>
                          <a:latin typeface="MarkOTBold" panose="020B0804020201010104" pitchFamily="34" charset="0"/>
                        </a:rPr>
                        <a:t>COE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16.8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16.8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Ampol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62.8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13.4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Finance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18249C"/>
                          </a:solidFill>
                          <a:effectLst/>
                          <a:latin typeface="MarkOTBold" panose="020B0804020201010104" pitchFamily="34" charset="0"/>
                        </a:rPr>
                        <a:t>13.0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0.32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Enterprise Data</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Commercial Fuels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13%</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Customer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68.4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8.0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8.6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2.14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TDD Group Functions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38.0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1.34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Infrastructure</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28.0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Energy Solutions &amp; B2B</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27.0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Z Retail</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6.2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18%</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tx1"/>
                          </a:solidFill>
                          <a:effectLst/>
                          <a:latin typeface="MarkOTBold" panose="020B0804020201010104" pitchFamily="34" charset="0"/>
                        </a:rPr>
                        <a:t>COE BP&amp;T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0.92</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15%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P&amp;C</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12.0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4.0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0.94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29%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tx1"/>
                          </a:solidFill>
                          <a:effectLst/>
                          <a:latin typeface="MarkOTBold" panose="020B0804020201010104" pitchFamily="34" charset="0"/>
                        </a:rPr>
                        <a:t>COE SA&amp;D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3.0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ED0C06"/>
                          </a:solidFill>
                          <a:effectLst/>
                          <a:latin typeface="MarkOTBold" panose="020B0804020201010104" pitchFamily="34" charset="0"/>
                        </a:rPr>
                        <a:t>3.7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D5D4"/>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1.04</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21%</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EGI</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18.0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no managers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TDD Cyber</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9.0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no managers</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0.00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rgbClr val="5F5F5F"/>
                          </a:solidFill>
                          <a:effectLst/>
                          <a:latin typeface="MarkOT" panose="020B0504020201010104" pitchFamily="34" charset="0"/>
                        </a:rPr>
                        <a: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GMs above the role mapping</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8.0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5.10</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800" b="0" i="0">
                          <a:solidFill>
                            <a:schemeClr val="tx1"/>
                          </a:solidFill>
                          <a:effectLst/>
                          <a:latin typeface="MarkOT" panose="020B0504020201010104" pitchFamily="34" charset="0"/>
                        </a:rPr>
                        <a:t>-</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r>
              <a:tr h="181051">
                <a:tc>
                  <a:txBody>
                    <a:bodyPr/>
                    <a:lstStyle/>
                    <a:p>
                      <a:pPr algn="l" rtl="0" fontAlgn="base">
                        <a:lnSpc>
                          <a:spcPts val="795"/>
                        </a:lnSpc>
                        <a:buNone/>
                      </a:pPr>
                      <a:r>
                        <a:rPr lang="en-US" sz="750" b="0" i="0">
                          <a:solidFill>
                            <a:schemeClr val="bg1"/>
                          </a:solidFill>
                          <a:effectLst/>
                          <a:latin typeface="MarkOTBold" panose="020B0804020201010104" pitchFamily="34" charset="0"/>
                        </a:rPr>
                        <a:t>Whole of TDD, GMs included</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437.6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57.7</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7.6</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19.19</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800" b="0" i="0">
                          <a:solidFill>
                            <a:schemeClr val="bg1"/>
                          </a:solidFill>
                          <a:effectLst/>
                          <a:latin typeface="MarkOTBold" panose="020B0804020201010104" pitchFamily="34" charset="0"/>
                        </a:rPr>
                        <a:t>18.5%</a:t>
                      </a:r>
                    </a:p>
                  </a:txBody>
                  <a:tcPr anchor="ctr" marL="41148" marR="41148" marT="20117" marB="20117">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bl>
          </a:graphicData>
        </a:graphic>
      </p:graphicFrame>
      <p:sp>
        <p:nvSpPr>
          <p:cNvPr id="35" name="Oval 34"/>
          <p:cNvSpPr/>
          <p:nvPr/>
        </p:nvSpPr>
        <p:spPr>
          <a:xfrm>
            <a:off x="6217920" y="4369918"/>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1</a:t>
            </a:r>
          </a:p>
        </p:txBody>
      </p:sp>
      <p:sp>
        <p:nvSpPr>
          <p:cNvPr id="36" name="Oval 35"/>
          <p:cNvSpPr/>
          <p:nvPr/>
        </p:nvSpPr>
        <p:spPr>
          <a:xfrm>
            <a:off x="5540079" y="3688730"/>
            <a:ext cx="198045" cy="191110"/>
          </a:xfrm>
          <a:prstGeom prst="ellipse">
            <a:avLst/>
          </a:prstGeom>
          <a:solidFill>
            <a:srgbClr val="F76D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AU" dirty="0" sz="900">
                <a:solidFill>
                  <a:srgbClr val="FFFFFF"/>
                </a:solidFill>
                <a:latin typeface="MarkOTBold" panose="020B0804020201010104" pitchFamily="34" charset="0"/>
              </a:rPr>
              <a:t>2</a:t>
            </a:r>
          </a:p>
        </p:txBody>
      </p:sp>
      <p:sp>
        <p:nvSpPr>
          <p:cNvPr id="37" name="Rounded Rectangle 36"/>
          <p:cNvSpPr/>
          <p:nvPr/>
        </p:nvSpPr>
        <p:spPr>
          <a:xfrm>
            <a:off x="442570" y="5120640"/>
            <a:ext cx="1665376" cy="201168"/>
          </a:xfrm>
          <a:prstGeom prst="roundRect">
            <a:avLst>
              <a:gd name="adj" fmla="val 35000"/>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Doers 437.6 FTE</a:t>
            </a:r>
          </a:p>
        </p:txBody>
      </p:sp>
      <p:sp>
        <p:nvSpPr>
          <p:cNvPr id="38" name="Rounded Rectangle 37"/>
          <p:cNvSpPr/>
          <p:nvPr/>
        </p:nvSpPr>
        <p:spPr>
          <a:xfrm>
            <a:off x="2179962" y="5120640"/>
            <a:ext cx="1755397" cy="201168"/>
          </a:xfrm>
          <a:prstGeom prst="roundRect">
            <a:avLst>
              <a:gd name="adj" fmla="val 35000"/>
            </a:avLst>
          </a:prstGeom>
          <a:solidFill>
            <a:srgbClr val="747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Managers 57.7 FTE</a:t>
            </a:r>
          </a:p>
        </p:txBody>
      </p:sp>
      <p:sp>
        <p:nvSpPr>
          <p:cNvPr id="39" name="Rounded Rectangle 38"/>
          <p:cNvSpPr/>
          <p:nvPr/>
        </p:nvSpPr>
        <p:spPr>
          <a:xfrm>
            <a:off x="4007375" y="5120640"/>
            <a:ext cx="1800407" cy="201168"/>
          </a:xfrm>
          <a:prstGeom prst="roundRect">
            <a:avLst>
              <a:gd name="adj" fmla="val 35000"/>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lang="en-AU" dirty="0" sz="800">
                <a:solidFill>
                  <a:srgbClr val="FFFFFF"/>
                </a:solidFill>
                <a:latin typeface="MarkOTBold" panose="020B0804020201010104" pitchFamily="34" charset="0"/>
              </a:rPr>
              <a:t>Specialists 12 FTE</a:t>
            </a:r>
          </a:p>
        </p:txBody>
      </p:sp>
      <p:sp>
        <p:nvSpPr>
          <p:cNvPr id="40" name="TextBox 39"/>
          <p:cNvSpPr txBox="1"/>
          <p:nvPr/>
        </p:nvSpPr>
        <p:spPr>
          <a:xfrm>
            <a:off x="6437925" y="5102352"/>
            <a:ext cx="5311201" cy="319786"/>
          </a:xfrm>
          <a:prstGeom prst="rect">
            <a:avLst/>
          </a:prstGeom>
          <a:noFill/>
        </p:spPr>
        <p:txBody>
          <a:bodyPr wrap="square" lIns="0" rIns="0" tIns="0" bIns="0" anchor="t">
            <a:spAutoFit/>
          </a:bodyPr>
          <a:lstStyle/>
          <a:p>
            <a:pPr algn="l">
              <a:spcAft>
                <a:spcPts val="300"/>
              </a:spcAft>
            </a:pPr>
            <a:r>
              <a:rPr lang="en-AU" dirty="0" sz="850">
                <a:solidFill>
                  <a:srgbClr val="F76D69"/>
                </a:solidFill>
                <a:latin typeface="MarkOTBold" panose="020B0804020201010104" pitchFamily="34" charset="0"/>
              </a:rPr>
              <a:t>1  </a:t>
            </a:r>
            <a:r>
              <a:rPr lang="en-AU" dirty="0" sz="850">
                <a:solidFill>
                  <a:srgbClr val="1A1A1A"/>
                </a:solidFill>
                <a:latin typeface="MarkOT" panose="020B0504020201010104" pitchFamily="34" charset="0"/>
              </a:rPr>
              <a:t>COE SA&amp;D runs 3.7 doers per manager, the tightest span in TDD. </a:t>
            </a:r>
            <a:r>
              <a:rPr lang="en-AU" dirty="0" sz="850">
                <a:solidFill>
                  <a:srgbClr val="F76D69"/>
                </a:solidFill>
                <a:latin typeface="MarkOTBold" panose="020B0804020201010104" pitchFamily="34" charset="0"/>
              </a:rPr>
              <a:t>2  </a:t>
            </a:r>
            <a:r>
              <a:rPr lang="en-AU" dirty="0" sz="850">
                <a:solidFill>
                  <a:srgbClr val="1A1A1A"/>
                </a:solidFill>
                <a:latin typeface="MarkOT" panose="020B0504020201010104" pitchFamily="34" charset="0"/>
              </a:rPr>
              <a:t>COE Service Ops runs 19.0, the widest.</a:t>
            </a:r>
          </a:p>
          <a:p>
            <a:pPr algn="l">
              <a:spcAft>
                <a:spcPts val="300"/>
              </a:spcAft>
            </a:pPr>
            <a:r>
              <a:rPr lang="en-AU" dirty="0" sz="850">
                <a:solidFill>
                  <a:srgbClr val="18249C"/>
                </a:solidFill>
                <a:latin typeface="MarkOTBold" panose="020B0804020201010104" pitchFamily="34" charset="0"/>
              </a:rPr>
              <a:t>112 people report into a manager role that is vacant, 21.67 of cost.</a:t>
            </a:r>
          </a:p>
        </p:txBody>
      </p:sp>
      <p:sp>
        <p:nvSpPr>
          <p:cNvPr id="41" name="SoWhat"/>
          <p:cNvSpPr/>
          <p:nvPr/>
        </p:nvSpPr>
        <p:spPr>
          <a:xfrm>
            <a:off x="442570" y="5943600"/>
            <a:ext cx="11306556" cy="347472"/>
          </a:xfrm>
          <a:prstGeom prst="rect">
            <a:avLst/>
          </a:prstGeom>
          <a:solidFill>
            <a:srgbClr val="1824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36576" tIns="0" bIns="0"/>
          <a:lstStyle/>
          <a:p>
            <a:pPr algn="l"/>
            <a:r>
              <a:rPr lang="en-AU" dirty="0" sz="800">
                <a:solidFill>
                  <a:srgbClr val="B9BEE4"/>
                </a:solidFill>
                <a:latin typeface="MarkOTBold" panose="020B0804020201010104" pitchFamily="34" charset="0"/>
              </a:rPr>
              <a:t>SO WHAT   </a:t>
            </a:r>
            <a:r>
              <a:rPr lang="en-AU" dirty="0" sz="1000">
                <a:solidFill>
                  <a:srgbClr val="FFFFFF"/>
                </a:solidFill>
                <a:latin typeface="MarkOTBold" panose="020B0804020201010104" pitchFamily="34" charset="0"/>
              </a:rPr>
              <a:t>One manager to 7.6 doers costs 19.19; the holds move it to 8.1 without touching a single filled role.</a:t>
            </a:r>
          </a:p>
        </p:txBody>
      </p:sp>
      <p:sp>
        <p:nvSpPr>
          <p:cNvPr id="42" name="Source"/>
          <p:cNvSpPr txBox="1"/>
          <p:nvPr/>
        </p:nvSpPr>
        <p:spPr>
          <a:xfrm>
            <a:off x="442570" y="6400800"/>
            <a:ext cx="11306556" cy="310896"/>
          </a:xfrm>
          <a:prstGeom prst="rect">
            <a:avLst/>
          </a:prstGeom>
          <a:noFill/>
        </p:spPr>
        <p:txBody>
          <a:bodyPr wrap="square" lIns="0" rIns="0" tIns="0" bIns="0" anchor="t">
            <a:spAutoFit/>
          </a:bodyPr>
          <a:lstStyle/>
          <a:p>
            <a:pPr algn="l">
              <a:spcAft>
                <a:spcPts val="100"/>
              </a:spcAft>
            </a:pPr>
            <a:r>
              <a:rPr lang="en-AU" dirty="0" sz="800" i="0">
                <a:solidFill>
                  <a:srgbClr val="5F5F5F"/>
                </a:solidFill>
                <a:latin typeface="MarkOT" panose="020B0504020201010104" pitchFamily="34" charset="0"/>
              </a:rPr>
              <a:t>1  Population is 501 of the 540 role rows plus the eight GMs on the manager line. Doer, manager and specialist are the three role kinds, no role is in two.</a:t>
            </a:r>
          </a:p>
          <a:p>
            <a:pPr algn="l">
              <a:spcAft>
                <a:spcPts val="100"/>
              </a:spcAft>
            </a:pPr>
            <a:r>
              <a:rPr lang="en-AU" dirty="0" sz="800" i="0">
                <a:solidFill>
                  <a:srgbClr val="5F5F5F"/>
                </a:solidFill>
                <a:latin typeface="MarkOT" panose="020B0504020201010104" pitchFamily="34" charset="0"/>
              </a:rPr>
              <a:t>2  Role level figures price COE Cyber after the uplift carries its 0.49 share: 3.9 totals 98.34, 103.44 with the eight GMs; total people cost on 3.5 is 98.83. Source: 3.9 rows 7 to 24 and 116.</a:t>
            </a:r>
          </a:p>
        </p:txBody>
      </p:sp>
      <p:sp>
        <p:nvSpPr>
          <p:cNvPr id="14" name="Rectangle 13">
            <a:extLst>
              <a:ext uri="{FF2B5EF4-FFF2-40B4-BE49-F238E27FC236}">
                <a16:creationId xmlns:a16="http://schemas.microsoft.com/office/drawing/2014/main" id="{04133F6F-6969-705D-3AC4-8801952C3387}"/>
              </a:ext>
            </a:extLst>
          </p:cNvPr>
          <p:cNvSpPr/>
          <p:nvPr/>
        </p:nvSpPr>
        <p:spPr>
          <a:xfrm>
            <a:off x="10934700" y="-22"/>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TRXJrJB2tS7PmLu8aJlCJ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SMARTDIVIDERLEVEL" val="0"/>
  <p:tag name="SMARTDIVIDERTYPE" val="Section"/>
</p:tagLst>
</file>

<file path=ppt/tags/tag140.xml><?xml version="1.0" encoding="utf-8"?>
<p:tagLst xmlns:a="http://schemas.openxmlformats.org/drawingml/2006/main" xmlns:r="http://schemas.openxmlformats.org/officeDocument/2006/relationships" xmlns:p="http://schemas.openxmlformats.org/presentationml/2006/main">
  <p:tag name="SMARTISVISIBLE" val="{@Show Date FilePath} = Yes"/>
  <p:tag name="SMARTLOCKSHAPE" val="Yes"/>
  <p:tag name="SMARTWRITE" val="{!Today} {!FilePath}"/>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mpol">
  <a:themeElements>
    <a:clrScheme name="Ampol 2020 4">
      <a:dk1>
        <a:srgbClr val="000000"/>
      </a:dk1>
      <a:lt1>
        <a:srgbClr val="FFFFFF"/>
      </a:lt1>
      <a:dk2>
        <a:srgbClr val="000000"/>
      </a:dk2>
      <a:lt2>
        <a:srgbClr val="FFFFFF"/>
      </a:lt2>
      <a:accent1>
        <a:srgbClr val="18249C"/>
      </a:accent1>
      <a:accent2>
        <a:srgbClr val="ED0C06"/>
      </a:accent2>
      <a:accent3>
        <a:srgbClr val="5F5F5F"/>
      </a:accent3>
      <a:accent4>
        <a:srgbClr val="E0E0E0"/>
      </a:accent4>
      <a:accent5>
        <a:srgbClr val="F76D69"/>
      </a:accent5>
      <a:accent6>
        <a:srgbClr val="747BC3"/>
      </a:accent6>
      <a:hlink>
        <a:srgbClr val="0563C1"/>
      </a:hlink>
      <a:folHlink>
        <a:srgbClr val="954F72"/>
      </a:folHlink>
    </a:clrScheme>
    <a:fontScheme name="Ampol 2020">
      <a:majorFont>
        <a:latin typeface="Mark OT Book"/>
        <a:ea typeface=""/>
        <a:cs typeface=""/>
      </a:majorFont>
      <a:minorFont>
        <a:latin typeface="Mark O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mpol" id="{E6CDC036-BE02-4BCC-9397-FCBDC3C01BC6}" vid="{19B4827F-FA1D-4705-9715-92218CA7B5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Words>
  <Application>Microsoft Office PowerPoint</Application>
  <PresentationFormat>Widescreen</PresentationFormat>
  <Paragraphs>3</Paragraphs>
  <Slides>1</Slides>
  <Notes>1</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6" baseType="lpstr">
      <vt:lpstr>Aptos</vt:lpstr>
      <vt:lpstr>Arial</vt:lpstr>
      <vt:lpstr>Arial Narrow</vt:lpstr>
      <vt:lpstr>Calibri</vt:lpstr>
      <vt:lpstr>Georgia</vt:lpstr>
      <vt:lpstr>Helvetica</vt:lpstr>
      <vt:lpstr>Helvetica Neue Light</vt:lpstr>
      <vt:lpstr>HelveticaNeueLT Pro 45 Lt</vt:lpstr>
      <vt:lpstr>Mark OT</vt:lpstr>
      <vt:lpstr>Mark OT Book</vt:lpstr>
      <vt:lpstr>MarkOT</vt:lpstr>
      <vt:lpstr>MarkOT-BoldItalic</vt:lpstr>
      <vt:lpstr>Wingdings</vt:lpstr>
      <vt:lpstr>Ampol</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Leewaine Scott</dc:creator>
  <cp:lastModifiedBy>Leewaine Scott</cp:lastModifiedBy>
  <cp:revision>1</cp:revision>
  <dcterms:created xsi:type="dcterms:W3CDTF">2026-08-10T22:53:11Z</dcterms:created>
  <dcterms:modified xsi:type="dcterms:W3CDTF">2026-08-10T22:53:48Z</dcterms:modified>
</cp:coreProperties>
</file>