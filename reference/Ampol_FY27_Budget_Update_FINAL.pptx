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47.xml" ContentType="application/vnd.openxmlformats-officedocument.presentationml.tags+xml"/>
  <Override PartName="/ppt/notesSlides/notesSlide1.xml" ContentType="application/vnd.openxmlformats-officedocument.presentationml.notesSlide+xml"/>
  <Override PartName="/ppt/tags/tag248.xml" ContentType="application/vnd.openxmlformats-officedocument.presentationml.tags+xml"/>
  <Override PartName="/ppt/notesSlides/notesSlide2.xml" ContentType="application/vnd.openxmlformats-officedocument.presentationml.notesSlide+xml"/>
  <Override PartName="/ppt/tags/tag249.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32_F9F91928.xml" ContentType="application/vnd.ms-powerpoint.comments+xml"/>
  <Override PartName="/ppt/tags/tag250.xml" ContentType="application/vnd.openxmlformats-officedocument.presentationml.tags+xml"/>
  <Override PartName="/ppt/notesSlides/notesSlide5.xml" ContentType="application/vnd.openxmlformats-officedocument.presentationml.notesSlide+xml"/>
  <Override PartName="/ppt/charts/chart1.xml" ContentType="application/vnd.openxmlformats-officedocument.drawingml.chart+xml"/>
  <Override PartName="/ppt/tags/tag251.xml" ContentType="application/vnd.openxmlformats-officedocument.presentationml.tags+xml"/>
  <Override PartName="/ppt/notesSlides/notesSlide6.xml" ContentType="application/vnd.openxmlformats-officedocument.presentationml.notesSlide+xml"/>
  <Override PartName="/ppt/tags/tag252.xml" ContentType="application/vnd.openxmlformats-officedocument.presentationml.tags+xml"/>
  <Override PartName="/ppt/notesSlides/notesSlide7.xml" ContentType="application/vnd.openxmlformats-officedocument.presentationml.notesSlide+xml"/>
  <Override PartName="/ppt/charts/chart2.xml" ContentType="application/vnd.openxmlformats-officedocument.drawingml.chart+xml"/>
  <Override PartName="/ppt/tags/tag253.xml" ContentType="application/vnd.openxmlformats-officedocument.presentationml.tags+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970" r:id="rId2"/>
  </p:sldMasterIdLst>
  <p:notesMasterIdLst>
    <p:notesMasterId r:id="rId11"/>
  </p:notesMasterIdLst>
  <p:sldIdLst>
    <p:sldId id="269" r:id="rId3"/>
    <p:sldId id="2147483198" r:id="rId4"/>
    <p:sldId id="2147483194" r:id="rId5"/>
    <p:sldId id="306" r:id="rId6"/>
    <p:sldId id="2147483199" r:id="rId7"/>
    <p:sldId id="2147483203" r:id="rId8"/>
    <p:sldId id="2147483206" r:id="rId9"/>
    <p:sldId id="214748319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3D0FC562-BD7B-DBA9-1167-BAD68BE4AAD9}" name="Tom Harden (External)" initials="TH" userId="S::tharden1@ampol.com.au::49ec1790-fa7f-4137-8337-4a4a4e283d88"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7" autoAdjust="0"/>
    <p:restoredTop sz="94660"/>
  </p:normalViewPr>
  <p:slideViewPr>
    <p:cSldViewPr snapToGrid="0">
      <p:cViewPr varScale="1">
        <p:scale>
          <a:sx n="86" d="100"/>
          <a:sy n="86" d="100"/>
        </p:scale>
        <p:origin x="2508"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6"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stacked"/>
        <c:varyColors val="1"/>
        <c:ser>
          <c:idx val="0"/>
          <c:order val="0"/>
          <c:tx>
            <c:strRef>
              <c:f>Sheet1!$B$1</c:f>
              <c:strCache>
                <c:ptCount val="1"/>
                <c:pt idx="0">
                  <c:v>base</c:v>
                </c:pt>
              </c:strCache>
            </c:strRef>
          </c:tx>
          <c:spPr>
            <a:noFill/>
          </c:spPr>
          <c:invertIfNegative val="1"/>
          <c:cat>
            <c:strRef>
              <c:f>Sheet1!$A$2:$A$6</c:f>
              <c:strCache>
                <c:ptCount val="5"/>
                <c:pt idx="0">
                  <c:v>Full price</c:v>
                </c:pt>
                <c:pt idx="1">
                  <c:v>Hold</c:v>
                </c:pt>
                <c:pt idx="2">
                  <c:v>Offshore</c:v>
                </c:pt>
                <c:pt idx="3">
                  <c:v>Other</c:v>
                </c:pt>
                <c:pt idx="4">
                  <c:v>After levers</c:v>
                </c:pt>
              </c:strCache>
            </c:strRef>
          </c:cat>
          <c:val>
            <c:numRef>
              <c:f>Sheet1!$B$2:$B$6</c:f>
              <c:numCache>
                <c:formatCode>General</c:formatCode>
                <c:ptCount val="5"/>
                <c:pt idx="0">
                  <c:v>0</c:v>
                </c:pt>
                <c:pt idx="1">
                  <c:v>109.5668</c:v>
                </c:pt>
                <c:pt idx="2">
                  <c:v>101.1733</c:v>
                </c:pt>
                <c:pt idx="3">
                  <c:v>98.830299999999994</c:v>
                </c:pt>
                <c:pt idx="4">
                  <c:v>0</c:v>
                </c:pt>
              </c:numCache>
            </c:numRef>
          </c:val>
          <c:extLst>
            <c:ext xmlns:c16="http://schemas.microsoft.com/office/drawing/2014/chart" uri="{C3380CC4-5D6E-409C-BE32-E72D297353CC}">
              <c16:uniqueId val="{00000000-4403-43CC-98F4-04846950BD7F}"/>
            </c:ext>
          </c:extLst>
        </c:ser>
        <c:ser>
          <c:idx val="1"/>
          <c:order val="1"/>
          <c:tx>
            <c:strRef>
              <c:f>Sheet1!$C$1</c:f>
              <c:strCache>
                <c:ptCount val="1"/>
                <c:pt idx="0">
                  <c:v>step</c:v>
                </c:pt>
              </c:strCache>
            </c:strRef>
          </c:tx>
          <c:spPr>
            <a:solidFill>
              <a:srgbClr val="18249C"/>
            </a:solidFill>
          </c:spPr>
          <c:invertIfNegative val="1"/>
          <c:dLbls>
            <c:dLbl>
              <c:idx val="0"/>
              <c:tx>
                <c:rich>
                  <a:bodyPr wrap="square" lIns="38100" tIns="19050" rIns="38100" bIns="19050" anchor="ctr">
                    <a:spAutoFit/>
                  </a:bodyPr>
                  <a:lstStyle/>
                  <a:p>
                    <a:pPr>
                      <a:defRPr sz="1200">
                        <a:solidFill>
                          <a:schemeClr val="bg1"/>
                        </a:solidFill>
                      </a:defRPr>
                    </a:pPr>
                    <a:r>
                      <a:rPr lang="en-US"/>
                      <a:t>115.56m</a:t>
                    </a:r>
                  </a:p>
                </c:rich>
              </c:tx>
              <c:numFmt formatCode="#,##0.00" sourceLinked="0"/>
              <c:spPr>
                <a:noFill/>
                <a:ln>
                  <a:noFill/>
                </a:ln>
                <a:effectLst/>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2972-4C8F-A96B-926D9A6A040F}"/>
                </c:ext>
              </c:extLst>
            </c:dLbl>
            <c:dLbl>
              <c:idx val="1"/>
              <c:layout>
                <c:manualLayout>
                  <c:x val="3.0423570361693131E-3"/>
                  <c:y val="-5.076809732763931E-2"/>
                </c:manualLayout>
              </c:layout>
              <c:tx>
                <c:rich>
                  <a:bodyPr wrap="square" lIns="38100" tIns="19050" rIns="38100" bIns="19050" anchor="ctr">
                    <a:spAutoFit/>
                  </a:bodyPr>
                  <a:lstStyle/>
                  <a:p>
                    <a:pPr>
                      <a:defRPr sz="1200">
                        <a:solidFill>
                          <a:schemeClr val="tx2"/>
                        </a:solidFill>
                      </a:defRPr>
                    </a:pPr>
                    <a:r>
                      <a:rPr lang="en-US">
                        <a:solidFill>
                          <a:schemeClr val="tx2"/>
                        </a:solidFill>
                      </a:rPr>
                      <a:t>5.89m</a:t>
                    </a:r>
                  </a:p>
                </c:rich>
              </c:tx>
              <c:spPr>
                <a:noFill/>
                <a:ln>
                  <a:noFill/>
                </a:ln>
                <a:effectLst/>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2972-4C8F-A96B-926D9A6A040F}"/>
                </c:ext>
              </c:extLst>
            </c:dLbl>
            <c:dLbl>
              <c:idx val="2"/>
              <c:layout>
                <c:manualLayout>
                  <c:x val="0"/>
                  <c:y val="-9.1382575189750778E-2"/>
                </c:manualLayout>
              </c:layout>
              <c:tx>
                <c:rich>
                  <a:bodyPr wrap="square" lIns="38100" tIns="19050" rIns="38100" bIns="19050" anchor="ctr">
                    <a:spAutoFit/>
                  </a:bodyPr>
                  <a:lstStyle/>
                  <a:p>
                    <a:pPr>
                      <a:defRPr sz="1200">
                        <a:solidFill>
                          <a:schemeClr val="tx2"/>
                        </a:solidFill>
                      </a:defRPr>
                    </a:pPr>
                    <a:r>
                      <a:rPr lang="en-US">
                        <a:solidFill>
                          <a:schemeClr val="tx2"/>
                        </a:solidFill>
                      </a:rPr>
                      <a:t>8.39m</a:t>
                    </a:r>
                  </a:p>
                </c:rich>
              </c:tx>
              <c:spPr>
                <a:noFill/>
                <a:ln>
                  <a:noFill/>
                </a:ln>
                <a:effectLst/>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2972-4C8F-A96B-926D9A6A040F}"/>
                </c:ext>
              </c:extLst>
            </c:dLbl>
            <c:dLbl>
              <c:idx val="3"/>
              <c:layout>
                <c:manualLayout>
                  <c:x val="-3.0423570361694245E-3"/>
                  <c:y val="-5.5844907060403265E-2"/>
                </c:manualLayout>
              </c:layout>
              <c:tx>
                <c:rich>
                  <a:bodyPr wrap="square" lIns="38100" tIns="19050" rIns="38100" bIns="19050" anchor="ctr">
                    <a:spAutoFit/>
                  </a:bodyPr>
                  <a:lstStyle/>
                  <a:p>
                    <a:pPr>
                      <a:defRPr sz="1200">
                        <a:solidFill>
                          <a:schemeClr val="tx2"/>
                        </a:solidFill>
                      </a:defRPr>
                    </a:pPr>
                    <a:r>
                      <a:rPr lang="en-US"/>
                      <a:t>2.34m</a:t>
                    </a:r>
                  </a:p>
                </c:rich>
              </c:tx>
              <c:spPr>
                <a:noFill/>
                <a:ln>
                  <a:noFill/>
                </a:ln>
                <a:effectLst/>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2972-4C8F-A96B-926D9A6A040F}"/>
                </c:ext>
              </c:extLst>
            </c:dLbl>
            <c:dLbl>
              <c:idx val="4"/>
              <c:tx>
                <c:rich>
                  <a:bodyPr/>
                  <a:lstStyle/>
                  <a:p>
                    <a:r>
                      <a:rPr lang="en-US"/>
                      <a:t>98.83m</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2972-4C8F-A96B-926D9A6A040F}"/>
                </c:ext>
              </c:extLst>
            </c:dLbl>
            <c:spPr>
              <a:noFill/>
              <a:ln>
                <a:noFill/>
              </a:ln>
              <a:effectLst/>
            </c:spPr>
            <c:txPr>
              <a:bodyPr wrap="square" lIns="38100" tIns="19050" rIns="38100" bIns="19050" anchor="ctr">
                <a:spAutoFit/>
              </a:bodyPr>
              <a:lstStyle/>
              <a:p>
                <a:pPr>
                  <a:defRPr sz="1200">
                    <a:solidFill>
                      <a:schemeClr val="bg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Sheet1!$A$2:$A$6</c:f>
              <c:strCache>
                <c:ptCount val="5"/>
                <c:pt idx="0">
                  <c:v>Full price</c:v>
                </c:pt>
                <c:pt idx="1">
                  <c:v>Hold</c:v>
                </c:pt>
                <c:pt idx="2">
                  <c:v>Offshore</c:v>
                </c:pt>
                <c:pt idx="3">
                  <c:v>Other</c:v>
                </c:pt>
                <c:pt idx="4">
                  <c:v>After levers</c:v>
                </c:pt>
              </c:strCache>
            </c:strRef>
          </c:cat>
          <c:val>
            <c:numRef>
              <c:f>Sheet1!$C$2:$C$6</c:f>
              <c:numCache>
                <c:formatCode>General</c:formatCode>
                <c:ptCount val="5"/>
                <c:pt idx="0">
                  <c:v>115.4568</c:v>
                </c:pt>
                <c:pt idx="1">
                  <c:v>5.89</c:v>
                </c:pt>
                <c:pt idx="2">
                  <c:v>8.3934999999999995</c:v>
                </c:pt>
                <c:pt idx="3">
                  <c:v>2.343</c:v>
                </c:pt>
                <c:pt idx="4">
                  <c:v>98.830299999999994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4403-43CC-98F4-04846950BD7F}"/>
            </c:ext>
          </c:extLst>
        </c:ser>
        <c:dLbls>
          <c:showLegendKey val="0"/>
          <c:showVal val="0"/>
          <c:showCatName val="0"/>
          <c:showSerName val="0"/>
          <c:showPercent val="0"/>
          <c:showBubbleSize val="0"/>
        </c:dLbls>
        <c:gapWidth val="150"/>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5F5F5F"/>
            </a:solidFill>
          </a:ln>
        </c:spPr>
        <c:txPr>
          <a:bodyPr/>
          <a:lstStyle/>
          <a:p>
            <a:pPr>
              <a:defRPr sz="850">
                <a:latin typeface="Mark OT"/>
              </a:defRPr>
            </a:pPr>
            <a:endParaRPr lang="en-US"/>
          </a:p>
        </c:txPr>
        <c:crossAx val="-2113994440"/>
        <c:crosses val="autoZero"/>
        <c:auto val="1"/>
        <c:lblAlgn val="ctr"/>
        <c:lblOffset val="100"/>
        <c:noMultiLvlLbl val="0"/>
      </c:catAx>
      <c:valAx>
        <c:axId val="-2113994440"/>
        <c:scaling>
          <c:orientation val="minMax"/>
        </c:scaling>
        <c:delete val="0"/>
        <c:axPos val="l"/>
        <c:majorGridlines>
          <c:spPr>
            <a:ln w="6350">
              <a:solidFill>
                <a:srgbClr val="E0E0E0"/>
              </a:solidFill>
            </a:ln>
          </c:spPr>
        </c:majorGridlines>
        <c:title>
          <c:tx>
            <c:rich>
              <a:bodyPr/>
              <a:lstStyle/>
              <a:p>
                <a:r>
                  <a:rPr lang="en-AU" sz="850" b="0">
                    <a:solidFill>
                      <a:srgbClr val="5F5F5F"/>
                    </a:solidFill>
                    <a:latin typeface="Mark OT"/>
                  </a:rPr>
                  <a:t>$m</a:t>
                </a:r>
              </a:p>
            </c:rich>
          </c:tx>
          <c:overlay val="0"/>
        </c:title>
        <c:numFmt formatCode="General" sourceLinked="1"/>
        <c:majorTickMark val="out"/>
        <c:minorTickMark val="none"/>
        <c:tickLblPos val="nextTo"/>
        <c:txPr>
          <a:bodyPr/>
          <a:lstStyle/>
          <a:p>
            <a:pPr>
              <a:defRPr sz="850">
                <a:latin typeface="Mark OT"/>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000000000000007E-2"/>
          <c:y val="0.05"/>
          <c:w val="0.84"/>
          <c:h val="0.8"/>
        </c:manualLayout>
      </c:layout>
      <c:barChart>
        <c:barDir val="col"/>
        <c:grouping val="clustered"/>
        <c:varyColors val="1"/>
        <c:ser>
          <c:idx val="0"/>
          <c:order val="0"/>
          <c:tx>
            <c:strRef>
              <c:f>Sheet1!$B$1</c:f>
              <c:strCache>
                <c:ptCount val="1"/>
                <c:pt idx="0">
                  <c:v>Starts in the month</c:v>
                </c:pt>
              </c:strCache>
            </c:strRef>
          </c:tx>
          <c:spPr>
            <a:solidFill>
              <a:srgbClr val="18249C"/>
            </a:solidFill>
            <a:ln>
              <a:noFill/>
            </a:ln>
          </c:spPr>
          <c:invertIfNegative val="1"/>
          <c:dPt>
            <c:idx val="6"/>
            <c:invertIfNegative val="1"/>
            <c:bubble3D val="0"/>
            <c:spPr>
              <a:solidFill>
                <a:srgbClr val="747BC3"/>
              </a:solidFill>
              <a:ln>
                <a:noFill/>
              </a:ln>
            </c:spPr>
            <c:extLst>
              <c:ext xmlns:c16="http://schemas.microsoft.com/office/drawing/2014/chart" uri="{C3380CC4-5D6E-409C-BE32-E72D297353CC}">
                <c16:uniqueId val="{00000001-1C7F-47BC-B9E5-B74A04AE672B}"/>
              </c:ext>
            </c:extLst>
          </c:dPt>
          <c:dPt>
            <c:idx val="7"/>
            <c:invertIfNegative val="1"/>
            <c:bubble3D val="0"/>
            <c:spPr>
              <a:solidFill>
                <a:srgbClr val="747BC3"/>
              </a:solidFill>
              <a:ln>
                <a:noFill/>
              </a:ln>
            </c:spPr>
            <c:extLst>
              <c:ext xmlns:c16="http://schemas.microsoft.com/office/drawing/2014/chart" uri="{C3380CC4-5D6E-409C-BE32-E72D297353CC}">
                <c16:uniqueId val="{00000003-1C7F-47BC-B9E5-B74A04AE672B}"/>
              </c:ext>
            </c:extLst>
          </c:dPt>
          <c:dPt>
            <c:idx val="8"/>
            <c:invertIfNegative val="1"/>
            <c:bubble3D val="0"/>
            <c:spPr>
              <a:solidFill>
                <a:srgbClr val="747BC3"/>
              </a:solidFill>
              <a:ln>
                <a:noFill/>
              </a:ln>
            </c:spPr>
            <c:extLst>
              <c:ext xmlns:c16="http://schemas.microsoft.com/office/drawing/2014/chart" uri="{C3380CC4-5D6E-409C-BE32-E72D297353CC}">
                <c16:uniqueId val="{00000005-1C7F-47BC-B9E5-B74A04AE672B}"/>
              </c:ext>
            </c:extLst>
          </c:dPt>
          <c:dPt>
            <c:idx val="9"/>
            <c:invertIfNegative val="1"/>
            <c:bubble3D val="0"/>
            <c:spPr>
              <a:solidFill>
                <a:srgbClr val="747BC3"/>
              </a:solidFill>
              <a:ln>
                <a:noFill/>
              </a:ln>
            </c:spPr>
            <c:extLst>
              <c:ext xmlns:c16="http://schemas.microsoft.com/office/drawing/2014/chart" uri="{C3380CC4-5D6E-409C-BE32-E72D297353CC}">
                <c16:uniqueId val="{00000007-1C7F-47BC-B9E5-B74A04AE672B}"/>
              </c:ext>
            </c:extLst>
          </c:dPt>
          <c:dPt>
            <c:idx val="10"/>
            <c:invertIfNegative val="1"/>
            <c:bubble3D val="0"/>
            <c:spPr>
              <a:solidFill>
                <a:srgbClr val="747BC3"/>
              </a:solidFill>
              <a:ln>
                <a:noFill/>
              </a:ln>
            </c:spPr>
            <c:extLst>
              <c:ext xmlns:c16="http://schemas.microsoft.com/office/drawing/2014/chart" uri="{C3380CC4-5D6E-409C-BE32-E72D297353CC}">
                <c16:uniqueId val="{00000009-1C7F-47BC-B9E5-B74A04AE672B}"/>
              </c:ext>
            </c:extLst>
          </c:dPt>
          <c:dPt>
            <c:idx val="11"/>
            <c:invertIfNegative val="1"/>
            <c:bubble3D val="0"/>
            <c:spPr>
              <a:solidFill>
                <a:srgbClr val="747BC3"/>
              </a:solidFill>
              <a:ln>
                <a:noFill/>
              </a:ln>
            </c:spPr>
            <c:extLst>
              <c:ext xmlns:c16="http://schemas.microsoft.com/office/drawing/2014/chart" uri="{C3380CC4-5D6E-409C-BE32-E72D297353CC}">
                <c16:uniqueId val="{0000000B-1C7F-47BC-B9E5-B74A04AE672B}"/>
              </c:ext>
            </c:extLst>
          </c:dPt>
          <c:dPt>
            <c:idx val="12"/>
            <c:invertIfNegative val="1"/>
            <c:bubble3D val="0"/>
            <c:spPr>
              <a:solidFill>
                <a:srgbClr val="747BC3"/>
              </a:solidFill>
              <a:ln>
                <a:noFill/>
              </a:ln>
            </c:spPr>
            <c:extLst>
              <c:ext xmlns:c16="http://schemas.microsoft.com/office/drawing/2014/chart" uri="{C3380CC4-5D6E-409C-BE32-E72D297353CC}">
                <c16:uniqueId val="{0000000D-1C7F-47BC-B9E5-B74A04AE672B}"/>
              </c:ext>
            </c:extLst>
          </c:dPt>
          <c:dPt>
            <c:idx val="13"/>
            <c:invertIfNegative val="1"/>
            <c:bubble3D val="0"/>
            <c:spPr>
              <a:solidFill>
                <a:srgbClr val="747BC3"/>
              </a:solidFill>
              <a:ln>
                <a:noFill/>
              </a:ln>
            </c:spPr>
            <c:extLst>
              <c:ext xmlns:c16="http://schemas.microsoft.com/office/drawing/2014/chart" uri="{C3380CC4-5D6E-409C-BE32-E72D297353CC}">
                <c16:uniqueId val="{0000000D-1C7F-47BC-B9E5-B74A04AE672B}"/>
              </c:ext>
            </c:extLst>
          </c:dPt>
          <c:dPt>
            <c:idx val="14"/>
            <c:invertIfNegative val="1"/>
            <c:bubble3D val="0"/>
            <c:spPr>
              <a:solidFill>
                <a:srgbClr val="747BC3"/>
              </a:solidFill>
              <a:ln>
                <a:noFill/>
              </a:ln>
            </c:spPr>
            <c:extLst>
              <c:ext xmlns:c16="http://schemas.microsoft.com/office/drawing/2014/chart" uri="{C3380CC4-5D6E-409C-BE32-E72D297353CC}">
                <c16:uniqueId val="{0000000D-1C7F-47BC-B9E5-B74A04AE672B}"/>
              </c:ext>
            </c:extLst>
          </c:dPt>
          <c:dPt>
            <c:idx val="15"/>
            <c:invertIfNegative val="1"/>
            <c:bubble3D val="0"/>
            <c:spPr>
              <a:solidFill>
                <a:srgbClr val="747BC3"/>
              </a:solidFill>
              <a:ln>
                <a:noFill/>
              </a:ln>
            </c:spPr>
            <c:extLst>
              <c:ext xmlns:c16="http://schemas.microsoft.com/office/drawing/2014/chart" uri="{C3380CC4-5D6E-409C-BE32-E72D297353CC}">
                <c16:uniqueId val="{0000000D-1C7F-47BC-B9E5-B74A04AE672B}"/>
              </c:ext>
            </c:extLst>
          </c:dPt>
          <c:dPt>
            <c:idx val="16"/>
            <c:invertIfNegative val="1"/>
            <c:bubble3D val="0"/>
            <c:spPr>
              <a:solidFill>
                <a:srgbClr val="747BC3"/>
              </a:solidFill>
              <a:ln>
                <a:noFill/>
              </a:ln>
            </c:spPr>
            <c:extLst>
              <c:ext xmlns:c16="http://schemas.microsoft.com/office/drawing/2014/chart" uri="{C3380CC4-5D6E-409C-BE32-E72D297353CC}">
                <c16:uniqueId val="{0000000D-1C7F-47BC-B9E5-B74A04AE672B}"/>
              </c:ext>
            </c:extLst>
          </c:dPt>
          <c:dPt>
            <c:idx val="17"/>
            <c:invertIfNegative val="1"/>
            <c:bubble3D val="0"/>
            <c:spPr>
              <a:solidFill>
                <a:srgbClr val="747BC3"/>
              </a:solidFill>
              <a:ln>
                <a:noFill/>
              </a:ln>
            </c:spPr>
            <c:extLst>
              <c:ext xmlns:c16="http://schemas.microsoft.com/office/drawing/2014/chart" uri="{C3380CC4-5D6E-409C-BE32-E72D297353CC}">
                <c16:uniqueId val="{0000000D-1C7F-47BC-B9E5-B74A04AE672B}"/>
              </c:ext>
            </c:extLst>
          </c:dPt>
          <c:dLbls>
            <c:numFmt formatCode="0" sourceLinked="0"/>
            <c:spPr>
              <a:noFill/>
              <a:ln>
                <a:noFill/>
              </a:ln>
              <a:effectLst/>
            </c:spPr>
            <c:txPr>
              <a:bodyPr/>
              <a:lstStyle/>
              <a:p>
                <a:pPr>
                  <a:defRPr sz="700">
                    <a:solidFill>
                      <a:srgbClr val="1A1A1A"/>
                    </a:solidFill>
                    <a:latin typeface="MarkOTBold"/>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8"/>
                <c:pt idx="0">
                  <c:v>Jul-26</c:v>
                </c:pt>
                <c:pt idx="1">
                  <c:v>Aug-26</c:v>
                </c:pt>
                <c:pt idx="2">
                  <c:v>Sep-26</c:v>
                </c:pt>
                <c:pt idx="3">
                  <c:v>Oct-26</c:v>
                </c:pt>
                <c:pt idx="4">
                  <c:v>Nov-26</c:v>
                </c:pt>
                <c:pt idx="5">
                  <c:v>Dec-26</c:v>
                </c:pt>
                <c:pt idx="6">
                  <c:v>Jan-27</c:v>
                </c:pt>
                <c:pt idx="7">
                  <c:v>Feb-27</c:v>
                </c:pt>
                <c:pt idx="8">
                  <c:v>Mar-27</c:v>
                </c:pt>
                <c:pt idx="9">
                  <c:v>Apr-27</c:v>
                </c:pt>
                <c:pt idx="10">
                  <c:v>May-27</c:v>
                </c:pt>
                <c:pt idx="11">
                  <c:v>Jun-27</c:v>
                </c:pt>
                <c:pt idx="12">
                  <c:v>Jul-27</c:v>
                </c:pt>
                <c:pt idx="13">
                  <c:v>Aug-27</c:v>
                </c:pt>
                <c:pt idx="14">
                  <c:v>Sep-27</c:v>
                </c:pt>
                <c:pt idx="15">
                  <c:v>Oct-27</c:v>
                </c:pt>
                <c:pt idx="16">
                  <c:v>Nov-27</c:v>
                </c:pt>
                <c:pt idx="17">
                  <c:v>Dec-27</c:v>
                </c:pt>
              </c:strCache>
            </c:strRef>
          </c:cat>
          <c:val>
            <c:numRef>
              <c:f>Sheet1!$B$2:$B$14</c:f>
              <c:numCache>
                <c:formatCode>General</c:formatCode>
                <c:ptCount val="18"/>
                <c:pt idx="0">
                  <c:v>1</c:v>
                </c:pt>
                <c:pt idx="1">
                  <c:v>14</c:v>
                </c:pt>
                <c:pt idx="2">
                  <c:v>30</c:v>
                </c:pt>
                <c:pt idx="3">
                  <c:v>18</c:v>
                </c:pt>
                <c:pt idx="4">
                  <c:v>7</c:v>
                </c:pt>
                <c:pt idx="5">
                  <c:v>0</c:v>
                </c:pt>
                <c:pt idx="6">
                  <c:v>12</c:v>
                </c:pt>
                <c:pt idx="7">
                  <c:v>0</c:v>
                </c:pt>
                <c:pt idx="8">
                  <c:v>2</c:v>
                </c:pt>
                <c:pt idx="9">
                  <c:v>4</c:v>
                </c:pt>
                <c:pt idx="10">
                  <c:v>4</c:v>
                </c:pt>
                <c:pt idx="11">
                  <c:v>1</c:v>
                </c:pt>
                <c:pt idx="12">
                  <c:v>2</c:v>
                </c:pt>
                <c:pt idx="13">
                  <c:v>0</c:v>
                </c:pt>
                <c:pt idx="14">
                  <c:v>0</c:v>
                </c:pt>
                <c:pt idx="15">
                  <c:v>2</c:v>
                </c:pt>
                <c:pt idx="16">
                  <c:v>0</c:v>
                </c:pt>
                <c:pt idx="17">
                  <c:v>0</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E-1C7F-47BC-B9E5-B74A04AE672B}"/>
            </c:ext>
          </c:extLst>
        </c:ser>
        <c:dLbls>
          <c:showLegendKey val="0"/>
          <c:showVal val="0"/>
          <c:showCatName val="0"/>
          <c:showSerName val="0"/>
          <c:showPercent val="0"/>
          <c:showBubbleSize val="0"/>
        </c:dLbls>
        <c:gapWidth val="45"/>
        <c:axId val="-2068027336"/>
        <c:axId val="-2113994440"/>
      </c:barChart>
      <c:lineChart>
        <c:grouping val="standard"/>
        <c:varyColors val="0"/>
        <c:ser>
          <c:idx val="1"/>
          <c:order val="1"/>
          <c:tx>
            <c:strRef>
              <c:f>Sheet1!$C$1</c:f>
              <c:strCache>
                <c:ptCount val="1"/>
                <c:pt idx="0">
                  <c:v>Starts to date</c:v>
                </c:pt>
              </c:strCache>
            </c:strRef>
          </c:tx>
          <c:spPr>
            <a:ln w="22225">
              <a:solidFill>
                <a:srgbClr val="ED0C06"/>
              </a:solidFill>
            </a:ln>
          </c:spPr>
          <c:marker>
            <c:symbol val="circle"/>
            <c:size val="4"/>
            <c:spPr>
              <a:solidFill>
                <a:srgbClr val="ED0C06"/>
              </a:solidFill>
              <a:ln>
                <a:noFill/>
              </a:ln>
            </c:spPr>
          </c:marker>
          <c:dLbls>
            <c:dLbl>
              <c:idx val="1"/>
              <c:delete val="1"/>
              <c:extLst>
                <c:ext xmlns:c15="http://schemas.microsoft.com/office/drawing/2012/chart" uri="{CE6537A1-D6FC-4f65-9D91-7224C49458BB}"/>
                <c:ext xmlns:c16="http://schemas.microsoft.com/office/drawing/2014/chart" uri="{C3380CC4-5D6E-409C-BE32-E72D297353CC}">
                  <c16:uniqueId val="{0000000F-1C7F-47BC-B9E5-B74A04AE672B}"/>
                </c:ext>
              </c:extLst>
            </c:dLbl>
            <c:dLbl>
              <c:idx val="3"/>
              <c:delete val="1"/>
              <c:extLst>
                <c:ext xmlns:c15="http://schemas.microsoft.com/office/drawing/2012/chart" uri="{CE6537A1-D6FC-4f65-9D91-7224C49458BB}"/>
                <c:ext xmlns:c16="http://schemas.microsoft.com/office/drawing/2014/chart" uri="{C3380CC4-5D6E-409C-BE32-E72D297353CC}">
                  <c16:uniqueId val="{00000010-1C7F-47BC-B9E5-B74A04AE672B}"/>
                </c:ext>
              </c:extLst>
            </c:dLbl>
            <c:dLbl>
              <c:idx val="5"/>
              <c:delete val="1"/>
              <c:extLst>
                <c:ext xmlns:c15="http://schemas.microsoft.com/office/drawing/2012/chart" uri="{CE6537A1-D6FC-4f65-9D91-7224C49458BB}"/>
                <c:ext xmlns:c16="http://schemas.microsoft.com/office/drawing/2014/chart" uri="{C3380CC4-5D6E-409C-BE32-E72D297353CC}">
                  <c16:uniqueId val="{00000011-1C7F-47BC-B9E5-B74A04AE672B}"/>
                </c:ext>
              </c:extLst>
            </c:dLbl>
            <c:dLbl>
              <c:idx val="7"/>
              <c:delete val="1"/>
              <c:extLst>
                <c:ext xmlns:c15="http://schemas.microsoft.com/office/drawing/2012/chart" uri="{CE6537A1-D6FC-4f65-9D91-7224C49458BB}"/>
                <c:ext xmlns:c16="http://schemas.microsoft.com/office/drawing/2014/chart" uri="{C3380CC4-5D6E-409C-BE32-E72D297353CC}">
                  <c16:uniqueId val="{00000012-1C7F-47BC-B9E5-B74A04AE672B}"/>
                </c:ext>
              </c:extLst>
            </c:dLbl>
            <c:dLbl>
              <c:idx val="9"/>
              <c:delete val="1"/>
              <c:extLst>
                <c:ext xmlns:c15="http://schemas.microsoft.com/office/drawing/2012/chart" uri="{CE6537A1-D6FC-4f65-9D91-7224C49458BB}"/>
                <c:ext xmlns:c16="http://schemas.microsoft.com/office/drawing/2014/chart" uri="{C3380CC4-5D6E-409C-BE32-E72D297353CC}">
                  <c16:uniqueId val="{00000013-1C7F-47BC-B9E5-B74A04AE672B}"/>
                </c:ext>
              </c:extLst>
            </c:dLbl>
            <c:dLbl>
              <c:idx val="11"/>
              <c:delete val="1"/>
              <c:extLst>
                <c:ext xmlns:c15="http://schemas.microsoft.com/office/drawing/2012/chart" uri="{CE6537A1-D6FC-4f65-9D91-7224C49458BB}"/>
                <c:ext xmlns:c16="http://schemas.microsoft.com/office/drawing/2014/chart" uri="{C3380CC4-5D6E-409C-BE32-E72D297353CC}">
                  <c16:uniqueId val="{00000014-1C7F-47BC-B9E5-B74A04AE672B}"/>
                </c:ext>
              </c:extLst>
            </c:dLbl>
            <c:numFmt formatCode="0" sourceLinked="0"/>
            <c:spPr>
              <a:noFill/>
              <a:ln>
                <a:noFill/>
              </a:ln>
              <a:effectLst/>
            </c:spPr>
            <c:txPr>
              <a:bodyPr/>
              <a:lstStyle/>
              <a:p>
                <a:pPr>
                  <a:defRPr sz="650">
                    <a:solidFill>
                      <a:srgbClr val="ED0C06"/>
                    </a:solidFill>
                    <a:latin typeface="MarkOT"/>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8"/>
                <c:pt idx="0">
                  <c:v>Jul-26</c:v>
                </c:pt>
                <c:pt idx="1">
                  <c:v>Aug-26</c:v>
                </c:pt>
                <c:pt idx="2">
                  <c:v>Sep-26</c:v>
                </c:pt>
                <c:pt idx="3">
                  <c:v>Oct-26</c:v>
                </c:pt>
                <c:pt idx="4">
                  <c:v>Nov-26</c:v>
                </c:pt>
                <c:pt idx="5">
                  <c:v>Dec-26</c:v>
                </c:pt>
                <c:pt idx="6">
                  <c:v>Jan-27</c:v>
                </c:pt>
                <c:pt idx="7">
                  <c:v>Feb-27</c:v>
                </c:pt>
                <c:pt idx="8">
                  <c:v>Mar-27</c:v>
                </c:pt>
                <c:pt idx="9">
                  <c:v>Apr-27</c:v>
                </c:pt>
                <c:pt idx="10">
                  <c:v>May-27</c:v>
                </c:pt>
                <c:pt idx="11">
                  <c:v>Jun-27</c:v>
                </c:pt>
                <c:pt idx="12">
                  <c:v>Jul-27</c:v>
                </c:pt>
                <c:pt idx="13">
                  <c:v>Aug-27</c:v>
                </c:pt>
                <c:pt idx="14">
                  <c:v>Sep-27</c:v>
                </c:pt>
                <c:pt idx="15">
                  <c:v>Oct-27</c:v>
                </c:pt>
                <c:pt idx="16">
                  <c:v>Nov-27</c:v>
                </c:pt>
                <c:pt idx="17">
                  <c:v>Dec-27</c:v>
                </c:pt>
              </c:strCache>
            </c:strRef>
          </c:cat>
          <c:val>
            <c:numRef>
              <c:f>Sheet1!$C$2:$C$14</c:f>
              <c:numCache>
                <c:formatCode>General</c:formatCode>
                <c:ptCount val="18"/>
                <c:pt idx="0">
                  <c:v>1</c:v>
                </c:pt>
                <c:pt idx="1">
                  <c:v>15</c:v>
                </c:pt>
                <c:pt idx="2">
                  <c:v>45</c:v>
                </c:pt>
                <c:pt idx="3">
                  <c:v>63</c:v>
                </c:pt>
                <c:pt idx="4">
                  <c:v>70</c:v>
                </c:pt>
                <c:pt idx="5">
                  <c:v>70</c:v>
                </c:pt>
                <c:pt idx="6">
                  <c:v>82</c:v>
                </c:pt>
                <c:pt idx="7">
                  <c:v>82</c:v>
                </c:pt>
                <c:pt idx="8">
                  <c:v>84</c:v>
                </c:pt>
                <c:pt idx="9">
                  <c:v>88</c:v>
                </c:pt>
                <c:pt idx="10">
                  <c:v>92</c:v>
                </c:pt>
                <c:pt idx="11">
                  <c:v>93</c:v>
                </c:pt>
                <c:pt idx="12">
                  <c:v>95</c:v>
                </c:pt>
                <c:pt idx="13">
                  <c:v>95</c:v>
                </c:pt>
                <c:pt idx="14">
                  <c:v>95</c:v>
                </c:pt>
                <c:pt idx="15">
                  <c:v>97</c:v>
                </c:pt>
                <c:pt idx="16">
                  <c:v>97</c:v>
                </c:pt>
                <c:pt idx="17">
                  <c:v>97</c:v>
                </c:pt>
              </c:numCache>
            </c:numRef>
          </c:val>
          <c:smooth val="0"/>
          <c:extLst>
            <c:ext xmlns:c16="http://schemas.microsoft.com/office/drawing/2014/chart" uri="{C3380CC4-5D6E-409C-BE32-E72D297353CC}">
              <c16:uniqueId val="{00000015-1C7F-47BC-B9E5-B74A04AE672B}"/>
            </c:ext>
          </c:extLst>
        </c:ser>
        <c:dLbls>
          <c:showLegendKey val="0"/>
          <c:showVal val="0"/>
          <c:showCatName val="0"/>
          <c:showSerName val="0"/>
          <c:showPercent val="0"/>
          <c:showBubbleSize val="0"/>
        </c:dLbls>
        <c:marker val="1"/>
        <c:smooth val="0"/>
        <c:axId val="771111111"/>
        <c:axId val="771111112"/>
      </c:lineChart>
      <c:catAx>
        <c:axId val="-2068027336"/>
        <c:scaling>
          <c:orientation val="minMax"/>
        </c:scaling>
        <c:delete val="0"/>
        <c:axPos val="b"/>
        <c:numFmt formatCode="General" sourceLinked="0"/>
        <c:majorTickMark val="out"/>
        <c:minorTickMark val="none"/>
        <c:tickLblPos val="nextTo"/>
        <c:spPr>
          <a:ln w="9525">
            <a:solidFill>
              <a:srgbClr val="E0E0E0"/>
            </a:solidFill>
          </a:ln>
        </c:spPr>
        <c:txPr>
          <a:bodyPr/>
          <a:lstStyle/>
          <a:p>
            <a:pPr>
              <a:defRPr sz="650">
                <a:solidFill>
                  <a:srgbClr val="1A1A1A"/>
                </a:solidFill>
                <a:latin typeface="MarkOT"/>
              </a:defRPr>
            </a:pPr>
            <a:endParaRPr lang="en-US"/>
          </a:p>
        </c:txPr>
        <c:crossAx val="-2113994440"/>
        <c:crosses val="autoZero"/>
        <c:auto val="1"/>
        <c:lblAlgn val="ctr"/>
        <c:lblOffset val="100"/>
        <c:noMultiLvlLbl val="0"/>
      </c:catAx>
      <c:valAx>
        <c:axId val="-2113994440"/>
        <c:scaling>
          <c:orientation val="minMax"/>
          <c:max val="34"/>
        </c:scaling>
        <c:delete val="0"/>
        <c:axPos val="l"/>
        <c:majorGridlines>
          <c:spPr>
            <a:ln w="6350">
              <a:solidFill>
                <a:srgbClr val="E0E0E0"/>
              </a:solidFill>
            </a:ln>
          </c:spPr>
        </c:majorGridlines>
        <c:numFmt formatCode="0" sourceLinked="0"/>
        <c:majorTickMark val="none"/>
        <c:minorTickMark val="none"/>
        <c:tickLblPos val="nextTo"/>
        <c:spPr>
          <a:ln w="9525">
            <a:noFill/>
          </a:ln>
        </c:spPr>
        <c:txPr>
          <a:bodyPr/>
          <a:lstStyle/>
          <a:p>
            <a:pPr>
              <a:defRPr sz="650">
                <a:solidFill>
                  <a:srgbClr val="5F5F5F"/>
                </a:solidFill>
                <a:latin typeface="MarkOT"/>
              </a:defRPr>
            </a:pPr>
            <a:endParaRPr lang="en-US"/>
          </a:p>
        </c:txPr>
        <c:crossAx val="-2068027336"/>
        <c:crosses val="autoZero"/>
        <c:crossBetween val="between"/>
      </c:valAx>
      <c:valAx>
        <c:axId val="771111112"/>
        <c:scaling>
          <c:orientation val="minMax"/>
        </c:scaling>
        <c:delete val="0"/>
        <c:axPos val="r"/>
        <c:numFmt formatCode="0.0" sourceLinked="0"/>
        <c:majorTickMark val="none"/>
        <c:minorTickMark val="none"/>
        <c:tickLblPos val="nextTo"/>
        <c:spPr>
          <a:ln>
            <a:noFill/>
          </a:ln>
        </c:spPr>
        <c:txPr>
          <a:bodyPr/>
          <a:lstStyle/>
          <a:p>
            <a:pPr>
              <a:defRPr sz="700">
                <a:solidFill>
                  <a:srgbClr val="5F5F5F"/>
                </a:solidFill>
                <a:latin typeface="MarkOT"/>
              </a:defRPr>
            </a:pPr>
            <a:endParaRPr lang="en-AU"/>
          </a:p>
        </c:txPr>
        <c:crossAx val="771111111"/>
        <c:crosses val="max"/>
        <c:crossBetween val="between"/>
      </c:valAx>
      <c:catAx>
        <c:axId val="771111111"/>
        <c:scaling>
          <c:orientation val="minMax"/>
        </c:scaling>
        <c:delete val="1"/>
        <c:axPos val="b"/>
        <c:numFmt formatCode="General" sourceLinked="1"/>
        <c:majorTickMark val="none"/>
        <c:minorTickMark val="none"/>
        <c:tickLblPos val="none"/>
        <c:crossAx val="771111112"/>
        <c:crosses val="autoZero"/>
        <c:auto val="1"/>
        <c:lblAlgn val="ctr"/>
        <c:lblOffset val="100"/>
        <c:noMultiLvlLbl val="0"/>
      </c:catAx>
    </c:plotArea>
    <c:plotVisOnly val="1"/>
    <c:dispBlanksAs val="gap"/>
    <c:showDLblsOverMax val="1"/>
  </c:chart>
  <c:spPr>
    <a:noFill/>
    <a:ln>
      <a:noFill/>
    </a:ln>
  </c:spPr>
  <c:txPr>
    <a:bodyPr/>
    <a:lstStyle/>
    <a:p>
      <a:pPr>
        <a:defRPr sz="700">
          <a:solidFill>
            <a:srgbClr val="1A1A1A"/>
          </a:solidFill>
          <a:latin typeface="MarkOT"/>
        </a:defRPr>
      </a:pPr>
      <a:endParaRPr lang="en-US"/>
    </a:p>
  </c:txPr>
  <c:externalData r:id="rId1">
    <c:autoUpdate val="0"/>
  </c:externalData>
</c:chartSpace>
</file>

<file path=ppt/comments/modernComment_132_F9F91928.xml><?xml version="1.0" encoding="utf-8"?>
<p188:cmLst xmlns:a="http://schemas.openxmlformats.org/drawingml/2006/main" xmlns:r="http://schemas.openxmlformats.org/officeDocument/2006/relationships" xmlns:p188="http://schemas.microsoft.com/office/powerpoint/2018/8/main">
  <p188:cm id="{734CA353-FB1F-4A3F-A640-2214598E96FB}" authorId="{3D0FC562-BD7B-DBA9-1167-BAD68BE4AAD9}" created="2026-08-11T03:04:55.948">
    <pc:sldMkLst xmlns:pc="http://schemas.microsoft.com/office/powerpoint/2013/main/command">
      <pc:docMk/>
      <pc:sldMk cId="4193851688" sldId="306"/>
    </pc:sldMkLst>
    <p188:txBody>
      <a:bodyPr/>
      <a:lstStyle/>
      <a:p>
        <a:r>
          <a:rPr lang="en-AU"/>
          <a:t>[@Mimi  Davidson  (External)] pls re-format to the same format of slide 8</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C83F0D-2E17-4EEC-AE75-B0144CE3CE1C}" type="datetimeFigureOut">
              <a:rPr lang="en-AU" smtClean="0"/>
              <a:t>18/08/2026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1478E9-498C-4E88-A75B-065FD714DCE6}" type="slidenum">
              <a:rPr lang="en-AU" smtClean="0"/>
              <a:t>‹#›</a:t>
            </a:fld>
            <a:endParaRPr lang="en-AU"/>
          </a:p>
        </p:txBody>
      </p:sp>
    </p:spTree>
    <p:extLst>
      <p:ext uri="{BB962C8B-B14F-4D97-AF65-F5344CB8AC3E}">
        <p14:creationId xmlns:p14="http://schemas.microsoft.com/office/powerpoint/2010/main" val="510528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39E80BEB-1DB1-441A-BC9C-D5589D4837E4}" type="slidenum">
              <a:rPr kumimoji="0" lang="en-AU"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AU"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424648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6">
          <a:extLst>
            <a:ext uri="{FF2B5EF4-FFF2-40B4-BE49-F238E27FC236}">
              <a16:creationId xmlns:a16="http://schemas.microsoft.com/office/drawing/2014/main" id="{90DB4274-4A5D-BA75-F6DD-35BE5CD191EB}"/>
            </a:ext>
          </a:extLst>
        </p:cNvPr>
        <p:cNvGrpSpPr/>
        <p:nvPr/>
      </p:nvGrpSpPr>
      <p:grpSpPr>
        <a:xfrm>
          <a:off x="0" y="0"/>
          <a:ext cx="0" cy="0"/>
          <a:chOff x="0" y="0"/>
          <a:chExt cx="0" cy="0"/>
        </a:xfrm>
      </p:grpSpPr>
      <p:sp>
        <p:nvSpPr>
          <p:cNvPr id="1947" name="Google Shape;1947;ga83c82b40761cee_0:notes">
            <a:extLst>
              <a:ext uri="{FF2B5EF4-FFF2-40B4-BE49-F238E27FC236}">
                <a16:creationId xmlns:a16="http://schemas.microsoft.com/office/drawing/2014/main" id="{C50334E8-B81C-58E5-16C0-5EBF0A4EE8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U"/>
          </a:p>
        </p:txBody>
      </p:sp>
      <p:sp>
        <p:nvSpPr>
          <p:cNvPr id="1948" name="Google Shape;1948;ga83c82b40761cee_0:notes">
            <a:extLst>
              <a:ext uri="{FF2B5EF4-FFF2-40B4-BE49-F238E27FC236}">
                <a16:creationId xmlns:a16="http://schemas.microsoft.com/office/drawing/2014/main" id="{BF1E73E2-31EB-B26D-B5A5-B3111BF7F0E9}"/>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MarkOT" panose="020B0504020201010104" pitchFamily="34" charset="0"/>
              </a:rPr>
              <a:t>Portfolio initiative delivery costs are separated from portfolio costs, enabling direct recharge of initiative delivery effort to business portfolios</a:t>
            </a:r>
            <a:endParaRPr lang="en-AU" sz="1200">
              <a:solidFill>
                <a:schemeClr val="tx1"/>
              </a:solidFill>
              <a:latin typeface="MarkOT" panose="020B0504020201010104" pitchFamily="34" charset="0"/>
            </a:endParaRPr>
          </a:p>
          <a:p>
            <a:pPr marL="0" lvl="0" indent="0" algn="l">
              <a:spcBef>
                <a:spcPts val="0"/>
              </a:spcBef>
              <a:spcAft>
                <a:spcPts val="0"/>
              </a:spcAft>
              <a:buNone/>
            </a:pPr>
            <a:endParaRPr lang="en-AU"/>
          </a:p>
        </p:txBody>
      </p:sp>
      <p:sp>
        <p:nvSpPr>
          <p:cNvPr id="1949" name="Google Shape;1949;ga83c82b40761cee_0:notes">
            <a:extLst>
              <a:ext uri="{FF2B5EF4-FFF2-40B4-BE49-F238E27FC236}">
                <a16:creationId xmlns:a16="http://schemas.microsoft.com/office/drawing/2014/main" id="{89BF679D-F6F3-55E7-EFDA-C9FE0F76EB89}"/>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AU"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2</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937727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6">
          <a:extLst>
            <a:ext uri="{FF2B5EF4-FFF2-40B4-BE49-F238E27FC236}">
              <a16:creationId xmlns:a16="http://schemas.microsoft.com/office/drawing/2014/main" id="{50E6B8AE-0C3D-EEED-ED68-6D0EDC970A29}"/>
            </a:ext>
          </a:extLst>
        </p:cNvPr>
        <p:cNvGrpSpPr/>
        <p:nvPr/>
      </p:nvGrpSpPr>
      <p:grpSpPr>
        <a:xfrm>
          <a:off x="0" y="0"/>
          <a:ext cx="0" cy="0"/>
          <a:chOff x="0" y="0"/>
          <a:chExt cx="0" cy="0"/>
        </a:xfrm>
      </p:grpSpPr>
      <p:sp>
        <p:nvSpPr>
          <p:cNvPr id="1947" name="Google Shape;1947;ga83c82b40761cee_0:notes">
            <a:extLst>
              <a:ext uri="{FF2B5EF4-FFF2-40B4-BE49-F238E27FC236}">
                <a16:creationId xmlns:a16="http://schemas.microsoft.com/office/drawing/2014/main" id="{C374F7FE-72C9-1BF4-5D33-70645600505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U"/>
          </a:p>
        </p:txBody>
      </p:sp>
      <p:sp>
        <p:nvSpPr>
          <p:cNvPr id="1948" name="Google Shape;1948;ga83c82b40761cee_0:notes">
            <a:extLst>
              <a:ext uri="{FF2B5EF4-FFF2-40B4-BE49-F238E27FC236}">
                <a16:creationId xmlns:a16="http://schemas.microsoft.com/office/drawing/2014/main" id="{CA28A20D-98F8-B453-3EEA-7C42640ED61E}"/>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solidFill>
                  <a:schemeClr val="tx1"/>
                </a:solidFill>
                <a:latin typeface="MarkOT" panose="020B0504020201010104" pitchFamily="34" charset="0"/>
              </a:rPr>
              <a:t>Portfolio initiative delivery costs are separated from portfolio costs, enabling direct recharge of initiative delivery effort to business portfolios</a:t>
            </a:r>
            <a:endParaRPr lang="en-AU" sz="1200">
              <a:solidFill>
                <a:schemeClr val="tx1"/>
              </a:solidFill>
              <a:latin typeface="MarkOT" panose="020B0504020201010104" pitchFamily="34" charset="0"/>
            </a:endParaRPr>
          </a:p>
          <a:p>
            <a:pPr marL="0" lvl="0" indent="0" algn="l">
              <a:spcBef>
                <a:spcPts val="0"/>
              </a:spcBef>
              <a:spcAft>
                <a:spcPts val="0"/>
              </a:spcAft>
              <a:buNone/>
            </a:pPr>
            <a:endParaRPr lang="en-AU"/>
          </a:p>
        </p:txBody>
      </p:sp>
      <p:sp>
        <p:nvSpPr>
          <p:cNvPr id="1949" name="Google Shape;1949;ga83c82b40761cee_0:notes">
            <a:extLst>
              <a:ext uri="{FF2B5EF4-FFF2-40B4-BE49-F238E27FC236}">
                <a16:creationId xmlns:a16="http://schemas.microsoft.com/office/drawing/2014/main" id="{5058D818-FF00-8D3A-01E5-226FB6887049}"/>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AU"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3</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34897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endParaRPr lang="en-AU" sz="1200" b="0" i="0" kern="1200">
              <a:solidFill>
                <a:schemeClr val="tx1"/>
              </a:solidFill>
              <a:effectLst/>
              <a:latin typeface="Arial" panose="020B0604020202020204" pitchFamily="34" charset="0"/>
              <a:ea typeface="+mn-ea"/>
              <a:cs typeface="+mn-cs"/>
            </a:endParaRPr>
          </a:p>
          <a:p>
            <a:pPr fontAlgn="t"/>
            <a:r>
              <a:rPr lang="en-AU" sz="1200" b="1" i="0" kern="1200">
                <a:solidFill>
                  <a:schemeClr val="tx1"/>
                </a:solidFill>
                <a:effectLst/>
                <a:latin typeface="Arial" panose="020B0604020202020204" pitchFamily="34" charset="0"/>
                <a:ea typeface="+mn-ea"/>
                <a:cs typeface="+mn-cs"/>
              </a:rPr>
              <a:t>SUMMARY</a:t>
            </a:r>
          </a:p>
          <a:p>
            <a:pPr fontAlgn="t"/>
            <a:r>
              <a:rPr lang="en-AU" sz="1200" b="0" i="0" kern="1200">
                <a:solidFill>
                  <a:schemeClr val="tx1"/>
                </a:solidFill>
                <a:effectLst/>
                <a:latin typeface="Arial" panose="020B0604020202020204" pitchFamily="34" charset="0"/>
                <a:ea typeface="+mn-ea"/>
                <a:cs typeface="+mn-cs"/>
              </a:rPr>
              <a:t>Our spans and layers analysis shows the operating model is delivering the outcomes it was designed to achieve.</a:t>
            </a:r>
          </a:p>
          <a:p>
            <a:pPr marL="171450" indent="-171450" fontAlgn="t">
              <a:buFont typeface="Arial" panose="020B0604020202020204" pitchFamily="34" charset="0"/>
              <a:buChar char="•"/>
            </a:pPr>
            <a:r>
              <a:rPr lang="en-AU" sz="1200" b="0" i="0" kern="1200">
                <a:solidFill>
                  <a:schemeClr val="tx1"/>
                </a:solidFill>
                <a:effectLst/>
                <a:latin typeface="Arial" panose="020B0604020202020204" pitchFamily="34" charset="0"/>
                <a:ea typeface="+mn-ea"/>
                <a:cs typeface="+mn-cs"/>
              </a:rPr>
              <a:t>Compared to the previous model, management density has reduced from 24% to 16% while average spans of control have increased from 4.2 to 6.3 employees per leader.</a:t>
            </a:r>
          </a:p>
          <a:p>
            <a:pPr marL="171450" indent="-171450" fontAlgn="t">
              <a:buFont typeface="Arial" panose="020B0604020202020204" pitchFamily="34" charset="0"/>
              <a:buChar char="•"/>
            </a:pPr>
            <a:r>
              <a:rPr lang="en-AU" sz="1200" b="0" i="0" kern="1200">
                <a:solidFill>
                  <a:schemeClr val="tx1"/>
                </a:solidFill>
                <a:effectLst/>
                <a:latin typeface="Arial" panose="020B0604020202020204" pitchFamily="34" charset="0"/>
                <a:ea typeface="+mn-ea"/>
                <a:cs typeface="+mn-cs"/>
              </a:rPr>
              <a:t>The most significant shift is where people sit in the organisation. Previously, 71% of the workforce sat in Layers 5 and 6. Today, 67% sit within Layers 2 and 3, indicating a materially flatter organisation.</a:t>
            </a:r>
          </a:p>
          <a:p>
            <a:pPr marL="171450" indent="-171450" fontAlgn="t">
              <a:buFont typeface="Arial" panose="020B0604020202020204" pitchFamily="34" charset="0"/>
              <a:buChar char="•"/>
            </a:pPr>
            <a:r>
              <a:rPr lang="en-AU" sz="1200" b="0" i="0" kern="1200">
                <a:solidFill>
                  <a:schemeClr val="tx1"/>
                </a:solidFill>
                <a:effectLst/>
                <a:latin typeface="Arial" panose="020B0604020202020204" pitchFamily="34" charset="0"/>
                <a:ea typeface="+mn-ea"/>
                <a:cs typeface="+mn-cs"/>
              </a:rPr>
              <a:t>This reflects a deliberate move away from a traditional technology hierarchy toward a hybrid model where delivery accountability sits within business-aligned verticals, supported by capability-led Centres of Excellence.</a:t>
            </a:r>
          </a:p>
          <a:p>
            <a:pPr marL="171450" indent="-171450" fontAlgn="t">
              <a:buFont typeface="Arial" panose="020B0604020202020204" pitchFamily="34" charset="0"/>
              <a:buChar char="•"/>
            </a:pPr>
            <a:r>
              <a:rPr lang="en-AU" sz="1200" b="0" i="0" kern="1200">
                <a:solidFill>
                  <a:schemeClr val="tx1"/>
                </a:solidFill>
                <a:effectLst/>
                <a:latin typeface="Arial" panose="020B0604020202020204" pitchFamily="34" charset="0"/>
                <a:ea typeface="+mn-ea"/>
                <a:cs typeface="+mn-cs"/>
              </a:rPr>
              <a:t>The result is an organisation that is better aligned to business priorities, more scalable, and able to make decisions closer to delivery teams and customer outcomes.</a:t>
            </a:r>
          </a:p>
          <a:p>
            <a:pPr marL="171450" lvl="0" indent="-171450" algn="l" defTabSz="914400" rtl="0" eaLnBrk="1" fontAlgn="t" latinLnBrk="0" hangingPunct="1">
              <a:lnSpc>
                <a:spcPct val="115000"/>
              </a:lnSpc>
              <a:spcAft>
                <a:spcPts val="800"/>
              </a:spcAft>
              <a:buSzPts val="1000"/>
              <a:buFont typeface="Arial" panose="020B0604020202020204" pitchFamily="34" charset="0"/>
              <a:buChar char="•"/>
              <a:tabLst>
                <a:tab pos="457200" algn="l"/>
              </a:tabLst>
            </a:pPr>
            <a:r>
              <a:rPr lang="en-AU" sz="1200" b="0" i="0" kern="1200">
                <a:solidFill>
                  <a:schemeClr val="tx1"/>
                </a:solidFill>
                <a:effectLst/>
                <a:latin typeface="Arial" panose="020B0604020202020204" pitchFamily="34" charset="0"/>
                <a:ea typeface="+mn-ea"/>
                <a:cs typeface="+mn-cs"/>
              </a:rPr>
              <a:t>Delivery accountability now sits within business-aligned verticals rather than being dispersed across functional silos.</a:t>
            </a:r>
          </a:p>
          <a:p>
            <a:pPr marL="171450" lvl="0" indent="-171450" algn="l" defTabSz="914400" rtl="0" eaLnBrk="1" fontAlgn="t" latinLnBrk="0" hangingPunct="1">
              <a:lnSpc>
                <a:spcPct val="115000"/>
              </a:lnSpc>
              <a:spcAft>
                <a:spcPts val="800"/>
              </a:spcAft>
              <a:buSzPts val="1000"/>
              <a:buFont typeface="Arial" panose="020B0604020202020204" pitchFamily="34" charset="0"/>
              <a:buChar char="•"/>
              <a:tabLst>
                <a:tab pos="457200" algn="l"/>
              </a:tabLst>
            </a:pPr>
            <a:r>
              <a:rPr lang="en-AU" sz="1200" b="0" i="0" kern="1200">
                <a:solidFill>
                  <a:schemeClr val="tx1"/>
                </a:solidFill>
                <a:effectLst/>
                <a:latin typeface="Arial" panose="020B0604020202020204" pitchFamily="34" charset="0"/>
                <a:ea typeface="+mn-ea"/>
                <a:cs typeface="+mn-cs"/>
              </a:rPr>
              <a:t>Management spans have increased and management density has reduced, creating a flatter and more scalable organisation.</a:t>
            </a:r>
          </a:p>
          <a:p>
            <a:pPr marL="171450" lvl="0" indent="-171450" algn="l" defTabSz="914400" rtl="0" eaLnBrk="1" fontAlgn="t" latinLnBrk="0" hangingPunct="1">
              <a:lnSpc>
                <a:spcPct val="115000"/>
              </a:lnSpc>
              <a:spcAft>
                <a:spcPts val="800"/>
              </a:spcAft>
              <a:buSzPts val="1000"/>
              <a:buFont typeface="Arial" panose="020B0604020202020204" pitchFamily="34" charset="0"/>
              <a:buChar char="•"/>
              <a:tabLst>
                <a:tab pos="457200" algn="l"/>
              </a:tabLst>
            </a:pPr>
            <a:r>
              <a:rPr lang="en-AU" sz="1200" b="0" i="0" kern="1200">
                <a:solidFill>
                  <a:schemeClr val="tx1"/>
                </a:solidFill>
                <a:effectLst/>
                <a:latin typeface="Arial" panose="020B0604020202020204" pitchFamily="34" charset="0"/>
                <a:ea typeface="+mn-ea"/>
                <a:cs typeface="+mn-cs"/>
              </a:rPr>
              <a:t>Approximately two-thirds of roles now sit within Layers 2-3, moving accountability and decision making closer to delivery teams and business outcomes.</a:t>
            </a:r>
          </a:p>
          <a:p>
            <a:pPr marL="171450" lvl="0" indent="-171450" algn="l" defTabSz="914400" rtl="0" eaLnBrk="1" fontAlgn="t" latinLnBrk="0" hangingPunct="1">
              <a:lnSpc>
                <a:spcPct val="115000"/>
              </a:lnSpc>
              <a:spcAft>
                <a:spcPts val="800"/>
              </a:spcAft>
              <a:buSzPts val="1000"/>
              <a:buFont typeface="Arial" panose="020B0604020202020204" pitchFamily="34" charset="0"/>
              <a:buChar char="•"/>
              <a:tabLst>
                <a:tab pos="457200" algn="l"/>
              </a:tabLst>
            </a:pPr>
            <a:r>
              <a:rPr lang="en-AU" sz="1200" b="0" i="0" kern="1200">
                <a:solidFill>
                  <a:schemeClr val="tx1"/>
                </a:solidFill>
                <a:effectLst/>
                <a:latin typeface="Arial" panose="020B0604020202020204" pitchFamily="34" charset="0"/>
                <a:ea typeface="+mn-ea"/>
                <a:cs typeface="+mn-cs"/>
              </a:rPr>
              <a:t>Capability governance remains intact through specialist Centres of Excellence (COEs).</a:t>
            </a:r>
          </a:p>
          <a:p>
            <a:pPr marL="171450" indent="-171450" algn="l" defTabSz="914400" rtl="0" eaLnBrk="1" fontAlgn="t" latinLnBrk="0" hangingPunct="1">
              <a:lnSpc>
                <a:spcPct val="115000"/>
              </a:lnSpc>
              <a:spcAft>
                <a:spcPts val="800"/>
              </a:spcAft>
              <a:buSzPts val="1000"/>
              <a:buFont typeface="Arial" panose="020B0604020202020204" pitchFamily="34" charset="0"/>
              <a:buChar char="•"/>
              <a:tabLst>
                <a:tab pos="457200" algn="l"/>
              </a:tabLst>
            </a:pPr>
            <a:r>
              <a:rPr lang="en-AU" sz="1200" b="0" i="0" kern="1200">
                <a:solidFill>
                  <a:schemeClr val="tx1"/>
                </a:solidFill>
                <a:effectLst/>
                <a:latin typeface="Arial" panose="020B0604020202020204" pitchFamily="34" charset="0"/>
                <a:ea typeface="+mn-ea"/>
                <a:cs typeface="+mn-cs"/>
              </a:rPr>
              <a:t>TDD has simplified management structures rather than replacing one hierarchy with another.</a:t>
            </a:r>
          </a:p>
          <a:p>
            <a:pPr marL="0" indent="0" fontAlgn="t">
              <a:buFont typeface="Arial" panose="020B0604020202020204" pitchFamily="34" charset="0"/>
              <a:buNone/>
            </a:pPr>
            <a:endParaRPr lang="en-AU" sz="1200" b="0" i="0" kern="1200">
              <a:solidFill>
                <a:schemeClr val="tx1"/>
              </a:solidFill>
              <a:effectLst/>
              <a:latin typeface="Arial" panose="020B0604020202020204" pitchFamily="34" charset="0"/>
              <a:ea typeface="+mn-ea"/>
              <a:cs typeface="+mn-cs"/>
            </a:endParaRPr>
          </a:p>
          <a:p>
            <a:pPr fontAlgn="t"/>
            <a:r>
              <a:rPr lang="en-AU" sz="1200" b="0" i="0" kern="1200">
                <a:solidFill>
                  <a:schemeClr val="tx1"/>
                </a:solidFill>
                <a:effectLst/>
                <a:latin typeface="Arial" panose="020B0604020202020204" pitchFamily="34" charset="0"/>
                <a:ea typeface="+mn-ea"/>
                <a:cs typeface="+mn-cs"/>
              </a:rPr>
              <a:t>The redesign has reduced dependence on hierarchy while increasing accountability at the point of delivery.</a:t>
            </a:r>
          </a:p>
          <a:p>
            <a:pPr fontAlgn="t"/>
            <a:endParaRPr lang="en-AU" sz="1200" b="0" i="0" kern="1200">
              <a:solidFill>
                <a:schemeClr val="tx1"/>
              </a:solidFill>
              <a:effectLst/>
              <a:latin typeface="Aptos" panose="020B0004020202020204" pitchFamily="34" charset="0"/>
              <a:ea typeface="+mn-ea"/>
              <a:cs typeface="+mn-cs"/>
            </a:endParaRPr>
          </a:p>
          <a:p>
            <a:pPr fontAlgn="t"/>
            <a:r>
              <a:rPr lang="en-AU" sz="1200" b="1" i="0" kern="1200">
                <a:solidFill>
                  <a:schemeClr val="tx1"/>
                </a:solidFill>
                <a:effectLst/>
                <a:latin typeface="Aptos" panose="020B0004020202020204" pitchFamily="34" charset="0"/>
                <a:ea typeface="+mn-ea"/>
                <a:cs typeface="+mn-cs"/>
              </a:rPr>
              <a:t>BY GM</a:t>
            </a:r>
          </a:p>
          <a:p>
            <a:pPr fontAlgn="t"/>
            <a:r>
              <a:rPr lang="en-AU" sz="1200" b="0" i="0" kern="1200">
                <a:solidFill>
                  <a:schemeClr val="tx1"/>
                </a:solidFill>
                <a:effectLst/>
                <a:latin typeface="Arial" panose="020B0604020202020204" pitchFamily="34" charset="0"/>
                <a:ea typeface="+mn-ea"/>
                <a:cs typeface="+mn-cs"/>
              </a:rPr>
              <a:t>This view helps distinguish between delivery verticals and capability stewardship functions.</a:t>
            </a:r>
          </a:p>
          <a:p>
            <a:pPr fontAlgn="t"/>
            <a:endParaRPr lang="en-AU" sz="1200" b="0" i="0" kern="1200">
              <a:solidFill>
                <a:schemeClr val="tx1"/>
              </a:solidFill>
              <a:effectLst/>
              <a:latin typeface="Arial" panose="020B0604020202020204" pitchFamily="34" charset="0"/>
              <a:ea typeface="+mn-ea"/>
              <a:cs typeface="+mn-cs"/>
            </a:endParaRPr>
          </a:p>
          <a:p>
            <a:pPr marL="285750" indent="-285750" fontAlgn="t">
              <a:spcAft>
                <a:spcPts val="600"/>
              </a:spcAft>
              <a:buFont typeface="Arial" panose="020B0604020202020204" pitchFamily="34" charset="0"/>
              <a:buChar char="•"/>
            </a:pPr>
            <a:r>
              <a:rPr lang="en-AU" sz="1200"/>
              <a:t>Delivery verticals show broader spans, lower management density and greater scalability </a:t>
            </a:r>
          </a:p>
          <a:p>
            <a:pPr marL="285750" indent="-285750" fontAlgn="t">
              <a:spcAft>
                <a:spcPts val="600"/>
              </a:spcAft>
              <a:buFont typeface="Arial" panose="020B0604020202020204" pitchFamily="34" charset="0"/>
              <a:buChar char="•"/>
            </a:pPr>
            <a:r>
              <a:rPr lang="en-AU" sz="1200"/>
              <a:t>Retail &amp; Z and CFE&amp;I demonstrate the strongest operating model outcomes </a:t>
            </a:r>
          </a:p>
          <a:p>
            <a:pPr marL="285750" indent="-285750" fontAlgn="t">
              <a:spcAft>
                <a:spcPts val="600"/>
              </a:spcAft>
              <a:buFont typeface="Arial" panose="020B0604020202020204" pitchFamily="34" charset="0"/>
              <a:buChar char="•"/>
            </a:pPr>
            <a:r>
              <a:rPr lang="en-AU" sz="1200"/>
              <a:t>COEs maintain capability stewardship, governance and technical standards </a:t>
            </a:r>
          </a:p>
          <a:p>
            <a:pPr marL="285750" indent="-285750" fontAlgn="t">
              <a:spcAft>
                <a:spcPts val="600"/>
              </a:spcAft>
              <a:buFont typeface="Arial" panose="020B0604020202020204" pitchFamily="34" charset="0"/>
              <a:buChar char="•"/>
            </a:pPr>
            <a:r>
              <a:rPr lang="en-AU" sz="1200"/>
              <a:t>Group Functions presents a targeted opportunity for further optimisation</a:t>
            </a:r>
          </a:p>
          <a:p>
            <a:pPr marL="285750" indent="-285750" fontAlgn="t">
              <a:spcAft>
                <a:spcPts val="600"/>
              </a:spcAft>
              <a:buFont typeface="Arial" panose="020B0604020202020204" pitchFamily="34" charset="0"/>
              <a:buChar char="•"/>
            </a:pPr>
            <a:r>
              <a:rPr lang="en-AU" sz="1200"/>
              <a:t>Overall profile is consistent with a modern platform and squad-based model</a:t>
            </a:r>
          </a:p>
          <a:p>
            <a:pPr fontAlgn="t"/>
            <a:endParaRPr lang="en-AU" sz="1200" b="0" i="0" kern="1200">
              <a:solidFill>
                <a:schemeClr val="tx1"/>
              </a:solidFill>
              <a:effectLst/>
              <a:latin typeface="Arial" panose="020B0604020202020204" pitchFamily="34" charset="0"/>
              <a:ea typeface="+mn-ea"/>
              <a:cs typeface="+mn-cs"/>
            </a:endParaRPr>
          </a:p>
          <a:p>
            <a:pPr marL="171450" indent="-171450" fontAlgn="t">
              <a:buFont typeface="Arial" panose="020B0604020202020204" pitchFamily="34" charset="0"/>
              <a:buChar char="•"/>
            </a:pPr>
            <a:r>
              <a:rPr lang="en-AU" sz="1200" b="0" i="0" kern="1200">
                <a:solidFill>
                  <a:schemeClr val="tx1"/>
                </a:solidFill>
                <a:effectLst/>
                <a:latin typeface="Arial" panose="020B0604020202020204" pitchFamily="34" charset="0"/>
                <a:ea typeface="+mn-ea"/>
                <a:cs typeface="+mn-cs"/>
              </a:rPr>
              <a:t>The delivery-focused domains, particularly Retail &amp; Z and CFE&amp;I, demonstrate the strongest outcomes. Both operate with management density below 10% and more than 10 employees per manager, indicating broad spans of accountability and highly scalable structures.</a:t>
            </a:r>
          </a:p>
          <a:p>
            <a:pPr marL="171450" indent="-171450" fontAlgn="t">
              <a:buFont typeface="Arial" panose="020B0604020202020204" pitchFamily="34" charset="0"/>
              <a:buChar char="•"/>
            </a:pPr>
            <a:r>
              <a:rPr lang="en-AU" sz="1200" b="0" i="0" kern="1200">
                <a:solidFill>
                  <a:schemeClr val="tx1"/>
                </a:solidFill>
                <a:effectLst/>
                <a:latin typeface="Arial" panose="020B0604020202020204" pitchFamily="34" charset="0"/>
                <a:ea typeface="+mn-ea"/>
                <a:cs typeface="+mn-cs"/>
              </a:rPr>
              <a:t>Customer also shows a balanced operating profile with effective spans and layers.</a:t>
            </a:r>
          </a:p>
          <a:p>
            <a:pPr marL="171450" indent="-171450" fontAlgn="t">
              <a:buFont typeface="Arial" panose="020B0604020202020204" pitchFamily="34" charset="0"/>
              <a:buChar char="•"/>
            </a:pPr>
            <a:r>
              <a:rPr lang="en-AU" sz="1200" b="0" i="0" kern="1200">
                <a:solidFill>
                  <a:schemeClr val="tx1"/>
                </a:solidFill>
                <a:effectLst/>
                <a:latin typeface="Arial" panose="020B0604020202020204" pitchFamily="34" charset="0"/>
                <a:ea typeface="+mn-ea"/>
                <a:cs typeface="+mn-cs"/>
              </a:rPr>
              <a:t>Importantly, the Centres of Excellence should not be viewed as less effective because they have different span profiles. Their purpose is governance, capability development, architecture, engineering standards, security oversight and workforce stewardship. Their structure is consistent with that role.</a:t>
            </a:r>
          </a:p>
          <a:p>
            <a:pPr marL="171450" indent="-171450" fontAlgn="t">
              <a:buFont typeface="Arial" panose="020B0604020202020204" pitchFamily="34" charset="0"/>
              <a:buChar char="•"/>
            </a:pPr>
            <a:r>
              <a:rPr lang="en-AU" sz="1200" b="0" i="0" kern="1200">
                <a:solidFill>
                  <a:schemeClr val="tx1"/>
                </a:solidFill>
                <a:effectLst/>
                <a:latin typeface="Arial" panose="020B0604020202020204" pitchFamily="34" charset="0"/>
                <a:ea typeface="+mn-ea"/>
                <a:cs typeface="+mn-cs"/>
              </a:rPr>
              <a:t>Group Functions remains effective but represents the clearest opportunity to further broaden spans and simplify reporting structures over time.</a:t>
            </a:r>
          </a:p>
          <a:p>
            <a:pPr fontAlgn="t"/>
            <a:r>
              <a:rPr lang="en-AU" sz="1200" b="0" i="0" kern="1200">
                <a:solidFill>
                  <a:schemeClr val="tx1"/>
                </a:solidFill>
                <a:effectLst/>
                <a:latin typeface="Arial" panose="020B0604020202020204" pitchFamily="34" charset="0"/>
                <a:ea typeface="+mn-ea"/>
                <a:cs typeface="+mn-cs"/>
              </a:rPr>
              <a:t>The analysis confirms the hybrid operating model is working as intended, with leadership capacity concentrated closer to delivery outcomes while capability excellence is maintained through specialist COEs. </a:t>
            </a:r>
          </a:p>
          <a:p>
            <a:pPr fontAlgn="t"/>
            <a:endParaRPr lang="en-AU" sz="1200" b="1" i="0" kern="1200">
              <a:solidFill>
                <a:schemeClr val="tx1"/>
              </a:solidFill>
              <a:effectLst/>
              <a:latin typeface="Arial" panose="020B0604020202020204" pitchFamily="34" charset="0"/>
              <a:ea typeface="+mn-ea"/>
              <a:cs typeface="+mn-cs"/>
            </a:endParaRPr>
          </a:p>
          <a:p>
            <a:pPr fontAlgn="t"/>
            <a:r>
              <a:rPr lang="en-AU" sz="1200" b="1" i="0" kern="1200">
                <a:solidFill>
                  <a:schemeClr val="tx1"/>
                </a:solidFill>
                <a:effectLst/>
                <a:latin typeface="Arial" panose="020B0604020202020204" pitchFamily="34" charset="0"/>
                <a:ea typeface="+mn-ea"/>
                <a:cs typeface="+mn-cs"/>
              </a:rPr>
              <a:t>Conclusion:</a:t>
            </a:r>
            <a:r>
              <a:rPr lang="en-AU" sz="1200" b="0" i="0" kern="1200">
                <a:solidFill>
                  <a:schemeClr val="tx1"/>
                </a:solidFill>
                <a:effectLst/>
                <a:latin typeface="Arial" panose="020B0604020202020204" pitchFamily="34" charset="0"/>
                <a:ea typeface="+mn-ea"/>
                <a:cs typeface="+mn-cs"/>
              </a:rPr>
              <a:t> </a:t>
            </a:r>
          </a:p>
          <a:p>
            <a:pPr fontAlgn="t"/>
            <a:r>
              <a:rPr lang="en-AU" sz="1200" b="0" i="0" kern="1200">
                <a:solidFill>
                  <a:schemeClr val="tx1"/>
                </a:solidFill>
                <a:effectLst/>
                <a:latin typeface="Arial" panose="020B0604020202020204" pitchFamily="34" charset="0"/>
                <a:ea typeface="+mn-ea"/>
                <a:cs typeface="+mn-cs"/>
              </a:rPr>
              <a:t>The operating model has successfully shifted leadership capacity from managing hierarchy to delivering business outcomes, while preserving capability governance and technical excellence.</a:t>
            </a:r>
          </a:p>
          <a:p>
            <a:pPr fontAlgn="t"/>
            <a:endParaRPr lang="en-AU" sz="1200" b="0" i="0" kern="1200">
              <a:solidFill>
                <a:schemeClr val="tx1"/>
              </a:solidFill>
              <a:effectLst/>
              <a:latin typeface="Arial" panose="020B0604020202020204" pitchFamily="34" charset="0"/>
              <a:ea typeface="+mn-ea"/>
              <a:cs typeface="+mn-cs"/>
            </a:endParaRPr>
          </a:p>
          <a:p>
            <a:pPr fontAlgn="t"/>
            <a:endParaRPr lang="en-AU" sz="1200" b="0" i="0" kern="1200">
              <a:solidFill>
                <a:schemeClr val="tx1"/>
              </a:solidFill>
              <a:effectLst/>
              <a:latin typeface="Arial" panose="020B0604020202020204" pitchFamily="34" charset="0"/>
              <a:ea typeface="+mn-ea"/>
              <a:cs typeface="+mn-cs"/>
            </a:endParaRPr>
          </a:p>
          <a:p>
            <a:pPr fontAlgn="t"/>
            <a:endParaRPr lang="en-AU" sz="1200" b="0" i="0" kern="1200">
              <a:solidFill>
                <a:schemeClr val="tx1"/>
              </a:solidFill>
              <a:effectLst/>
              <a:latin typeface="Aptos" panose="020B00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AU" sz="1200" b="0" i="0" kern="1200">
              <a:solidFill>
                <a:schemeClr val="tx1"/>
              </a:solidFill>
              <a:effectLst/>
              <a:latin typeface="Aptos" panose="020B0004020202020204" pitchFamily="34" charset="0"/>
              <a:ea typeface="+mn-ea"/>
              <a:cs typeface="+mn-cs"/>
            </a:endParaRPr>
          </a:p>
          <a:p>
            <a:endParaRPr lang="en-AU"/>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2DF9A3F-52E8-49E9-9591-0CDF6FA56AD6}" type="slidenum">
              <a:rPr kumimoji="0" lang="en-AU" sz="1200" b="0" i="0" u="none" strike="noStrike" kern="1200" cap="none" spc="0" normalizeH="0" baseline="0" noProof="0" smtClean="0">
                <a:ln>
                  <a:noFill/>
                </a:ln>
                <a:solidFill>
                  <a:prstClr val="black"/>
                </a:solidFill>
                <a:effectLst/>
                <a:uLnTx/>
                <a:uFillTx/>
                <a:latin typeface="Aptos" panose="020B00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AU" sz="1200" b="0" i="0" u="none" strike="noStrike" kern="1200" cap="none" spc="0" normalizeH="0" baseline="0" noProof="0">
              <a:ln>
                <a:noFill/>
              </a:ln>
              <a:solidFill>
                <a:prstClr val="black"/>
              </a:solidFill>
              <a:effectLst/>
              <a:uLnTx/>
              <a:uFillTx/>
              <a:latin typeface="Aptos" panose="020B0004020202020204" pitchFamily="34" charset="0"/>
              <a:ea typeface="+mn-ea"/>
              <a:cs typeface="+mn-cs"/>
            </a:endParaRPr>
          </a:p>
        </p:txBody>
      </p:sp>
    </p:spTree>
    <p:extLst>
      <p:ext uri="{BB962C8B-B14F-4D97-AF65-F5344CB8AC3E}">
        <p14:creationId xmlns:p14="http://schemas.microsoft.com/office/powerpoint/2010/main" val="17815645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6">
          <a:extLst>
            <a:ext uri="{FF2B5EF4-FFF2-40B4-BE49-F238E27FC236}">
              <a16:creationId xmlns:a16="http://schemas.microsoft.com/office/drawing/2014/main" id="{3DBC3923-155C-9538-2A6C-D55A1112699E}"/>
            </a:ext>
          </a:extLst>
        </p:cNvPr>
        <p:cNvGrpSpPr/>
        <p:nvPr/>
      </p:nvGrpSpPr>
      <p:grpSpPr>
        <a:xfrm>
          <a:off x="0" y="0"/>
          <a:ext cx="0" cy="0"/>
          <a:chOff x="0" y="0"/>
          <a:chExt cx="0" cy="0"/>
        </a:xfrm>
      </p:grpSpPr>
      <p:sp>
        <p:nvSpPr>
          <p:cNvPr id="1947" name="Google Shape;1947;ga83c82b40761cee_0:notes">
            <a:extLst>
              <a:ext uri="{FF2B5EF4-FFF2-40B4-BE49-F238E27FC236}">
                <a16:creationId xmlns:a16="http://schemas.microsoft.com/office/drawing/2014/main" id="{D3E905C9-DEF3-6BAA-BC8F-C71A6F8FD2C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U"/>
          </a:p>
        </p:txBody>
      </p:sp>
      <p:sp>
        <p:nvSpPr>
          <p:cNvPr id="1948" name="Google Shape;1948;ga83c82b40761cee_0:notes">
            <a:extLst>
              <a:ext uri="{FF2B5EF4-FFF2-40B4-BE49-F238E27FC236}">
                <a16:creationId xmlns:a16="http://schemas.microsoft.com/office/drawing/2014/main" id="{F3275E03-58BD-3056-42BE-868BFE3127B2}"/>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a:spcBef>
                <a:spcPts val="0"/>
              </a:spcBef>
              <a:spcAft>
                <a:spcPts val="0"/>
              </a:spcAft>
              <a:buNone/>
            </a:pPr>
            <a:endParaRPr lang="en-AU"/>
          </a:p>
        </p:txBody>
      </p:sp>
      <p:sp>
        <p:nvSpPr>
          <p:cNvPr id="1949" name="Google Shape;1949;ga83c82b40761cee_0:notes">
            <a:extLst>
              <a:ext uri="{FF2B5EF4-FFF2-40B4-BE49-F238E27FC236}">
                <a16:creationId xmlns:a16="http://schemas.microsoft.com/office/drawing/2014/main" id="{06293CD1-C529-4428-394C-B5ED0AF39AFD}"/>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AU"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5</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13886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6">
          <a:extLst>
            <a:ext uri="{FF2B5EF4-FFF2-40B4-BE49-F238E27FC236}">
              <a16:creationId xmlns:a16="http://schemas.microsoft.com/office/drawing/2014/main" id="{51AA0E40-C9AE-797A-6F67-D8E5781A6007}"/>
            </a:ext>
          </a:extLst>
        </p:cNvPr>
        <p:cNvGrpSpPr/>
        <p:nvPr/>
      </p:nvGrpSpPr>
      <p:grpSpPr>
        <a:xfrm>
          <a:off x="0" y="0"/>
          <a:ext cx="0" cy="0"/>
          <a:chOff x="0" y="0"/>
          <a:chExt cx="0" cy="0"/>
        </a:xfrm>
      </p:grpSpPr>
      <p:sp>
        <p:nvSpPr>
          <p:cNvPr id="1947" name="Google Shape;1947;ga83c82b40761cee_0:notes">
            <a:extLst>
              <a:ext uri="{FF2B5EF4-FFF2-40B4-BE49-F238E27FC236}">
                <a16:creationId xmlns:a16="http://schemas.microsoft.com/office/drawing/2014/main" id="{AF2CB056-9EBE-434F-53C2-AEBB92C4B9E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U"/>
          </a:p>
        </p:txBody>
      </p:sp>
      <p:sp>
        <p:nvSpPr>
          <p:cNvPr id="1948" name="Google Shape;1948;ga83c82b40761cee_0:notes">
            <a:extLst>
              <a:ext uri="{FF2B5EF4-FFF2-40B4-BE49-F238E27FC236}">
                <a16:creationId xmlns:a16="http://schemas.microsoft.com/office/drawing/2014/main" id="{74326D80-AC73-F5D4-AB13-F723F81F17BB}"/>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a:spcBef>
                <a:spcPts val="0"/>
              </a:spcBef>
              <a:spcAft>
                <a:spcPts val="0"/>
              </a:spcAft>
              <a:buNone/>
            </a:pPr>
            <a:endParaRPr lang="en-AU"/>
          </a:p>
        </p:txBody>
      </p:sp>
      <p:sp>
        <p:nvSpPr>
          <p:cNvPr id="1949" name="Google Shape;1949;ga83c82b40761cee_0:notes">
            <a:extLst>
              <a:ext uri="{FF2B5EF4-FFF2-40B4-BE49-F238E27FC236}">
                <a16:creationId xmlns:a16="http://schemas.microsoft.com/office/drawing/2014/main" id="{894C9FEA-A420-98F5-DC1B-644F81D2FF84}"/>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AU"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6</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05084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6">
          <a:extLst>
            <a:ext uri="{FF2B5EF4-FFF2-40B4-BE49-F238E27FC236}">
              <a16:creationId xmlns:a16="http://schemas.microsoft.com/office/drawing/2014/main" id="{37A91629-4660-4074-F207-0FF969AA2468}"/>
            </a:ext>
          </a:extLst>
        </p:cNvPr>
        <p:cNvGrpSpPr/>
        <p:nvPr/>
      </p:nvGrpSpPr>
      <p:grpSpPr>
        <a:xfrm>
          <a:off x="0" y="0"/>
          <a:ext cx="0" cy="0"/>
          <a:chOff x="0" y="0"/>
          <a:chExt cx="0" cy="0"/>
        </a:xfrm>
      </p:grpSpPr>
      <p:sp>
        <p:nvSpPr>
          <p:cNvPr id="1947" name="Google Shape;1947;ga83c82b40761cee_0:notes">
            <a:extLst>
              <a:ext uri="{FF2B5EF4-FFF2-40B4-BE49-F238E27FC236}">
                <a16:creationId xmlns:a16="http://schemas.microsoft.com/office/drawing/2014/main" id="{8DC34A51-D4DD-66A3-7122-F728C81252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U"/>
          </a:p>
        </p:txBody>
      </p:sp>
      <p:sp>
        <p:nvSpPr>
          <p:cNvPr id="1948" name="Google Shape;1948;ga83c82b40761cee_0:notes">
            <a:extLst>
              <a:ext uri="{FF2B5EF4-FFF2-40B4-BE49-F238E27FC236}">
                <a16:creationId xmlns:a16="http://schemas.microsoft.com/office/drawing/2014/main" id="{8D776F5C-845C-6E2E-A3ED-ECDF8BDF4008}"/>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a:spcBef>
                <a:spcPts val="0"/>
              </a:spcBef>
              <a:spcAft>
                <a:spcPts val="0"/>
              </a:spcAft>
              <a:buNone/>
            </a:pPr>
            <a:endParaRPr lang="en-AU" dirty="0"/>
          </a:p>
        </p:txBody>
      </p:sp>
      <p:sp>
        <p:nvSpPr>
          <p:cNvPr id="1949" name="Google Shape;1949;ga83c82b40761cee_0:notes">
            <a:extLst>
              <a:ext uri="{FF2B5EF4-FFF2-40B4-BE49-F238E27FC236}">
                <a16:creationId xmlns:a16="http://schemas.microsoft.com/office/drawing/2014/main" id="{6F72E575-35DA-7004-DCA3-1DAE44661C40}"/>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AU"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72381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6">
          <a:extLst>
            <a:ext uri="{FF2B5EF4-FFF2-40B4-BE49-F238E27FC236}">
              <a16:creationId xmlns:a16="http://schemas.microsoft.com/office/drawing/2014/main" id="{236D51DC-2736-2343-696E-73766545E5D8}"/>
            </a:ext>
          </a:extLst>
        </p:cNvPr>
        <p:cNvGrpSpPr/>
        <p:nvPr/>
      </p:nvGrpSpPr>
      <p:grpSpPr>
        <a:xfrm>
          <a:off x="0" y="0"/>
          <a:ext cx="0" cy="0"/>
          <a:chOff x="0" y="0"/>
          <a:chExt cx="0" cy="0"/>
        </a:xfrm>
      </p:grpSpPr>
      <p:sp>
        <p:nvSpPr>
          <p:cNvPr id="1947" name="Google Shape;1947;ga83c82b40761cee_0:notes">
            <a:extLst>
              <a:ext uri="{FF2B5EF4-FFF2-40B4-BE49-F238E27FC236}">
                <a16:creationId xmlns:a16="http://schemas.microsoft.com/office/drawing/2014/main" id="{F12A54B3-E52C-3F4C-AD30-4989F32654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AU"/>
          </a:p>
        </p:txBody>
      </p:sp>
      <p:sp>
        <p:nvSpPr>
          <p:cNvPr id="1948" name="Google Shape;1948;ga83c82b40761cee_0:notes">
            <a:extLst>
              <a:ext uri="{FF2B5EF4-FFF2-40B4-BE49-F238E27FC236}">
                <a16:creationId xmlns:a16="http://schemas.microsoft.com/office/drawing/2014/main" id="{9B993D27-695B-2767-0635-704FD451CF7A}"/>
              </a:ext>
            </a:extLst>
          </p:cNvPr>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a:spcBef>
                <a:spcPts val="0"/>
              </a:spcBef>
              <a:spcAft>
                <a:spcPts val="0"/>
              </a:spcAft>
              <a:buNone/>
            </a:pPr>
            <a:endParaRPr lang="en-AU"/>
          </a:p>
        </p:txBody>
      </p:sp>
      <p:sp>
        <p:nvSpPr>
          <p:cNvPr id="1949" name="Google Shape;1949;ga83c82b40761cee_0:notes">
            <a:extLst>
              <a:ext uri="{FF2B5EF4-FFF2-40B4-BE49-F238E27FC236}">
                <a16:creationId xmlns:a16="http://schemas.microsoft.com/office/drawing/2014/main" id="{C3D10498-77AE-FCD9-E6D3-FDF5596C71EE}"/>
              </a:ext>
            </a:extLst>
          </p:cNvPr>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AU"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8</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408146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3.emf"/><Relationship Id="rId4" Type="http://schemas.openxmlformats.org/officeDocument/2006/relationships/image" Target="../media/image2.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4.xml"/><Relationship Id="rId5" Type="http://schemas.openxmlformats.org/officeDocument/2006/relationships/image" Target="../media/image3.emf"/><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5.xml"/><Relationship Id="rId5" Type="http://schemas.openxmlformats.org/officeDocument/2006/relationships/image" Target="../media/image3.emf"/><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8.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9.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0.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3.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16.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17.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18.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19.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1.xml"/><Relationship Id="rId1" Type="http://schemas.openxmlformats.org/officeDocument/2006/relationships/tags" Target="../tags/tag20.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1.xml"/><Relationship Id="rId1" Type="http://schemas.openxmlformats.org/officeDocument/2006/relationships/tags" Target="../tags/tag21.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1.xml"/><Relationship Id="rId1" Type="http://schemas.openxmlformats.org/officeDocument/2006/relationships/tags" Target="../tags/tag22.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1.xml"/><Relationship Id="rId1" Type="http://schemas.openxmlformats.org/officeDocument/2006/relationships/tags" Target="../tags/tag24.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1.xml"/><Relationship Id="rId1" Type="http://schemas.openxmlformats.org/officeDocument/2006/relationships/tags" Target="../tags/tag25.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1.xml"/><Relationship Id="rId1" Type="http://schemas.openxmlformats.org/officeDocument/2006/relationships/tags" Target="../tags/tag27.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1.xml"/><Relationship Id="rId1" Type="http://schemas.openxmlformats.org/officeDocument/2006/relationships/tags" Target="../tags/tag28.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1.xml"/><Relationship Id="rId1" Type="http://schemas.openxmlformats.org/officeDocument/2006/relationships/tags" Target="../tags/tag29.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1.xml"/><Relationship Id="rId1" Type="http://schemas.openxmlformats.org/officeDocument/2006/relationships/tags" Target="../tags/tag30.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1.xml"/><Relationship Id="rId1" Type="http://schemas.openxmlformats.org/officeDocument/2006/relationships/tags" Target="../tags/tag31.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1.xml"/><Relationship Id="rId1" Type="http://schemas.openxmlformats.org/officeDocument/2006/relationships/tags" Target="../tags/tag32.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1.xml"/><Relationship Id="rId1" Type="http://schemas.openxmlformats.org/officeDocument/2006/relationships/tags" Target="../tags/tag33.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1.xml"/><Relationship Id="rId1" Type="http://schemas.openxmlformats.org/officeDocument/2006/relationships/tags" Target="../tags/tag34.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1.xml"/><Relationship Id="rId1" Type="http://schemas.openxmlformats.org/officeDocument/2006/relationships/tags" Target="../tags/tag35.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1.xml"/><Relationship Id="rId1" Type="http://schemas.openxmlformats.org/officeDocument/2006/relationships/tags" Target="../tags/tag36.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1.xml"/><Relationship Id="rId1" Type="http://schemas.openxmlformats.org/officeDocument/2006/relationships/tags" Target="../tags/tag37.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1.xml"/><Relationship Id="rId1" Type="http://schemas.openxmlformats.org/officeDocument/2006/relationships/tags" Target="../tags/tag38.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1.xml"/><Relationship Id="rId1" Type="http://schemas.openxmlformats.org/officeDocument/2006/relationships/tags" Target="../tags/tag39.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1.xml"/><Relationship Id="rId1" Type="http://schemas.openxmlformats.org/officeDocument/2006/relationships/tags" Target="../tags/tag40.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1.xml"/><Relationship Id="rId1" Type="http://schemas.openxmlformats.org/officeDocument/2006/relationships/tags" Target="../tags/tag41.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1.xml"/><Relationship Id="rId1" Type="http://schemas.openxmlformats.org/officeDocument/2006/relationships/tags" Target="../tags/tag42.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1.xml"/><Relationship Id="rId1" Type="http://schemas.openxmlformats.org/officeDocument/2006/relationships/tags" Target="../tags/tag43.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1.xml"/><Relationship Id="rId1" Type="http://schemas.openxmlformats.org/officeDocument/2006/relationships/tags" Target="../tags/tag44.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1.xml"/><Relationship Id="rId1" Type="http://schemas.openxmlformats.org/officeDocument/2006/relationships/tags" Target="../tags/tag45.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Master" Target="../slideMasters/slideMaster1.xml"/><Relationship Id="rId1" Type="http://schemas.openxmlformats.org/officeDocument/2006/relationships/tags" Target="../tags/tag46.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Master" Target="../slideMasters/slideMaster1.xml"/><Relationship Id="rId1" Type="http://schemas.openxmlformats.org/officeDocument/2006/relationships/tags" Target="../tags/tag47.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Master" Target="../slideMasters/slideMaster1.xml"/><Relationship Id="rId1" Type="http://schemas.openxmlformats.org/officeDocument/2006/relationships/tags" Target="../tags/tag48.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Master" Target="../slideMasters/slideMaster1.xml"/><Relationship Id="rId1" Type="http://schemas.openxmlformats.org/officeDocument/2006/relationships/tags" Target="../tags/tag49.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Master" Target="../slideMasters/slideMaster1.xml"/><Relationship Id="rId1" Type="http://schemas.openxmlformats.org/officeDocument/2006/relationships/tags" Target="../tags/tag50.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Master" Target="../slideMasters/slideMaster1.xml"/><Relationship Id="rId1" Type="http://schemas.openxmlformats.org/officeDocument/2006/relationships/tags" Target="../tags/tag51.xml"/><Relationship Id="rId5" Type="http://schemas.openxmlformats.org/officeDocument/2006/relationships/image" Target="../media/image3.emf"/><Relationship Id="rId4" Type="http://schemas.openxmlformats.org/officeDocument/2006/relationships/image" Target="../media/image2.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Master" Target="../slideMasters/slideMaster1.xml"/><Relationship Id="rId1" Type="http://schemas.openxmlformats.org/officeDocument/2006/relationships/tags" Target="../tags/tag52.xml"/><Relationship Id="rId5" Type="http://schemas.openxmlformats.org/officeDocument/2006/relationships/image" Target="../media/image3.emf"/><Relationship Id="rId4" Type="http://schemas.openxmlformats.org/officeDocument/2006/relationships/image" Target="../media/image2.emf"/></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1.xml"/><Relationship Id="rId1" Type="http://schemas.openxmlformats.org/officeDocument/2006/relationships/tags" Target="../tags/tag53.xml"/><Relationship Id="rId5" Type="http://schemas.openxmlformats.org/officeDocument/2006/relationships/image" Target="../media/image3.emf"/><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Master" Target="../slideMasters/slideMaster1.xml"/><Relationship Id="rId1" Type="http://schemas.openxmlformats.org/officeDocument/2006/relationships/tags" Target="../tags/tag54.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Master" Target="../slideMasters/slideMaster1.xml"/><Relationship Id="rId1" Type="http://schemas.openxmlformats.org/officeDocument/2006/relationships/tags" Target="../tags/tag55.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Master" Target="../slideMasters/slideMaster1.xml"/><Relationship Id="rId1" Type="http://schemas.openxmlformats.org/officeDocument/2006/relationships/tags" Target="../tags/tag56.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Master" Target="../slideMasters/slideMaster1.xml"/><Relationship Id="rId1" Type="http://schemas.openxmlformats.org/officeDocument/2006/relationships/tags" Target="../tags/tag57.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Master" Target="../slideMasters/slideMaster1.xml"/><Relationship Id="rId1" Type="http://schemas.openxmlformats.org/officeDocument/2006/relationships/tags" Target="../tags/tag58.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Master" Target="../slideMasters/slideMaster1.xml"/><Relationship Id="rId1" Type="http://schemas.openxmlformats.org/officeDocument/2006/relationships/tags" Target="../tags/tag60.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Master" Target="../slideMasters/slideMaster1.xml"/><Relationship Id="rId1" Type="http://schemas.openxmlformats.org/officeDocument/2006/relationships/tags" Target="../tags/tag61.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Master" Target="../slideMasters/slideMaster1.xml"/><Relationship Id="rId1" Type="http://schemas.openxmlformats.org/officeDocument/2006/relationships/tags" Target="../tags/tag62.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Master" Target="../slideMasters/slideMaster1.xml"/><Relationship Id="rId1" Type="http://schemas.openxmlformats.org/officeDocument/2006/relationships/tags" Target="../tags/tag63.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Master" Target="../slideMasters/slideMaster1.xml"/><Relationship Id="rId1" Type="http://schemas.openxmlformats.org/officeDocument/2006/relationships/tags" Target="../tags/tag64.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Master" Target="../slideMasters/slideMaster1.xml"/><Relationship Id="rId1" Type="http://schemas.openxmlformats.org/officeDocument/2006/relationships/tags" Target="../tags/tag65.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Master" Target="../slideMasters/slideMaster1.xml"/><Relationship Id="rId1" Type="http://schemas.openxmlformats.org/officeDocument/2006/relationships/tags" Target="../tags/tag66.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Master" Target="../slideMasters/slideMaster1.xml"/><Relationship Id="rId1" Type="http://schemas.openxmlformats.org/officeDocument/2006/relationships/tags" Target="../tags/tag67.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Master" Target="../slideMasters/slideMaster1.xml"/><Relationship Id="rId1" Type="http://schemas.openxmlformats.org/officeDocument/2006/relationships/tags" Target="../tags/tag68.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Master" Target="../slideMasters/slideMaster1.xml"/><Relationship Id="rId1" Type="http://schemas.openxmlformats.org/officeDocument/2006/relationships/tags" Target="../tags/tag69.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1.xml"/><Relationship Id="rId1" Type="http://schemas.openxmlformats.org/officeDocument/2006/relationships/tags" Target="../tags/tag70.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Master" Target="../slideMasters/slideMaster1.xml"/><Relationship Id="rId1" Type="http://schemas.openxmlformats.org/officeDocument/2006/relationships/tags" Target="../tags/tag71.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1.xml"/><Relationship Id="rId1" Type="http://schemas.openxmlformats.org/officeDocument/2006/relationships/tags" Target="../tags/tag72.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1.xml"/><Relationship Id="rId1" Type="http://schemas.openxmlformats.org/officeDocument/2006/relationships/tags" Target="../tags/tag73.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Master" Target="../slideMasters/slideMaster1.xml"/><Relationship Id="rId1" Type="http://schemas.openxmlformats.org/officeDocument/2006/relationships/tags" Target="../tags/tag74.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Master" Target="../slideMasters/slideMaster1.xml"/><Relationship Id="rId1" Type="http://schemas.openxmlformats.org/officeDocument/2006/relationships/tags" Target="../tags/tag75.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74.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Master" Target="../slideMasters/slideMaster1.xml"/><Relationship Id="rId1" Type="http://schemas.openxmlformats.org/officeDocument/2006/relationships/tags" Target="../tags/tag76.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75.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Master" Target="../slideMasters/slideMaster1.xml"/><Relationship Id="rId1" Type="http://schemas.openxmlformats.org/officeDocument/2006/relationships/tags" Target="../tags/tag77.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76.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slideMaster" Target="../slideMasters/slideMaster1.xml"/><Relationship Id="rId1" Type="http://schemas.openxmlformats.org/officeDocument/2006/relationships/tags" Target="../tags/tag78.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77.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Master" Target="../slideMasters/slideMaster1.xml"/><Relationship Id="rId1" Type="http://schemas.openxmlformats.org/officeDocument/2006/relationships/tags" Target="../tags/tag79.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78.xml.rels><?xml version="1.0" encoding="UTF-8" standalone="yes"?>
<Relationships xmlns="http://schemas.openxmlformats.org/package/2006/relationships"><Relationship Id="rId3" Type="http://schemas.openxmlformats.org/officeDocument/2006/relationships/oleObject" Target="../embeddings/oleObject74.bin"/><Relationship Id="rId2" Type="http://schemas.openxmlformats.org/officeDocument/2006/relationships/slideMaster" Target="../slideMasters/slideMaster1.xml"/><Relationship Id="rId1" Type="http://schemas.openxmlformats.org/officeDocument/2006/relationships/tags" Target="../tags/tag80.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79.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80.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Master" Target="../slideMasters/slideMaster1.xml"/><Relationship Id="rId1" Type="http://schemas.openxmlformats.org/officeDocument/2006/relationships/tags" Target="../tags/tag82.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81.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Master" Target="../slideMasters/slideMaster1.xml"/><Relationship Id="rId1" Type="http://schemas.openxmlformats.org/officeDocument/2006/relationships/tags" Target="../tags/tag83.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82.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slideMaster" Target="../slideMasters/slideMaster1.xml"/><Relationship Id="rId1" Type="http://schemas.openxmlformats.org/officeDocument/2006/relationships/tags" Target="../tags/tag84.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83.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Master" Target="../slideMasters/slideMaster1.xml"/><Relationship Id="rId1" Type="http://schemas.openxmlformats.org/officeDocument/2006/relationships/tags" Target="../tags/tag85.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84.xml.rels><?xml version="1.0" encoding="UTF-8" standalone="yes"?>
<Relationships xmlns="http://schemas.openxmlformats.org/package/2006/relationships"><Relationship Id="rId3" Type="http://schemas.openxmlformats.org/officeDocument/2006/relationships/oleObject" Target="../embeddings/oleObject80.bin"/><Relationship Id="rId2" Type="http://schemas.openxmlformats.org/officeDocument/2006/relationships/slideMaster" Target="../slideMasters/slideMaster1.xml"/><Relationship Id="rId1" Type="http://schemas.openxmlformats.org/officeDocument/2006/relationships/tags" Target="../tags/tag86.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85.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Master" Target="../slideMasters/slideMaster1.xml"/><Relationship Id="rId1" Type="http://schemas.openxmlformats.org/officeDocument/2006/relationships/tags" Target="../tags/tag87.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86.xml.rels><?xml version="1.0" encoding="UTF-8" standalone="yes"?>
<Relationships xmlns="http://schemas.openxmlformats.org/package/2006/relationships"><Relationship Id="rId3" Type="http://schemas.openxmlformats.org/officeDocument/2006/relationships/oleObject" Target="../embeddings/oleObject82.bin"/><Relationship Id="rId2" Type="http://schemas.openxmlformats.org/officeDocument/2006/relationships/slideMaster" Target="../slideMasters/slideMaster1.xml"/><Relationship Id="rId1" Type="http://schemas.openxmlformats.org/officeDocument/2006/relationships/tags" Target="../tags/tag88.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87.xml.rels><?xml version="1.0" encoding="UTF-8" standalone="yes"?>
<Relationships xmlns="http://schemas.openxmlformats.org/package/2006/relationships"><Relationship Id="rId3" Type="http://schemas.openxmlformats.org/officeDocument/2006/relationships/oleObject" Target="../embeddings/oleObject83.bin"/><Relationship Id="rId2" Type="http://schemas.openxmlformats.org/officeDocument/2006/relationships/slideMaster" Target="../slideMasters/slideMaster1.xml"/><Relationship Id="rId1" Type="http://schemas.openxmlformats.org/officeDocument/2006/relationships/tags" Target="../tags/tag89.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88.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Master" Target="../slideMasters/slideMaster1.xml"/><Relationship Id="rId1" Type="http://schemas.openxmlformats.org/officeDocument/2006/relationships/tags" Target="../tags/tag90.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89.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Master" Target="../slideMasters/slideMaster1.xml"/><Relationship Id="rId1" Type="http://schemas.openxmlformats.org/officeDocument/2006/relationships/tags" Target="../tags/tag91.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90.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slideMaster" Target="../slideMasters/slideMaster1.xml"/><Relationship Id="rId1" Type="http://schemas.openxmlformats.org/officeDocument/2006/relationships/tags" Target="../tags/tag92.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91.xml.rels><?xml version="1.0" encoding="UTF-8" standalone="yes"?>
<Relationships xmlns="http://schemas.openxmlformats.org/package/2006/relationships"><Relationship Id="rId3" Type="http://schemas.openxmlformats.org/officeDocument/2006/relationships/oleObject" Target="../embeddings/oleObject87.bin"/><Relationship Id="rId2" Type="http://schemas.openxmlformats.org/officeDocument/2006/relationships/slideMaster" Target="../slideMasters/slideMaster1.xml"/><Relationship Id="rId1" Type="http://schemas.openxmlformats.org/officeDocument/2006/relationships/tags" Target="../tags/tag93.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92.xml.rels><?xml version="1.0" encoding="UTF-8" standalone="yes"?>
<Relationships xmlns="http://schemas.openxmlformats.org/package/2006/relationships"><Relationship Id="rId3" Type="http://schemas.openxmlformats.org/officeDocument/2006/relationships/oleObject" Target="../embeddings/oleObject88.bin"/><Relationship Id="rId2" Type="http://schemas.openxmlformats.org/officeDocument/2006/relationships/slideMaster" Target="../slideMasters/slideMaster1.xml"/><Relationship Id="rId1" Type="http://schemas.openxmlformats.org/officeDocument/2006/relationships/tags" Target="../tags/tag94.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93.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slideMaster" Target="../slideMasters/slideMaster1.xml"/><Relationship Id="rId1" Type="http://schemas.openxmlformats.org/officeDocument/2006/relationships/tags" Target="../tags/tag95.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94.xml.rels><?xml version="1.0" encoding="UTF-8" standalone="yes"?>
<Relationships xmlns="http://schemas.openxmlformats.org/package/2006/relationships"><Relationship Id="rId3" Type="http://schemas.openxmlformats.org/officeDocument/2006/relationships/oleObject" Target="../embeddings/oleObject90.bin"/><Relationship Id="rId2" Type="http://schemas.openxmlformats.org/officeDocument/2006/relationships/slideMaster" Target="../slideMasters/slideMaster1.xml"/><Relationship Id="rId1" Type="http://schemas.openxmlformats.org/officeDocument/2006/relationships/tags" Target="../tags/tag96.xml"/><Relationship Id="rId5" Type="http://schemas.openxmlformats.org/officeDocument/2006/relationships/image" Target="../media/image5.emf"/><Relationship Id="rId4" Type="http://schemas.openxmlformats.org/officeDocument/2006/relationships/image" Target="../media/image6.emf"/></Relationships>
</file>

<file path=ppt/slideLayouts/_rels/slideLayout95.xml.rels><?xml version="1.0" encoding="UTF-8" standalone="yes"?>
<Relationships xmlns="http://schemas.openxmlformats.org/package/2006/relationships"><Relationship Id="rId3" Type="http://schemas.openxmlformats.org/officeDocument/2006/relationships/oleObject" Target="../embeddings/oleObject91.bin"/><Relationship Id="rId2" Type="http://schemas.openxmlformats.org/officeDocument/2006/relationships/slideMaster" Target="../slideMasters/slideMaster1.xml"/><Relationship Id="rId1" Type="http://schemas.openxmlformats.org/officeDocument/2006/relationships/tags" Target="../tags/tag97.xml"/><Relationship Id="rId5" Type="http://schemas.openxmlformats.org/officeDocument/2006/relationships/image" Target="../media/image5.emf"/><Relationship Id="rId4" Type="http://schemas.openxmlformats.org/officeDocument/2006/relationships/image" Target="../media/image7.emf"/></Relationships>
</file>

<file path=ppt/slideLayouts/_rels/slideLayout96.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Master" Target="../slideMasters/slideMaster1.xml"/><Relationship Id="rId1" Type="http://schemas.openxmlformats.org/officeDocument/2006/relationships/tags" Target="../tags/tag98.xml"/><Relationship Id="rId5" Type="http://schemas.openxmlformats.org/officeDocument/2006/relationships/image" Target="../media/image4.emf"/><Relationship Id="rId4" Type="http://schemas.openxmlformats.org/officeDocument/2006/relationships/image" Target="../media/image8.emf"/></Relationships>
</file>

<file path=ppt/slideLayouts/_rels/slideLayout97.xml.rels><?xml version="1.0" encoding="UTF-8" standalone="yes"?>
<Relationships xmlns="http://schemas.openxmlformats.org/package/2006/relationships"><Relationship Id="rId3" Type="http://schemas.openxmlformats.org/officeDocument/2006/relationships/oleObject" Target="../embeddings/oleObject93.bin"/><Relationship Id="rId2" Type="http://schemas.openxmlformats.org/officeDocument/2006/relationships/slideMaster" Target="../slideMasters/slideMaster1.xml"/><Relationship Id="rId1" Type="http://schemas.openxmlformats.org/officeDocument/2006/relationships/tags" Target="../tags/tag99.xml"/><Relationship Id="rId5" Type="http://schemas.openxmlformats.org/officeDocument/2006/relationships/image" Target="../media/image4.emf"/><Relationship Id="rId4" Type="http://schemas.openxmlformats.org/officeDocument/2006/relationships/image" Target="../media/image8.emf"/></Relationships>
</file>

<file path=ppt/slideLayouts/_rels/slideLayout98.xml.rels><?xml version="1.0" encoding="UTF-8" standalone="yes"?>
<Relationships xmlns="http://schemas.openxmlformats.org/package/2006/relationships"><Relationship Id="rId3" Type="http://schemas.openxmlformats.org/officeDocument/2006/relationships/oleObject" Target="../embeddings/oleObject94.bin"/><Relationship Id="rId2" Type="http://schemas.openxmlformats.org/officeDocument/2006/relationships/slideMaster" Target="../slideMasters/slideMaster1.xml"/><Relationship Id="rId1" Type="http://schemas.openxmlformats.org/officeDocument/2006/relationships/tags" Target="../tags/tag100.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99.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slideMaster" Target="../slideMasters/slideMaster1.xml"/><Relationship Id="rId1" Type="http://schemas.openxmlformats.org/officeDocument/2006/relationships/tags" Target="../tags/tag101.xml"/><Relationship Id="rId5" Type="http://schemas.openxmlformats.org/officeDocument/2006/relationships/image" Target="../media/image4.emf"/><Relationship Id="rId4" Type="http://schemas.openxmlformats.org/officeDocument/2006/relationships/image" Target="../media/image8.emf"/></Relationships>
</file>

<file path=ppt/slideLayouts/_rels/slideLayout100.xml.rels><?xml version="1.0" encoding="UTF-8" standalone="yes"?>
<Relationships xmlns="http://schemas.openxmlformats.org/package/2006/relationships"><Relationship Id="rId3" Type="http://schemas.openxmlformats.org/officeDocument/2006/relationships/oleObject" Target="../embeddings/oleObject96.bin"/><Relationship Id="rId2" Type="http://schemas.openxmlformats.org/officeDocument/2006/relationships/slideMaster" Target="../slideMasters/slideMaster1.xml"/><Relationship Id="rId1" Type="http://schemas.openxmlformats.org/officeDocument/2006/relationships/tags" Target="../tags/tag102.xml"/><Relationship Id="rId5" Type="http://schemas.openxmlformats.org/officeDocument/2006/relationships/image" Target="../media/image4.emf"/><Relationship Id="rId4" Type="http://schemas.openxmlformats.org/officeDocument/2006/relationships/image" Target="../media/image8.emf"/></Relationships>
</file>

<file path=ppt/slideLayouts/_rels/slideLayout101.xml.rels><?xml version="1.0" encoding="UTF-8" standalone="yes"?>
<Relationships xmlns="http://schemas.openxmlformats.org/package/2006/relationships"><Relationship Id="rId3" Type="http://schemas.openxmlformats.org/officeDocument/2006/relationships/oleObject" Target="../embeddings/oleObject97.bin"/><Relationship Id="rId2" Type="http://schemas.openxmlformats.org/officeDocument/2006/relationships/slideMaster" Target="../slideMasters/slideMaster1.xml"/><Relationship Id="rId1" Type="http://schemas.openxmlformats.org/officeDocument/2006/relationships/tags" Target="../tags/tag103.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02.xml.rels><?xml version="1.0" encoding="UTF-8" standalone="yes"?>
<Relationships xmlns="http://schemas.openxmlformats.org/package/2006/relationships"><Relationship Id="rId3" Type="http://schemas.openxmlformats.org/officeDocument/2006/relationships/oleObject" Target="../embeddings/oleObject98.bin"/><Relationship Id="rId2" Type="http://schemas.openxmlformats.org/officeDocument/2006/relationships/slideMaster" Target="../slideMasters/slideMaster1.xml"/><Relationship Id="rId1" Type="http://schemas.openxmlformats.org/officeDocument/2006/relationships/tags" Target="../tags/tag104.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03.xml.rels><?xml version="1.0" encoding="UTF-8" standalone="yes"?>
<Relationships xmlns="http://schemas.openxmlformats.org/package/2006/relationships"><Relationship Id="rId3" Type="http://schemas.openxmlformats.org/officeDocument/2006/relationships/oleObject" Target="../embeddings/oleObject99.bin"/><Relationship Id="rId2" Type="http://schemas.openxmlformats.org/officeDocument/2006/relationships/slideMaster" Target="../slideMasters/slideMaster1.xml"/><Relationship Id="rId1" Type="http://schemas.openxmlformats.org/officeDocument/2006/relationships/tags" Target="../tags/tag105.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100.bin"/><Relationship Id="rId2" Type="http://schemas.openxmlformats.org/officeDocument/2006/relationships/slideMaster" Target="../slideMasters/slideMaster1.xml"/><Relationship Id="rId1" Type="http://schemas.openxmlformats.org/officeDocument/2006/relationships/tags" Target="../tags/tag106.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05.xml.rels><?xml version="1.0" encoding="UTF-8" standalone="yes"?>
<Relationships xmlns="http://schemas.openxmlformats.org/package/2006/relationships"><Relationship Id="rId3" Type="http://schemas.openxmlformats.org/officeDocument/2006/relationships/oleObject" Target="../embeddings/oleObject101.bin"/><Relationship Id="rId2" Type="http://schemas.openxmlformats.org/officeDocument/2006/relationships/slideMaster" Target="../slideMasters/slideMaster1.xml"/><Relationship Id="rId1" Type="http://schemas.openxmlformats.org/officeDocument/2006/relationships/tags" Target="../tags/tag107.xml"/><Relationship Id="rId5" Type="http://schemas.openxmlformats.org/officeDocument/2006/relationships/image" Target="../media/image4.emf"/><Relationship Id="rId4" Type="http://schemas.openxmlformats.org/officeDocument/2006/relationships/image" Target="../media/image8.emf"/></Relationships>
</file>

<file path=ppt/slideLayouts/_rels/slideLayout106.xml.rels><?xml version="1.0" encoding="UTF-8" standalone="yes"?>
<Relationships xmlns="http://schemas.openxmlformats.org/package/2006/relationships"><Relationship Id="rId3" Type="http://schemas.openxmlformats.org/officeDocument/2006/relationships/oleObject" Target="../embeddings/oleObject102.bin"/><Relationship Id="rId2" Type="http://schemas.openxmlformats.org/officeDocument/2006/relationships/slideMaster" Target="../slideMasters/slideMaster1.xml"/><Relationship Id="rId1" Type="http://schemas.openxmlformats.org/officeDocument/2006/relationships/tags" Target="../tags/tag108.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07.xml.rels><?xml version="1.0" encoding="UTF-8" standalone="yes"?>
<Relationships xmlns="http://schemas.openxmlformats.org/package/2006/relationships"><Relationship Id="rId3" Type="http://schemas.openxmlformats.org/officeDocument/2006/relationships/oleObject" Target="../embeddings/oleObject103.bin"/><Relationship Id="rId2" Type="http://schemas.openxmlformats.org/officeDocument/2006/relationships/slideMaster" Target="../slideMasters/slideMaster1.xml"/><Relationship Id="rId1" Type="http://schemas.openxmlformats.org/officeDocument/2006/relationships/tags" Target="../tags/tag109.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08.xml.rels><?xml version="1.0" encoding="UTF-8" standalone="yes"?>
<Relationships xmlns="http://schemas.openxmlformats.org/package/2006/relationships"><Relationship Id="rId3" Type="http://schemas.openxmlformats.org/officeDocument/2006/relationships/oleObject" Target="../embeddings/oleObject104.bin"/><Relationship Id="rId2" Type="http://schemas.openxmlformats.org/officeDocument/2006/relationships/slideMaster" Target="../slideMasters/slideMaster1.xml"/><Relationship Id="rId1" Type="http://schemas.openxmlformats.org/officeDocument/2006/relationships/tags" Target="../tags/tag110.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09.xml.rels><?xml version="1.0" encoding="UTF-8" standalone="yes"?>
<Relationships xmlns="http://schemas.openxmlformats.org/package/2006/relationships"><Relationship Id="rId3" Type="http://schemas.openxmlformats.org/officeDocument/2006/relationships/oleObject" Target="../embeddings/oleObject105.bin"/><Relationship Id="rId2" Type="http://schemas.openxmlformats.org/officeDocument/2006/relationships/slideMaster" Target="../slideMasters/slideMaster1.xml"/><Relationship Id="rId1" Type="http://schemas.openxmlformats.org/officeDocument/2006/relationships/tags" Target="../tags/tag111.xml"/><Relationship Id="rId5" Type="http://schemas.openxmlformats.org/officeDocument/2006/relationships/image" Target="../media/image4.emf"/><Relationship Id="rId4" Type="http://schemas.openxmlformats.org/officeDocument/2006/relationships/image" Target="../media/image8.emf"/></Relationships>
</file>

<file path=ppt/slideLayouts/_rels/slideLayout110.xml.rels><?xml version="1.0" encoding="UTF-8" standalone="yes"?>
<Relationships xmlns="http://schemas.openxmlformats.org/package/2006/relationships"><Relationship Id="rId3" Type="http://schemas.openxmlformats.org/officeDocument/2006/relationships/oleObject" Target="../embeddings/oleObject106.bin"/><Relationship Id="rId2" Type="http://schemas.openxmlformats.org/officeDocument/2006/relationships/slideMaster" Target="../slideMasters/slideMaster1.xml"/><Relationship Id="rId1" Type="http://schemas.openxmlformats.org/officeDocument/2006/relationships/tags" Target="../tags/tag112.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11.xml.rels><?xml version="1.0" encoding="UTF-8" standalone="yes"?>
<Relationships xmlns="http://schemas.openxmlformats.org/package/2006/relationships"><Relationship Id="rId3" Type="http://schemas.openxmlformats.org/officeDocument/2006/relationships/oleObject" Target="../embeddings/oleObject107.bin"/><Relationship Id="rId2" Type="http://schemas.openxmlformats.org/officeDocument/2006/relationships/slideMaster" Target="../slideMasters/slideMaster1.xml"/><Relationship Id="rId1" Type="http://schemas.openxmlformats.org/officeDocument/2006/relationships/tags" Target="../tags/tag113.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12.xml.rels><?xml version="1.0" encoding="UTF-8" standalone="yes"?>
<Relationships xmlns="http://schemas.openxmlformats.org/package/2006/relationships"><Relationship Id="rId3" Type="http://schemas.openxmlformats.org/officeDocument/2006/relationships/oleObject" Target="../embeddings/oleObject108.bin"/><Relationship Id="rId2" Type="http://schemas.openxmlformats.org/officeDocument/2006/relationships/slideMaster" Target="../slideMasters/slideMaster1.xml"/><Relationship Id="rId1" Type="http://schemas.openxmlformats.org/officeDocument/2006/relationships/tags" Target="../tags/tag114.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13.xml.rels><?xml version="1.0" encoding="UTF-8" standalone="yes"?>
<Relationships xmlns="http://schemas.openxmlformats.org/package/2006/relationships"><Relationship Id="rId3" Type="http://schemas.openxmlformats.org/officeDocument/2006/relationships/oleObject" Target="../embeddings/oleObject109.bin"/><Relationship Id="rId2" Type="http://schemas.openxmlformats.org/officeDocument/2006/relationships/slideMaster" Target="../slideMasters/slideMaster1.xml"/><Relationship Id="rId1" Type="http://schemas.openxmlformats.org/officeDocument/2006/relationships/tags" Target="../tags/tag115.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14.xml.rels><?xml version="1.0" encoding="UTF-8" standalone="yes"?>
<Relationships xmlns="http://schemas.openxmlformats.org/package/2006/relationships"><Relationship Id="rId3" Type="http://schemas.openxmlformats.org/officeDocument/2006/relationships/oleObject" Target="../embeddings/oleObject110.bin"/><Relationship Id="rId2" Type="http://schemas.openxmlformats.org/officeDocument/2006/relationships/slideMaster" Target="../slideMasters/slideMaster1.xml"/><Relationship Id="rId1" Type="http://schemas.openxmlformats.org/officeDocument/2006/relationships/tags" Target="../tags/tag116.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15.xml.rels><?xml version="1.0" encoding="UTF-8" standalone="yes"?>
<Relationships xmlns="http://schemas.openxmlformats.org/package/2006/relationships"><Relationship Id="rId3" Type="http://schemas.openxmlformats.org/officeDocument/2006/relationships/oleObject" Target="../embeddings/oleObject111.bin"/><Relationship Id="rId2" Type="http://schemas.openxmlformats.org/officeDocument/2006/relationships/slideMaster" Target="../slideMasters/slideMaster1.xml"/><Relationship Id="rId1" Type="http://schemas.openxmlformats.org/officeDocument/2006/relationships/tags" Target="../tags/tag117.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16.xml.rels><?xml version="1.0" encoding="UTF-8" standalone="yes"?>
<Relationships xmlns="http://schemas.openxmlformats.org/package/2006/relationships"><Relationship Id="rId3" Type="http://schemas.openxmlformats.org/officeDocument/2006/relationships/oleObject" Target="../embeddings/oleObject112.bin"/><Relationship Id="rId2" Type="http://schemas.openxmlformats.org/officeDocument/2006/relationships/slideMaster" Target="../slideMasters/slideMaster1.xml"/><Relationship Id="rId1" Type="http://schemas.openxmlformats.org/officeDocument/2006/relationships/tags" Target="../tags/tag118.xml"/><Relationship Id="rId5" Type="http://schemas.openxmlformats.org/officeDocument/2006/relationships/image" Target="../media/image4.emf"/><Relationship Id="rId4" Type="http://schemas.openxmlformats.org/officeDocument/2006/relationships/image" Target="../media/image8.emf"/></Relationships>
</file>

<file path=ppt/slideLayouts/_rels/slideLayout117.xml.rels><?xml version="1.0" encoding="UTF-8" standalone="yes"?>
<Relationships xmlns="http://schemas.openxmlformats.org/package/2006/relationships"><Relationship Id="rId3" Type="http://schemas.openxmlformats.org/officeDocument/2006/relationships/oleObject" Target="../embeddings/oleObject113.bin"/><Relationship Id="rId2" Type="http://schemas.openxmlformats.org/officeDocument/2006/relationships/slideMaster" Target="../slideMasters/slideMaster1.xml"/><Relationship Id="rId1" Type="http://schemas.openxmlformats.org/officeDocument/2006/relationships/tags" Target="../tags/tag119.xml"/><Relationship Id="rId5" Type="http://schemas.openxmlformats.org/officeDocument/2006/relationships/image" Target="../media/image4.emf"/><Relationship Id="rId4" Type="http://schemas.openxmlformats.org/officeDocument/2006/relationships/image" Target="../media/image8.emf"/></Relationships>
</file>

<file path=ppt/slideLayouts/_rels/slideLayout118.xml.rels><?xml version="1.0" encoding="UTF-8" standalone="yes"?>
<Relationships xmlns="http://schemas.openxmlformats.org/package/2006/relationships"><Relationship Id="rId3" Type="http://schemas.openxmlformats.org/officeDocument/2006/relationships/oleObject" Target="../embeddings/oleObject114.bin"/><Relationship Id="rId2" Type="http://schemas.openxmlformats.org/officeDocument/2006/relationships/slideMaster" Target="../slideMasters/slideMaster1.xml"/><Relationship Id="rId1" Type="http://schemas.openxmlformats.org/officeDocument/2006/relationships/tags" Target="../tags/tag120.xml"/><Relationship Id="rId5" Type="http://schemas.openxmlformats.org/officeDocument/2006/relationships/image" Target="../media/image4.emf"/><Relationship Id="rId4" Type="http://schemas.openxmlformats.org/officeDocument/2006/relationships/image" Target="../media/image8.emf"/></Relationships>
</file>

<file path=ppt/slideLayouts/_rels/slideLayout119.xml.rels><?xml version="1.0" encoding="UTF-8" standalone="yes"?>
<Relationships xmlns="http://schemas.openxmlformats.org/package/2006/relationships"><Relationship Id="rId3" Type="http://schemas.openxmlformats.org/officeDocument/2006/relationships/oleObject" Target="../embeddings/oleObject115.bin"/><Relationship Id="rId2" Type="http://schemas.openxmlformats.org/officeDocument/2006/relationships/slideMaster" Target="../slideMasters/slideMaster1.xml"/><Relationship Id="rId1" Type="http://schemas.openxmlformats.org/officeDocument/2006/relationships/tags" Target="../tags/tag121.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20.xml.rels><?xml version="1.0" encoding="UTF-8" standalone="yes"?>
<Relationships xmlns="http://schemas.openxmlformats.org/package/2006/relationships"><Relationship Id="rId3" Type="http://schemas.openxmlformats.org/officeDocument/2006/relationships/oleObject" Target="../embeddings/oleObject116.bin"/><Relationship Id="rId2" Type="http://schemas.openxmlformats.org/officeDocument/2006/relationships/slideMaster" Target="../slideMasters/slideMaster1.xml"/><Relationship Id="rId1" Type="http://schemas.openxmlformats.org/officeDocument/2006/relationships/tags" Target="../tags/tag122.xml"/><Relationship Id="rId5" Type="http://schemas.openxmlformats.org/officeDocument/2006/relationships/image" Target="../media/image4.emf"/><Relationship Id="rId4" Type="http://schemas.openxmlformats.org/officeDocument/2006/relationships/image" Target="../media/image8.emf"/></Relationships>
</file>

<file path=ppt/slideLayouts/_rels/slideLayout121.xml.rels><?xml version="1.0" encoding="UTF-8" standalone="yes"?>
<Relationships xmlns="http://schemas.openxmlformats.org/package/2006/relationships"><Relationship Id="rId3" Type="http://schemas.openxmlformats.org/officeDocument/2006/relationships/oleObject" Target="../embeddings/oleObject117.bin"/><Relationship Id="rId2" Type="http://schemas.openxmlformats.org/officeDocument/2006/relationships/slideMaster" Target="../slideMasters/slideMaster1.xml"/><Relationship Id="rId1" Type="http://schemas.openxmlformats.org/officeDocument/2006/relationships/tags" Target="../tags/tag123.xml"/><Relationship Id="rId5" Type="http://schemas.openxmlformats.org/officeDocument/2006/relationships/image" Target="../media/image4.emf"/><Relationship Id="rId4" Type="http://schemas.openxmlformats.org/officeDocument/2006/relationships/image" Target="../media/image8.emf"/></Relationships>
</file>

<file path=ppt/slideLayouts/_rels/slideLayout122.xml.rels><?xml version="1.0" encoding="UTF-8" standalone="yes"?>
<Relationships xmlns="http://schemas.openxmlformats.org/package/2006/relationships"><Relationship Id="rId3" Type="http://schemas.openxmlformats.org/officeDocument/2006/relationships/oleObject" Target="../embeddings/oleObject118.bin"/><Relationship Id="rId2" Type="http://schemas.openxmlformats.org/officeDocument/2006/relationships/slideMaster" Target="../slideMasters/slideMaster1.xml"/><Relationship Id="rId1" Type="http://schemas.openxmlformats.org/officeDocument/2006/relationships/tags" Target="../tags/tag124.xml"/><Relationship Id="rId5" Type="http://schemas.openxmlformats.org/officeDocument/2006/relationships/image" Target="../media/image4.emf"/><Relationship Id="rId4" Type="http://schemas.openxmlformats.org/officeDocument/2006/relationships/image" Target="../media/image8.emf"/></Relationships>
</file>

<file path=ppt/slideLayouts/_rels/slideLayout123.xml.rels><?xml version="1.0" encoding="UTF-8" standalone="yes"?>
<Relationships xmlns="http://schemas.openxmlformats.org/package/2006/relationships"><Relationship Id="rId3" Type="http://schemas.openxmlformats.org/officeDocument/2006/relationships/oleObject" Target="../embeddings/oleObject119.bin"/><Relationship Id="rId2" Type="http://schemas.openxmlformats.org/officeDocument/2006/relationships/slideMaster" Target="../slideMasters/slideMaster1.xml"/><Relationship Id="rId1" Type="http://schemas.openxmlformats.org/officeDocument/2006/relationships/tags" Target="../tags/tag125.xml"/><Relationship Id="rId5" Type="http://schemas.openxmlformats.org/officeDocument/2006/relationships/image" Target="../media/image4.emf"/><Relationship Id="rId4" Type="http://schemas.openxmlformats.org/officeDocument/2006/relationships/image" Target="../media/image8.emf"/></Relationships>
</file>

<file path=ppt/slideLayouts/_rels/slideLayout124.xml.rels><?xml version="1.0" encoding="UTF-8" standalone="yes"?>
<Relationships xmlns="http://schemas.openxmlformats.org/package/2006/relationships"><Relationship Id="rId3" Type="http://schemas.openxmlformats.org/officeDocument/2006/relationships/oleObject" Target="../embeddings/oleObject120.bin"/><Relationship Id="rId2" Type="http://schemas.openxmlformats.org/officeDocument/2006/relationships/slideMaster" Target="../slideMasters/slideMaster1.xml"/><Relationship Id="rId1" Type="http://schemas.openxmlformats.org/officeDocument/2006/relationships/tags" Target="../tags/tag126.xml"/><Relationship Id="rId5" Type="http://schemas.openxmlformats.org/officeDocument/2006/relationships/image" Target="../media/image4.emf"/><Relationship Id="rId4" Type="http://schemas.openxmlformats.org/officeDocument/2006/relationships/image" Target="../media/image8.emf"/></Relationships>
</file>

<file path=ppt/slideLayouts/_rels/slideLayout125.xml.rels><?xml version="1.0" encoding="UTF-8" standalone="yes"?>
<Relationships xmlns="http://schemas.openxmlformats.org/package/2006/relationships"><Relationship Id="rId3" Type="http://schemas.openxmlformats.org/officeDocument/2006/relationships/oleObject" Target="../embeddings/oleObject121.bin"/><Relationship Id="rId2" Type="http://schemas.openxmlformats.org/officeDocument/2006/relationships/slideMaster" Target="../slideMasters/slideMaster1.xml"/><Relationship Id="rId1" Type="http://schemas.openxmlformats.org/officeDocument/2006/relationships/tags" Target="../tags/tag127.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26.xml.rels><?xml version="1.0" encoding="UTF-8" standalone="yes"?>
<Relationships xmlns="http://schemas.openxmlformats.org/package/2006/relationships"><Relationship Id="rId3" Type="http://schemas.openxmlformats.org/officeDocument/2006/relationships/oleObject" Target="../embeddings/oleObject122.bin"/><Relationship Id="rId2" Type="http://schemas.openxmlformats.org/officeDocument/2006/relationships/slideMaster" Target="../slideMasters/slideMaster1.xml"/><Relationship Id="rId1" Type="http://schemas.openxmlformats.org/officeDocument/2006/relationships/tags" Target="../tags/tag128.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27.xml.rels><?xml version="1.0" encoding="UTF-8" standalone="yes"?>
<Relationships xmlns="http://schemas.openxmlformats.org/package/2006/relationships"><Relationship Id="rId3" Type="http://schemas.openxmlformats.org/officeDocument/2006/relationships/oleObject" Target="../embeddings/oleObject123.bin"/><Relationship Id="rId2" Type="http://schemas.openxmlformats.org/officeDocument/2006/relationships/slideMaster" Target="../slideMasters/slideMaster1.xml"/><Relationship Id="rId1" Type="http://schemas.openxmlformats.org/officeDocument/2006/relationships/tags" Target="../tags/tag129.xml"/><Relationship Id="rId5" Type="http://schemas.openxmlformats.org/officeDocument/2006/relationships/image" Target="../media/image4.emf"/><Relationship Id="rId4" Type="http://schemas.openxmlformats.org/officeDocument/2006/relationships/image" Target="../media/image8.emf"/></Relationships>
</file>

<file path=ppt/slideLayouts/_rels/slideLayout128.xml.rels><?xml version="1.0" encoding="UTF-8" standalone="yes"?>
<Relationships xmlns="http://schemas.openxmlformats.org/package/2006/relationships"><Relationship Id="rId3" Type="http://schemas.openxmlformats.org/officeDocument/2006/relationships/oleObject" Target="../embeddings/oleObject124.bin"/><Relationship Id="rId2" Type="http://schemas.openxmlformats.org/officeDocument/2006/relationships/slideMaster" Target="../slideMasters/slideMaster1.xml"/><Relationship Id="rId1" Type="http://schemas.openxmlformats.org/officeDocument/2006/relationships/tags" Target="../tags/tag130.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29.xml.rels><?xml version="1.0" encoding="UTF-8" standalone="yes"?>
<Relationships xmlns="http://schemas.openxmlformats.org/package/2006/relationships"><Relationship Id="rId3" Type="http://schemas.openxmlformats.org/officeDocument/2006/relationships/oleObject" Target="../embeddings/oleObject125.bin"/><Relationship Id="rId2" Type="http://schemas.openxmlformats.org/officeDocument/2006/relationships/slideMaster" Target="../slideMasters/slideMaster1.xml"/><Relationship Id="rId1" Type="http://schemas.openxmlformats.org/officeDocument/2006/relationships/tags" Target="../tags/tag131.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30.xml.rels><?xml version="1.0" encoding="UTF-8" standalone="yes"?>
<Relationships xmlns="http://schemas.openxmlformats.org/package/2006/relationships"><Relationship Id="rId3" Type="http://schemas.openxmlformats.org/officeDocument/2006/relationships/oleObject" Target="../embeddings/oleObject126.bin"/><Relationship Id="rId2" Type="http://schemas.openxmlformats.org/officeDocument/2006/relationships/slideMaster" Target="../slideMasters/slideMaster1.xml"/><Relationship Id="rId1" Type="http://schemas.openxmlformats.org/officeDocument/2006/relationships/tags" Target="../tags/tag132.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31.xml.rels><?xml version="1.0" encoding="UTF-8" standalone="yes"?>
<Relationships xmlns="http://schemas.openxmlformats.org/package/2006/relationships"><Relationship Id="rId3" Type="http://schemas.openxmlformats.org/officeDocument/2006/relationships/oleObject" Target="../embeddings/oleObject127.bin"/><Relationship Id="rId2" Type="http://schemas.openxmlformats.org/officeDocument/2006/relationships/slideMaster" Target="../slideMasters/slideMaster1.xml"/><Relationship Id="rId1" Type="http://schemas.openxmlformats.org/officeDocument/2006/relationships/tags" Target="../tags/tag133.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32.xml.rels><?xml version="1.0" encoding="UTF-8" standalone="yes"?>
<Relationships xmlns="http://schemas.openxmlformats.org/package/2006/relationships"><Relationship Id="rId3" Type="http://schemas.openxmlformats.org/officeDocument/2006/relationships/oleObject" Target="../embeddings/oleObject128.bin"/><Relationship Id="rId2" Type="http://schemas.openxmlformats.org/officeDocument/2006/relationships/slideMaster" Target="../slideMasters/slideMaster1.xml"/><Relationship Id="rId1" Type="http://schemas.openxmlformats.org/officeDocument/2006/relationships/tags" Target="../tags/tag134.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33.xml.rels><?xml version="1.0" encoding="UTF-8" standalone="yes"?>
<Relationships xmlns="http://schemas.openxmlformats.org/package/2006/relationships"><Relationship Id="rId3" Type="http://schemas.openxmlformats.org/officeDocument/2006/relationships/oleObject" Target="../embeddings/oleObject129.bin"/><Relationship Id="rId2" Type="http://schemas.openxmlformats.org/officeDocument/2006/relationships/slideMaster" Target="../slideMasters/slideMaster1.xml"/><Relationship Id="rId1" Type="http://schemas.openxmlformats.org/officeDocument/2006/relationships/tags" Target="../tags/tag135.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34.xml.rels><?xml version="1.0" encoding="UTF-8" standalone="yes"?>
<Relationships xmlns="http://schemas.openxmlformats.org/package/2006/relationships"><Relationship Id="rId3" Type="http://schemas.openxmlformats.org/officeDocument/2006/relationships/oleObject" Target="../embeddings/oleObject130.bin"/><Relationship Id="rId2" Type="http://schemas.openxmlformats.org/officeDocument/2006/relationships/slideMaster" Target="../slideMasters/slideMaster1.xml"/><Relationship Id="rId1" Type="http://schemas.openxmlformats.org/officeDocument/2006/relationships/tags" Target="../tags/tag136.xml"/><Relationship Id="rId5" Type="http://schemas.openxmlformats.org/officeDocument/2006/relationships/image" Target="../media/image5.emf"/><Relationship Id="rId4" Type="http://schemas.openxmlformats.org/officeDocument/2006/relationships/image" Target="../media/image8.emf"/></Relationships>
</file>

<file path=ppt/slideLayouts/_rels/slideLayout135.xml.rels><?xml version="1.0" encoding="UTF-8" standalone="yes"?>
<Relationships xmlns="http://schemas.openxmlformats.org/package/2006/relationships"><Relationship Id="rId3" Type="http://schemas.openxmlformats.org/officeDocument/2006/relationships/oleObject" Target="../embeddings/oleObject131.bin"/><Relationship Id="rId2" Type="http://schemas.openxmlformats.org/officeDocument/2006/relationships/slideMaster" Target="../slideMasters/slideMaster1.xml"/><Relationship Id="rId1" Type="http://schemas.openxmlformats.org/officeDocument/2006/relationships/tags" Target="../tags/tag137.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36.xml.rels><?xml version="1.0" encoding="UTF-8" standalone="yes"?>
<Relationships xmlns="http://schemas.openxmlformats.org/package/2006/relationships"><Relationship Id="rId3" Type="http://schemas.openxmlformats.org/officeDocument/2006/relationships/oleObject" Target="../embeddings/oleObject132.bin"/><Relationship Id="rId2" Type="http://schemas.openxmlformats.org/officeDocument/2006/relationships/slideMaster" Target="../slideMasters/slideMaster1.xml"/><Relationship Id="rId1" Type="http://schemas.openxmlformats.org/officeDocument/2006/relationships/tags" Target="../tags/tag138.xml"/><Relationship Id="rId4" Type="http://schemas.openxmlformats.org/officeDocument/2006/relationships/image" Target="../media/image8.emf"/></Relationships>
</file>

<file path=ppt/slideLayouts/_rels/slideLayout13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0.xml"/><Relationship Id="rId1" Type="http://schemas.openxmlformats.org/officeDocument/2006/relationships/tags" Target="../tags/tag139.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1.xml.rels><?xml version="1.0" encoding="UTF-8" standalone="yes"?>
<Relationships xmlns="http://schemas.openxmlformats.org/package/2006/relationships"><Relationship Id="rId3" Type="http://schemas.openxmlformats.org/officeDocument/2006/relationships/oleObject" Target="../embeddings/oleObject133.bin"/><Relationship Id="rId2" Type="http://schemas.openxmlformats.org/officeDocument/2006/relationships/slideMaster" Target="../slideMasters/slideMaster1.xml"/><Relationship Id="rId1" Type="http://schemas.openxmlformats.org/officeDocument/2006/relationships/tags" Target="../tags/tag141.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42.xml.rels><?xml version="1.0" encoding="UTF-8" standalone="yes"?>
<Relationships xmlns="http://schemas.openxmlformats.org/package/2006/relationships"><Relationship Id="rId3" Type="http://schemas.openxmlformats.org/officeDocument/2006/relationships/oleObject" Target="../embeddings/oleObject134.bin"/><Relationship Id="rId2" Type="http://schemas.openxmlformats.org/officeDocument/2006/relationships/slideMaster" Target="../slideMasters/slideMaster1.xml"/><Relationship Id="rId1" Type="http://schemas.openxmlformats.org/officeDocument/2006/relationships/tags" Target="../tags/tag142.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43.xml.rels><?xml version="1.0" encoding="UTF-8" standalone="yes"?>
<Relationships xmlns="http://schemas.openxmlformats.org/package/2006/relationships"><Relationship Id="rId3" Type="http://schemas.openxmlformats.org/officeDocument/2006/relationships/oleObject" Target="../embeddings/oleObject135.bin"/><Relationship Id="rId2" Type="http://schemas.openxmlformats.org/officeDocument/2006/relationships/slideMaster" Target="../slideMasters/slideMaster1.xml"/><Relationship Id="rId1" Type="http://schemas.openxmlformats.org/officeDocument/2006/relationships/tags" Target="../tags/tag143.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44.xml.rels><?xml version="1.0" encoding="UTF-8" standalone="yes"?>
<Relationships xmlns="http://schemas.openxmlformats.org/package/2006/relationships"><Relationship Id="rId3" Type="http://schemas.openxmlformats.org/officeDocument/2006/relationships/oleObject" Target="../embeddings/oleObject136.bin"/><Relationship Id="rId2" Type="http://schemas.openxmlformats.org/officeDocument/2006/relationships/slideMaster" Target="../slideMasters/slideMaster1.xml"/><Relationship Id="rId1" Type="http://schemas.openxmlformats.org/officeDocument/2006/relationships/tags" Target="../tags/tag144.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45.xml.rels><?xml version="1.0" encoding="UTF-8" standalone="yes"?>
<Relationships xmlns="http://schemas.openxmlformats.org/package/2006/relationships"><Relationship Id="rId3" Type="http://schemas.openxmlformats.org/officeDocument/2006/relationships/oleObject" Target="../embeddings/oleObject137.bin"/><Relationship Id="rId2" Type="http://schemas.openxmlformats.org/officeDocument/2006/relationships/slideMaster" Target="../slideMasters/slideMaster1.xml"/><Relationship Id="rId1" Type="http://schemas.openxmlformats.org/officeDocument/2006/relationships/tags" Target="../tags/tag145.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146.xml.rels><?xml version="1.0" encoding="UTF-8" standalone="yes"?>
<Relationships xmlns="http://schemas.openxmlformats.org/package/2006/relationships"><Relationship Id="rId3" Type="http://schemas.openxmlformats.org/officeDocument/2006/relationships/oleObject" Target="../embeddings/oleObject138.bin"/><Relationship Id="rId2" Type="http://schemas.openxmlformats.org/officeDocument/2006/relationships/slideMaster" Target="../slideMasters/slideMaster1.xml"/><Relationship Id="rId1" Type="http://schemas.openxmlformats.org/officeDocument/2006/relationships/tags" Target="../tags/tag146.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147.xml.rels><?xml version="1.0" encoding="UTF-8" standalone="yes"?>
<Relationships xmlns="http://schemas.openxmlformats.org/package/2006/relationships"><Relationship Id="rId3" Type="http://schemas.openxmlformats.org/officeDocument/2006/relationships/oleObject" Target="../embeddings/oleObject139.bin"/><Relationship Id="rId2" Type="http://schemas.openxmlformats.org/officeDocument/2006/relationships/slideMaster" Target="../slideMasters/slideMaster1.xml"/><Relationship Id="rId1" Type="http://schemas.openxmlformats.org/officeDocument/2006/relationships/tags" Target="../tags/tag147.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148.xml.rels><?xml version="1.0" encoding="UTF-8" standalone="yes"?>
<Relationships xmlns="http://schemas.openxmlformats.org/package/2006/relationships"><Relationship Id="rId3" Type="http://schemas.openxmlformats.org/officeDocument/2006/relationships/oleObject" Target="../embeddings/oleObject140.bin"/><Relationship Id="rId2" Type="http://schemas.openxmlformats.org/officeDocument/2006/relationships/slideMaster" Target="../slideMasters/slideMaster1.xml"/><Relationship Id="rId1" Type="http://schemas.openxmlformats.org/officeDocument/2006/relationships/tags" Target="../tags/tag148.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49.xml.rels><?xml version="1.0" encoding="UTF-8" standalone="yes"?>
<Relationships xmlns="http://schemas.openxmlformats.org/package/2006/relationships"><Relationship Id="rId3" Type="http://schemas.openxmlformats.org/officeDocument/2006/relationships/oleObject" Target="../embeddings/oleObject141.bin"/><Relationship Id="rId2" Type="http://schemas.openxmlformats.org/officeDocument/2006/relationships/slideMaster" Target="../slideMasters/slideMaster1.xml"/><Relationship Id="rId1" Type="http://schemas.openxmlformats.org/officeDocument/2006/relationships/tags" Target="../tags/tag149.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150.xml.rels><?xml version="1.0" encoding="UTF-8" standalone="yes"?>
<Relationships xmlns="http://schemas.openxmlformats.org/package/2006/relationships"><Relationship Id="rId3" Type="http://schemas.openxmlformats.org/officeDocument/2006/relationships/oleObject" Target="../embeddings/oleObject142.bin"/><Relationship Id="rId2" Type="http://schemas.openxmlformats.org/officeDocument/2006/relationships/slideMaster" Target="../slideMasters/slideMaster1.xml"/><Relationship Id="rId1" Type="http://schemas.openxmlformats.org/officeDocument/2006/relationships/tags" Target="../tags/tag150.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151.xml.rels><?xml version="1.0" encoding="UTF-8" standalone="yes"?>
<Relationships xmlns="http://schemas.openxmlformats.org/package/2006/relationships"><Relationship Id="rId3" Type="http://schemas.openxmlformats.org/officeDocument/2006/relationships/oleObject" Target="../embeddings/oleObject143.bin"/><Relationship Id="rId2" Type="http://schemas.openxmlformats.org/officeDocument/2006/relationships/slideMaster" Target="../slideMasters/slideMaster1.xml"/><Relationship Id="rId1" Type="http://schemas.openxmlformats.org/officeDocument/2006/relationships/tags" Target="../tags/tag151.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152.xml.rels><?xml version="1.0" encoding="UTF-8" standalone="yes"?>
<Relationships xmlns="http://schemas.openxmlformats.org/package/2006/relationships"><Relationship Id="rId3" Type="http://schemas.openxmlformats.org/officeDocument/2006/relationships/oleObject" Target="../embeddings/oleObject144.bin"/><Relationship Id="rId2" Type="http://schemas.openxmlformats.org/officeDocument/2006/relationships/slideMaster" Target="../slideMasters/slideMaster1.xml"/><Relationship Id="rId1" Type="http://schemas.openxmlformats.org/officeDocument/2006/relationships/tags" Target="../tags/tag152.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153.xml.rels><?xml version="1.0" encoding="UTF-8" standalone="yes"?>
<Relationships xmlns="http://schemas.openxmlformats.org/package/2006/relationships"><Relationship Id="rId3" Type="http://schemas.openxmlformats.org/officeDocument/2006/relationships/oleObject" Target="../embeddings/oleObject145.bin"/><Relationship Id="rId2" Type="http://schemas.openxmlformats.org/officeDocument/2006/relationships/slideMaster" Target="../slideMasters/slideMaster1.xml"/><Relationship Id="rId1" Type="http://schemas.openxmlformats.org/officeDocument/2006/relationships/tags" Target="../tags/tag153.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54.xml.rels><?xml version="1.0" encoding="UTF-8" standalone="yes"?>
<Relationships xmlns="http://schemas.openxmlformats.org/package/2006/relationships"><Relationship Id="rId3" Type="http://schemas.openxmlformats.org/officeDocument/2006/relationships/oleObject" Target="../embeddings/oleObject146.bin"/><Relationship Id="rId2" Type="http://schemas.openxmlformats.org/officeDocument/2006/relationships/slideMaster" Target="../slideMasters/slideMaster1.xml"/><Relationship Id="rId1" Type="http://schemas.openxmlformats.org/officeDocument/2006/relationships/tags" Target="../tags/tag154.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155.xml.rels><?xml version="1.0" encoding="UTF-8" standalone="yes"?>
<Relationships xmlns="http://schemas.openxmlformats.org/package/2006/relationships"><Relationship Id="rId3" Type="http://schemas.openxmlformats.org/officeDocument/2006/relationships/oleObject" Target="../embeddings/oleObject147.bin"/><Relationship Id="rId2" Type="http://schemas.openxmlformats.org/officeDocument/2006/relationships/slideMaster" Target="../slideMasters/slideMaster1.xml"/><Relationship Id="rId1" Type="http://schemas.openxmlformats.org/officeDocument/2006/relationships/tags" Target="../tags/tag155.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56.xml.rels><?xml version="1.0" encoding="UTF-8" standalone="yes"?>
<Relationships xmlns="http://schemas.openxmlformats.org/package/2006/relationships"><Relationship Id="rId3" Type="http://schemas.openxmlformats.org/officeDocument/2006/relationships/oleObject" Target="../embeddings/oleObject148.bin"/><Relationship Id="rId2" Type="http://schemas.openxmlformats.org/officeDocument/2006/relationships/slideMaster" Target="../slideMasters/slideMaster1.xml"/><Relationship Id="rId1" Type="http://schemas.openxmlformats.org/officeDocument/2006/relationships/tags" Target="../tags/tag156.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57.xml.rels><?xml version="1.0" encoding="UTF-8" standalone="yes"?>
<Relationships xmlns="http://schemas.openxmlformats.org/package/2006/relationships"><Relationship Id="rId3" Type="http://schemas.openxmlformats.org/officeDocument/2006/relationships/oleObject" Target="../embeddings/oleObject149.bin"/><Relationship Id="rId2" Type="http://schemas.openxmlformats.org/officeDocument/2006/relationships/slideMaster" Target="../slideMasters/slideMaster1.xml"/><Relationship Id="rId1" Type="http://schemas.openxmlformats.org/officeDocument/2006/relationships/tags" Target="../tags/tag157.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58.xml.rels><?xml version="1.0" encoding="UTF-8" standalone="yes"?>
<Relationships xmlns="http://schemas.openxmlformats.org/package/2006/relationships"><Relationship Id="rId3" Type="http://schemas.openxmlformats.org/officeDocument/2006/relationships/oleObject" Target="../embeddings/oleObject150.bin"/><Relationship Id="rId2" Type="http://schemas.openxmlformats.org/officeDocument/2006/relationships/slideMaster" Target="../slideMasters/slideMaster1.xml"/><Relationship Id="rId1" Type="http://schemas.openxmlformats.org/officeDocument/2006/relationships/tags" Target="../tags/tag158.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0.xml.rels><?xml version="1.0" encoding="UTF-8" standalone="yes"?>
<Relationships xmlns="http://schemas.openxmlformats.org/package/2006/relationships"><Relationship Id="rId3" Type="http://schemas.openxmlformats.org/officeDocument/2006/relationships/oleObject" Target="../embeddings/oleObject151.bin"/><Relationship Id="rId2" Type="http://schemas.openxmlformats.org/officeDocument/2006/relationships/slideMaster" Target="../slideMasters/slideMaster1.xml"/><Relationship Id="rId1" Type="http://schemas.openxmlformats.org/officeDocument/2006/relationships/tags" Target="../tags/tag159.xml"/><Relationship Id="rId4" Type="http://schemas.openxmlformats.org/officeDocument/2006/relationships/image" Target="../media/image2.emf"/></Relationships>
</file>

<file path=ppt/slideLayouts/_rels/slideLayout161.xml.rels><?xml version="1.0" encoding="UTF-8" standalone="yes"?>
<Relationships xmlns="http://schemas.openxmlformats.org/package/2006/relationships"><Relationship Id="rId3" Type="http://schemas.openxmlformats.org/officeDocument/2006/relationships/oleObject" Target="../embeddings/oleObject152.bin"/><Relationship Id="rId2" Type="http://schemas.openxmlformats.org/officeDocument/2006/relationships/slideMaster" Target="../slideMasters/slideMaster1.xml"/><Relationship Id="rId1" Type="http://schemas.openxmlformats.org/officeDocument/2006/relationships/tags" Target="../tags/tag160.xml"/><Relationship Id="rId4" Type="http://schemas.openxmlformats.org/officeDocument/2006/relationships/image" Target="../media/image2.emf"/></Relationships>
</file>

<file path=ppt/slideLayouts/_rels/slideLayout162.xml.rels><?xml version="1.0" encoding="UTF-8" standalone="yes"?>
<Relationships xmlns="http://schemas.openxmlformats.org/package/2006/relationships"><Relationship Id="rId3" Type="http://schemas.openxmlformats.org/officeDocument/2006/relationships/oleObject" Target="../embeddings/oleObject153.bin"/><Relationship Id="rId2" Type="http://schemas.openxmlformats.org/officeDocument/2006/relationships/slideMaster" Target="../slideMasters/slideMaster1.xml"/><Relationship Id="rId1" Type="http://schemas.openxmlformats.org/officeDocument/2006/relationships/tags" Target="../tags/tag161.xml"/><Relationship Id="rId4" Type="http://schemas.openxmlformats.org/officeDocument/2006/relationships/image" Target="../media/image2.emf"/></Relationships>
</file>

<file path=ppt/slideLayouts/_rels/slideLayout163.xml.rels><?xml version="1.0" encoding="UTF-8" standalone="yes"?>
<Relationships xmlns="http://schemas.openxmlformats.org/package/2006/relationships"><Relationship Id="rId3" Type="http://schemas.openxmlformats.org/officeDocument/2006/relationships/oleObject" Target="../embeddings/oleObject154.bin"/><Relationship Id="rId2" Type="http://schemas.openxmlformats.org/officeDocument/2006/relationships/slideMaster" Target="../slideMasters/slideMaster1.xml"/><Relationship Id="rId1" Type="http://schemas.openxmlformats.org/officeDocument/2006/relationships/tags" Target="../tags/tag162.xml"/><Relationship Id="rId4" Type="http://schemas.openxmlformats.org/officeDocument/2006/relationships/image" Target="../media/image9.emf"/></Relationships>
</file>

<file path=ppt/slideLayouts/_rels/slideLayout164.xml.rels><?xml version="1.0" encoding="UTF-8" standalone="yes"?>
<Relationships xmlns="http://schemas.openxmlformats.org/package/2006/relationships"><Relationship Id="rId3" Type="http://schemas.openxmlformats.org/officeDocument/2006/relationships/oleObject" Target="../embeddings/oleObject155.bin"/><Relationship Id="rId2" Type="http://schemas.openxmlformats.org/officeDocument/2006/relationships/slideMaster" Target="../slideMasters/slideMaster1.xml"/><Relationship Id="rId1" Type="http://schemas.openxmlformats.org/officeDocument/2006/relationships/tags" Target="../tags/tag163.xml"/><Relationship Id="rId4" Type="http://schemas.openxmlformats.org/officeDocument/2006/relationships/image" Target="../media/image9.emf"/></Relationships>
</file>

<file path=ppt/slideLayouts/_rels/slideLayout165.xml.rels><?xml version="1.0" encoding="UTF-8" standalone="yes"?>
<Relationships xmlns="http://schemas.openxmlformats.org/package/2006/relationships"><Relationship Id="rId3" Type="http://schemas.openxmlformats.org/officeDocument/2006/relationships/oleObject" Target="../embeddings/oleObject156.bin"/><Relationship Id="rId2" Type="http://schemas.openxmlformats.org/officeDocument/2006/relationships/slideMaster" Target="../slideMasters/slideMaster1.xml"/><Relationship Id="rId1" Type="http://schemas.openxmlformats.org/officeDocument/2006/relationships/tags" Target="../tags/tag164.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166.xml.rels><?xml version="1.0" encoding="UTF-8" standalone="yes"?>
<Relationships xmlns="http://schemas.openxmlformats.org/package/2006/relationships"><Relationship Id="rId3" Type="http://schemas.openxmlformats.org/officeDocument/2006/relationships/oleObject" Target="../embeddings/oleObject157.bin"/><Relationship Id="rId2" Type="http://schemas.openxmlformats.org/officeDocument/2006/relationships/slideMaster" Target="../slideMasters/slideMaster1.xml"/><Relationship Id="rId1" Type="http://schemas.openxmlformats.org/officeDocument/2006/relationships/tags" Target="../tags/tag165.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67.xml.rels><?xml version="1.0" encoding="UTF-8" standalone="yes"?>
<Relationships xmlns="http://schemas.openxmlformats.org/package/2006/relationships"><Relationship Id="rId3" Type="http://schemas.openxmlformats.org/officeDocument/2006/relationships/oleObject" Target="../embeddings/oleObject158.bin"/><Relationship Id="rId2" Type="http://schemas.openxmlformats.org/officeDocument/2006/relationships/slideMaster" Target="../slideMasters/slideMaster1.xml"/><Relationship Id="rId1" Type="http://schemas.openxmlformats.org/officeDocument/2006/relationships/tags" Target="../tags/tag166.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68.xml.rels><?xml version="1.0" encoding="UTF-8" standalone="yes"?>
<Relationships xmlns="http://schemas.openxmlformats.org/package/2006/relationships"><Relationship Id="rId3" Type="http://schemas.openxmlformats.org/officeDocument/2006/relationships/oleObject" Target="../embeddings/oleObject159.bin"/><Relationship Id="rId2" Type="http://schemas.openxmlformats.org/officeDocument/2006/relationships/slideMaster" Target="../slideMasters/slideMaster1.xml"/><Relationship Id="rId1" Type="http://schemas.openxmlformats.org/officeDocument/2006/relationships/tags" Target="../tags/tag167.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69.xml.rels><?xml version="1.0" encoding="UTF-8" standalone="yes"?>
<Relationships xmlns="http://schemas.openxmlformats.org/package/2006/relationships"><Relationship Id="rId3" Type="http://schemas.openxmlformats.org/officeDocument/2006/relationships/oleObject" Target="../embeddings/oleObject160.bin"/><Relationship Id="rId2" Type="http://schemas.openxmlformats.org/officeDocument/2006/relationships/slideMaster" Target="../slideMasters/slideMaster1.xml"/><Relationship Id="rId1" Type="http://schemas.openxmlformats.org/officeDocument/2006/relationships/tags" Target="../tags/tag168.xml"/><Relationship Id="rId4" Type="http://schemas.openxmlformats.org/officeDocument/2006/relationships/image" Target="../media/image2.emf"/></Relationships>
</file>

<file path=ppt/slideLayouts/_rels/slideLayout170.xml.rels><?xml version="1.0" encoding="UTF-8" standalone="yes"?>
<Relationships xmlns="http://schemas.openxmlformats.org/package/2006/relationships"><Relationship Id="rId3" Type="http://schemas.openxmlformats.org/officeDocument/2006/relationships/oleObject" Target="../embeddings/oleObject161.bin"/><Relationship Id="rId2" Type="http://schemas.openxmlformats.org/officeDocument/2006/relationships/slideMaster" Target="../slideMasters/slideMaster1.xml"/><Relationship Id="rId1" Type="http://schemas.openxmlformats.org/officeDocument/2006/relationships/tags" Target="../tags/tag169.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71.xml.rels><?xml version="1.0" encoding="UTF-8" standalone="yes"?>
<Relationships xmlns="http://schemas.openxmlformats.org/package/2006/relationships"><Relationship Id="rId3" Type="http://schemas.openxmlformats.org/officeDocument/2006/relationships/oleObject" Target="../embeddings/oleObject162.bin"/><Relationship Id="rId2" Type="http://schemas.openxmlformats.org/officeDocument/2006/relationships/slideMaster" Target="../slideMasters/slideMaster1.xml"/><Relationship Id="rId1" Type="http://schemas.openxmlformats.org/officeDocument/2006/relationships/tags" Target="../tags/tag170.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72.xml.rels><?xml version="1.0" encoding="UTF-8" standalone="yes"?>
<Relationships xmlns="http://schemas.openxmlformats.org/package/2006/relationships"><Relationship Id="rId3" Type="http://schemas.openxmlformats.org/officeDocument/2006/relationships/oleObject" Target="../embeddings/oleObject163.bin"/><Relationship Id="rId2" Type="http://schemas.openxmlformats.org/officeDocument/2006/relationships/slideMaster" Target="../slideMasters/slideMaster1.xml"/><Relationship Id="rId1" Type="http://schemas.openxmlformats.org/officeDocument/2006/relationships/tags" Target="../tags/tag171.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73.xml.rels><?xml version="1.0" encoding="UTF-8" standalone="yes"?>
<Relationships xmlns="http://schemas.openxmlformats.org/package/2006/relationships"><Relationship Id="rId3" Type="http://schemas.openxmlformats.org/officeDocument/2006/relationships/oleObject" Target="../embeddings/oleObject164.bin"/><Relationship Id="rId2" Type="http://schemas.openxmlformats.org/officeDocument/2006/relationships/slideMaster" Target="../slideMasters/slideMaster1.xml"/><Relationship Id="rId1" Type="http://schemas.openxmlformats.org/officeDocument/2006/relationships/tags" Target="../tags/tag172.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74.xml.rels><?xml version="1.0" encoding="UTF-8" standalone="yes"?>
<Relationships xmlns="http://schemas.openxmlformats.org/package/2006/relationships"><Relationship Id="rId3" Type="http://schemas.openxmlformats.org/officeDocument/2006/relationships/oleObject" Target="../embeddings/oleObject165.bin"/><Relationship Id="rId2" Type="http://schemas.openxmlformats.org/officeDocument/2006/relationships/slideMaster" Target="../slideMasters/slideMaster1.xml"/><Relationship Id="rId1" Type="http://schemas.openxmlformats.org/officeDocument/2006/relationships/tags" Target="../tags/tag173.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175.xml.rels><?xml version="1.0" encoding="UTF-8" standalone="yes"?>
<Relationships xmlns="http://schemas.openxmlformats.org/package/2006/relationships"><Relationship Id="rId3" Type="http://schemas.openxmlformats.org/officeDocument/2006/relationships/oleObject" Target="../embeddings/oleObject166.bin"/><Relationship Id="rId2" Type="http://schemas.openxmlformats.org/officeDocument/2006/relationships/slideMaster" Target="../slideMasters/slideMaster1.xml"/><Relationship Id="rId1" Type="http://schemas.openxmlformats.org/officeDocument/2006/relationships/tags" Target="../tags/tag174.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176.xml.rels><?xml version="1.0" encoding="UTF-8" standalone="yes"?>
<Relationships xmlns="http://schemas.openxmlformats.org/package/2006/relationships"><Relationship Id="rId3" Type="http://schemas.openxmlformats.org/officeDocument/2006/relationships/oleObject" Target="../embeddings/oleObject167.bin"/><Relationship Id="rId2" Type="http://schemas.openxmlformats.org/officeDocument/2006/relationships/slideMaster" Target="../slideMasters/slideMaster1.xml"/><Relationship Id="rId1" Type="http://schemas.openxmlformats.org/officeDocument/2006/relationships/tags" Target="../tags/tag175.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177.xml.rels><?xml version="1.0" encoding="UTF-8" standalone="yes"?>
<Relationships xmlns="http://schemas.openxmlformats.org/package/2006/relationships"><Relationship Id="rId3" Type="http://schemas.openxmlformats.org/officeDocument/2006/relationships/oleObject" Target="../embeddings/oleObject168.bin"/><Relationship Id="rId2" Type="http://schemas.openxmlformats.org/officeDocument/2006/relationships/slideMaster" Target="../slideMasters/slideMaster1.xml"/><Relationship Id="rId1" Type="http://schemas.openxmlformats.org/officeDocument/2006/relationships/tags" Target="../tags/tag176.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78.xml.rels><?xml version="1.0" encoding="UTF-8" standalone="yes"?>
<Relationships xmlns="http://schemas.openxmlformats.org/package/2006/relationships"><Relationship Id="rId3" Type="http://schemas.openxmlformats.org/officeDocument/2006/relationships/oleObject" Target="../embeddings/oleObject169.bin"/><Relationship Id="rId2" Type="http://schemas.openxmlformats.org/officeDocument/2006/relationships/slideMaster" Target="../slideMasters/slideMaster1.xml"/><Relationship Id="rId1" Type="http://schemas.openxmlformats.org/officeDocument/2006/relationships/tags" Target="../tags/tag177.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179.xml.rels><?xml version="1.0" encoding="UTF-8" standalone="yes"?>
<Relationships xmlns="http://schemas.openxmlformats.org/package/2006/relationships"><Relationship Id="rId3" Type="http://schemas.openxmlformats.org/officeDocument/2006/relationships/oleObject" Target="../embeddings/oleObject170.bin"/><Relationship Id="rId2" Type="http://schemas.openxmlformats.org/officeDocument/2006/relationships/slideMaster" Target="../slideMasters/slideMaster1.xml"/><Relationship Id="rId1" Type="http://schemas.openxmlformats.org/officeDocument/2006/relationships/tags" Target="../tags/tag178.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180.xml.rels><?xml version="1.0" encoding="UTF-8" standalone="yes"?>
<Relationships xmlns="http://schemas.openxmlformats.org/package/2006/relationships"><Relationship Id="rId3" Type="http://schemas.openxmlformats.org/officeDocument/2006/relationships/oleObject" Target="../embeddings/oleObject171.bin"/><Relationship Id="rId2" Type="http://schemas.openxmlformats.org/officeDocument/2006/relationships/slideMaster" Target="../slideMasters/slideMaster1.xml"/><Relationship Id="rId1" Type="http://schemas.openxmlformats.org/officeDocument/2006/relationships/tags" Target="../tags/tag179.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181.xml.rels><?xml version="1.0" encoding="UTF-8" standalone="yes"?>
<Relationships xmlns="http://schemas.openxmlformats.org/package/2006/relationships"><Relationship Id="rId3" Type="http://schemas.openxmlformats.org/officeDocument/2006/relationships/oleObject" Target="../embeddings/oleObject172.bin"/><Relationship Id="rId2" Type="http://schemas.openxmlformats.org/officeDocument/2006/relationships/slideMaster" Target="../slideMasters/slideMaster1.xml"/><Relationship Id="rId1" Type="http://schemas.openxmlformats.org/officeDocument/2006/relationships/tags" Target="../tags/tag180.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182.xml.rels><?xml version="1.0" encoding="UTF-8" standalone="yes"?>
<Relationships xmlns="http://schemas.openxmlformats.org/package/2006/relationships"><Relationship Id="rId3" Type="http://schemas.openxmlformats.org/officeDocument/2006/relationships/oleObject" Target="../embeddings/oleObject173.bin"/><Relationship Id="rId2" Type="http://schemas.openxmlformats.org/officeDocument/2006/relationships/slideMaster" Target="../slideMasters/slideMaster1.xml"/><Relationship Id="rId1" Type="http://schemas.openxmlformats.org/officeDocument/2006/relationships/tags" Target="../tags/tag181.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83.xml.rels><?xml version="1.0" encoding="UTF-8" standalone="yes"?>
<Relationships xmlns="http://schemas.openxmlformats.org/package/2006/relationships"><Relationship Id="rId3" Type="http://schemas.openxmlformats.org/officeDocument/2006/relationships/oleObject" Target="../embeddings/oleObject174.bin"/><Relationship Id="rId2" Type="http://schemas.openxmlformats.org/officeDocument/2006/relationships/slideMaster" Target="../slideMasters/slideMaster1.xml"/><Relationship Id="rId1" Type="http://schemas.openxmlformats.org/officeDocument/2006/relationships/tags" Target="../tags/tag182.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184.xml.rels><?xml version="1.0" encoding="UTF-8" standalone="yes"?>
<Relationships xmlns="http://schemas.openxmlformats.org/package/2006/relationships"><Relationship Id="rId3" Type="http://schemas.openxmlformats.org/officeDocument/2006/relationships/oleObject" Target="../embeddings/oleObject175.bin"/><Relationship Id="rId2" Type="http://schemas.openxmlformats.org/officeDocument/2006/relationships/slideMaster" Target="../slideMasters/slideMaster1.xml"/><Relationship Id="rId1" Type="http://schemas.openxmlformats.org/officeDocument/2006/relationships/tags" Target="../tags/tag183.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85.xml.rels><?xml version="1.0" encoding="UTF-8" standalone="yes"?>
<Relationships xmlns="http://schemas.openxmlformats.org/package/2006/relationships"><Relationship Id="rId3" Type="http://schemas.openxmlformats.org/officeDocument/2006/relationships/oleObject" Target="../embeddings/oleObject176.bin"/><Relationship Id="rId2" Type="http://schemas.openxmlformats.org/officeDocument/2006/relationships/slideMaster" Target="../slideMasters/slideMaster1.xml"/><Relationship Id="rId1" Type="http://schemas.openxmlformats.org/officeDocument/2006/relationships/tags" Target="../tags/tag184.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86.xml.rels><?xml version="1.0" encoding="UTF-8" standalone="yes"?>
<Relationships xmlns="http://schemas.openxmlformats.org/package/2006/relationships"><Relationship Id="rId3" Type="http://schemas.openxmlformats.org/officeDocument/2006/relationships/oleObject" Target="../embeddings/oleObject177.bin"/><Relationship Id="rId2" Type="http://schemas.openxmlformats.org/officeDocument/2006/relationships/slideMaster" Target="../slideMasters/slideMaster1.xml"/><Relationship Id="rId1" Type="http://schemas.openxmlformats.org/officeDocument/2006/relationships/tags" Target="../tags/tag185.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87.xml.rels><?xml version="1.0" encoding="UTF-8" standalone="yes"?>
<Relationships xmlns="http://schemas.openxmlformats.org/package/2006/relationships"><Relationship Id="rId3" Type="http://schemas.openxmlformats.org/officeDocument/2006/relationships/oleObject" Target="../embeddings/oleObject178.bin"/><Relationship Id="rId2" Type="http://schemas.openxmlformats.org/officeDocument/2006/relationships/slideMaster" Target="../slideMasters/slideMaster1.xml"/><Relationship Id="rId1" Type="http://schemas.openxmlformats.org/officeDocument/2006/relationships/tags" Target="../tags/tag186.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88.xml.rels><?xml version="1.0" encoding="UTF-8" standalone="yes"?>
<Relationships xmlns="http://schemas.openxmlformats.org/package/2006/relationships"><Relationship Id="rId3" Type="http://schemas.openxmlformats.org/officeDocument/2006/relationships/oleObject" Target="../embeddings/oleObject179.bin"/><Relationship Id="rId2" Type="http://schemas.openxmlformats.org/officeDocument/2006/relationships/slideMaster" Target="../slideMasters/slideMaster1.xml"/><Relationship Id="rId1" Type="http://schemas.openxmlformats.org/officeDocument/2006/relationships/tags" Target="../tags/tag187.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89.xml.rels><?xml version="1.0" encoding="UTF-8" standalone="yes"?>
<Relationships xmlns="http://schemas.openxmlformats.org/package/2006/relationships"><Relationship Id="rId3" Type="http://schemas.openxmlformats.org/officeDocument/2006/relationships/oleObject" Target="../embeddings/oleObject180.bin"/><Relationship Id="rId2" Type="http://schemas.openxmlformats.org/officeDocument/2006/relationships/slideMaster" Target="../slideMasters/slideMaster1.xml"/><Relationship Id="rId1" Type="http://schemas.openxmlformats.org/officeDocument/2006/relationships/tags" Target="../tags/tag188.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90.xml.rels><?xml version="1.0" encoding="UTF-8" standalone="yes"?>
<Relationships xmlns="http://schemas.openxmlformats.org/package/2006/relationships"><Relationship Id="rId3" Type="http://schemas.openxmlformats.org/officeDocument/2006/relationships/oleObject" Target="../embeddings/oleObject181.bin"/><Relationship Id="rId2" Type="http://schemas.openxmlformats.org/officeDocument/2006/relationships/slideMaster" Target="../slideMasters/slideMaster1.xml"/><Relationship Id="rId1" Type="http://schemas.openxmlformats.org/officeDocument/2006/relationships/tags" Target="../tags/tag189.xml"/><Relationship Id="rId4" Type="http://schemas.openxmlformats.org/officeDocument/2006/relationships/image" Target="../media/image2.emf"/></Relationships>
</file>

<file path=ppt/slideLayouts/_rels/slideLayout191.xml.rels><?xml version="1.0" encoding="UTF-8" standalone="yes"?>
<Relationships xmlns="http://schemas.openxmlformats.org/package/2006/relationships"><Relationship Id="rId3" Type="http://schemas.openxmlformats.org/officeDocument/2006/relationships/oleObject" Target="../embeddings/oleObject171.bin"/><Relationship Id="rId2" Type="http://schemas.openxmlformats.org/officeDocument/2006/relationships/slideMaster" Target="../slideMasters/slideMaster1.xml"/><Relationship Id="rId1" Type="http://schemas.openxmlformats.org/officeDocument/2006/relationships/tags" Target="../tags/tag190.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192.xml.rels><?xml version="1.0" encoding="UTF-8" standalone="yes"?>
<Relationships xmlns="http://schemas.openxmlformats.org/package/2006/relationships"><Relationship Id="rId3" Type="http://schemas.openxmlformats.org/officeDocument/2006/relationships/oleObject" Target="../embeddings/oleObject182.bin"/><Relationship Id="rId2" Type="http://schemas.openxmlformats.org/officeDocument/2006/relationships/slideMaster" Target="../slideMasters/slideMaster1.xml"/><Relationship Id="rId1" Type="http://schemas.openxmlformats.org/officeDocument/2006/relationships/tags" Target="../tags/tag191.xml"/><Relationship Id="rId4" Type="http://schemas.openxmlformats.org/officeDocument/2006/relationships/image" Target="../media/image2.emf"/></Relationships>
</file>

<file path=ppt/slideLayouts/_rels/slideLayout193.xml.rels><?xml version="1.0" encoding="UTF-8" standalone="yes"?>
<Relationships xmlns="http://schemas.openxmlformats.org/package/2006/relationships"><Relationship Id="rId3" Type="http://schemas.openxmlformats.org/officeDocument/2006/relationships/oleObject" Target="../embeddings/oleObject183.bin"/><Relationship Id="rId2" Type="http://schemas.openxmlformats.org/officeDocument/2006/relationships/slideMaster" Target="../slideMasters/slideMaster1.xml"/><Relationship Id="rId1" Type="http://schemas.openxmlformats.org/officeDocument/2006/relationships/tags" Target="../tags/tag192.xml"/><Relationship Id="rId4" Type="http://schemas.openxmlformats.org/officeDocument/2006/relationships/image" Target="../media/image2.emf"/></Relationships>
</file>

<file path=ppt/slideLayouts/_rels/slideLayout194.xml.rels><?xml version="1.0" encoding="UTF-8" standalone="yes"?>
<Relationships xmlns="http://schemas.openxmlformats.org/package/2006/relationships"><Relationship Id="rId3" Type="http://schemas.openxmlformats.org/officeDocument/2006/relationships/oleObject" Target="../embeddings/oleObject184.bin"/><Relationship Id="rId2" Type="http://schemas.openxmlformats.org/officeDocument/2006/relationships/slideMaster" Target="../slideMasters/slideMaster1.xml"/><Relationship Id="rId1" Type="http://schemas.openxmlformats.org/officeDocument/2006/relationships/tags" Target="../tags/tag193.xml"/><Relationship Id="rId4" Type="http://schemas.openxmlformats.org/officeDocument/2006/relationships/image" Target="../media/image2.emf"/></Relationships>
</file>

<file path=ppt/slideLayouts/_rels/slideLayout195.xml.rels><?xml version="1.0" encoding="UTF-8" standalone="yes"?>
<Relationships xmlns="http://schemas.openxmlformats.org/package/2006/relationships"><Relationship Id="rId3" Type="http://schemas.openxmlformats.org/officeDocument/2006/relationships/oleObject" Target="../embeddings/oleObject185.bin"/><Relationship Id="rId2" Type="http://schemas.openxmlformats.org/officeDocument/2006/relationships/slideMaster" Target="../slideMasters/slideMaster1.xml"/><Relationship Id="rId1" Type="http://schemas.openxmlformats.org/officeDocument/2006/relationships/tags" Target="../tags/tag194.xml"/><Relationship Id="rId4" Type="http://schemas.openxmlformats.org/officeDocument/2006/relationships/image" Target="../media/image2.emf"/></Relationships>
</file>

<file path=ppt/slideLayouts/_rels/slideLayout196.xml.rels><?xml version="1.0" encoding="UTF-8" standalone="yes"?>
<Relationships xmlns="http://schemas.openxmlformats.org/package/2006/relationships"><Relationship Id="rId3" Type="http://schemas.openxmlformats.org/officeDocument/2006/relationships/oleObject" Target="../embeddings/oleObject186.bin"/><Relationship Id="rId2" Type="http://schemas.openxmlformats.org/officeDocument/2006/relationships/slideMaster" Target="../slideMasters/slideMaster1.xml"/><Relationship Id="rId1" Type="http://schemas.openxmlformats.org/officeDocument/2006/relationships/tags" Target="../tags/tag195.xml"/><Relationship Id="rId4" Type="http://schemas.openxmlformats.org/officeDocument/2006/relationships/image" Target="../media/image2.emf"/></Relationships>
</file>

<file path=ppt/slideLayouts/_rels/slideLayout197.xml.rels><?xml version="1.0" encoding="UTF-8" standalone="yes"?>
<Relationships xmlns="http://schemas.openxmlformats.org/package/2006/relationships"><Relationship Id="rId3" Type="http://schemas.openxmlformats.org/officeDocument/2006/relationships/oleObject" Target="../embeddings/oleObject186.bin"/><Relationship Id="rId2" Type="http://schemas.openxmlformats.org/officeDocument/2006/relationships/slideMaster" Target="../slideMasters/slideMaster1.xml"/><Relationship Id="rId1" Type="http://schemas.openxmlformats.org/officeDocument/2006/relationships/tags" Target="../tags/tag196.xml"/><Relationship Id="rId4" Type="http://schemas.openxmlformats.org/officeDocument/2006/relationships/image" Target="../media/image2.emf"/></Relationships>
</file>

<file path=ppt/slideLayouts/_rels/slideLayout198.xml.rels><?xml version="1.0" encoding="UTF-8" standalone="yes"?>
<Relationships xmlns="http://schemas.openxmlformats.org/package/2006/relationships"><Relationship Id="rId3" Type="http://schemas.openxmlformats.org/officeDocument/2006/relationships/oleObject" Target="../embeddings/oleObject186.bin"/><Relationship Id="rId2" Type="http://schemas.openxmlformats.org/officeDocument/2006/relationships/slideMaster" Target="../slideMasters/slideMaster1.xml"/><Relationship Id="rId1" Type="http://schemas.openxmlformats.org/officeDocument/2006/relationships/tags" Target="../tags/tag197.xml"/><Relationship Id="rId4" Type="http://schemas.openxmlformats.org/officeDocument/2006/relationships/image" Target="../media/image2.emf"/></Relationships>
</file>

<file path=ppt/slideLayouts/_rels/slideLayout199.xml.rels><?xml version="1.0" encoding="UTF-8" standalone="yes"?>
<Relationships xmlns="http://schemas.openxmlformats.org/package/2006/relationships"><Relationship Id="rId3" Type="http://schemas.openxmlformats.org/officeDocument/2006/relationships/oleObject" Target="../embeddings/oleObject187.bin"/><Relationship Id="rId2" Type="http://schemas.openxmlformats.org/officeDocument/2006/relationships/slideMaster" Target="../slideMasters/slideMaster1.xml"/><Relationship Id="rId1" Type="http://schemas.openxmlformats.org/officeDocument/2006/relationships/tags" Target="../tags/tag198.xml"/><Relationship Id="rId5" Type="http://schemas.openxmlformats.org/officeDocument/2006/relationships/image" Target="../media/image3.emf"/><Relationship Id="rId4" Type="http://schemas.openxmlformats.org/officeDocument/2006/relationships/image" Target="../media/image2.emf"/></Relationships>
</file>

<file path=ppt/slideLayouts/_rels/slideLayout200.xml.rels><?xml version="1.0" encoding="UTF-8" standalone="yes"?>
<Relationships xmlns="http://schemas.openxmlformats.org/package/2006/relationships"><Relationship Id="rId3" Type="http://schemas.openxmlformats.org/officeDocument/2006/relationships/oleObject" Target="../embeddings/oleObject188.bin"/><Relationship Id="rId2" Type="http://schemas.openxmlformats.org/officeDocument/2006/relationships/slideMaster" Target="../slideMasters/slideMaster1.xml"/><Relationship Id="rId1" Type="http://schemas.openxmlformats.org/officeDocument/2006/relationships/tags" Target="../tags/tag199.xml"/><Relationship Id="rId4" Type="http://schemas.openxmlformats.org/officeDocument/2006/relationships/image" Target="../media/image2.emf"/></Relationships>
</file>

<file path=ppt/slideLayouts/_rels/slideLayout201.xml.rels><?xml version="1.0" encoding="UTF-8" standalone="yes"?>
<Relationships xmlns="http://schemas.openxmlformats.org/package/2006/relationships"><Relationship Id="rId3" Type="http://schemas.openxmlformats.org/officeDocument/2006/relationships/oleObject" Target="../embeddings/oleObject189.bin"/><Relationship Id="rId2" Type="http://schemas.openxmlformats.org/officeDocument/2006/relationships/slideMaster" Target="../slideMasters/slideMaster1.xml"/><Relationship Id="rId1" Type="http://schemas.openxmlformats.org/officeDocument/2006/relationships/tags" Target="../tags/tag200.xml"/><Relationship Id="rId5" Type="http://schemas.openxmlformats.org/officeDocument/2006/relationships/image" Target="../media/image3.emf"/><Relationship Id="rId4" Type="http://schemas.openxmlformats.org/officeDocument/2006/relationships/image" Target="../media/image2.emf"/></Relationships>
</file>

<file path=ppt/slideLayouts/_rels/slideLayout202.xml.rels><?xml version="1.0" encoding="UTF-8" standalone="yes"?>
<Relationships xmlns="http://schemas.openxmlformats.org/package/2006/relationships"><Relationship Id="rId3" Type="http://schemas.openxmlformats.org/officeDocument/2006/relationships/oleObject" Target="../embeddings/oleObject190.bin"/><Relationship Id="rId2" Type="http://schemas.openxmlformats.org/officeDocument/2006/relationships/slideMaster" Target="../slideMasters/slideMaster1.xml"/><Relationship Id="rId1" Type="http://schemas.openxmlformats.org/officeDocument/2006/relationships/tags" Target="../tags/tag201.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03.xml.rels><?xml version="1.0" encoding="UTF-8" standalone="yes"?>
<Relationships xmlns="http://schemas.openxmlformats.org/package/2006/relationships"><Relationship Id="rId3" Type="http://schemas.openxmlformats.org/officeDocument/2006/relationships/oleObject" Target="../embeddings/oleObject191.bin"/><Relationship Id="rId2" Type="http://schemas.openxmlformats.org/officeDocument/2006/relationships/slideMaster" Target="../slideMasters/slideMaster1.xml"/><Relationship Id="rId1" Type="http://schemas.openxmlformats.org/officeDocument/2006/relationships/tags" Target="../tags/tag202.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04.xml.rels><?xml version="1.0" encoding="UTF-8" standalone="yes"?>
<Relationships xmlns="http://schemas.openxmlformats.org/package/2006/relationships"><Relationship Id="rId3" Type="http://schemas.openxmlformats.org/officeDocument/2006/relationships/oleObject" Target="../embeddings/oleObject192.bin"/><Relationship Id="rId2" Type="http://schemas.openxmlformats.org/officeDocument/2006/relationships/slideMaster" Target="../slideMasters/slideMaster1.xml"/><Relationship Id="rId1" Type="http://schemas.openxmlformats.org/officeDocument/2006/relationships/tags" Target="../tags/tag203.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05.xml.rels><?xml version="1.0" encoding="UTF-8" standalone="yes"?>
<Relationships xmlns="http://schemas.openxmlformats.org/package/2006/relationships"><Relationship Id="rId3" Type="http://schemas.openxmlformats.org/officeDocument/2006/relationships/oleObject" Target="../embeddings/oleObject193.bin"/><Relationship Id="rId2" Type="http://schemas.openxmlformats.org/officeDocument/2006/relationships/slideMaster" Target="../slideMasters/slideMaster1.xml"/><Relationship Id="rId1" Type="http://schemas.openxmlformats.org/officeDocument/2006/relationships/tags" Target="../tags/tag204.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06.xml.rels><?xml version="1.0" encoding="UTF-8" standalone="yes"?>
<Relationships xmlns="http://schemas.openxmlformats.org/package/2006/relationships"><Relationship Id="rId3" Type="http://schemas.openxmlformats.org/officeDocument/2006/relationships/oleObject" Target="../embeddings/oleObject194.bin"/><Relationship Id="rId2" Type="http://schemas.openxmlformats.org/officeDocument/2006/relationships/slideMaster" Target="../slideMasters/slideMaster1.xml"/><Relationship Id="rId1" Type="http://schemas.openxmlformats.org/officeDocument/2006/relationships/tags" Target="../tags/tag205.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07.xml.rels><?xml version="1.0" encoding="UTF-8" standalone="yes"?>
<Relationships xmlns="http://schemas.openxmlformats.org/package/2006/relationships"><Relationship Id="rId3" Type="http://schemas.openxmlformats.org/officeDocument/2006/relationships/oleObject" Target="../embeddings/oleObject195.bin"/><Relationship Id="rId2" Type="http://schemas.openxmlformats.org/officeDocument/2006/relationships/slideMaster" Target="../slideMasters/slideMaster1.xml"/><Relationship Id="rId1" Type="http://schemas.openxmlformats.org/officeDocument/2006/relationships/tags" Target="../tags/tag206.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08.xml.rels><?xml version="1.0" encoding="UTF-8" standalone="yes"?>
<Relationships xmlns="http://schemas.openxmlformats.org/package/2006/relationships"><Relationship Id="rId3" Type="http://schemas.openxmlformats.org/officeDocument/2006/relationships/oleObject" Target="../embeddings/oleObject196.bin"/><Relationship Id="rId2" Type="http://schemas.openxmlformats.org/officeDocument/2006/relationships/slideMaster" Target="../slideMasters/slideMaster1.xml"/><Relationship Id="rId1" Type="http://schemas.openxmlformats.org/officeDocument/2006/relationships/tags" Target="../tags/tag207.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09.xml.rels><?xml version="1.0" encoding="UTF-8" standalone="yes"?>
<Relationships xmlns="http://schemas.openxmlformats.org/package/2006/relationships"><Relationship Id="rId3" Type="http://schemas.openxmlformats.org/officeDocument/2006/relationships/oleObject" Target="../embeddings/oleObject197.bin"/><Relationship Id="rId2" Type="http://schemas.openxmlformats.org/officeDocument/2006/relationships/slideMaster" Target="../slideMasters/slideMaster1.xml"/><Relationship Id="rId1" Type="http://schemas.openxmlformats.org/officeDocument/2006/relationships/tags" Target="../tags/tag208.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10.xml.rels><?xml version="1.0" encoding="UTF-8" standalone="yes"?>
<Relationships xmlns="http://schemas.openxmlformats.org/package/2006/relationships"><Relationship Id="rId3" Type="http://schemas.openxmlformats.org/officeDocument/2006/relationships/oleObject" Target="../embeddings/oleObject198.bin"/><Relationship Id="rId2" Type="http://schemas.openxmlformats.org/officeDocument/2006/relationships/slideMaster" Target="../slideMasters/slideMaster1.xml"/><Relationship Id="rId1" Type="http://schemas.openxmlformats.org/officeDocument/2006/relationships/tags" Target="../tags/tag209.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11.xml.rels><?xml version="1.0" encoding="UTF-8" standalone="yes"?>
<Relationships xmlns="http://schemas.openxmlformats.org/package/2006/relationships"><Relationship Id="rId3" Type="http://schemas.openxmlformats.org/officeDocument/2006/relationships/oleObject" Target="../embeddings/oleObject199.bin"/><Relationship Id="rId2" Type="http://schemas.openxmlformats.org/officeDocument/2006/relationships/slideMaster" Target="../slideMasters/slideMaster1.xml"/><Relationship Id="rId1" Type="http://schemas.openxmlformats.org/officeDocument/2006/relationships/tags" Target="../tags/tag210.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12.xml.rels><?xml version="1.0" encoding="UTF-8" standalone="yes"?>
<Relationships xmlns="http://schemas.openxmlformats.org/package/2006/relationships"><Relationship Id="rId3" Type="http://schemas.openxmlformats.org/officeDocument/2006/relationships/oleObject" Target="../embeddings/oleObject200.bin"/><Relationship Id="rId2" Type="http://schemas.openxmlformats.org/officeDocument/2006/relationships/slideMaster" Target="../slideMasters/slideMaster1.xml"/><Relationship Id="rId1" Type="http://schemas.openxmlformats.org/officeDocument/2006/relationships/tags" Target="../tags/tag211.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13.xml.rels><?xml version="1.0" encoding="UTF-8" standalone="yes"?>
<Relationships xmlns="http://schemas.openxmlformats.org/package/2006/relationships"><Relationship Id="rId3" Type="http://schemas.openxmlformats.org/officeDocument/2006/relationships/oleObject" Target="../embeddings/oleObject201.bin"/><Relationship Id="rId2" Type="http://schemas.openxmlformats.org/officeDocument/2006/relationships/slideMaster" Target="../slideMasters/slideMaster1.xml"/><Relationship Id="rId1" Type="http://schemas.openxmlformats.org/officeDocument/2006/relationships/tags" Target="../tags/tag212.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14.xml.rels><?xml version="1.0" encoding="UTF-8" standalone="yes"?>
<Relationships xmlns="http://schemas.openxmlformats.org/package/2006/relationships"><Relationship Id="rId3" Type="http://schemas.openxmlformats.org/officeDocument/2006/relationships/oleObject" Target="../embeddings/oleObject202.bin"/><Relationship Id="rId2" Type="http://schemas.openxmlformats.org/officeDocument/2006/relationships/slideMaster" Target="../slideMasters/slideMaster1.xml"/><Relationship Id="rId1" Type="http://schemas.openxmlformats.org/officeDocument/2006/relationships/tags" Target="../tags/tag213.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15.xml.rels><?xml version="1.0" encoding="UTF-8" standalone="yes"?>
<Relationships xmlns="http://schemas.openxmlformats.org/package/2006/relationships"><Relationship Id="rId3" Type="http://schemas.openxmlformats.org/officeDocument/2006/relationships/oleObject" Target="../embeddings/oleObject203.bin"/><Relationship Id="rId2" Type="http://schemas.openxmlformats.org/officeDocument/2006/relationships/slideMaster" Target="../slideMasters/slideMaster1.xml"/><Relationship Id="rId1" Type="http://schemas.openxmlformats.org/officeDocument/2006/relationships/tags" Target="../tags/tag214.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16.xml.rels><?xml version="1.0" encoding="UTF-8" standalone="yes"?>
<Relationships xmlns="http://schemas.openxmlformats.org/package/2006/relationships"><Relationship Id="rId3" Type="http://schemas.openxmlformats.org/officeDocument/2006/relationships/oleObject" Target="../embeddings/oleObject204.bin"/><Relationship Id="rId2" Type="http://schemas.openxmlformats.org/officeDocument/2006/relationships/slideMaster" Target="../slideMasters/slideMaster1.xml"/><Relationship Id="rId1" Type="http://schemas.openxmlformats.org/officeDocument/2006/relationships/tags" Target="../tags/tag215.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17.xml.rels><?xml version="1.0" encoding="UTF-8" standalone="yes"?>
<Relationships xmlns="http://schemas.openxmlformats.org/package/2006/relationships"><Relationship Id="rId3" Type="http://schemas.openxmlformats.org/officeDocument/2006/relationships/oleObject" Target="../embeddings/oleObject205.bin"/><Relationship Id="rId2" Type="http://schemas.openxmlformats.org/officeDocument/2006/relationships/slideMaster" Target="../slideMasters/slideMaster1.xml"/><Relationship Id="rId1" Type="http://schemas.openxmlformats.org/officeDocument/2006/relationships/tags" Target="../tags/tag216.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18.xml.rels><?xml version="1.0" encoding="UTF-8" standalone="yes"?>
<Relationships xmlns="http://schemas.openxmlformats.org/package/2006/relationships"><Relationship Id="rId3" Type="http://schemas.openxmlformats.org/officeDocument/2006/relationships/oleObject" Target="../embeddings/oleObject206.bin"/><Relationship Id="rId2" Type="http://schemas.openxmlformats.org/officeDocument/2006/relationships/slideMaster" Target="../slideMasters/slideMaster1.xml"/><Relationship Id="rId1" Type="http://schemas.openxmlformats.org/officeDocument/2006/relationships/tags" Target="../tags/tag217.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19.xml.rels><?xml version="1.0" encoding="UTF-8" standalone="yes"?>
<Relationships xmlns="http://schemas.openxmlformats.org/package/2006/relationships"><Relationship Id="rId3" Type="http://schemas.openxmlformats.org/officeDocument/2006/relationships/oleObject" Target="../embeddings/oleObject207.bin"/><Relationship Id="rId2" Type="http://schemas.openxmlformats.org/officeDocument/2006/relationships/slideMaster" Target="../slideMasters/slideMaster1.xml"/><Relationship Id="rId1" Type="http://schemas.openxmlformats.org/officeDocument/2006/relationships/tags" Target="../tags/tag218.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20.xml.rels><?xml version="1.0" encoding="UTF-8" standalone="yes"?>
<Relationships xmlns="http://schemas.openxmlformats.org/package/2006/relationships"><Relationship Id="rId3" Type="http://schemas.openxmlformats.org/officeDocument/2006/relationships/oleObject" Target="../embeddings/oleObject208.bin"/><Relationship Id="rId2" Type="http://schemas.openxmlformats.org/officeDocument/2006/relationships/slideMaster" Target="../slideMasters/slideMaster1.xml"/><Relationship Id="rId1" Type="http://schemas.openxmlformats.org/officeDocument/2006/relationships/tags" Target="../tags/tag219.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21.xml.rels><?xml version="1.0" encoding="UTF-8" standalone="yes"?>
<Relationships xmlns="http://schemas.openxmlformats.org/package/2006/relationships"><Relationship Id="rId3" Type="http://schemas.openxmlformats.org/officeDocument/2006/relationships/oleObject" Target="../embeddings/oleObject209.bin"/><Relationship Id="rId2" Type="http://schemas.openxmlformats.org/officeDocument/2006/relationships/slideMaster" Target="../slideMasters/slideMaster1.xml"/><Relationship Id="rId1" Type="http://schemas.openxmlformats.org/officeDocument/2006/relationships/tags" Target="../tags/tag220.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22.xml.rels><?xml version="1.0" encoding="UTF-8" standalone="yes"?>
<Relationships xmlns="http://schemas.openxmlformats.org/package/2006/relationships"><Relationship Id="rId3" Type="http://schemas.openxmlformats.org/officeDocument/2006/relationships/oleObject" Target="../embeddings/oleObject210.bin"/><Relationship Id="rId2" Type="http://schemas.openxmlformats.org/officeDocument/2006/relationships/slideMaster" Target="../slideMasters/slideMaster1.xml"/><Relationship Id="rId1" Type="http://schemas.openxmlformats.org/officeDocument/2006/relationships/tags" Target="../tags/tag221.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23.xml.rels><?xml version="1.0" encoding="UTF-8" standalone="yes"?>
<Relationships xmlns="http://schemas.openxmlformats.org/package/2006/relationships"><Relationship Id="rId3" Type="http://schemas.openxmlformats.org/officeDocument/2006/relationships/oleObject" Target="../embeddings/oleObject211.bin"/><Relationship Id="rId2" Type="http://schemas.openxmlformats.org/officeDocument/2006/relationships/slideMaster" Target="../slideMasters/slideMaster1.xml"/><Relationship Id="rId1" Type="http://schemas.openxmlformats.org/officeDocument/2006/relationships/tags" Target="../tags/tag222.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24.xml.rels><?xml version="1.0" encoding="UTF-8" standalone="yes"?>
<Relationships xmlns="http://schemas.openxmlformats.org/package/2006/relationships"><Relationship Id="rId3" Type="http://schemas.openxmlformats.org/officeDocument/2006/relationships/oleObject" Target="../embeddings/oleObject212.bin"/><Relationship Id="rId2" Type="http://schemas.openxmlformats.org/officeDocument/2006/relationships/slideMaster" Target="../slideMasters/slideMaster1.xml"/><Relationship Id="rId1" Type="http://schemas.openxmlformats.org/officeDocument/2006/relationships/tags" Target="../tags/tag223.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25.xml.rels><?xml version="1.0" encoding="UTF-8" standalone="yes"?>
<Relationships xmlns="http://schemas.openxmlformats.org/package/2006/relationships"><Relationship Id="rId3" Type="http://schemas.openxmlformats.org/officeDocument/2006/relationships/oleObject" Target="../embeddings/oleObject213.bin"/><Relationship Id="rId2" Type="http://schemas.openxmlformats.org/officeDocument/2006/relationships/slideMaster" Target="../slideMasters/slideMaster1.xml"/><Relationship Id="rId1" Type="http://schemas.openxmlformats.org/officeDocument/2006/relationships/tags" Target="../tags/tag224.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26.xml.rels><?xml version="1.0" encoding="UTF-8" standalone="yes"?>
<Relationships xmlns="http://schemas.openxmlformats.org/package/2006/relationships"><Relationship Id="rId3" Type="http://schemas.openxmlformats.org/officeDocument/2006/relationships/oleObject" Target="../embeddings/oleObject214.bin"/><Relationship Id="rId2" Type="http://schemas.openxmlformats.org/officeDocument/2006/relationships/slideMaster" Target="../slideMasters/slideMaster1.xml"/><Relationship Id="rId1" Type="http://schemas.openxmlformats.org/officeDocument/2006/relationships/tags" Target="../tags/tag225.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27.xml.rels><?xml version="1.0" encoding="UTF-8" standalone="yes"?>
<Relationships xmlns="http://schemas.openxmlformats.org/package/2006/relationships"><Relationship Id="rId3" Type="http://schemas.openxmlformats.org/officeDocument/2006/relationships/oleObject" Target="../embeddings/oleObject215.bin"/><Relationship Id="rId2" Type="http://schemas.openxmlformats.org/officeDocument/2006/relationships/slideMaster" Target="../slideMasters/slideMaster1.xml"/><Relationship Id="rId1" Type="http://schemas.openxmlformats.org/officeDocument/2006/relationships/tags" Target="../tags/tag226.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28.xml.rels><?xml version="1.0" encoding="UTF-8" standalone="yes"?>
<Relationships xmlns="http://schemas.openxmlformats.org/package/2006/relationships"><Relationship Id="rId3" Type="http://schemas.openxmlformats.org/officeDocument/2006/relationships/oleObject" Target="../embeddings/oleObject216.bin"/><Relationship Id="rId2" Type="http://schemas.openxmlformats.org/officeDocument/2006/relationships/slideMaster" Target="../slideMasters/slideMaster1.xml"/><Relationship Id="rId1" Type="http://schemas.openxmlformats.org/officeDocument/2006/relationships/tags" Target="../tags/tag227.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29.xml.rels><?xml version="1.0" encoding="UTF-8" standalone="yes"?>
<Relationships xmlns="http://schemas.openxmlformats.org/package/2006/relationships"><Relationship Id="rId3" Type="http://schemas.openxmlformats.org/officeDocument/2006/relationships/oleObject" Target="../embeddings/oleObject217.bin"/><Relationship Id="rId2" Type="http://schemas.openxmlformats.org/officeDocument/2006/relationships/slideMaster" Target="../slideMasters/slideMaster1.xml"/><Relationship Id="rId1" Type="http://schemas.openxmlformats.org/officeDocument/2006/relationships/tags" Target="../tags/tag228.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30.xml.rels><?xml version="1.0" encoding="UTF-8" standalone="yes"?>
<Relationships xmlns="http://schemas.openxmlformats.org/package/2006/relationships"><Relationship Id="rId3" Type="http://schemas.openxmlformats.org/officeDocument/2006/relationships/oleObject" Target="../embeddings/oleObject218.bin"/><Relationship Id="rId2" Type="http://schemas.openxmlformats.org/officeDocument/2006/relationships/slideMaster" Target="../slideMasters/slideMaster1.xml"/><Relationship Id="rId1" Type="http://schemas.openxmlformats.org/officeDocument/2006/relationships/tags" Target="../tags/tag229.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31.xml.rels><?xml version="1.0" encoding="UTF-8" standalone="yes"?>
<Relationships xmlns="http://schemas.openxmlformats.org/package/2006/relationships"><Relationship Id="rId3" Type="http://schemas.openxmlformats.org/officeDocument/2006/relationships/oleObject" Target="../embeddings/oleObject219.bin"/><Relationship Id="rId2" Type="http://schemas.openxmlformats.org/officeDocument/2006/relationships/slideMaster" Target="../slideMasters/slideMaster1.xml"/><Relationship Id="rId1" Type="http://schemas.openxmlformats.org/officeDocument/2006/relationships/tags" Target="../tags/tag230.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32.xml.rels><?xml version="1.0" encoding="UTF-8" standalone="yes"?>
<Relationships xmlns="http://schemas.openxmlformats.org/package/2006/relationships"><Relationship Id="rId3" Type="http://schemas.openxmlformats.org/officeDocument/2006/relationships/oleObject" Target="../embeddings/oleObject220.bin"/><Relationship Id="rId2" Type="http://schemas.openxmlformats.org/officeDocument/2006/relationships/slideMaster" Target="../slideMasters/slideMaster1.xml"/><Relationship Id="rId1" Type="http://schemas.openxmlformats.org/officeDocument/2006/relationships/tags" Target="../tags/tag231.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33.xml.rels><?xml version="1.0" encoding="UTF-8" standalone="yes"?>
<Relationships xmlns="http://schemas.openxmlformats.org/package/2006/relationships"><Relationship Id="rId3" Type="http://schemas.openxmlformats.org/officeDocument/2006/relationships/oleObject" Target="../embeddings/oleObject221.bin"/><Relationship Id="rId2" Type="http://schemas.openxmlformats.org/officeDocument/2006/relationships/slideMaster" Target="../slideMasters/slideMaster1.xml"/><Relationship Id="rId1" Type="http://schemas.openxmlformats.org/officeDocument/2006/relationships/tags" Target="../tags/tag232.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34.xml.rels><?xml version="1.0" encoding="UTF-8" standalone="yes"?>
<Relationships xmlns="http://schemas.openxmlformats.org/package/2006/relationships"><Relationship Id="rId3" Type="http://schemas.openxmlformats.org/officeDocument/2006/relationships/oleObject" Target="../embeddings/oleObject222.bin"/><Relationship Id="rId2" Type="http://schemas.openxmlformats.org/officeDocument/2006/relationships/slideMaster" Target="../slideMasters/slideMaster1.xml"/><Relationship Id="rId1" Type="http://schemas.openxmlformats.org/officeDocument/2006/relationships/tags" Target="../tags/tag233.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35.xml.rels><?xml version="1.0" encoding="UTF-8" standalone="yes"?>
<Relationships xmlns="http://schemas.openxmlformats.org/package/2006/relationships"><Relationship Id="rId3" Type="http://schemas.openxmlformats.org/officeDocument/2006/relationships/oleObject" Target="../embeddings/oleObject223.bin"/><Relationship Id="rId2" Type="http://schemas.openxmlformats.org/officeDocument/2006/relationships/slideMaster" Target="../slideMasters/slideMaster1.xml"/><Relationship Id="rId1" Type="http://schemas.openxmlformats.org/officeDocument/2006/relationships/tags" Target="../tags/tag234.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36.xml.rels><?xml version="1.0" encoding="UTF-8" standalone="yes"?>
<Relationships xmlns="http://schemas.openxmlformats.org/package/2006/relationships"><Relationship Id="rId3" Type="http://schemas.openxmlformats.org/officeDocument/2006/relationships/oleObject" Target="../embeddings/oleObject224.bin"/><Relationship Id="rId2" Type="http://schemas.openxmlformats.org/officeDocument/2006/relationships/slideMaster" Target="../slideMasters/slideMaster1.xml"/><Relationship Id="rId1" Type="http://schemas.openxmlformats.org/officeDocument/2006/relationships/tags" Target="../tags/tag235.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37.xml.rels><?xml version="1.0" encoding="UTF-8" standalone="yes"?>
<Relationships xmlns="http://schemas.openxmlformats.org/package/2006/relationships"><Relationship Id="rId3" Type="http://schemas.openxmlformats.org/officeDocument/2006/relationships/oleObject" Target="../embeddings/oleObject225.bin"/><Relationship Id="rId2" Type="http://schemas.openxmlformats.org/officeDocument/2006/relationships/slideMaster" Target="../slideMasters/slideMaster1.xml"/><Relationship Id="rId1" Type="http://schemas.openxmlformats.org/officeDocument/2006/relationships/tags" Target="../tags/tag236.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38.xml.rels><?xml version="1.0" encoding="UTF-8" standalone="yes"?>
<Relationships xmlns="http://schemas.openxmlformats.org/package/2006/relationships"><Relationship Id="rId3" Type="http://schemas.openxmlformats.org/officeDocument/2006/relationships/oleObject" Target="../embeddings/oleObject226.bin"/><Relationship Id="rId2" Type="http://schemas.openxmlformats.org/officeDocument/2006/relationships/slideMaster" Target="../slideMasters/slideMaster1.xml"/><Relationship Id="rId1" Type="http://schemas.openxmlformats.org/officeDocument/2006/relationships/tags" Target="../tags/tag237.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39.xml.rels><?xml version="1.0" encoding="UTF-8" standalone="yes"?>
<Relationships xmlns="http://schemas.openxmlformats.org/package/2006/relationships"><Relationship Id="rId3" Type="http://schemas.openxmlformats.org/officeDocument/2006/relationships/oleObject" Target="../embeddings/oleObject227.bin"/><Relationship Id="rId2" Type="http://schemas.openxmlformats.org/officeDocument/2006/relationships/slideMaster" Target="../slideMasters/slideMaster1.xml"/><Relationship Id="rId1" Type="http://schemas.openxmlformats.org/officeDocument/2006/relationships/tags" Target="../tags/tag238.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40.xml.rels><?xml version="1.0" encoding="UTF-8" standalone="yes"?>
<Relationships xmlns="http://schemas.openxmlformats.org/package/2006/relationships"><Relationship Id="rId3" Type="http://schemas.openxmlformats.org/officeDocument/2006/relationships/oleObject" Target="../embeddings/oleObject228.bin"/><Relationship Id="rId2" Type="http://schemas.openxmlformats.org/officeDocument/2006/relationships/slideMaster" Target="../slideMasters/slideMaster1.xml"/><Relationship Id="rId1" Type="http://schemas.openxmlformats.org/officeDocument/2006/relationships/tags" Target="../tags/tag239.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41.xml.rels><?xml version="1.0" encoding="UTF-8" standalone="yes"?>
<Relationships xmlns="http://schemas.openxmlformats.org/package/2006/relationships"><Relationship Id="rId3" Type="http://schemas.openxmlformats.org/officeDocument/2006/relationships/oleObject" Target="../embeddings/oleObject229.bin"/><Relationship Id="rId2" Type="http://schemas.openxmlformats.org/officeDocument/2006/relationships/slideMaster" Target="../slideMasters/slideMaster1.xml"/><Relationship Id="rId1" Type="http://schemas.openxmlformats.org/officeDocument/2006/relationships/tags" Target="../tags/tag240.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42.xml.rels><?xml version="1.0" encoding="UTF-8" standalone="yes"?>
<Relationships xmlns="http://schemas.openxmlformats.org/package/2006/relationships"><Relationship Id="rId3" Type="http://schemas.openxmlformats.org/officeDocument/2006/relationships/oleObject" Target="../embeddings/oleObject230.bin"/><Relationship Id="rId2" Type="http://schemas.openxmlformats.org/officeDocument/2006/relationships/slideMaster" Target="../slideMasters/slideMaster1.xml"/><Relationship Id="rId1" Type="http://schemas.openxmlformats.org/officeDocument/2006/relationships/tags" Target="../tags/tag241.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43.xml.rels><?xml version="1.0" encoding="UTF-8" standalone="yes"?>
<Relationships xmlns="http://schemas.openxmlformats.org/package/2006/relationships"><Relationship Id="rId3" Type="http://schemas.openxmlformats.org/officeDocument/2006/relationships/oleObject" Target="../embeddings/oleObject231.bin"/><Relationship Id="rId2" Type="http://schemas.openxmlformats.org/officeDocument/2006/relationships/slideMaster" Target="../slideMasters/slideMaster1.xml"/><Relationship Id="rId1" Type="http://schemas.openxmlformats.org/officeDocument/2006/relationships/tags" Target="../tags/tag242.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44.xml.rels><?xml version="1.0" encoding="UTF-8" standalone="yes"?>
<Relationships xmlns="http://schemas.openxmlformats.org/package/2006/relationships"><Relationship Id="rId3" Type="http://schemas.openxmlformats.org/officeDocument/2006/relationships/oleObject" Target="../embeddings/oleObject232.bin"/><Relationship Id="rId2" Type="http://schemas.openxmlformats.org/officeDocument/2006/relationships/slideMaster" Target="../slideMasters/slideMaster1.xml"/><Relationship Id="rId1" Type="http://schemas.openxmlformats.org/officeDocument/2006/relationships/tags" Target="../tags/tag243.xml"/><Relationship Id="rId5" Type="http://schemas.openxmlformats.org/officeDocument/2006/relationships/image" Target="../media/image4.emf"/><Relationship Id="rId4" Type="http://schemas.openxmlformats.org/officeDocument/2006/relationships/image" Target="../media/image2.emf"/></Relationships>
</file>

<file path=ppt/slideLayouts/_rels/slideLayout245.xml.rels><?xml version="1.0" encoding="UTF-8" standalone="yes"?>
<Relationships xmlns="http://schemas.openxmlformats.org/package/2006/relationships"><Relationship Id="rId3" Type="http://schemas.openxmlformats.org/officeDocument/2006/relationships/oleObject" Target="../embeddings/oleObject233.bin"/><Relationship Id="rId2" Type="http://schemas.openxmlformats.org/officeDocument/2006/relationships/slideMaster" Target="../slideMasters/slideMaster1.xml"/><Relationship Id="rId1" Type="http://schemas.openxmlformats.org/officeDocument/2006/relationships/tags" Target="../tags/tag244.xml"/><Relationship Id="rId5" Type="http://schemas.openxmlformats.org/officeDocument/2006/relationships/image" Target="../media/image5.emf"/><Relationship Id="rId4" Type="http://schemas.openxmlformats.org/officeDocument/2006/relationships/image" Target="../media/image2.emf"/></Relationships>
</file>

<file path=ppt/slideLayouts/_rels/slideLayout24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5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5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5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6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6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6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6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6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6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73.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7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8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8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8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84.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8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8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8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8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8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9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9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98.xml.rels><?xml version="1.0" encoding="UTF-8" standalone="yes"?>
<Relationships xmlns="http://schemas.openxmlformats.org/package/2006/relationships"><Relationship Id="rId3" Type="http://schemas.openxmlformats.org/officeDocument/2006/relationships/oleObject" Target="../embeddings/oleObject234.bin"/><Relationship Id="rId2" Type="http://schemas.openxmlformats.org/officeDocument/2006/relationships/slideMaster" Target="../slideMasters/slideMaster1.xml"/><Relationship Id="rId1" Type="http://schemas.openxmlformats.org/officeDocument/2006/relationships/tags" Target="../tags/tag245.xml"/><Relationship Id="rId4" Type="http://schemas.openxmlformats.org/officeDocument/2006/relationships/image" Target="../media/image2.emf"/></Relationships>
</file>

<file path=ppt/slideLayouts/_rels/slideLayout299.xml.rels><?xml version="1.0" encoding="UTF-8" standalone="yes"?>
<Relationships xmlns="http://schemas.openxmlformats.org/package/2006/relationships"><Relationship Id="rId3" Type="http://schemas.openxmlformats.org/officeDocument/2006/relationships/oleObject" Target="../embeddings/oleObject186.bin"/><Relationship Id="rId2" Type="http://schemas.openxmlformats.org/officeDocument/2006/relationships/slideMaster" Target="../slideMasters/slideMaster1.xml"/><Relationship Id="rId1" Type="http://schemas.openxmlformats.org/officeDocument/2006/relationships/tags" Target="../tags/tag246.xml"/><Relationship Id="rId4" Type="http://schemas.openxmlformats.org/officeDocument/2006/relationships/image" Target="../media/image2.emf"/></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0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3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3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3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3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3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3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3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3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3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3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Blue BG">
    <p:bg>
      <p:bgPr>
        <a:solidFill>
          <a:schemeClr val="accent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FC13BA7-54E4-27EB-EAA4-570A1BFC9E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2FC13BA7-54E4-27EB-EAA4-570A1BFC9E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3" y="1564967"/>
            <a:ext cx="11603979" cy="751988"/>
          </a:xfrm>
        </p:spPr>
        <p:txBody>
          <a:bodyPr vert="horz" anchor="t" anchorCtr="0"/>
          <a:lstStyle>
            <a:lvl1pPr algn="l" rtl="0">
              <a:defRPr sz="4400">
                <a:solidFill>
                  <a:schemeClr val="bg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5" y="2316955"/>
            <a:ext cx="6955012" cy="3257732"/>
          </a:xfrm>
        </p:spPr>
        <p:txBody>
          <a:bodyPr/>
          <a:lstStyle>
            <a:lvl1pPr marL="0" indent="0" algn="l" rtl="0">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1" y="5946511"/>
            <a:ext cx="5761037" cy="652463"/>
          </a:xfrm>
        </p:spPr>
        <p:txBody>
          <a:bodyPr anchor="b" anchorCtr="0"/>
          <a:lstStyle>
            <a:lvl1pPr rtl="0">
              <a:defRPr sz="1400">
                <a:solidFill>
                  <a:schemeClr val="bg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34963" y="0"/>
            <a:ext cx="1235283" cy="1235283"/>
          </a:xfrm>
          <a:prstGeom prst="rect">
            <a:avLst/>
          </a:prstGeom>
        </p:spPr>
      </p:pic>
    </p:spTree>
    <p:extLst>
      <p:ext uri="{BB962C8B-B14F-4D97-AF65-F5344CB8AC3E}">
        <p14:creationId xmlns:p14="http://schemas.microsoft.com/office/powerpoint/2010/main" val="3849644663"/>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Image BG">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0557C1A-E39D-7827-50C6-B067F229540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F0557C1A-E39D-7827-50C6-B067F229540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4" y="1564966"/>
            <a:ext cx="6983074" cy="1341311"/>
          </a:xfrm>
        </p:spPr>
        <p:txBody>
          <a:bodyPr vert="horz" anchor="t" anchorCtr="0"/>
          <a:lstStyle>
            <a:lvl1pPr algn="l" rtl="0">
              <a:defRPr sz="4400">
                <a:solidFill>
                  <a:schemeClr val="bg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5" y="2935397"/>
            <a:ext cx="6955012" cy="2668410"/>
          </a:xfrm>
        </p:spPr>
        <p:txBody>
          <a:bodyPr/>
          <a:lstStyle>
            <a:lvl1pPr marL="0" indent="0" algn="l" rtl="0">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1" y="5946511"/>
            <a:ext cx="5761037" cy="652463"/>
          </a:xfrm>
        </p:spPr>
        <p:txBody>
          <a:bodyPr anchor="b" anchorCtr="0"/>
          <a:lstStyle>
            <a:lvl1pPr rtl="0">
              <a:defRPr sz="1400">
                <a:solidFill>
                  <a:schemeClr val="bg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34963" y="0"/>
            <a:ext cx="1235283" cy="1235283"/>
          </a:xfrm>
          <a:prstGeom prst="rect">
            <a:avLst/>
          </a:prstGeom>
        </p:spPr>
      </p:pic>
    </p:spTree>
    <p:extLst>
      <p:ext uri="{BB962C8B-B14F-4D97-AF65-F5344CB8AC3E}">
        <p14:creationId xmlns:p14="http://schemas.microsoft.com/office/powerpoint/2010/main" val="144138249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hite BG">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4F6262D-AAC9-D5E2-92E5-61FCC3F321E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E4F6262D-AAC9-D5E2-92E5-61FCC3F321E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4" y="1564966"/>
            <a:ext cx="6983074" cy="1341311"/>
          </a:xfrm>
        </p:spPr>
        <p:txBody>
          <a:bodyPr vert="horz" anchor="t" anchorCtr="0"/>
          <a:lstStyle>
            <a:lvl1pPr algn="l" rtl="0">
              <a:defRPr sz="4400">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5" y="2935397"/>
            <a:ext cx="6955012" cy="2668410"/>
          </a:xfrm>
        </p:spPr>
        <p:txBody>
          <a:bodyPr/>
          <a:lstStyle>
            <a:lvl1pPr marL="0" indent="0" algn="l" rtl="0">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1" y="5946511"/>
            <a:ext cx="5761037" cy="652463"/>
          </a:xfrm>
        </p:spPr>
        <p:txBody>
          <a:bodyPr anchor="b" anchorCtr="0"/>
          <a:lstStyle>
            <a:lvl1pPr rtl="0">
              <a:defRPr sz="1400">
                <a:solidFill>
                  <a:schemeClr val="tx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0087521" y="4753521"/>
            <a:ext cx="2104479" cy="2104479"/>
          </a:xfrm>
          <a:prstGeom prst="rect">
            <a:avLst/>
          </a:prstGeom>
        </p:spPr>
      </p:pic>
    </p:spTree>
    <p:extLst>
      <p:ext uri="{BB962C8B-B14F-4D97-AF65-F5344CB8AC3E}">
        <p14:creationId xmlns:p14="http://schemas.microsoft.com/office/powerpoint/2010/main" val="2112892269"/>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s Blue BG">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170DA27-28EA-79A1-F54D-4FF02DBCE56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8170DA27-28EA-79A1-F54D-4FF02DBCE56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40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MarkOT" panose="020B0504020201010104" pitchFamily="34" charset="0"/>
              </a:rPr>
              <a:pPr algn="r" rtl="0"/>
              <a:t>‹#›</a:t>
            </a:fld>
            <a:endParaRPr lang="en-AU" sz="1000" b="0" i="0">
              <a:solidFill>
                <a:schemeClr val="bg1"/>
              </a:solidFill>
              <a:latin typeface="MarkOT" panose="020B05040202010101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rtl="0">
              <a:defRPr>
                <a:solidFill>
                  <a:schemeClr val="bg1"/>
                </a:solidFill>
              </a:defRPr>
            </a:lvl1pPr>
          </a:lstStyle>
          <a:p>
            <a:r>
              <a:rPr lang="en-US"/>
              <a:t>Click icon to add table</a:t>
            </a:r>
            <a:endParaRPr lang="en-AU"/>
          </a:p>
        </p:txBody>
      </p:sp>
    </p:spTree>
    <p:extLst>
      <p:ext uri="{BB962C8B-B14F-4D97-AF65-F5344CB8AC3E}">
        <p14:creationId xmlns:p14="http://schemas.microsoft.com/office/powerpoint/2010/main" val="1071807037"/>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Contents Blue BG">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170DA27-28EA-79A1-F54D-4FF02DBCE56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8170DA27-28EA-79A1-F54D-4FF02DBCE56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40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rtl="0">
              <a:defRPr>
                <a:solidFill>
                  <a:schemeClr val="bg1"/>
                </a:solidFill>
              </a:defRPr>
            </a:lvl1pPr>
          </a:lstStyle>
          <a:p>
            <a:r>
              <a:rPr lang="en-US"/>
              <a:t>Click icon to add table</a:t>
            </a:r>
            <a:endParaRPr lang="en-AU"/>
          </a:p>
        </p:txBody>
      </p:sp>
    </p:spTree>
    <p:extLst>
      <p:ext uri="{BB962C8B-B14F-4D97-AF65-F5344CB8AC3E}">
        <p14:creationId xmlns:p14="http://schemas.microsoft.com/office/powerpoint/2010/main" val="122996414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s Red BG">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E3F2D0E-853C-1D5E-67C6-D2D22322AC9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3E3F2D0E-853C-1D5E-67C6-D2D22322AC9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40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MarkOT" panose="020B0504020201010104" pitchFamily="34" charset="0"/>
              </a:rPr>
              <a:pPr algn="r" rtl="0"/>
              <a:t>‹#›</a:t>
            </a:fld>
            <a:endParaRPr lang="en-AU" sz="1000" b="0" i="0">
              <a:solidFill>
                <a:schemeClr val="bg1"/>
              </a:solidFill>
              <a:latin typeface="MarkOT" panose="020B05040202010101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rtl="0">
              <a:defRPr>
                <a:solidFill>
                  <a:schemeClr val="bg1"/>
                </a:solidFill>
              </a:defRPr>
            </a:lvl1pPr>
          </a:lstStyle>
          <a:p>
            <a:r>
              <a:rPr lang="en-US"/>
              <a:t>Click icon to add table</a:t>
            </a:r>
            <a:endParaRPr lang="en-AU"/>
          </a:p>
        </p:txBody>
      </p:sp>
    </p:spTree>
    <p:extLst>
      <p:ext uri="{BB962C8B-B14F-4D97-AF65-F5344CB8AC3E}">
        <p14:creationId xmlns:p14="http://schemas.microsoft.com/office/powerpoint/2010/main" val="721203907"/>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s White BG">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3E02278B-457A-53EB-D3D1-0ADA90A1E72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3E02278B-457A-53EB-D3D1-0ADA90A1E72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4000">
                <a:solidFill>
                  <a:schemeClr val="tx1"/>
                </a:solidFill>
              </a:defRPr>
            </a:lvl1pPr>
          </a:lstStyle>
          <a:p>
            <a:r>
              <a:rPr lang="en-US"/>
              <a:t>Click to edit Master title style</a:t>
            </a:r>
            <a:endParaRPr lang="en-AU"/>
          </a:p>
        </p:txBody>
      </p:sp>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rtl="0">
              <a:defRPr>
                <a:solidFill>
                  <a:schemeClr val="tx1"/>
                </a:solidFill>
              </a:defRPr>
            </a:lvl1pPr>
          </a:lstStyle>
          <a:p>
            <a:r>
              <a:rPr lang="en-US"/>
              <a:t>Click icon to add table</a:t>
            </a:r>
            <a:endParaRPr lang="en-AU"/>
          </a:p>
        </p:txBody>
      </p:sp>
      <p:pic>
        <p:nvPicPr>
          <p:cNvPr id="8" name="Picture 7">
            <a:extLst>
              <a:ext uri="{FF2B5EF4-FFF2-40B4-BE49-F238E27FC236}">
                <a16:creationId xmlns:a16="http://schemas.microsoft.com/office/drawing/2014/main" id="{CB060DD0-848A-C048-B5DA-AAFFE761418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3984441635"/>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s Blue Image">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EC99762-E142-BCE4-8614-309AD7378E0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FEC99762-E142-BCE4-8614-309AD7378E0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8"/>
            <a:ext cx="5330561" cy="1081397"/>
          </a:xfrm>
        </p:spPr>
        <p:txBody>
          <a:bodyPr vert="horz"/>
          <a:lstStyle>
            <a:lvl1pPr rtl="0">
              <a:defRPr sz="40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rtl="0">
              <a:defRPr>
                <a:solidFill>
                  <a:schemeClr val="bg1"/>
                </a:solidFill>
              </a:defRPr>
            </a:lvl1pPr>
          </a:lstStyle>
          <a:p>
            <a:r>
              <a:rPr lang="en-US"/>
              <a:t>Click icon to add table</a:t>
            </a:r>
            <a:endParaRPr lang="en-AU"/>
          </a:p>
        </p:txBody>
      </p:sp>
      <p:sp>
        <p:nvSpPr>
          <p:cNvPr id="6" name="Picture Placeholder 3">
            <a:extLst>
              <a:ext uri="{FF2B5EF4-FFF2-40B4-BE49-F238E27FC236}">
                <a16:creationId xmlns:a16="http://schemas.microsoft.com/office/drawing/2014/main" id="{97D64D56-A207-B64C-8FA9-1EF5091E7842}"/>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rtl="0">
              <a:defRPr sz="900"/>
            </a:lvl1pPr>
          </a:lstStyle>
          <a:p>
            <a:r>
              <a:rPr lang="en-US"/>
              <a:t>Click icon to add picture</a:t>
            </a:r>
            <a:endParaRPr lang="en-AU"/>
          </a:p>
        </p:txBody>
      </p:sp>
      <p:sp>
        <p:nvSpPr>
          <p:cNvPr id="8" name="Text Placeholder 5">
            <a:extLst>
              <a:ext uri="{FF2B5EF4-FFF2-40B4-BE49-F238E27FC236}">
                <a16:creationId xmlns:a16="http://schemas.microsoft.com/office/drawing/2014/main" id="{3639925A-8566-B142-9D58-36B99C9AE3C5}"/>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1545785382"/>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s Red Image">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225B8C0-33DF-AF76-29E4-492AF24308E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2225B8C0-33DF-AF76-29E4-492AF24308E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9"/>
            <a:ext cx="5330561" cy="1000566"/>
          </a:xfrm>
        </p:spPr>
        <p:txBody>
          <a:bodyPr vert="horz"/>
          <a:lstStyle>
            <a:lvl1pPr rtl="0">
              <a:defRPr sz="40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rtl="0">
              <a:defRPr>
                <a:solidFill>
                  <a:schemeClr val="bg1"/>
                </a:solidFill>
              </a:defRPr>
            </a:lvl1pPr>
          </a:lstStyle>
          <a:p>
            <a:r>
              <a:rPr lang="en-US"/>
              <a:t>Click icon to add table</a:t>
            </a:r>
            <a:endParaRPr lang="en-AU"/>
          </a:p>
        </p:txBody>
      </p:sp>
      <p:sp>
        <p:nvSpPr>
          <p:cNvPr id="6" name="Picture Placeholder 3">
            <a:extLst>
              <a:ext uri="{FF2B5EF4-FFF2-40B4-BE49-F238E27FC236}">
                <a16:creationId xmlns:a16="http://schemas.microsoft.com/office/drawing/2014/main" id="{24BFAA4C-ED30-0547-81D9-54EB7AD7A18B}"/>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rtl="0">
              <a:defRPr sz="900"/>
            </a:lvl1pPr>
          </a:lstStyle>
          <a:p>
            <a:r>
              <a:rPr lang="en-US"/>
              <a:t>Click icon to add picture</a:t>
            </a:r>
            <a:endParaRPr lang="en-AU"/>
          </a:p>
        </p:txBody>
      </p:sp>
      <p:sp>
        <p:nvSpPr>
          <p:cNvPr id="8" name="Text Placeholder 5">
            <a:extLst>
              <a:ext uri="{FF2B5EF4-FFF2-40B4-BE49-F238E27FC236}">
                <a16:creationId xmlns:a16="http://schemas.microsoft.com/office/drawing/2014/main" id="{48FE9D90-7B35-7D48-AB56-70E03C10BFA9}"/>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1022003587"/>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s White Image">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55CE25B-9C14-9EE6-597F-739CE2E2189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855CE25B-9C14-9EE6-597F-739CE2E2189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Picture Placeholder 3">
            <a:extLst>
              <a:ext uri="{FF2B5EF4-FFF2-40B4-BE49-F238E27FC236}">
                <a16:creationId xmlns:a16="http://schemas.microsoft.com/office/drawing/2014/main" id="{F3A10909-DB1D-8D44-AC6F-6E573117A402}"/>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rtl="0">
              <a:defRPr sz="900"/>
            </a:lvl1pPr>
          </a:lstStyle>
          <a:p>
            <a:r>
              <a:rPr lang="en-US"/>
              <a:t>Click icon to add picture</a:t>
            </a:r>
            <a:endParaRPr lang="en-AU"/>
          </a:p>
        </p:txBody>
      </p:sp>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9"/>
            <a:ext cx="5330561" cy="1000566"/>
          </a:xfrm>
        </p:spPr>
        <p:txBody>
          <a:bodyPr vert="horz"/>
          <a:lstStyle>
            <a:lvl1pPr rtl="0">
              <a:defRPr sz="4000">
                <a:solidFill>
                  <a:schemeClr val="tx1"/>
                </a:solidFill>
              </a:defRPr>
            </a:lvl1pPr>
          </a:lstStyle>
          <a:p>
            <a:r>
              <a:rPr lang="en-US"/>
              <a:t>Click to edit Master title style</a:t>
            </a:r>
            <a:endParaRPr lang="en-AU"/>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rtl="0">
              <a:defRPr>
                <a:solidFill>
                  <a:schemeClr val="tx1"/>
                </a:solidFill>
              </a:defRPr>
            </a:lvl1pPr>
          </a:lstStyle>
          <a:p>
            <a:r>
              <a:rPr lang="en-US"/>
              <a:t>Click icon to add table</a:t>
            </a:r>
            <a:endParaRPr lang="en-AU"/>
          </a:p>
        </p:txBody>
      </p:sp>
      <p:pic>
        <p:nvPicPr>
          <p:cNvPr id="8" name="Picture 7">
            <a:extLst>
              <a:ext uri="{FF2B5EF4-FFF2-40B4-BE49-F238E27FC236}">
                <a16:creationId xmlns:a16="http://schemas.microsoft.com/office/drawing/2014/main" id="{CB060DD0-848A-C048-B5DA-AAFFE761418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6" name="Text Placeholder 5">
            <a:extLst>
              <a:ext uri="{FF2B5EF4-FFF2-40B4-BE49-F238E27FC236}">
                <a16:creationId xmlns:a16="http://schemas.microsoft.com/office/drawing/2014/main" id="{0FDB0AF8-6E47-414D-8E34-56606A126527}"/>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4164464792"/>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Title Boxed Right + Image Light">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D3EE00B-9946-96FE-76CC-67B0856C257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ED3EE00B-9946-96FE-76CC-67B0856C257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7979159"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vert="horz" anchor="t" anchorCtr="0"/>
          <a:lstStyle>
            <a:lvl1pPr algn="l" rtl="0">
              <a:defRPr sz="4000">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3"/>
            <a:ext cx="3606274" cy="2029899"/>
          </a:xfrm>
        </p:spPr>
        <p:txBody>
          <a:bodyPr/>
          <a:lstStyle>
            <a:lvl1pPr marL="0" indent="0" algn="l" rtl="0">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4590" y="5961066"/>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Tree>
    <p:extLst>
      <p:ext uri="{BB962C8B-B14F-4D97-AF65-F5344CB8AC3E}">
        <p14:creationId xmlns:p14="http://schemas.microsoft.com/office/powerpoint/2010/main" val="269618626"/>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on Title Boxed Right + Image Dark">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2AD39D49-40D6-0159-B8D9-2F7DA22E567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2AD39D49-40D6-0159-B8D9-2F7DA22E56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7979159"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vert="horz" anchor="t" anchorCtr="0"/>
          <a:lstStyle>
            <a:lvl1pPr algn="l" rtl="0">
              <a:defRPr sz="4000">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3"/>
            <a:ext cx="3606274" cy="2029899"/>
          </a:xfrm>
        </p:spPr>
        <p:txBody>
          <a:bodyPr/>
          <a:lstStyle>
            <a:lvl1pPr marL="0" indent="0" algn="l" rtl="0">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4590" y="5961066"/>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MarkOT" panose="020B0504020201010104" pitchFamily="34" charset="0"/>
              </a:rPr>
              <a:pPr algn="r" rtl="0"/>
              <a:t>‹#›</a:t>
            </a:fld>
            <a:endParaRPr lang="en-AU" sz="1000" b="0" i="0">
              <a:solidFill>
                <a:schemeClr val="bg1"/>
              </a:solidFill>
              <a:latin typeface="MarkOT" panose="020B0504020201010104" pitchFamily="34" charset="0"/>
            </a:endParaRPr>
          </a:p>
        </p:txBody>
      </p:sp>
    </p:spTree>
    <p:extLst>
      <p:ext uri="{BB962C8B-B14F-4D97-AF65-F5344CB8AC3E}">
        <p14:creationId xmlns:p14="http://schemas.microsoft.com/office/powerpoint/2010/main" val="1426329587"/>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ection Title Boxed Left + Image Dark">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2374F56-AED5-8C03-345A-D71F0B237DB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82374F56-AED5-8C03-345A-D71F0B237DB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0" y="0"/>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5385" y="312762"/>
            <a:ext cx="3640032" cy="683178"/>
          </a:xfrm>
          <a:noFill/>
        </p:spPr>
        <p:txBody>
          <a:bodyPr vert="horz" anchor="t" anchorCtr="0"/>
          <a:lstStyle>
            <a:lvl1pPr algn="l" rtl="0">
              <a:defRPr sz="4000">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06530" y="995939"/>
            <a:ext cx="3606274" cy="2029899"/>
          </a:xfrm>
        </p:spPr>
        <p:txBody>
          <a:bodyPr/>
          <a:lstStyle>
            <a:lvl1pPr marL="0" indent="0" algn="l" rtl="0">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34963" y="3322702"/>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MarkOT" panose="020B0504020201010104" pitchFamily="34" charset="0"/>
              </a:rPr>
              <a:pPr algn="r" rtl="0"/>
              <a:t>‹#›</a:t>
            </a:fld>
            <a:endParaRPr lang="en-AU" sz="1000" b="0" i="0">
              <a:solidFill>
                <a:schemeClr val="bg1"/>
              </a:solidFill>
              <a:latin typeface="MarkOT" panose="020B0504020201010104" pitchFamily="34" charset="0"/>
            </a:endParaRPr>
          </a:p>
        </p:txBody>
      </p:sp>
    </p:spTree>
    <p:extLst>
      <p:ext uri="{BB962C8B-B14F-4D97-AF65-F5344CB8AC3E}">
        <p14:creationId xmlns:p14="http://schemas.microsoft.com/office/powerpoint/2010/main" val="787463"/>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ection Title + Image">
    <p:bg>
      <p:bgPr>
        <a:solidFill>
          <a:schemeClr val="accent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5D5C492-D9CE-7E95-08CE-EEAEA7FCB41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A5D5C492-D9CE-7E95-08CE-EEAEA7FCB41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8"/>
            <a:ext cx="5330561" cy="1081397"/>
          </a:xfrm>
        </p:spPr>
        <p:txBody>
          <a:bodyPr vert="horz"/>
          <a:lstStyle>
            <a:lvl1pPr rtl="0">
              <a:defRPr sz="4000">
                <a:solidFill>
                  <a:schemeClr val="bg1"/>
                </a:solidFill>
              </a:defRPr>
            </a:lvl1pPr>
          </a:lstStyle>
          <a:p>
            <a:r>
              <a:rPr lang="en-US"/>
              <a:t>Click to edit Master title style</a:t>
            </a:r>
            <a:endParaRPr lang="en-AU"/>
          </a:p>
        </p:txBody>
      </p:sp>
      <p:sp>
        <p:nvSpPr>
          <p:cNvPr id="13" name="Picture Placeholder 3">
            <a:extLst>
              <a:ext uri="{FF2B5EF4-FFF2-40B4-BE49-F238E27FC236}">
                <a16:creationId xmlns:a16="http://schemas.microsoft.com/office/drawing/2014/main" id="{157BC42C-9907-CB41-B0B6-E072DBC5B2DF}"/>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rtl="0">
              <a:defRPr sz="900"/>
            </a:lvl1pPr>
          </a:lstStyle>
          <a:p>
            <a:r>
              <a:rPr lang="en-US"/>
              <a:t>Click icon to add picture</a:t>
            </a:r>
            <a:endParaRPr lang="en-AU"/>
          </a:p>
        </p:txBody>
      </p:sp>
      <p:sp>
        <p:nvSpPr>
          <p:cNvPr id="14" name="Text Placeholder 5">
            <a:extLst>
              <a:ext uri="{FF2B5EF4-FFF2-40B4-BE49-F238E27FC236}">
                <a16:creationId xmlns:a16="http://schemas.microsoft.com/office/drawing/2014/main" id="{058970AF-5177-F742-88AA-569E9331B713}"/>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pic>
        <p:nvPicPr>
          <p:cNvPr id="10" name="Picture 9">
            <a:extLst>
              <a:ext uri="{FF2B5EF4-FFF2-40B4-BE49-F238E27FC236}">
                <a16:creationId xmlns:a16="http://schemas.microsoft.com/office/drawing/2014/main" id="{11418AF1-1700-434B-B0C1-075C68E249F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5881"/>
            <a:ext cx="5292725" cy="4440238"/>
          </a:xfrm>
        </p:spPr>
        <p:txBody>
          <a:bodyPr/>
          <a:lstStyle>
            <a:lvl1pPr rtl="0">
              <a:defRPr sz="1400">
                <a:solidFill>
                  <a:schemeClr val="bg1"/>
                </a:solidFill>
              </a:defRPr>
            </a:lvl1pPr>
            <a:lvl2pPr rtl="0">
              <a:defRPr sz="1400">
                <a:solidFill>
                  <a:schemeClr val="bg1"/>
                </a:solidFill>
              </a:defRPr>
            </a:lvl2pPr>
            <a:lvl3pPr rtl="0">
              <a:defRPr sz="1400">
                <a:solidFill>
                  <a:schemeClr val="bg1"/>
                </a:solidFill>
              </a:defRPr>
            </a:lvl3pPr>
            <a:lvl4pPr rtl="0">
              <a:defRPr sz="1400">
                <a:solidFill>
                  <a:schemeClr val="bg1"/>
                </a:solidFill>
              </a:defRPr>
            </a:lvl4pPr>
            <a:lvl5pPr rtl="0">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3081229"/>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ection Title White BG">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5A402D0-2203-4670-3CEB-3BEF1555C97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15A402D0-2203-4670-3CEB-3BEF1555C97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8"/>
            <a:ext cx="11594836" cy="1081397"/>
          </a:xfrm>
        </p:spPr>
        <p:txBody>
          <a:bodyPr vert="horz"/>
          <a:lstStyle>
            <a:lvl1pPr rtl="0">
              <a:defRPr sz="40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200493"/>
            <a:ext cx="5292725" cy="4440238"/>
          </a:xfrm>
        </p:spPr>
        <p:txBody>
          <a:bodyPr/>
          <a:lstStyle>
            <a:lvl1pPr rtl="0">
              <a:defRPr sz="1400">
                <a:solidFill>
                  <a:schemeClr val="tx1"/>
                </a:solidFill>
              </a:defRPr>
            </a:lvl1pPr>
            <a:lvl2pPr rtl="0">
              <a:defRPr sz="1400">
                <a:solidFill>
                  <a:schemeClr val="tx1"/>
                </a:solidFill>
              </a:defRPr>
            </a:lvl2pPr>
            <a:lvl3pPr rtl="0">
              <a:defRPr sz="1400">
                <a:solidFill>
                  <a:schemeClr val="tx1"/>
                </a:solidFill>
              </a:defRPr>
            </a:lvl3pPr>
            <a:lvl4pPr rtl="0">
              <a:defRPr sz="1400">
                <a:solidFill>
                  <a:schemeClr val="tx1"/>
                </a:solidFill>
              </a:defRPr>
            </a:lvl4pPr>
            <a:lvl5pPr rtl="0">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TextBox 8">
            <a:extLst>
              <a:ext uri="{FF2B5EF4-FFF2-40B4-BE49-F238E27FC236}">
                <a16:creationId xmlns:a16="http://schemas.microsoft.com/office/drawing/2014/main" id="{A872C399-A78F-744D-BB2A-F1FB5BE756D8}"/>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pic>
        <p:nvPicPr>
          <p:cNvPr id="6" name="Picture 5">
            <a:extLst>
              <a:ext uri="{FF2B5EF4-FFF2-40B4-BE49-F238E27FC236}">
                <a16:creationId xmlns:a16="http://schemas.microsoft.com/office/drawing/2014/main" id="{39AF7E15-FFFC-4F63-852E-353902866EA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685220326"/>
      </p:ext>
    </p:extLst>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ext + 1 Image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0C43215-C6B8-802C-CCBC-8A0E494FDC0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F0C43215-C6B8-802C-CCBC-8A0E494FDC0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330561"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0055"/>
            <a:ext cx="5292725" cy="4440238"/>
          </a:xfrm>
        </p:spPr>
        <p:txBody>
          <a:bodyPr/>
          <a:lstStyle>
            <a:lvl1pPr rtl="0">
              <a:spcAft>
                <a:spcPts val="900"/>
              </a:spcAft>
              <a:defRPr sz="1400">
                <a:solidFill>
                  <a:schemeClr val="tx1"/>
                </a:solidFill>
              </a:defRPr>
            </a:lvl1pPr>
            <a:lvl2pPr marL="179388" indent="-179388" rtl="0">
              <a:spcAft>
                <a:spcPts val="900"/>
              </a:spcAft>
              <a:tabLst/>
              <a:defRPr sz="1400">
                <a:solidFill>
                  <a:schemeClr val="tx1"/>
                </a:solidFill>
              </a:defRPr>
            </a:lvl2pPr>
            <a:lvl3pPr marL="358775" indent="-179388" rtl="0">
              <a:spcAft>
                <a:spcPts val="900"/>
              </a:spcAft>
              <a:tabLst/>
              <a:defRPr sz="1400">
                <a:solidFill>
                  <a:schemeClr val="tx1"/>
                </a:solidFill>
              </a:defRPr>
            </a:lvl3pPr>
            <a:lvl4pPr marL="533400" indent="-174625" rtl="0">
              <a:spcAft>
                <a:spcPts val="900"/>
              </a:spcAft>
              <a:tabLst/>
              <a:defRPr sz="1400">
                <a:solidFill>
                  <a:schemeClr val="tx1"/>
                </a:solidFill>
              </a:defRPr>
            </a:lvl4pPr>
            <a:lvl5pPr marL="712788" indent="-1793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8" name="Picture Placeholder 3">
            <a:extLst>
              <a:ext uri="{FF2B5EF4-FFF2-40B4-BE49-F238E27FC236}">
                <a16:creationId xmlns:a16="http://schemas.microsoft.com/office/drawing/2014/main" id="{6B49B172-DE75-7040-A3C8-A907AEAC6240}"/>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rtl="0">
              <a:defRPr sz="900"/>
            </a:lvl1pPr>
          </a:lstStyle>
          <a:p>
            <a:r>
              <a:rPr lang="en-US"/>
              <a:t>Click icon to add picture</a:t>
            </a:r>
            <a:endParaRPr lang="en-AU"/>
          </a:p>
        </p:txBody>
      </p:sp>
      <p:sp>
        <p:nvSpPr>
          <p:cNvPr id="10" name="Text Placeholder 5">
            <a:extLst>
              <a:ext uri="{FF2B5EF4-FFF2-40B4-BE49-F238E27FC236}">
                <a16:creationId xmlns:a16="http://schemas.microsoft.com/office/drawing/2014/main" id="{118C51A5-DE2B-F24D-A4CA-597DFAB15BFE}"/>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601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7880597"/>
      </p:ext>
    </p:extLst>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 + 2 Image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6661A4C-BDC2-36B5-6268-8D7D0AF7757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B6661A4C-BDC2-36B5-6268-8D7D0AF7757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330561"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0055"/>
            <a:ext cx="5292725" cy="4440238"/>
          </a:xfrm>
        </p:spPr>
        <p:txBody>
          <a:bodyPr/>
          <a:lstStyle>
            <a:lvl1pPr rtl="0">
              <a:spcAft>
                <a:spcPts val="900"/>
              </a:spcAft>
              <a:defRPr sz="1400">
                <a:solidFill>
                  <a:schemeClr val="tx1"/>
                </a:solidFill>
              </a:defRPr>
            </a:lvl1pPr>
            <a:lvl2pPr marL="179388" indent="-179388" rtl="0">
              <a:spcAft>
                <a:spcPts val="900"/>
              </a:spcAft>
              <a:tabLst/>
              <a:defRPr sz="1400">
                <a:solidFill>
                  <a:schemeClr val="tx1"/>
                </a:solidFill>
              </a:defRPr>
            </a:lvl2pPr>
            <a:lvl3pPr marL="358775" indent="-179388" rtl="0">
              <a:spcAft>
                <a:spcPts val="900"/>
              </a:spcAft>
              <a:tabLst/>
              <a:defRPr sz="1400">
                <a:solidFill>
                  <a:schemeClr val="tx1"/>
                </a:solidFill>
              </a:defRPr>
            </a:lvl3pPr>
            <a:lvl4pPr marL="533400" indent="-174625" rtl="0">
              <a:spcAft>
                <a:spcPts val="900"/>
              </a:spcAft>
              <a:tabLst/>
              <a:defRPr sz="1400">
                <a:solidFill>
                  <a:schemeClr val="tx1"/>
                </a:solidFill>
              </a:defRPr>
            </a:lvl4pPr>
            <a:lvl5pPr marL="712788" indent="-1793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8" name="Picture Placeholder 3">
            <a:extLst>
              <a:ext uri="{FF2B5EF4-FFF2-40B4-BE49-F238E27FC236}">
                <a16:creationId xmlns:a16="http://schemas.microsoft.com/office/drawing/2014/main" id="{6B49B172-DE75-7040-A3C8-A907AEAC6240}"/>
              </a:ext>
            </a:extLst>
          </p:cNvPr>
          <p:cNvSpPr>
            <a:spLocks noGrp="1"/>
          </p:cNvSpPr>
          <p:nvPr>
            <p:ph type="pic" sz="quarter" idx="11"/>
          </p:nvPr>
        </p:nvSpPr>
        <p:spPr>
          <a:xfrm>
            <a:off x="6096000" y="0"/>
            <a:ext cx="6096000" cy="3434822"/>
          </a:xfrm>
          <a:solidFill>
            <a:schemeClr val="bg1">
              <a:lumMod val="85000"/>
            </a:schemeClr>
          </a:solidFill>
        </p:spPr>
        <p:txBody>
          <a:bodyPr anchor="ctr" anchorCtr="0"/>
          <a:lstStyle>
            <a:lvl1pPr algn="ctr" rtl="0">
              <a:defRPr sz="900"/>
            </a:lvl1pPr>
          </a:lstStyle>
          <a:p>
            <a:r>
              <a:rPr lang="en-US"/>
              <a:t>Click icon to add picture</a:t>
            </a:r>
            <a:endParaRPr lang="en-AU"/>
          </a:p>
        </p:txBody>
      </p:sp>
      <p:sp>
        <p:nvSpPr>
          <p:cNvPr id="10" name="Text Placeholder 5">
            <a:extLst>
              <a:ext uri="{FF2B5EF4-FFF2-40B4-BE49-F238E27FC236}">
                <a16:creationId xmlns:a16="http://schemas.microsoft.com/office/drawing/2014/main" id="{118C51A5-DE2B-F24D-A4CA-597DFAB15BFE}"/>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601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3">
            <a:extLst>
              <a:ext uri="{FF2B5EF4-FFF2-40B4-BE49-F238E27FC236}">
                <a16:creationId xmlns:a16="http://schemas.microsoft.com/office/drawing/2014/main" id="{DED31D23-7D71-8A49-B472-DF3B00270EE9}"/>
              </a:ext>
            </a:extLst>
          </p:cNvPr>
          <p:cNvSpPr>
            <a:spLocks noGrp="1"/>
          </p:cNvSpPr>
          <p:nvPr>
            <p:ph type="pic" sz="quarter" idx="14"/>
          </p:nvPr>
        </p:nvSpPr>
        <p:spPr>
          <a:xfrm>
            <a:off x="6096000" y="3430456"/>
            <a:ext cx="6096000" cy="3427544"/>
          </a:xfrm>
          <a:solidFill>
            <a:schemeClr val="bg1">
              <a:lumMod val="85000"/>
            </a:schemeClr>
          </a:solidFill>
        </p:spPr>
        <p:txBody>
          <a:bodyPr anchor="ctr" anchorCtr="0"/>
          <a:lstStyle>
            <a:lvl1pPr algn="ctr" rtl="0">
              <a:defRPr sz="900"/>
            </a:lvl1pPr>
          </a:lstStyle>
          <a:p>
            <a:r>
              <a:rPr lang="en-US"/>
              <a:t>Click icon to add picture</a:t>
            </a:r>
            <a:endParaRPr lang="en-AU"/>
          </a:p>
        </p:txBody>
      </p:sp>
    </p:spTree>
    <p:extLst>
      <p:ext uri="{BB962C8B-B14F-4D97-AF65-F5344CB8AC3E}">
        <p14:creationId xmlns:p14="http://schemas.microsoft.com/office/powerpoint/2010/main" val="2521794782"/>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Quote Red BG">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B8C31C1-3EEC-3094-9D6C-9EF617839DA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5B8C31C1-3EEC-3094-9D6C-9EF617839DA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8"/>
            <a:ext cx="9836988" cy="5193285"/>
          </a:xfrm>
        </p:spPr>
        <p:txBody>
          <a:bodyPr vert="horz"/>
          <a:lstStyle>
            <a:lvl1pPr rtl="0">
              <a:defRPr sz="36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MarkOT" panose="020B0504020201010104" pitchFamily="34" charset="0"/>
              </a:rPr>
              <a:pPr algn="r" rtl="0"/>
              <a:t>‹#›</a:t>
            </a:fld>
            <a:endParaRPr lang="en-AU" sz="1000" b="0" i="0">
              <a:solidFill>
                <a:schemeClr val="bg1"/>
              </a:solidFill>
              <a:latin typeface="MarkOT" panose="020B0504020201010104" pitchFamily="34" charset="0"/>
            </a:endParaRPr>
          </a:p>
        </p:txBody>
      </p:sp>
    </p:spTree>
    <p:extLst>
      <p:ext uri="{BB962C8B-B14F-4D97-AF65-F5344CB8AC3E}">
        <p14:creationId xmlns:p14="http://schemas.microsoft.com/office/powerpoint/2010/main" val="980398275"/>
      </p:ext>
    </p:extLst>
  </p:cSld>
  <p:clrMapOvr>
    <a:masterClrMapping/>
  </p:clrMapOvr>
  <p:hf hd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Heading and Large text siz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A3B6D06-2F7C-CC35-23BF-9DC8E3FE8F1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1A3B6D06-2F7C-CC35-23BF-9DC8E3FE8F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2" y="1450935"/>
            <a:ext cx="10444057" cy="4440238"/>
          </a:xfrm>
        </p:spPr>
        <p:txBody>
          <a:bodyPr/>
          <a:lstStyle>
            <a:lvl1pPr rtl="0">
              <a:spcAft>
                <a:spcPts val="900"/>
              </a:spcAft>
              <a:defRPr sz="2400">
                <a:solidFill>
                  <a:schemeClr val="tx1"/>
                </a:solidFill>
              </a:defRPr>
            </a:lvl1pPr>
            <a:lvl2pPr marL="446088" indent="-446088" rtl="0">
              <a:spcAft>
                <a:spcPts val="900"/>
              </a:spcAft>
              <a:tabLst/>
              <a:defRPr sz="2400">
                <a:solidFill>
                  <a:schemeClr val="tx1"/>
                </a:solidFill>
              </a:defRPr>
            </a:lvl2pPr>
            <a:lvl3pPr marL="892175" indent="-446088" rtl="0">
              <a:spcAft>
                <a:spcPts val="900"/>
              </a:spcAft>
              <a:tabLst/>
              <a:defRPr sz="2400">
                <a:solidFill>
                  <a:schemeClr val="tx1"/>
                </a:solidFill>
              </a:defRPr>
            </a:lvl3pPr>
            <a:lvl4pPr marL="1333500" indent="-441325" rtl="0">
              <a:spcAft>
                <a:spcPts val="900"/>
              </a:spcAft>
              <a:tabLst/>
              <a:defRPr sz="2400">
                <a:solidFill>
                  <a:schemeClr val="tx1"/>
                </a:solidFill>
              </a:defRPr>
            </a:lvl4pPr>
            <a:lvl5pPr marL="1779588" indent="-446088" rtl="0">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pic>
        <p:nvPicPr>
          <p:cNvPr id="7" name="Picture 6">
            <a:extLst>
              <a:ext uri="{FF2B5EF4-FFF2-40B4-BE49-F238E27FC236}">
                <a16:creationId xmlns:a16="http://schemas.microsoft.com/office/drawing/2014/main" id="{0EC16022-C854-45CB-B3C8-2530A9CA21AB}"/>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540731210"/>
      </p:ext>
    </p:extLst>
  </p:cSld>
  <p:clrMapOvr>
    <a:masterClrMapping/>
  </p:clrMapOvr>
  <p:hf hd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Heading and Medium text siz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D43BF31-472C-01EA-4A75-413EDCEA447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3D43BF31-472C-01EA-4A75-413EDCEA447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50935"/>
            <a:ext cx="9915636" cy="4440238"/>
          </a:xfrm>
        </p:spPr>
        <p:txBody>
          <a:bodyPr/>
          <a:lstStyle>
            <a:lvl1pPr rtl="0">
              <a:spcAft>
                <a:spcPts val="600"/>
              </a:spcAft>
              <a:defRPr sz="2200">
                <a:solidFill>
                  <a:schemeClr val="tx1"/>
                </a:solidFill>
              </a:defRPr>
            </a:lvl1pPr>
            <a:lvl2pPr marL="446088" indent="-446088" rtl="0">
              <a:spcAft>
                <a:spcPts val="600"/>
              </a:spcAft>
              <a:tabLst/>
              <a:defRPr sz="2200">
                <a:solidFill>
                  <a:schemeClr val="tx1"/>
                </a:solidFill>
              </a:defRPr>
            </a:lvl2pPr>
            <a:lvl3pPr marL="892175" indent="-446088" rtl="0">
              <a:spcAft>
                <a:spcPts val="600"/>
              </a:spcAft>
              <a:tabLst/>
              <a:defRPr sz="2200">
                <a:solidFill>
                  <a:schemeClr val="tx1"/>
                </a:solidFill>
              </a:defRPr>
            </a:lvl3pPr>
            <a:lvl4pPr marL="1333500" indent="-441325" rtl="0">
              <a:spcAft>
                <a:spcPts val="600"/>
              </a:spcAft>
              <a:tabLst/>
              <a:defRPr sz="2200">
                <a:solidFill>
                  <a:schemeClr val="tx1"/>
                </a:solidFill>
              </a:defRPr>
            </a:lvl4pPr>
            <a:lvl5pPr marL="1779588" indent="-446088" rtl="0">
              <a:spcAft>
                <a:spcPts val="600"/>
              </a:spcAft>
              <a:tabLs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pic>
        <p:nvPicPr>
          <p:cNvPr id="7" name="Picture 6">
            <a:extLst>
              <a:ext uri="{FF2B5EF4-FFF2-40B4-BE49-F238E27FC236}">
                <a16:creationId xmlns:a16="http://schemas.microsoft.com/office/drawing/2014/main" id="{979B09CA-8AEC-4AF8-B3AE-D5DE83B1D746}"/>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478346648"/>
      </p:ext>
    </p:extLst>
  </p:cSld>
  <p:clrMapOvr>
    <a:masterClrMapping/>
  </p:clrMapOvr>
  <p:hf hd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Heading + Pullout +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9EFB933-C384-8134-646F-0C393F90213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09EFB933-C384-8134-646F-0C393F90213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04683" y="1438823"/>
            <a:ext cx="4854712" cy="4440238"/>
          </a:xfrm>
        </p:spPr>
        <p:txBody>
          <a:bodyPr/>
          <a:lstStyle>
            <a:lvl1pPr rtl="0">
              <a:spcAft>
                <a:spcPts val="900"/>
              </a:spcAft>
              <a:defRPr sz="3000">
                <a:solidFill>
                  <a:schemeClr val="tx1"/>
                </a:solidFill>
              </a:defRPr>
            </a:lvl1pPr>
            <a:lvl2pPr marL="446088" indent="-446088" rtl="0">
              <a:spcAft>
                <a:spcPts val="900"/>
              </a:spcAft>
              <a:tabLst/>
              <a:defRPr sz="3000">
                <a:solidFill>
                  <a:schemeClr val="tx1"/>
                </a:solidFill>
              </a:defRPr>
            </a:lvl2pPr>
            <a:lvl3pPr marL="892175" indent="-446088" rtl="0">
              <a:spcAft>
                <a:spcPts val="900"/>
              </a:spcAft>
              <a:tabLst/>
              <a:defRPr sz="3000">
                <a:solidFill>
                  <a:schemeClr val="tx1"/>
                </a:solidFill>
              </a:defRPr>
            </a:lvl3pPr>
            <a:lvl4pPr marL="1333500" indent="-441325" rtl="0">
              <a:spcAft>
                <a:spcPts val="900"/>
              </a:spcAft>
              <a:tabLst/>
              <a:defRPr sz="3000">
                <a:solidFill>
                  <a:schemeClr val="tx1"/>
                </a:solidFill>
              </a:defRPr>
            </a:lvl4pPr>
            <a:lvl5pPr marL="1779588" indent="-446088" rtl="0">
              <a:spcAft>
                <a:spcPts val="900"/>
              </a:spcAft>
              <a:tabLst/>
              <a:defRPr sz="3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rtl="0">
              <a:spcAft>
                <a:spcPts val="900"/>
              </a:spcAft>
              <a:defRPr sz="1400" b="1" i="0">
                <a:solidFill>
                  <a:schemeClr val="accent2"/>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8" name="Picture 7">
            <a:extLst>
              <a:ext uri="{FF2B5EF4-FFF2-40B4-BE49-F238E27FC236}">
                <a16:creationId xmlns:a16="http://schemas.microsoft.com/office/drawing/2014/main" id="{D4E23193-8510-4E6E-94D5-48BE6FEAA744}"/>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3677552107"/>
      </p:ext>
    </p:extLst>
  </p:cSld>
  <p:clrMapOvr>
    <a:masterClrMapping/>
  </p:clrMapOvr>
  <p:hf hd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Heading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FDF7BB0-CB1D-A409-11B9-1B50A001A37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EFDF7BB0-CB1D-A409-11B9-1B50A001A37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rtl="0">
              <a:spcAft>
                <a:spcPts val="900"/>
              </a:spcAft>
              <a:defRPr sz="1400" b="1" i="0">
                <a:solidFill>
                  <a:schemeClr val="accent2"/>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7" y="1481215"/>
            <a:ext cx="5349981" cy="4440238"/>
          </a:xfrm>
        </p:spPr>
        <p:txBody>
          <a:bodyPr/>
          <a:lstStyle>
            <a:lvl1pPr rtl="0">
              <a:spcAft>
                <a:spcPts val="900"/>
              </a:spcAft>
              <a:defRPr sz="1400" b="1" i="0">
                <a:solidFill>
                  <a:schemeClr val="accent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4" name="Picture 13">
            <a:extLst>
              <a:ext uri="{FF2B5EF4-FFF2-40B4-BE49-F238E27FC236}">
                <a16:creationId xmlns:a16="http://schemas.microsoft.com/office/drawing/2014/main" id="{1E60E352-9507-43AC-9205-1FAC73C5631C}"/>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1139481239"/>
      </p:ext>
    </p:extLst>
  </p:cSld>
  <p:clrMapOvr>
    <a:masterClrMapping/>
  </p:clrMapOvr>
  <p:hf hd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Heading + 3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9061E2D-C0CD-7FC7-24B9-A2FF9EDEADC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C9061E2D-C0CD-7FC7-24B9-A2FF9EDEAD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89719" y="1481215"/>
            <a:ext cx="3708000" cy="4440238"/>
          </a:xfrm>
        </p:spPr>
        <p:txBody>
          <a:bodyPr/>
          <a:lstStyle>
            <a:lvl1pPr rtl="0">
              <a:spcAft>
                <a:spcPts val="900"/>
              </a:spcAft>
              <a:defRPr sz="1400" b="1" i="0">
                <a:solidFill>
                  <a:schemeClr val="accent2"/>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4440238"/>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4440238"/>
          </a:xfrm>
        </p:spPr>
        <p:txBody>
          <a:bodyPr/>
          <a:lstStyle>
            <a:lvl1pPr rtl="0">
              <a:spcAft>
                <a:spcPts val="900"/>
              </a:spcAft>
              <a:defRPr sz="1400" b="1" i="0">
                <a:solidFill>
                  <a:schemeClr val="accent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5" name="Picture 14">
            <a:extLst>
              <a:ext uri="{FF2B5EF4-FFF2-40B4-BE49-F238E27FC236}">
                <a16:creationId xmlns:a16="http://schemas.microsoft.com/office/drawing/2014/main" id="{CABA0A6C-82A1-46C0-B600-58ECDDE1E9A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703305606"/>
      </p:ext>
    </p:extLst>
  </p:cSld>
  <p:clrMapOvr>
    <a:masterClrMapping/>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Heading + Pullout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A64ABE5-68E3-4F1E-968F-1E23E1F733E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8A64ABE5-68E3-4F1E-968F-1E23E1F733E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24338" y="1481215"/>
            <a:ext cx="3610800" cy="4440238"/>
          </a:xfrm>
        </p:spPr>
        <p:txBody>
          <a:bodyPr/>
          <a:lstStyle>
            <a:lvl1pPr rtl="0">
              <a:spcAft>
                <a:spcPts val="900"/>
              </a:spcAft>
              <a:defRPr sz="1400" b="1" i="0">
                <a:solidFill>
                  <a:schemeClr val="accent2"/>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6795" y="1450935"/>
            <a:ext cx="3692031" cy="4440238"/>
          </a:xfrm>
        </p:spPr>
        <p:txBody>
          <a:bodyPr/>
          <a:lstStyle>
            <a:lvl1pPr rtl="0">
              <a:spcAft>
                <a:spcPts val="900"/>
              </a:spcAft>
              <a:defRPr sz="2400" b="1" i="0">
                <a:solidFill>
                  <a:schemeClr val="tx1"/>
                </a:solidFill>
                <a:latin typeface="Mark OT" panose="020B0604020201010104" pitchFamily="34" charset="77"/>
              </a:defRPr>
            </a:lvl1pPr>
            <a:lvl2pPr marL="0" indent="0" rtl="0">
              <a:spcAft>
                <a:spcPts val="900"/>
              </a:spcAft>
              <a:buNone/>
              <a:tabLst/>
              <a:defRPr sz="2400">
                <a:solidFill>
                  <a:schemeClr val="tx1"/>
                </a:solidFill>
              </a:defRPr>
            </a:lvl2pPr>
            <a:lvl3pPr marL="180975" indent="-180975" rtl="0">
              <a:spcAft>
                <a:spcPts val="900"/>
              </a:spcAft>
              <a:tabLst/>
              <a:defRPr sz="2400">
                <a:solidFill>
                  <a:schemeClr val="tx1"/>
                </a:solidFill>
              </a:defRPr>
            </a:lvl3pPr>
            <a:lvl4pPr marL="355600" indent="-180975" rtl="0">
              <a:spcAft>
                <a:spcPts val="900"/>
              </a:spcAft>
              <a:tabLst/>
              <a:defRPr sz="2400">
                <a:solidFill>
                  <a:schemeClr val="tx1"/>
                </a:solidFill>
              </a:defRPr>
            </a:lvl4pPr>
            <a:lvl5pPr marL="579438" indent="-217488" rtl="0">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09" y="1481215"/>
            <a:ext cx="3610800" cy="4440238"/>
          </a:xfrm>
        </p:spPr>
        <p:txBody>
          <a:bodyPr/>
          <a:lstStyle>
            <a:lvl1pPr rtl="0">
              <a:spcAft>
                <a:spcPts val="900"/>
              </a:spcAft>
              <a:defRPr sz="1400" b="1" i="0">
                <a:solidFill>
                  <a:schemeClr val="accent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5" name="Picture 14">
            <a:extLst>
              <a:ext uri="{FF2B5EF4-FFF2-40B4-BE49-F238E27FC236}">
                <a16:creationId xmlns:a16="http://schemas.microsoft.com/office/drawing/2014/main" id="{FA1E011C-3930-43B0-8EBC-930337F6B32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2176825891"/>
      </p:ext>
    </p:extLst>
  </p:cSld>
  <p:clrMapOvr>
    <a:masterClrMapping/>
  </p:clrMapOvr>
  <p:hf hd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Heading + 3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966B61A-37D5-1B84-354F-324C2AA4A9E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0966B61A-37D5-1B84-354F-324C2AA4A9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Tree>
    <p:extLst>
      <p:ext uri="{BB962C8B-B14F-4D97-AF65-F5344CB8AC3E}">
        <p14:creationId xmlns:p14="http://schemas.microsoft.com/office/powerpoint/2010/main" val="2095267304"/>
      </p:ext>
    </p:extLst>
  </p:cSld>
  <p:clrMapOvr>
    <a:masterClrMapping/>
  </p:clrMapOvr>
  <p:hf hd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Heading + 3 column Red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E584953-1B84-B43F-E74B-282319E1DE0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DE584953-1B84-B43F-E74B-282319E1DE0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Tree>
    <p:extLst>
      <p:ext uri="{BB962C8B-B14F-4D97-AF65-F5344CB8AC3E}">
        <p14:creationId xmlns:p14="http://schemas.microsoft.com/office/powerpoint/2010/main" val="3109152891"/>
      </p:ext>
    </p:extLst>
  </p:cSld>
  <p:clrMapOvr>
    <a:masterClrMapping/>
  </p:clrMapOvr>
  <p:hf hd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Heading + 2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7924121-24FE-F283-A01E-D090DD35AB0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57924121-24FE-F283-A01E-D090DD35AB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BF2C99D4-1D0B-974C-A2CA-E2DFFAFF0C2B}"/>
              </a:ext>
            </a:extLst>
          </p:cNvPr>
          <p:cNvSpPr/>
          <p:nvPr/>
        </p:nvSpPr>
        <p:spPr>
          <a:xfrm>
            <a:off x="0" y="1134478"/>
            <a:ext cx="12192000" cy="58476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0" y="4071131"/>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4363549"/>
            <a:ext cx="5454220" cy="1764602"/>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4363549"/>
            <a:ext cx="5454220" cy="1764602"/>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23" name="Straight Connector 22">
            <a:extLst>
              <a:ext uri="{FF2B5EF4-FFF2-40B4-BE49-F238E27FC236}">
                <a16:creationId xmlns:a16="http://schemas.microsoft.com/office/drawing/2014/main" id="{3CB5FDC6-D9CE-0244-B114-9EF7336BAC0A}"/>
              </a:ext>
            </a:extLst>
          </p:cNvPr>
          <p:cNvCxnSpPr>
            <a:cxnSpLocks/>
            <a:stCxn id="6" idx="0"/>
          </p:cNvCxnSpPr>
          <p:nvPr/>
        </p:nvCxnSpPr>
        <p:spPr>
          <a:xfrm>
            <a:off x="6096000" y="1134478"/>
            <a:ext cx="0" cy="5847662"/>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9566347"/>
      </p:ext>
    </p:extLst>
  </p:cSld>
  <p:clrMapOvr>
    <a:masterClrMapping/>
  </p:clrMapOvr>
  <p:hf hd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Heading + 2 column Whit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E7A9F80-8753-A8B8-E313-530FD7A805F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7E7A9F80-8753-A8B8-E313-530FD7A805F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824087"/>
            <a:ext cx="5454220" cy="1764602"/>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3824087"/>
            <a:ext cx="5454220" cy="1764602"/>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F194FD55-AE12-458A-948E-6EF3C401242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73009472"/>
      </p:ext>
    </p:extLst>
  </p:cSld>
  <p:clrMapOvr>
    <a:masterClrMapping/>
  </p:clrMapOvr>
  <p:hf hd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Heading + 2 column Blue Pullou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D703A17-AE30-3FB8-6390-2143AFEF22B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BD703A17-AE30-3FB8-6390-2143AFEF22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0738" y="1426710"/>
            <a:ext cx="5454220" cy="4356413"/>
          </a:xfrm>
        </p:spPr>
        <p:txBody>
          <a:bodyPr/>
          <a:lstStyle>
            <a:lvl1pPr rtl="0">
              <a:spcAft>
                <a:spcPts val="900"/>
              </a:spcAft>
              <a:defRPr sz="3000" b="1" i="0">
                <a:solidFill>
                  <a:schemeClr val="bg1"/>
                </a:solidFill>
                <a:latin typeface="Mark OT" panose="020B0604020201010104" pitchFamily="34" charset="77"/>
              </a:defRPr>
            </a:lvl1pPr>
            <a:lvl2pPr marL="0" indent="0" rtl="0">
              <a:spcAft>
                <a:spcPts val="900"/>
              </a:spcAft>
              <a:buNone/>
              <a:tabLst/>
              <a:defRPr sz="3000">
                <a:solidFill>
                  <a:schemeClr val="bg1"/>
                </a:solidFill>
              </a:defRPr>
            </a:lvl2pPr>
            <a:lvl3pPr marL="180975" indent="-180975" rtl="0">
              <a:spcAft>
                <a:spcPts val="900"/>
              </a:spcAft>
              <a:tabLst/>
              <a:defRPr sz="3000">
                <a:solidFill>
                  <a:schemeClr val="bg1"/>
                </a:solidFill>
              </a:defRPr>
            </a:lvl3pPr>
            <a:lvl4pPr marL="355600" indent="-180975" rtl="0">
              <a:spcAft>
                <a:spcPts val="900"/>
              </a:spcAft>
              <a:tabLst/>
              <a:defRPr sz="3000">
                <a:solidFill>
                  <a:schemeClr val="bg1"/>
                </a:solidFill>
              </a:defRPr>
            </a:lvl4pPr>
            <a:lvl5pPr marL="579438" indent="-217488" rtl="0">
              <a:spcAft>
                <a:spcPts val="900"/>
              </a:spcAft>
              <a:tabLst/>
              <a:defRPr sz="3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cxnSp>
        <p:nvCxnSpPr>
          <p:cNvPr id="14" name="Straight Connector 13">
            <a:extLst>
              <a:ext uri="{FF2B5EF4-FFF2-40B4-BE49-F238E27FC236}">
                <a16:creationId xmlns:a16="http://schemas.microsoft.com/office/drawing/2014/main" id="{6895D787-4BD7-B34A-8633-D6CE32B01EB0}"/>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2386980"/>
      </p:ext>
    </p:extLst>
  </p:cSld>
  <p:clrMapOvr>
    <a:masterClrMapping/>
  </p:clrMapOvr>
  <p:hf hd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1_Heading + 2 column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7A75E4B-F28D-AA64-1BD8-6540CA11E1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97A75E4B-F28D-AA64-1BD8-6540CA11E12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0424187"/>
      </p:ext>
    </p:extLst>
  </p:cSld>
  <p:clrMapOvr>
    <a:masterClrMapping/>
  </p:clrMapOvr>
  <p:hf hd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Heading + 2 column Re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A66FBB2-9F6E-32D0-82D3-CCA5CDD1E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6A66FBB2-9F6E-32D0-82D3-CCA5CDD1E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2"/>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3739079"/>
      </p:ext>
    </p:extLst>
  </p:cSld>
  <p:clrMapOvr>
    <a:masterClrMapping/>
  </p:clrMapOvr>
  <p:hf hd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ong Heading and Imag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4309AD2-EEE4-1498-704D-859502D7F72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94309AD2-EEE4-1498-704D-859502D7F72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1708150"/>
            <a:ext cx="12192000" cy="514985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296863"/>
            <a:ext cx="6043117" cy="1223962"/>
          </a:xfrm>
        </p:spPr>
        <p:txBody>
          <a:bodyPr vert="horz"/>
          <a:lstStyle>
            <a:lvl1pPr rtl="0">
              <a:defRPr sz="1400">
                <a:solidFill>
                  <a:schemeClr val="tx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Tree>
    <p:extLst>
      <p:ext uri="{BB962C8B-B14F-4D97-AF65-F5344CB8AC3E}">
        <p14:creationId xmlns:p14="http://schemas.microsoft.com/office/powerpoint/2010/main" val="892711736"/>
      </p:ext>
    </p:extLst>
  </p:cSld>
  <p:clrMapOvr>
    <a:masterClrMapping/>
  </p:clrMapOvr>
  <p:hf hd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3 Images no Text">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044B5A2-58D4-F9A3-9BE3-3690790AC9C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5044B5A2-58D4-F9A3-9BE3-3690790AC9C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5">
            <a:extLst>
              <a:ext uri="{FF2B5EF4-FFF2-40B4-BE49-F238E27FC236}">
                <a16:creationId xmlns:a16="http://schemas.microsoft.com/office/drawing/2014/main" id="{3E18DB93-FC6E-0C47-9FB2-C9045133A01C}"/>
              </a:ext>
            </a:extLst>
          </p:cNvPr>
          <p:cNvSpPr>
            <a:spLocks noGrp="1"/>
          </p:cNvSpPr>
          <p:nvPr>
            <p:ph type="pic" sz="quarter" idx="12"/>
          </p:nvPr>
        </p:nvSpPr>
        <p:spPr>
          <a:xfrm>
            <a:off x="6096000" y="0"/>
            <a:ext cx="6125227" cy="3429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10" name="Picture Placeholder 5">
            <a:extLst>
              <a:ext uri="{FF2B5EF4-FFF2-40B4-BE49-F238E27FC236}">
                <a16:creationId xmlns:a16="http://schemas.microsoft.com/office/drawing/2014/main" id="{B7931B3D-9252-BE49-A66E-A9234FAC891B}"/>
              </a:ext>
            </a:extLst>
          </p:cNvPr>
          <p:cNvSpPr>
            <a:spLocks noGrp="1"/>
          </p:cNvSpPr>
          <p:nvPr>
            <p:ph type="pic" sz="quarter" idx="13"/>
          </p:nvPr>
        </p:nvSpPr>
        <p:spPr>
          <a:xfrm>
            <a:off x="6096000" y="3429001"/>
            <a:ext cx="6125227" cy="3429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2" name="Text Placeholder 5">
            <a:extLst>
              <a:ext uri="{FF2B5EF4-FFF2-40B4-BE49-F238E27FC236}">
                <a16:creationId xmlns:a16="http://schemas.microsoft.com/office/drawing/2014/main" id="{02A55337-E9FA-8D48-9DB0-66362622AFC6}"/>
              </a:ext>
            </a:extLst>
          </p:cNvPr>
          <p:cNvSpPr>
            <a:spLocks noGrp="1"/>
          </p:cNvSpPr>
          <p:nvPr>
            <p:ph type="body" sz="quarter" idx="14"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1619249117"/>
      </p:ext>
    </p:extLst>
  </p:cSld>
  <p:clrMapOvr>
    <a:masterClrMapping/>
  </p:clrMapOvr>
  <p:hf hd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2 Images + Text">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B34FAD2-E9DC-32C3-0C21-08C627D715F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6B34FAD2-E9DC-32C3-0C21-08C627D715F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5">
            <a:extLst>
              <a:ext uri="{FF2B5EF4-FFF2-40B4-BE49-F238E27FC236}">
                <a16:creationId xmlns:a16="http://schemas.microsoft.com/office/drawing/2014/main" id="{3E18DB93-FC6E-0C47-9FB2-C9045133A01C}"/>
              </a:ext>
            </a:extLst>
          </p:cNvPr>
          <p:cNvSpPr>
            <a:spLocks noGrp="1"/>
          </p:cNvSpPr>
          <p:nvPr>
            <p:ph type="pic" sz="quarter" idx="12"/>
          </p:nvPr>
        </p:nvSpPr>
        <p:spPr>
          <a:xfrm>
            <a:off x="6096000" y="0"/>
            <a:ext cx="6125227" cy="3429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2" name="Text Placeholder 5">
            <a:extLst>
              <a:ext uri="{FF2B5EF4-FFF2-40B4-BE49-F238E27FC236}">
                <a16:creationId xmlns:a16="http://schemas.microsoft.com/office/drawing/2014/main" id="{02A55337-E9FA-8D48-9DB0-66362622AFC6}"/>
              </a:ext>
            </a:extLst>
          </p:cNvPr>
          <p:cNvSpPr>
            <a:spLocks noGrp="1"/>
          </p:cNvSpPr>
          <p:nvPr>
            <p:ph type="body" sz="quarter" idx="14"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rtl="0">
              <a:spcAft>
                <a:spcPts val="600"/>
              </a:spcAft>
              <a:defRPr sz="1200" b="1" i="0">
                <a:solidFill>
                  <a:schemeClr val="tx1"/>
                </a:solidFill>
                <a:latin typeface="Mark OT" panose="020B0604020201010104" pitchFamily="34" charset="77"/>
              </a:defRPr>
            </a:lvl1pPr>
            <a:lvl2pPr marL="0" indent="0" rtl="0">
              <a:spcAft>
                <a:spcPts val="600"/>
              </a:spcAft>
              <a:buNone/>
              <a:tabLst/>
              <a:defRPr sz="1200">
                <a:solidFill>
                  <a:schemeClr val="tx1"/>
                </a:solidFill>
              </a:defRPr>
            </a:lvl2pPr>
            <a:lvl3pPr marL="180975" indent="-180975" rtl="0">
              <a:spcAft>
                <a:spcPts val="600"/>
              </a:spcAft>
              <a:tabLst/>
              <a:defRPr sz="1200">
                <a:solidFill>
                  <a:schemeClr val="tx1"/>
                </a:solidFill>
              </a:defRPr>
            </a:lvl3pPr>
            <a:lvl4pPr marL="355600" indent="-180975" rtl="0">
              <a:spcAft>
                <a:spcPts val="600"/>
              </a:spcAft>
              <a:tabLst/>
              <a:defRPr sz="1200">
                <a:solidFill>
                  <a:schemeClr val="tx1"/>
                </a:solidFill>
              </a:defRPr>
            </a:lvl4pPr>
            <a:lvl5pPr marL="579438" indent="-217488" rtl="0">
              <a:spcAft>
                <a:spcPts val="600"/>
              </a:spcAft>
              <a:tabLs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591495750"/>
      </p:ext>
    </p:extLst>
  </p:cSld>
  <p:clrMapOvr>
    <a:masterClrMapping/>
  </p:clrMapOvr>
  <p:hf hd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 Image + Pullout Blue">
    <p:bg>
      <p:bgPr>
        <a:solidFill>
          <a:schemeClr val="accent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D52AEDD-ED6A-0178-B73F-E2EB9D76204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5D52AEDD-ED6A-0178-B73F-E2EB9D76204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0" name="TextBox 9">
            <a:extLst>
              <a:ext uri="{FF2B5EF4-FFF2-40B4-BE49-F238E27FC236}">
                <a16:creationId xmlns:a16="http://schemas.microsoft.com/office/drawing/2014/main" id="{0844611E-6F17-6F4B-85B5-8121A82E39E0}"/>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MarkOT" panose="020B0504020201010104" pitchFamily="34" charset="0"/>
              </a:rPr>
              <a:pPr algn="r" rtl="0"/>
              <a:t>‹#›</a:t>
            </a:fld>
            <a:endParaRPr lang="en-AU" sz="1000" b="0" i="0">
              <a:solidFill>
                <a:schemeClr val="bg1"/>
              </a:solidFill>
              <a:latin typeface="MarkOT" panose="020B0504020201010104" pitchFamily="34" charset="0"/>
            </a:endParaRPr>
          </a:p>
        </p:txBody>
      </p:sp>
      <p:sp>
        <p:nvSpPr>
          <p:cNvPr id="5" name="Title 4">
            <a:extLst>
              <a:ext uri="{FF2B5EF4-FFF2-40B4-BE49-F238E27FC236}">
                <a16:creationId xmlns:a16="http://schemas.microsoft.com/office/drawing/2014/main" id="{0545F618-606A-2D4B-97A0-5A6D7E11E3A4}"/>
              </a:ext>
            </a:extLst>
          </p:cNvPr>
          <p:cNvSpPr>
            <a:spLocks noGrp="1"/>
          </p:cNvSpPr>
          <p:nvPr>
            <p:ph type="title"/>
          </p:nvPr>
        </p:nvSpPr>
        <p:spPr>
          <a:xfrm>
            <a:off x="7234118" y="620714"/>
            <a:ext cx="3819764" cy="5616574"/>
          </a:xfrm>
        </p:spPr>
        <p:txBody>
          <a:bodyPr vert="horz" anchor="ctr" anchorCtr="0"/>
          <a:lstStyle>
            <a:lvl1pPr algn="ctr" rtl="0">
              <a:defRPr sz="2400">
                <a:solidFill>
                  <a:schemeClr val="bg1"/>
                </a:solidFill>
              </a:defRPr>
            </a:lvl1pPr>
          </a:lstStyle>
          <a:p>
            <a:r>
              <a:rPr lang="en-US"/>
              <a:t>Click to edit Master title style</a:t>
            </a:r>
            <a:endParaRPr lang="en-AU"/>
          </a:p>
        </p:txBody>
      </p:sp>
    </p:spTree>
    <p:extLst>
      <p:ext uri="{BB962C8B-B14F-4D97-AF65-F5344CB8AC3E}">
        <p14:creationId xmlns:p14="http://schemas.microsoft.com/office/powerpoint/2010/main" val="849643461"/>
      </p:ext>
    </p:extLst>
  </p:cSld>
  <p:clrMapOvr>
    <a:masterClrMapping/>
  </p:clrMapOvr>
  <p:hf hd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Image + Graphics">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8126E19-85B9-6E7A-A7A1-FE7819B104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78126E19-85B9-6E7A-A7A1-FE7819B104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8956110" cy="6858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0" name="TextBox 9">
            <a:extLst>
              <a:ext uri="{FF2B5EF4-FFF2-40B4-BE49-F238E27FC236}">
                <a16:creationId xmlns:a16="http://schemas.microsoft.com/office/drawing/2014/main" id="{0844611E-6F17-6F4B-85B5-8121A82E39E0}"/>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7" name="Text Placeholder 6">
            <a:extLst>
              <a:ext uri="{FF2B5EF4-FFF2-40B4-BE49-F238E27FC236}">
                <a16:creationId xmlns:a16="http://schemas.microsoft.com/office/drawing/2014/main" id="{BB474675-2B4E-C64F-A2C6-2DF06865030A}"/>
              </a:ext>
            </a:extLst>
          </p:cNvPr>
          <p:cNvSpPr>
            <a:spLocks noGrp="1"/>
          </p:cNvSpPr>
          <p:nvPr>
            <p:ph type="body" sz="quarter" idx="12"/>
          </p:nvPr>
        </p:nvSpPr>
        <p:spPr>
          <a:xfrm>
            <a:off x="9720197" y="1484334"/>
            <a:ext cx="1702040" cy="988817"/>
          </a:xfrm>
        </p:spPr>
        <p:txBody>
          <a:bodyPr/>
          <a:lstStyle>
            <a:lvl1pPr algn="ctr" rtl="0">
              <a:defRPr sz="1050"/>
            </a:lvl1pPr>
            <a:lvl2pPr algn="ctr" rtl="0">
              <a:defRPr sz="1050"/>
            </a:lvl2pPr>
            <a:lvl3pPr algn="ctr" rtl="0">
              <a:defRPr sz="1050"/>
            </a:lvl3pPr>
            <a:lvl4pPr algn="ctr" rtl="0">
              <a:defRPr sz="1050"/>
            </a:lvl4pPr>
            <a:lvl5pPr algn="ctr" rtl="0">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361447984"/>
      </p:ext>
    </p:extLst>
  </p:cSld>
  <p:clrMapOvr>
    <a:masterClrMapping/>
  </p:clrMapOvr>
  <p:hf hd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Heading + Content">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1ACDCAB-93DE-0F70-6942-0D28A924166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01ACDCAB-93DE-0F70-6942-0D28A924166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335227" y="252020"/>
            <a:ext cx="9953472" cy="477267"/>
          </a:xfrm>
        </p:spPr>
        <p:txBody>
          <a:bodyPr vert="horz"/>
          <a:lstStyle>
            <a:lvl1pPr rtl="0">
              <a:defRPr sz="2800">
                <a:solidFill>
                  <a:schemeClr val="tx1"/>
                </a:solidFill>
                <a:latin typeface="MarkOT" panose="020B0504020201010104" pitchFamily="34" charset="0"/>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818333"/>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361762" y="6615567"/>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pic>
        <p:nvPicPr>
          <p:cNvPr id="2" name="Picture 1">
            <a:extLst>
              <a:ext uri="{FF2B5EF4-FFF2-40B4-BE49-F238E27FC236}">
                <a16:creationId xmlns:a16="http://schemas.microsoft.com/office/drawing/2014/main" id="{DDB2A1F9-B910-356C-6016-F75193415AD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58418" y="129216"/>
            <a:ext cx="598355" cy="600071"/>
          </a:xfrm>
          <a:prstGeom prst="rect">
            <a:avLst/>
          </a:prstGeom>
        </p:spPr>
      </p:pic>
      <p:sp>
        <p:nvSpPr>
          <p:cNvPr id="4" name="Text Placeholder 3">
            <a:extLst>
              <a:ext uri="{FF2B5EF4-FFF2-40B4-BE49-F238E27FC236}">
                <a16:creationId xmlns:a16="http://schemas.microsoft.com/office/drawing/2014/main" id="{283C3F2D-7F2C-70B9-C652-5C3E5C4D7FC9}"/>
              </a:ext>
            </a:extLst>
          </p:cNvPr>
          <p:cNvSpPr>
            <a:spLocks noGrp="1"/>
          </p:cNvSpPr>
          <p:nvPr>
            <p:ph type="body" sz="quarter" idx="10"/>
          </p:nvPr>
        </p:nvSpPr>
        <p:spPr>
          <a:xfrm>
            <a:off x="334963" y="1278631"/>
            <a:ext cx="9953736" cy="5228417"/>
          </a:xfrm>
        </p:spPr>
        <p:txBody>
          <a:bodyPr/>
          <a:lstStyle>
            <a:lvl1pPr rtl="0">
              <a:defRPr sz="1400">
                <a:latin typeface="MarkOT" panose="020B0504020201010104" pitchFamily="34" charset="0"/>
              </a:defRPr>
            </a:lvl1pPr>
            <a:lvl2pPr rtl="0">
              <a:defRPr sz="1200">
                <a:latin typeface="MarkOT" panose="020B0504020201010104" pitchFamily="34" charset="0"/>
              </a:defRPr>
            </a:lvl2pPr>
            <a:lvl3pPr rtl="0">
              <a:defRPr sz="1200">
                <a:latin typeface="MarkOT" panose="020B0504020201010104" pitchFamily="34" charset="0"/>
              </a:defRPr>
            </a:lvl3pPr>
            <a:lvl4pPr rtl="0">
              <a:defRPr sz="1200">
                <a:latin typeface="MarkOT" panose="020B0504020201010104" pitchFamily="34" charset="0"/>
              </a:defRPr>
            </a:lvl4pPr>
            <a:lvl5pPr rtl="0">
              <a:defRPr sz="1200">
                <a:latin typeface="MarkOT" panose="020B05040202010101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807924195"/>
      </p:ext>
    </p:extLst>
  </p:cSld>
  <p:clrMapOvr>
    <a:masterClrMapping/>
  </p:clrMapOvr>
  <p:hf hd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Heading + Text + Graphic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65EB1A8-4563-E616-F0DB-FCDD9866904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665EB1A8-4563-E616-F0DB-FCDD9866904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rtl="0">
              <a:spcAft>
                <a:spcPts val="900"/>
              </a:spcAft>
              <a:defRPr sz="1400" b="1" i="0">
                <a:solidFill>
                  <a:schemeClr val="tx1"/>
                </a:solidFill>
                <a:latin typeface="Mark OT"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pic>
        <p:nvPicPr>
          <p:cNvPr id="7" name="Picture 6">
            <a:extLst>
              <a:ext uri="{FF2B5EF4-FFF2-40B4-BE49-F238E27FC236}">
                <a16:creationId xmlns:a16="http://schemas.microsoft.com/office/drawing/2014/main" id="{E69A4D32-00C7-4E48-A080-0F06A8C32A2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1545277215"/>
      </p:ext>
    </p:extLst>
  </p:cSld>
  <p:clrMapOvr>
    <a:masterClrMapping/>
  </p:clrMapOvr>
  <p:hf hd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Heading + Text + Graphics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C5E7F6B-BB93-DB69-1F76-0FC113C83AF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6C5E7F6B-BB93-DB69-1F76-0FC113C83AF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9C3D6F18-9B22-784C-9480-84E4008C0A54}"/>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rtl="0">
              <a:spcAft>
                <a:spcPts val="900"/>
              </a:spcAft>
              <a:defRPr sz="1400" b="1" i="0">
                <a:solidFill>
                  <a:schemeClr val="bg1"/>
                </a:solidFill>
                <a:latin typeface="Mark OT"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47070" cy="713230"/>
          </a:xfrm>
        </p:spPr>
        <p:txBody>
          <a:bodyPr vert="horz"/>
          <a:lstStyle>
            <a:lvl1pPr rtl="0">
              <a:defRPr sz="3400">
                <a:solidFill>
                  <a:schemeClr val="bg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4707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pic>
        <p:nvPicPr>
          <p:cNvPr id="14" name="Picture 13">
            <a:extLst>
              <a:ext uri="{FF2B5EF4-FFF2-40B4-BE49-F238E27FC236}">
                <a16:creationId xmlns:a16="http://schemas.microsoft.com/office/drawing/2014/main" id="{5326D22B-2854-4441-B691-DDCD04F7072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Tree>
    <p:extLst>
      <p:ext uri="{BB962C8B-B14F-4D97-AF65-F5344CB8AC3E}">
        <p14:creationId xmlns:p14="http://schemas.microsoft.com/office/powerpoint/2010/main" val="1949206700"/>
      </p:ext>
    </p:extLst>
  </p:cSld>
  <p:clrMapOvr>
    <a:masterClrMapping/>
  </p:clrMapOvr>
  <p:hf hd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2 Panel Text + Chart Blue">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7670B22-137B-A9AC-CB87-098CFBD2684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E7670B22-137B-A9AC-CB87-098CFBD2684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45A67307-9816-4E4C-80AE-6BEDE1207DB2}"/>
              </a:ext>
            </a:extLst>
          </p:cNvPr>
          <p:cNvSpPr/>
          <p:nvPr/>
        </p:nvSpPr>
        <p:spPr>
          <a:xfrm>
            <a:off x="609600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rtl="0">
              <a:spcAft>
                <a:spcPts val="600"/>
              </a:spcAft>
              <a:defRPr sz="1200" b="1" i="0">
                <a:solidFill>
                  <a:schemeClr val="bg1"/>
                </a:solidFill>
                <a:latin typeface="Mark OT" panose="020B0604020201010104" pitchFamily="34" charset="77"/>
              </a:defRPr>
            </a:lvl1pPr>
            <a:lvl2pPr marL="0" indent="0" rtl="0">
              <a:spcAft>
                <a:spcPts val="600"/>
              </a:spcAft>
              <a:buNone/>
              <a:tabLst/>
              <a:defRPr sz="1200">
                <a:solidFill>
                  <a:schemeClr val="bg1"/>
                </a:solidFill>
              </a:defRPr>
            </a:lvl2pPr>
            <a:lvl3pPr marL="180975" indent="-180975" rtl="0">
              <a:spcAft>
                <a:spcPts val="600"/>
              </a:spcAft>
              <a:tabLst/>
              <a:defRPr sz="1200">
                <a:solidFill>
                  <a:schemeClr val="bg1"/>
                </a:solidFill>
              </a:defRPr>
            </a:lvl3pPr>
            <a:lvl4pPr marL="355600" indent="-180975" rtl="0">
              <a:spcAft>
                <a:spcPts val="600"/>
              </a:spcAft>
              <a:tabLst/>
              <a:defRPr sz="1200">
                <a:solidFill>
                  <a:schemeClr val="bg1"/>
                </a:solidFill>
              </a:defRPr>
            </a:lvl4pPr>
            <a:lvl5pPr marL="579438" indent="-217488" rtl="0">
              <a:spcAft>
                <a:spcPts val="600"/>
              </a:spcAft>
              <a:tabLst/>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MarkOT" panose="020B0504020201010104" pitchFamily="34" charset="0"/>
              </a:rPr>
              <a:pPr algn="r" rtl="0"/>
              <a:t>‹#›</a:t>
            </a:fld>
            <a:endParaRPr lang="en-AU" sz="1000" b="0" i="0">
              <a:solidFill>
                <a:schemeClr val="bg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544707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rtl="0">
              <a:defRPr sz="1000"/>
            </a:lvl1pPr>
          </a:lstStyle>
          <a:p>
            <a:r>
              <a:rPr lang="en-US"/>
              <a:t>Click icon to add chart</a:t>
            </a:r>
            <a:endParaRPr lang="en-AU"/>
          </a:p>
        </p:txBody>
      </p:sp>
    </p:spTree>
    <p:extLst>
      <p:ext uri="{BB962C8B-B14F-4D97-AF65-F5344CB8AC3E}">
        <p14:creationId xmlns:p14="http://schemas.microsoft.com/office/powerpoint/2010/main" val="4256351413"/>
      </p:ext>
    </p:extLst>
  </p:cSld>
  <p:clrMapOvr>
    <a:masterClrMapping/>
  </p:clrMapOvr>
  <p:hf hd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 Panel Text + Chart Lef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0DDC401-060F-B55A-027C-5A049A7325F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F0DDC401-060F-B55A-027C-5A049A7325F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6564314" y="1520825"/>
            <a:ext cx="5327649" cy="5040301"/>
          </a:xfrm>
        </p:spPr>
        <p:txBody>
          <a:bodyPr/>
          <a:lstStyle>
            <a:lvl1pPr rtl="0">
              <a:spcAft>
                <a:spcPts val="600"/>
              </a:spcAft>
              <a:defRPr sz="1400" b="1" i="0">
                <a:solidFill>
                  <a:schemeClr val="tx1"/>
                </a:solidFill>
                <a:latin typeface="Mark OT" panose="020B0604020201010104" pitchFamily="34" charset="77"/>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rtl="0">
              <a:defRPr sz="1000"/>
            </a:lvl1pPr>
          </a:lstStyle>
          <a:p>
            <a:r>
              <a:rPr lang="en-US"/>
              <a:t>Click icon to add chart</a:t>
            </a:r>
            <a:endParaRPr lang="en-AU"/>
          </a:p>
        </p:txBody>
      </p:sp>
      <p:pic>
        <p:nvPicPr>
          <p:cNvPr id="8" name="Picture 7">
            <a:extLst>
              <a:ext uri="{FF2B5EF4-FFF2-40B4-BE49-F238E27FC236}">
                <a16:creationId xmlns:a16="http://schemas.microsoft.com/office/drawing/2014/main" id="{3B6DF5B5-C373-4E55-A4A7-C3AFC2624B0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603928576"/>
      </p:ext>
    </p:extLst>
  </p:cSld>
  <p:clrMapOvr>
    <a:masterClrMapping/>
  </p:clrMapOvr>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 Panel Text + Chart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C5F3A25-6C0E-D39A-3769-8E053EF6BCA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DC5F3A25-6C0E-D39A-3769-8E053EF6BCA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1520825"/>
            <a:ext cx="5327649" cy="4202697"/>
          </a:xfrm>
        </p:spPr>
        <p:txBody>
          <a:bodyPr/>
          <a:lstStyle>
            <a:lvl1pPr rtl="0">
              <a:spcAft>
                <a:spcPts val="600"/>
              </a:spcAft>
              <a:defRPr sz="1400" b="1" i="0">
                <a:solidFill>
                  <a:schemeClr val="tx1"/>
                </a:solidFill>
                <a:latin typeface="Mark OT" panose="020B0604020201010104" pitchFamily="34" charset="77"/>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6564313" y="1134478"/>
            <a:ext cx="5327650" cy="5439741"/>
          </a:xfrm>
        </p:spPr>
        <p:txBody>
          <a:bodyPr anchor="ctr" anchorCtr="0"/>
          <a:lstStyle>
            <a:lvl1pPr algn="ctr" rtl="0">
              <a:defRPr sz="1000"/>
            </a:lvl1pPr>
          </a:lstStyle>
          <a:p>
            <a:r>
              <a:rPr lang="en-AU"/>
              <a:t>H</a:t>
            </a:r>
          </a:p>
        </p:txBody>
      </p:sp>
      <p:pic>
        <p:nvPicPr>
          <p:cNvPr id="8" name="Picture 7">
            <a:extLst>
              <a:ext uri="{FF2B5EF4-FFF2-40B4-BE49-F238E27FC236}">
                <a16:creationId xmlns:a16="http://schemas.microsoft.com/office/drawing/2014/main" id="{5DF87350-8312-462F-8F27-17F46762F139}"/>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3523222560"/>
      </p:ext>
    </p:extLst>
  </p:cSld>
  <p:clrMapOvr>
    <a:masterClrMapping/>
  </p:clrMapOvr>
  <p:hf hd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 Char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EDE2526-A777-EBD0-EB63-3FA9688E103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4EDE2526-A777-EBD0-EB63-3FA9688E10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5"/>
            <a:ext cx="11557000" cy="4023448"/>
          </a:xfrm>
        </p:spPr>
        <p:txBody>
          <a:bodyPr anchor="ctr" anchorCtr="0"/>
          <a:lstStyle>
            <a:lvl1pPr algn="ctr" rtl="0">
              <a:defRPr sz="1000"/>
            </a:lvl1pPr>
          </a:lstStyle>
          <a:p>
            <a:r>
              <a:rPr lang="en-AU"/>
              <a:t>H</a:t>
            </a:r>
          </a:p>
        </p:txBody>
      </p:sp>
      <p:pic>
        <p:nvPicPr>
          <p:cNvPr id="7" name="Picture 6">
            <a:extLst>
              <a:ext uri="{FF2B5EF4-FFF2-40B4-BE49-F238E27FC236}">
                <a16:creationId xmlns:a16="http://schemas.microsoft.com/office/drawing/2014/main" id="{CE7C959F-FA6A-4607-A9BF-34558162E92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1324835194"/>
      </p:ext>
    </p:extLst>
  </p:cSld>
  <p:clrMapOvr>
    <a:masterClrMapping/>
  </p:clrMapOvr>
  <p:hf hd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3 Chart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8E50935-1F66-C3F2-29C5-EBE39283A11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28E50935-1F66-C3F2-29C5-EBE39283A11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Mark OT" panose="020B0604020201010104" pitchFamily="34" charset="77"/>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6"/>
            <a:ext cx="3732291" cy="2567152"/>
          </a:xfrm>
        </p:spPr>
        <p:txBody>
          <a:bodyPr anchor="ctr" anchorCtr="0"/>
          <a:lstStyle>
            <a:lvl1pPr algn="ctr" rtl="0">
              <a:defRPr sz="1000"/>
            </a:lvl1pPr>
          </a:lstStyle>
          <a:p>
            <a:r>
              <a:rPr lang="en-AU"/>
              <a:t>H</a:t>
            </a:r>
          </a:p>
        </p:txBody>
      </p:sp>
      <p:sp>
        <p:nvSpPr>
          <p:cNvPr id="12" name="Text Placeholder 14">
            <a:extLst>
              <a:ext uri="{FF2B5EF4-FFF2-40B4-BE49-F238E27FC236}">
                <a16:creationId xmlns:a16="http://schemas.microsoft.com/office/drawing/2014/main" id="{E49C82BB-40C5-7B4F-A88F-AD41B1301F3A}"/>
              </a:ext>
            </a:extLst>
          </p:cNvPr>
          <p:cNvSpPr>
            <a:spLocks noGrp="1"/>
          </p:cNvSpPr>
          <p:nvPr>
            <p:ph type="body" sz="quarter" idx="21"/>
          </p:nvPr>
        </p:nvSpPr>
        <p:spPr>
          <a:xfrm>
            <a:off x="4247654"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Mark OT" panose="020B0604020201010104" pitchFamily="34" charset="77"/>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3" name="Text Placeholder 14">
            <a:extLst>
              <a:ext uri="{FF2B5EF4-FFF2-40B4-BE49-F238E27FC236}">
                <a16:creationId xmlns:a16="http://schemas.microsoft.com/office/drawing/2014/main" id="{9E8EA932-8B25-BC44-A1CE-CE4B99DC61CE}"/>
              </a:ext>
            </a:extLst>
          </p:cNvPr>
          <p:cNvSpPr>
            <a:spLocks noGrp="1"/>
          </p:cNvSpPr>
          <p:nvPr>
            <p:ph type="body" sz="quarter" idx="22"/>
          </p:nvPr>
        </p:nvSpPr>
        <p:spPr>
          <a:xfrm>
            <a:off x="8166941"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Mark OT" panose="020B0604020201010104" pitchFamily="34" charset="77"/>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Chart Placeholder 3">
            <a:extLst>
              <a:ext uri="{FF2B5EF4-FFF2-40B4-BE49-F238E27FC236}">
                <a16:creationId xmlns:a16="http://schemas.microsoft.com/office/drawing/2014/main" id="{1C8F9151-E430-9E48-BC52-ECDD1C4DFB70}"/>
              </a:ext>
            </a:extLst>
          </p:cNvPr>
          <p:cNvSpPr>
            <a:spLocks noGrp="1"/>
          </p:cNvSpPr>
          <p:nvPr>
            <p:ph type="chart" sz="quarter" idx="23" hasCustomPrompt="1"/>
          </p:nvPr>
        </p:nvSpPr>
        <p:spPr>
          <a:xfrm>
            <a:off x="4245226" y="1520826"/>
            <a:ext cx="3732291" cy="2567152"/>
          </a:xfrm>
        </p:spPr>
        <p:txBody>
          <a:bodyPr anchor="ctr" anchorCtr="0"/>
          <a:lstStyle>
            <a:lvl1pPr algn="ctr" rtl="0">
              <a:defRPr sz="1000"/>
            </a:lvl1pPr>
          </a:lstStyle>
          <a:p>
            <a:r>
              <a:rPr lang="en-AU"/>
              <a:t>H</a:t>
            </a:r>
          </a:p>
        </p:txBody>
      </p:sp>
      <p:sp>
        <p:nvSpPr>
          <p:cNvPr id="17" name="Chart Placeholder 3">
            <a:extLst>
              <a:ext uri="{FF2B5EF4-FFF2-40B4-BE49-F238E27FC236}">
                <a16:creationId xmlns:a16="http://schemas.microsoft.com/office/drawing/2014/main" id="{FF79B36D-D641-744B-BA4C-687E6D90E7C5}"/>
              </a:ext>
            </a:extLst>
          </p:cNvPr>
          <p:cNvSpPr>
            <a:spLocks noGrp="1"/>
          </p:cNvSpPr>
          <p:nvPr>
            <p:ph type="chart" sz="quarter" idx="24" hasCustomPrompt="1"/>
          </p:nvPr>
        </p:nvSpPr>
        <p:spPr>
          <a:xfrm>
            <a:off x="8167520" y="1520826"/>
            <a:ext cx="3732291" cy="2567152"/>
          </a:xfrm>
        </p:spPr>
        <p:txBody>
          <a:bodyPr anchor="ctr" anchorCtr="0"/>
          <a:lstStyle>
            <a:lvl1pPr algn="ctr" rtl="0">
              <a:defRPr sz="1000"/>
            </a:lvl1pPr>
          </a:lstStyle>
          <a:p>
            <a:r>
              <a:rPr lang="en-AU"/>
              <a:t>H</a:t>
            </a:r>
          </a:p>
        </p:txBody>
      </p:sp>
      <p:pic>
        <p:nvPicPr>
          <p:cNvPr id="18" name="Picture 17">
            <a:extLst>
              <a:ext uri="{FF2B5EF4-FFF2-40B4-BE49-F238E27FC236}">
                <a16:creationId xmlns:a16="http://schemas.microsoft.com/office/drawing/2014/main" id="{6F229A43-7FBA-4C08-A782-FC6CC708206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601215736"/>
      </p:ext>
    </p:extLst>
  </p:cSld>
  <p:clrMapOvr>
    <a:masterClrMapping/>
  </p:clrMapOvr>
  <p:hf hdr="0" dt="0"/>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 Table">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6861FEF-7A7B-2F45-4078-A093F6859A9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16861FEF-7A7B-2F45-4078-A093F6859A9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able Placeholder 2">
            <a:extLst>
              <a:ext uri="{FF2B5EF4-FFF2-40B4-BE49-F238E27FC236}">
                <a16:creationId xmlns:a16="http://schemas.microsoft.com/office/drawing/2014/main" id="{42E67822-7E9C-2749-81BF-4DBDF5EDDF0F}"/>
              </a:ext>
            </a:extLst>
          </p:cNvPr>
          <p:cNvSpPr>
            <a:spLocks noGrp="1"/>
          </p:cNvSpPr>
          <p:nvPr>
            <p:ph type="tbl" sz="quarter" idx="10"/>
          </p:nvPr>
        </p:nvSpPr>
        <p:spPr>
          <a:xfrm>
            <a:off x="334963" y="1520825"/>
            <a:ext cx="11569700" cy="4276229"/>
          </a:xfrm>
        </p:spPr>
        <p:txBody>
          <a:bodyPr/>
          <a:lstStyle>
            <a:lvl1pPr rtl="0">
              <a:defRPr/>
            </a:lvl1pPr>
          </a:lstStyle>
          <a:p>
            <a:r>
              <a:rPr lang="en-US"/>
              <a:t>Click icon to add table</a:t>
            </a:r>
            <a:endParaRPr lang="en-AU"/>
          </a:p>
        </p:txBody>
      </p:sp>
      <p:pic>
        <p:nvPicPr>
          <p:cNvPr id="7" name="Picture 6">
            <a:extLst>
              <a:ext uri="{FF2B5EF4-FFF2-40B4-BE49-F238E27FC236}">
                <a16:creationId xmlns:a16="http://schemas.microsoft.com/office/drawing/2014/main" id="{0497601E-6F80-430E-97F0-9E9A7C06C1BE}"/>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3500255102"/>
      </p:ext>
    </p:extLst>
  </p:cSld>
  <p:clrMapOvr>
    <a:masterClrMapping/>
  </p:clrMapOvr>
  <p:hf hd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1_Closing Slide Blue">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D6E1C1D-2D9A-A9DF-DD87-4743181A70F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2D6E1C1D-2D9A-A9DF-DD87-4743181A70F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334963" y="5946802"/>
            <a:ext cx="11557000" cy="662782"/>
          </a:xfrm>
        </p:spPr>
        <p:txBody>
          <a:bodyPr vert="horz" anchor="b" anchorCtr="0"/>
          <a:lstStyle>
            <a:lvl1pPr algn="ctr" rtl="0">
              <a:defRPr sz="145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5314055" y="2650331"/>
            <a:ext cx="1558142" cy="1562613"/>
          </a:xfrm>
          <a:prstGeom prst="rect">
            <a:avLst/>
          </a:prstGeom>
        </p:spPr>
      </p:pic>
    </p:spTree>
    <p:extLst>
      <p:ext uri="{BB962C8B-B14F-4D97-AF65-F5344CB8AC3E}">
        <p14:creationId xmlns:p14="http://schemas.microsoft.com/office/powerpoint/2010/main" val="1516633039"/>
      </p:ext>
    </p:extLst>
  </p:cSld>
  <p:clrMapOvr>
    <a:masterClrMapping/>
  </p:clrMapOvr>
  <p:hf hd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losing Slide Red">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79FB55A-6D14-38E3-4812-AB49766B130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879FB55A-6D14-38E3-4812-AB49766B13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334963" y="5946802"/>
            <a:ext cx="11557000" cy="662782"/>
          </a:xfrm>
        </p:spPr>
        <p:txBody>
          <a:bodyPr vert="horz" anchor="b" anchorCtr="0"/>
          <a:lstStyle>
            <a:lvl1pPr algn="ctr" rtl="0">
              <a:defRPr sz="145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5314055" y="2650331"/>
            <a:ext cx="1558142" cy="1562613"/>
          </a:xfrm>
          <a:prstGeom prst="rect">
            <a:avLst/>
          </a:prstGeom>
        </p:spPr>
      </p:pic>
    </p:spTree>
    <p:extLst>
      <p:ext uri="{BB962C8B-B14F-4D97-AF65-F5344CB8AC3E}">
        <p14:creationId xmlns:p14="http://schemas.microsoft.com/office/powerpoint/2010/main" val="2629575920"/>
      </p:ext>
    </p:extLst>
  </p:cSld>
  <p:clrMapOvr>
    <a:masterClrMapping/>
  </p:clrMapOvr>
  <p:hf hd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Closing Slide">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537FA13-584D-1F7B-1D23-8EEAB4A9E0D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1537FA13-584D-1F7B-1D23-8EEAB4A9E0D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334963" y="5946802"/>
            <a:ext cx="11557000" cy="662782"/>
          </a:xfrm>
        </p:spPr>
        <p:txBody>
          <a:bodyPr vert="horz" anchor="b" anchorCtr="0"/>
          <a:lstStyle>
            <a:lvl1pPr algn="ctr" rtl="0">
              <a:defRPr sz="1450">
                <a:solidFill>
                  <a:schemeClr val="tx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5314055" y="2650331"/>
            <a:ext cx="1558143" cy="1562613"/>
          </a:xfrm>
          <a:prstGeom prst="rect">
            <a:avLst/>
          </a:prstGeom>
        </p:spPr>
      </p:pic>
    </p:spTree>
    <p:extLst>
      <p:ext uri="{BB962C8B-B14F-4D97-AF65-F5344CB8AC3E}">
        <p14:creationId xmlns:p14="http://schemas.microsoft.com/office/powerpoint/2010/main" val="1281908419"/>
      </p:ext>
    </p:extLst>
  </p:cSld>
  <p:clrMapOvr>
    <a:masterClrMapping/>
  </p:clrMapOvr>
  <p:hf hd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_Title Slide Blue BG">
    <p:bg>
      <p:bgPr>
        <a:solidFill>
          <a:schemeClr val="accent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19687FE7-DA4F-627B-428D-FC22378F186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19687FE7-DA4F-627B-428D-FC22378F186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4" y="1564967"/>
            <a:ext cx="11603979" cy="751988"/>
          </a:xfrm>
        </p:spPr>
        <p:txBody>
          <a:bodyPr vert="horz" anchor="t" anchorCtr="0"/>
          <a:lstStyle>
            <a:lvl1pPr algn="l" rtl="0">
              <a:defRPr sz="4399">
                <a:solidFill>
                  <a:schemeClr val="bg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6" y="2316955"/>
            <a:ext cx="6955012" cy="3257732"/>
          </a:xfrm>
        </p:spPr>
        <p:txBody>
          <a:bodyPr/>
          <a:lstStyle>
            <a:lvl1pPr marL="0" indent="0" algn="l" rtl="0">
              <a:buNone/>
              <a:defRPr sz="1999">
                <a:solidFill>
                  <a:schemeClr val="bg1"/>
                </a:solidFill>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AU"/>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2" y="5946513"/>
            <a:ext cx="5761037" cy="652463"/>
          </a:xfrm>
        </p:spPr>
        <p:txBody>
          <a:bodyPr anchor="b" anchorCtr="0"/>
          <a:lstStyle>
            <a:lvl1pPr rtl="0">
              <a:defRPr sz="1400">
                <a:solidFill>
                  <a:schemeClr val="bg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34964" y="2"/>
            <a:ext cx="1235283" cy="1235283"/>
          </a:xfrm>
          <a:prstGeom prst="rect">
            <a:avLst/>
          </a:prstGeom>
        </p:spPr>
      </p:pic>
    </p:spTree>
    <p:extLst>
      <p:ext uri="{BB962C8B-B14F-4D97-AF65-F5344CB8AC3E}">
        <p14:creationId xmlns:p14="http://schemas.microsoft.com/office/powerpoint/2010/main" val="1696038621"/>
      </p:ext>
    </p:extLst>
  </p:cSld>
  <p:clrMapOvr>
    <a:masterClrMapping/>
  </p:clrMapOvr>
  <p:hf hd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1_Title Slide Image BG">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BB012689-8B35-C824-B4C8-1BA7EF1AD54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BB012689-8B35-C824-B4C8-1BA7EF1AD5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4" y="1564968"/>
            <a:ext cx="6983074" cy="1341311"/>
          </a:xfrm>
        </p:spPr>
        <p:txBody>
          <a:bodyPr vert="horz" anchor="t" anchorCtr="0"/>
          <a:lstStyle>
            <a:lvl1pPr algn="l" rtl="0">
              <a:defRPr sz="4399">
                <a:solidFill>
                  <a:schemeClr val="bg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6" y="2935397"/>
            <a:ext cx="6955012" cy="2668410"/>
          </a:xfrm>
        </p:spPr>
        <p:txBody>
          <a:bodyPr/>
          <a:lstStyle>
            <a:lvl1pPr marL="0" indent="0" algn="l" rtl="0">
              <a:buNone/>
              <a:defRPr sz="1999">
                <a:solidFill>
                  <a:schemeClr val="bg1"/>
                </a:solidFill>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AU"/>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2" y="5946513"/>
            <a:ext cx="5761037" cy="652463"/>
          </a:xfrm>
        </p:spPr>
        <p:txBody>
          <a:bodyPr anchor="b" anchorCtr="0"/>
          <a:lstStyle>
            <a:lvl1pPr rtl="0">
              <a:defRPr sz="1400">
                <a:solidFill>
                  <a:schemeClr val="bg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34964" y="2"/>
            <a:ext cx="1235283" cy="1235283"/>
          </a:xfrm>
          <a:prstGeom prst="rect">
            <a:avLst/>
          </a:prstGeom>
        </p:spPr>
      </p:pic>
    </p:spTree>
    <p:extLst>
      <p:ext uri="{BB962C8B-B14F-4D97-AF65-F5344CB8AC3E}">
        <p14:creationId xmlns:p14="http://schemas.microsoft.com/office/powerpoint/2010/main" val="2604729232"/>
      </p:ext>
    </p:extLst>
  </p:cSld>
  <p:clrMapOvr>
    <a:masterClrMapping/>
  </p:clrMapOvr>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Title Slide White BG">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3FAADAD-20C2-9073-D0DD-36543894A34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43FAADAD-20C2-9073-D0DD-36543894A34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4" y="1564968"/>
            <a:ext cx="6983074" cy="1341311"/>
          </a:xfrm>
        </p:spPr>
        <p:txBody>
          <a:bodyPr vert="horz" anchor="t" anchorCtr="0"/>
          <a:lstStyle>
            <a:lvl1pPr algn="l" rtl="0">
              <a:defRPr sz="4399">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6" y="2935397"/>
            <a:ext cx="6955012" cy="2668410"/>
          </a:xfrm>
        </p:spPr>
        <p:txBody>
          <a:bodyPr/>
          <a:lstStyle>
            <a:lvl1pPr marL="0" indent="0" algn="l" rtl="0">
              <a:buNone/>
              <a:defRPr sz="1999">
                <a:solidFill>
                  <a:schemeClr val="tx1"/>
                </a:solidFill>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AU"/>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2" y="5946513"/>
            <a:ext cx="5761037" cy="652463"/>
          </a:xfrm>
        </p:spPr>
        <p:txBody>
          <a:bodyPr anchor="b" anchorCtr="0"/>
          <a:lstStyle>
            <a:lvl1pPr rtl="0">
              <a:defRPr sz="1400">
                <a:solidFill>
                  <a:schemeClr val="tx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0087522" y="4753523"/>
            <a:ext cx="2104479" cy="2104479"/>
          </a:xfrm>
          <a:prstGeom prst="rect">
            <a:avLst/>
          </a:prstGeom>
        </p:spPr>
      </p:pic>
    </p:spTree>
    <p:extLst>
      <p:ext uri="{BB962C8B-B14F-4D97-AF65-F5344CB8AC3E}">
        <p14:creationId xmlns:p14="http://schemas.microsoft.com/office/powerpoint/2010/main" val="875821909"/>
      </p:ext>
    </p:extLst>
  </p:cSld>
  <p:clrMapOvr>
    <a:masterClrMapping/>
  </p:clrMapOvr>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2_Contents Blue BG">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29CAD5F-3A68-1A9D-93E3-38089090616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429CAD5F-3A68-1A9D-93E3-38089090616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3999">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4" y="1485883"/>
            <a:ext cx="5292725" cy="3668713"/>
          </a:xfrm>
        </p:spPr>
        <p:txBody>
          <a:bodyPr/>
          <a:lstStyle>
            <a:lvl1pPr>
              <a:defRPr>
                <a:solidFill>
                  <a:schemeClr val="bg1"/>
                </a:solidFill>
              </a:defRPr>
            </a:lvl1pPr>
          </a:lstStyle>
          <a:p>
            <a:r>
              <a:rPr lang="en-US"/>
              <a:t>Click icon to add table</a:t>
            </a:r>
          </a:p>
        </p:txBody>
      </p:sp>
    </p:spTree>
    <p:extLst>
      <p:ext uri="{BB962C8B-B14F-4D97-AF65-F5344CB8AC3E}">
        <p14:creationId xmlns:p14="http://schemas.microsoft.com/office/powerpoint/2010/main" val="3786659439"/>
      </p:ext>
    </p:extLst>
  </p:cSld>
  <p:clrMapOvr>
    <a:masterClrMapping/>
  </p:clrMapOvr>
  <p:hf hd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1_Contents Red BG">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A775AF9-D652-E010-8F15-521BD03BB9E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0A775AF9-D652-E010-8F15-521BD03BB9E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3999">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4" y="1485883"/>
            <a:ext cx="5292725" cy="3668713"/>
          </a:xfrm>
        </p:spPr>
        <p:txBody>
          <a:bodyPr/>
          <a:lstStyle>
            <a:lvl1pPr>
              <a:defRPr>
                <a:solidFill>
                  <a:schemeClr val="bg1"/>
                </a:solidFill>
              </a:defRPr>
            </a:lvl1pPr>
          </a:lstStyle>
          <a:p>
            <a:r>
              <a:rPr lang="en-US"/>
              <a:t>Click icon to add table</a:t>
            </a:r>
          </a:p>
        </p:txBody>
      </p:sp>
    </p:spTree>
    <p:extLst>
      <p:ext uri="{BB962C8B-B14F-4D97-AF65-F5344CB8AC3E}">
        <p14:creationId xmlns:p14="http://schemas.microsoft.com/office/powerpoint/2010/main" val="2282195800"/>
      </p:ext>
    </p:extLst>
  </p:cSld>
  <p:clrMapOvr>
    <a:masterClrMapping/>
  </p:clrMapOvr>
  <p:hf hd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1_Contents White BG">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9ED4C4A-25C0-044B-E78B-9CD3A75BB4F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F9ED4C4A-25C0-044B-E78B-9CD3A75BB4F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3999">
                <a:solidFill>
                  <a:schemeClr val="tx1"/>
                </a:solidFill>
              </a:defRPr>
            </a:lvl1pPr>
          </a:lstStyle>
          <a:p>
            <a:r>
              <a:rPr lang="en-US"/>
              <a:t>Click to edit Master title style</a:t>
            </a:r>
            <a:endParaRPr lang="en-AU"/>
          </a:p>
        </p:txBody>
      </p:sp>
      <p:sp>
        <p:nvSpPr>
          <p:cNvPr id="11" name="TextBox 10">
            <a:extLst>
              <a:ext uri="{FF2B5EF4-FFF2-40B4-BE49-F238E27FC236}">
                <a16:creationId xmlns:a16="http://schemas.microsoft.com/office/drawing/2014/main" id="{16ECB6AB-28A4-A24D-94AC-8F8437843BE3}"/>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4" y="1485883"/>
            <a:ext cx="5292725" cy="3668713"/>
          </a:xfrm>
        </p:spPr>
        <p:txBody>
          <a:bodyPr/>
          <a:lstStyle>
            <a:lvl1pPr>
              <a:defRPr>
                <a:solidFill>
                  <a:schemeClr val="tx1"/>
                </a:solidFill>
              </a:defRPr>
            </a:lvl1pPr>
          </a:lstStyle>
          <a:p>
            <a:r>
              <a:rPr lang="en-US"/>
              <a:t>Click icon to add table</a:t>
            </a:r>
          </a:p>
        </p:txBody>
      </p:sp>
      <p:pic>
        <p:nvPicPr>
          <p:cNvPr id="6" name="Picture 5">
            <a:extLst>
              <a:ext uri="{FF2B5EF4-FFF2-40B4-BE49-F238E27FC236}">
                <a16:creationId xmlns:a16="http://schemas.microsoft.com/office/drawing/2014/main" id="{797DA6C7-23F6-45FA-8F76-A19192F914D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4591" y="5961068"/>
            <a:ext cx="598355" cy="600071"/>
          </a:xfrm>
          <a:prstGeom prst="rect">
            <a:avLst/>
          </a:prstGeom>
        </p:spPr>
      </p:pic>
    </p:spTree>
    <p:extLst>
      <p:ext uri="{BB962C8B-B14F-4D97-AF65-F5344CB8AC3E}">
        <p14:creationId xmlns:p14="http://schemas.microsoft.com/office/powerpoint/2010/main" val="613644324"/>
      </p:ext>
    </p:extLst>
  </p:cSld>
  <p:clrMapOvr>
    <a:masterClrMapping/>
  </p:clrMapOvr>
  <p:hf hd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1_Contents Blue Image">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899C96E-48D3-F7E4-E03D-C33AFFF8B1B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8899C96E-48D3-F7E4-E03D-C33AFFF8B1B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8" y="520260"/>
            <a:ext cx="5330561" cy="1081397"/>
          </a:xfrm>
        </p:spPr>
        <p:txBody>
          <a:bodyPr vert="horz"/>
          <a:lstStyle>
            <a:lvl1pPr rtl="0">
              <a:defRPr sz="3999">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4" y="1485883"/>
            <a:ext cx="5292725" cy="3668713"/>
          </a:xfrm>
        </p:spPr>
        <p:txBody>
          <a:bodyPr/>
          <a:lstStyle>
            <a:lvl1pPr>
              <a:defRPr>
                <a:solidFill>
                  <a:schemeClr val="bg1"/>
                </a:solidFill>
              </a:defRPr>
            </a:lvl1pPr>
          </a:lstStyle>
          <a:p>
            <a:r>
              <a:rPr lang="en-US"/>
              <a:t>Click icon to add table</a:t>
            </a:r>
          </a:p>
        </p:txBody>
      </p:sp>
      <p:sp>
        <p:nvSpPr>
          <p:cNvPr id="6" name="Picture Placeholder 3">
            <a:extLst>
              <a:ext uri="{FF2B5EF4-FFF2-40B4-BE49-F238E27FC236}">
                <a16:creationId xmlns:a16="http://schemas.microsoft.com/office/drawing/2014/main" id="{97D64D56-A207-B64C-8FA9-1EF5091E7842}"/>
              </a:ext>
            </a:extLst>
          </p:cNvPr>
          <p:cNvSpPr>
            <a:spLocks noGrp="1"/>
          </p:cNvSpPr>
          <p:nvPr>
            <p:ph type="pic" sz="quarter" idx="11"/>
          </p:nvPr>
        </p:nvSpPr>
        <p:spPr>
          <a:xfrm>
            <a:off x="6096000" y="0"/>
            <a:ext cx="6096001" cy="6858000"/>
          </a:xfrm>
          <a:solidFill>
            <a:schemeClr val="bg1">
              <a:lumMod val="85000"/>
            </a:schemeClr>
          </a:solidFill>
        </p:spPr>
        <p:txBody>
          <a:bodyPr anchor="ctr" anchorCtr="0"/>
          <a:lstStyle>
            <a:lvl1pPr algn="ctr">
              <a:defRPr sz="900"/>
            </a:lvl1pPr>
          </a:lstStyle>
          <a:p>
            <a:r>
              <a:rPr lang="en-US"/>
              <a:t>Click icon to add picture</a:t>
            </a:r>
          </a:p>
        </p:txBody>
      </p:sp>
      <p:sp>
        <p:nvSpPr>
          <p:cNvPr id="8" name="Text Placeholder 5">
            <a:extLst>
              <a:ext uri="{FF2B5EF4-FFF2-40B4-BE49-F238E27FC236}">
                <a16:creationId xmlns:a16="http://schemas.microsoft.com/office/drawing/2014/main" id="{3639925A-8566-B142-9D58-36B99C9AE3C5}"/>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2167628108"/>
      </p:ext>
    </p:extLst>
  </p:cSld>
  <p:clrMapOvr>
    <a:masterClrMapping/>
  </p:clrMapOvr>
  <p:hf hd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_Contents Red Image">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31C09BE-B56F-BEC9-0642-84151AD09FB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731C09BE-B56F-BEC9-0642-84151AD09FB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8" y="520259"/>
            <a:ext cx="5330561" cy="1000566"/>
          </a:xfrm>
        </p:spPr>
        <p:txBody>
          <a:bodyPr vert="horz"/>
          <a:lstStyle>
            <a:lvl1pPr rtl="0">
              <a:defRPr sz="3999">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4" y="1485883"/>
            <a:ext cx="5292725" cy="3668713"/>
          </a:xfrm>
        </p:spPr>
        <p:txBody>
          <a:bodyPr/>
          <a:lstStyle>
            <a:lvl1pPr>
              <a:defRPr>
                <a:solidFill>
                  <a:schemeClr val="bg1"/>
                </a:solidFill>
              </a:defRPr>
            </a:lvl1pPr>
          </a:lstStyle>
          <a:p>
            <a:r>
              <a:rPr lang="en-US"/>
              <a:t>Click icon to add table</a:t>
            </a:r>
          </a:p>
        </p:txBody>
      </p:sp>
      <p:sp>
        <p:nvSpPr>
          <p:cNvPr id="6" name="Picture Placeholder 3">
            <a:extLst>
              <a:ext uri="{FF2B5EF4-FFF2-40B4-BE49-F238E27FC236}">
                <a16:creationId xmlns:a16="http://schemas.microsoft.com/office/drawing/2014/main" id="{24BFAA4C-ED30-0547-81D9-54EB7AD7A18B}"/>
              </a:ext>
            </a:extLst>
          </p:cNvPr>
          <p:cNvSpPr>
            <a:spLocks noGrp="1"/>
          </p:cNvSpPr>
          <p:nvPr>
            <p:ph type="pic" sz="quarter" idx="11"/>
          </p:nvPr>
        </p:nvSpPr>
        <p:spPr>
          <a:xfrm>
            <a:off x="6096000" y="0"/>
            <a:ext cx="6096001" cy="6858000"/>
          </a:xfrm>
          <a:solidFill>
            <a:schemeClr val="bg1">
              <a:lumMod val="85000"/>
            </a:schemeClr>
          </a:solidFill>
        </p:spPr>
        <p:txBody>
          <a:bodyPr anchor="ctr" anchorCtr="0"/>
          <a:lstStyle>
            <a:lvl1pPr algn="ctr">
              <a:defRPr sz="900"/>
            </a:lvl1pPr>
          </a:lstStyle>
          <a:p>
            <a:r>
              <a:rPr lang="en-US"/>
              <a:t>Click icon to add picture</a:t>
            </a:r>
          </a:p>
        </p:txBody>
      </p:sp>
      <p:sp>
        <p:nvSpPr>
          <p:cNvPr id="8" name="Text Placeholder 5">
            <a:extLst>
              <a:ext uri="{FF2B5EF4-FFF2-40B4-BE49-F238E27FC236}">
                <a16:creationId xmlns:a16="http://schemas.microsoft.com/office/drawing/2014/main" id="{48FE9D90-7B35-7D48-AB56-70E03C10BFA9}"/>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2196134926"/>
      </p:ext>
    </p:extLst>
  </p:cSld>
  <p:clrMapOvr>
    <a:masterClrMapping/>
  </p:clrMapOvr>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Contents White Image">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8E532AC-1A38-2E11-C8FB-F61121F7D64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F8E532AC-1A38-2E11-C8FB-F61121F7D64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Picture Placeholder 3">
            <a:extLst>
              <a:ext uri="{FF2B5EF4-FFF2-40B4-BE49-F238E27FC236}">
                <a16:creationId xmlns:a16="http://schemas.microsoft.com/office/drawing/2014/main" id="{F3A10909-DB1D-8D44-AC6F-6E573117A402}"/>
              </a:ext>
            </a:extLst>
          </p:cNvPr>
          <p:cNvSpPr>
            <a:spLocks noGrp="1"/>
          </p:cNvSpPr>
          <p:nvPr>
            <p:ph type="pic" sz="quarter" idx="11"/>
          </p:nvPr>
        </p:nvSpPr>
        <p:spPr>
          <a:xfrm>
            <a:off x="6096000" y="0"/>
            <a:ext cx="6096001" cy="6858000"/>
          </a:xfrm>
          <a:solidFill>
            <a:schemeClr val="bg1">
              <a:lumMod val="85000"/>
            </a:schemeClr>
          </a:solidFill>
        </p:spPr>
        <p:txBody>
          <a:bodyPr anchor="ctr" anchorCtr="0"/>
          <a:lstStyle>
            <a:lvl1pPr algn="ctr">
              <a:defRPr sz="900"/>
            </a:lvl1pPr>
          </a:lstStyle>
          <a:p>
            <a:r>
              <a:rPr lang="en-US"/>
              <a:t>Click icon to add picture</a:t>
            </a:r>
          </a:p>
        </p:txBody>
      </p:sp>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8" y="520259"/>
            <a:ext cx="5330561" cy="1000566"/>
          </a:xfrm>
        </p:spPr>
        <p:txBody>
          <a:bodyPr vert="horz"/>
          <a:lstStyle>
            <a:lvl1pPr rtl="0">
              <a:defRPr sz="3999">
                <a:solidFill>
                  <a:schemeClr val="tx1"/>
                </a:solidFill>
              </a:defRPr>
            </a:lvl1pPr>
          </a:lstStyle>
          <a:p>
            <a:r>
              <a:rPr lang="en-US"/>
              <a:t>Click to edit Master title style</a:t>
            </a:r>
            <a:endParaRPr lang="en-AU"/>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4" y="1485883"/>
            <a:ext cx="5292725" cy="3668713"/>
          </a:xfrm>
        </p:spPr>
        <p:txBody>
          <a:bodyPr/>
          <a:lstStyle>
            <a:lvl1pPr>
              <a:defRPr>
                <a:solidFill>
                  <a:schemeClr val="tx1"/>
                </a:solidFill>
              </a:defRPr>
            </a:lvl1pPr>
          </a:lstStyle>
          <a:p>
            <a:r>
              <a:rPr lang="en-US"/>
              <a:t>Click icon to add table</a:t>
            </a:r>
          </a:p>
        </p:txBody>
      </p:sp>
      <p:pic>
        <p:nvPicPr>
          <p:cNvPr id="8" name="Picture 7">
            <a:extLst>
              <a:ext uri="{FF2B5EF4-FFF2-40B4-BE49-F238E27FC236}">
                <a16:creationId xmlns:a16="http://schemas.microsoft.com/office/drawing/2014/main" id="{CB060DD0-848A-C048-B5DA-AAFFE761418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2" y="5961068"/>
            <a:ext cx="598355" cy="600071"/>
          </a:xfrm>
          <a:prstGeom prst="rect">
            <a:avLst/>
          </a:prstGeom>
        </p:spPr>
      </p:pic>
      <p:sp>
        <p:nvSpPr>
          <p:cNvPr id="6" name="Text Placeholder 5">
            <a:extLst>
              <a:ext uri="{FF2B5EF4-FFF2-40B4-BE49-F238E27FC236}">
                <a16:creationId xmlns:a16="http://schemas.microsoft.com/office/drawing/2014/main" id="{0FDB0AF8-6E47-414D-8E34-56606A126527}"/>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628748126"/>
      </p:ext>
    </p:extLst>
  </p:cSld>
  <p:clrMapOvr>
    <a:masterClrMapping/>
  </p:clrMapOvr>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Section Title Boxed Right + Image Light">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7927B50-5836-D8F4-4468-1C931FD15AE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E7927B50-5836-D8F4-4468-1C931FD15AE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7979160"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vert="horz" anchor="t" anchorCtr="0"/>
          <a:lstStyle>
            <a:lvl1pPr algn="l" rtl="0">
              <a:defRPr sz="3999">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5"/>
            <a:ext cx="3606274" cy="2029899"/>
          </a:xfrm>
        </p:spPr>
        <p:txBody>
          <a:bodyPr/>
          <a:lstStyle>
            <a:lvl1pPr marL="0" indent="0" algn="l" rtl="0">
              <a:buNone/>
              <a:defRPr sz="1400">
                <a:solidFill>
                  <a:schemeClr val="tx1"/>
                </a:solidFill>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AU"/>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4591" y="5961068"/>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93343356"/>
      </p:ext>
    </p:extLst>
  </p:cSld>
  <p:clrMapOvr>
    <a:masterClrMapping/>
  </p:clrMapOvr>
  <p:hf hd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1_Section Title Boxed Right + Image Dark">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60B0C38-8340-F9D8-3C30-BCE3D5EE7AD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E60B0C38-8340-F9D8-3C30-BCE3D5EE7AD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7979160"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vert="horz" anchor="t" anchorCtr="0"/>
          <a:lstStyle>
            <a:lvl1pPr algn="l" rtl="0">
              <a:defRPr sz="3999">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5"/>
            <a:ext cx="3606274" cy="2029899"/>
          </a:xfrm>
        </p:spPr>
        <p:txBody>
          <a:bodyPr/>
          <a:lstStyle>
            <a:lvl1pPr marL="0" indent="0" algn="l" rtl="0">
              <a:buNone/>
              <a:defRPr sz="1400">
                <a:solidFill>
                  <a:schemeClr val="tx1"/>
                </a:solidFill>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AU"/>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4591" y="5961068"/>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Tree>
    <p:extLst>
      <p:ext uri="{BB962C8B-B14F-4D97-AF65-F5344CB8AC3E}">
        <p14:creationId xmlns:p14="http://schemas.microsoft.com/office/powerpoint/2010/main" val="2781078164"/>
      </p:ext>
    </p:extLst>
  </p:cSld>
  <p:clrMapOvr>
    <a:masterClrMapping/>
  </p:clrMapOvr>
  <p:hf hd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Section Title Boxed Left + Image Dark">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3D9210B-8648-41E4-184C-92C120099AD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43D9210B-8648-41E4-184C-92C120099AD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0" y="0"/>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5385" y="312762"/>
            <a:ext cx="3640032" cy="683178"/>
          </a:xfrm>
          <a:noFill/>
        </p:spPr>
        <p:txBody>
          <a:bodyPr vert="horz" anchor="t" anchorCtr="0"/>
          <a:lstStyle>
            <a:lvl1pPr algn="l" rtl="0">
              <a:defRPr sz="3999">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06530" y="995940"/>
            <a:ext cx="3606274" cy="2029899"/>
          </a:xfrm>
        </p:spPr>
        <p:txBody>
          <a:bodyPr/>
          <a:lstStyle>
            <a:lvl1pPr marL="0" indent="0" algn="l" rtl="0">
              <a:buNone/>
              <a:defRPr sz="1400">
                <a:solidFill>
                  <a:schemeClr val="tx1"/>
                </a:solidFill>
              </a:defRPr>
            </a:lvl1pPr>
            <a:lvl2pPr marL="457063" indent="0" algn="ctr">
              <a:buNone/>
              <a:defRPr sz="1999"/>
            </a:lvl2pPr>
            <a:lvl3pPr marL="914126" indent="0" algn="ctr">
              <a:buNone/>
              <a:defRPr sz="1799"/>
            </a:lvl3pPr>
            <a:lvl4pPr marL="1371189" indent="0" algn="ctr">
              <a:buNone/>
              <a:defRPr sz="1600"/>
            </a:lvl4pPr>
            <a:lvl5pPr marL="1828251" indent="0" algn="ctr">
              <a:buNone/>
              <a:defRPr sz="1600"/>
            </a:lvl5pPr>
            <a:lvl6pPr marL="2285314" indent="0" algn="ctr">
              <a:buNone/>
              <a:defRPr sz="1600"/>
            </a:lvl6pPr>
            <a:lvl7pPr marL="2742377" indent="0" algn="ctr">
              <a:buNone/>
              <a:defRPr sz="1600"/>
            </a:lvl7pPr>
            <a:lvl8pPr marL="3199440" indent="0" algn="ctr">
              <a:buNone/>
              <a:defRPr sz="1600"/>
            </a:lvl8pPr>
            <a:lvl9pPr marL="3656503" indent="0" algn="ctr">
              <a:buNone/>
              <a:defRPr sz="1600"/>
            </a:lvl9pPr>
          </a:lstStyle>
          <a:p>
            <a:r>
              <a:rPr lang="en-US"/>
              <a:t>Click to edit Master subtitle style</a:t>
            </a:r>
            <a:endParaRPr lang="en-AU"/>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34964" y="3322704"/>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Tree>
    <p:extLst>
      <p:ext uri="{BB962C8B-B14F-4D97-AF65-F5344CB8AC3E}">
        <p14:creationId xmlns:p14="http://schemas.microsoft.com/office/powerpoint/2010/main" val="1057168454"/>
      </p:ext>
    </p:extLst>
  </p:cSld>
  <p:clrMapOvr>
    <a:masterClrMapping/>
  </p:clrMapOvr>
  <p:hf hdr="0" dt="0"/>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1_Section Title + Image">
    <p:bg>
      <p:bgPr>
        <a:solidFill>
          <a:schemeClr val="accent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6D2B6B6-042D-8617-0E7D-CE0C7BBEC28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36D2B6B6-042D-8617-0E7D-CE0C7BBEC2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8" y="520260"/>
            <a:ext cx="5330561" cy="1081397"/>
          </a:xfrm>
        </p:spPr>
        <p:txBody>
          <a:bodyPr vert="horz"/>
          <a:lstStyle>
            <a:lvl1pPr rtl="0">
              <a:defRPr sz="3999">
                <a:solidFill>
                  <a:schemeClr val="bg1"/>
                </a:solidFill>
              </a:defRPr>
            </a:lvl1pPr>
          </a:lstStyle>
          <a:p>
            <a:r>
              <a:rPr lang="en-US"/>
              <a:t>Click to edit Master title style</a:t>
            </a:r>
            <a:endParaRPr lang="en-AU"/>
          </a:p>
        </p:txBody>
      </p:sp>
      <p:sp>
        <p:nvSpPr>
          <p:cNvPr id="13" name="Picture Placeholder 3">
            <a:extLst>
              <a:ext uri="{FF2B5EF4-FFF2-40B4-BE49-F238E27FC236}">
                <a16:creationId xmlns:a16="http://schemas.microsoft.com/office/drawing/2014/main" id="{157BC42C-9907-CB41-B0B6-E072DBC5B2DF}"/>
              </a:ext>
            </a:extLst>
          </p:cNvPr>
          <p:cNvSpPr>
            <a:spLocks noGrp="1"/>
          </p:cNvSpPr>
          <p:nvPr>
            <p:ph type="pic" sz="quarter" idx="11"/>
          </p:nvPr>
        </p:nvSpPr>
        <p:spPr>
          <a:xfrm>
            <a:off x="6096000" y="0"/>
            <a:ext cx="6096001" cy="6858000"/>
          </a:xfrm>
          <a:solidFill>
            <a:schemeClr val="bg1">
              <a:lumMod val="85000"/>
            </a:schemeClr>
          </a:solidFill>
        </p:spPr>
        <p:txBody>
          <a:bodyPr anchor="ctr" anchorCtr="0"/>
          <a:lstStyle>
            <a:lvl1pPr algn="ctr">
              <a:defRPr sz="900"/>
            </a:lvl1pPr>
          </a:lstStyle>
          <a:p>
            <a:r>
              <a:rPr lang="en-US"/>
              <a:t>Click icon to add picture</a:t>
            </a:r>
          </a:p>
        </p:txBody>
      </p:sp>
      <p:sp>
        <p:nvSpPr>
          <p:cNvPr id="14" name="Text Placeholder 5">
            <a:extLst>
              <a:ext uri="{FF2B5EF4-FFF2-40B4-BE49-F238E27FC236}">
                <a16:creationId xmlns:a16="http://schemas.microsoft.com/office/drawing/2014/main" id="{058970AF-5177-F742-88AA-569E9331B713}"/>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pic>
        <p:nvPicPr>
          <p:cNvPr id="10" name="Picture 9">
            <a:extLst>
              <a:ext uri="{FF2B5EF4-FFF2-40B4-BE49-F238E27FC236}">
                <a16:creationId xmlns:a16="http://schemas.microsoft.com/office/drawing/2014/main" id="{11418AF1-1700-434B-B0C1-075C68E249F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4" y="1485881"/>
            <a:ext cx="5292725" cy="4440238"/>
          </a:xfrm>
        </p:spPr>
        <p:txBody>
          <a:bodyPr/>
          <a:lstStyle>
            <a:lvl1pPr rtl="0">
              <a:defRPr sz="1400">
                <a:solidFill>
                  <a:schemeClr val="bg1"/>
                </a:solidFill>
              </a:defRPr>
            </a:lvl1pPr>
            <a:lvl2pPr rtl="0">
              <a:defRPr sz="1400">
                <a:solidFill>
                  <a:schemeClr val="bg1"/>
                </a:solidFill>
              </a:defRPr>
            </a:lvl2pPr>
            <a:lvl3pPr rtl="0">
              <a:defRPr sz="1400">
                <a:solidFill>
                  <a:schemeClr val="bg1"/>
                </a:solidFill>
              </a:defRPr>
            </a:lvl3pPr>
            <a:lvl4pPr rtl="0">
              <a:defRPr sz="1400">
                <a:solidFill>
                  <a:schemeClr val="bg1"/>
                </a:solidFill>
              </a:defRPr>
            </a:lvl4pPr>
            <a:lvl5pPr rtl="0">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690618833"/>
      </p:ext>
    </p:extLst>
  </p:cSld>
  <p:clrMapOvr>
    <a:masterClrMapping/>
  </p:clrMapOvr>
  <p:hf hdr="0" dt="0"/>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1_Section Title White BG">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3AB3F4C-B479-68B3-3A23-BCCFB47583F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A3AB3F4C-B479-68B3-3A23-BCCFB47583F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60"/>
            <a:ext cx="11594836" cy="1081397"/>
          </a:xfrm>
        </p:spPr>
        <p:txBody>
          <a:bodyPr vert="horz"/>
          <a:lstStyle>
            <a:lvl1pPr rtl="0">
              <a:defRPr sz="3999">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4" y="1200493"/>
            <a:ext cx="5292725" cy="4440238"/>
          </a:xfrm>
        </p:spPr>
        <p:txBody>
          <a:bodyPr/>
          <a:lstStyle>
            <a:lvl1pPr rtl="0">
              <a:defRPr sz="1400">
                <a:solidFill>
                  <a:schemeClr val="tx1"/>
                </a:solidFill>
              </a:defRPr>
            </a:lvl1pPr>
            <a:lvl2pPr rtl="0">
              <a:defRPr sz="1400">
                <a:solidFill>
                  <a:schemeClr val="tx1"/>
                </a:solidFill>
              </a:defRPr>
            </a:lvl2pPr>
            <a:lvl3pPr rtl="0">
              <a:defRPr sz="1400">
                <a:solidFill>
                  <a:schemeClr val="tx1"/>
                </a:solidFill>
              </a:defRPr>
            </a:lvl3pPr>
            <a:lvl4pPr rtl="0">
              <a:defRPr sz="1400">
                <a:solidFill>
                  <a:schemeClr val="tx1"/>
                </a:solidFill>
              </a:defRPr>
            </a:lvl4pPr>
            <a:lvl5pPr rtl="0">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TextBox 8">
            <a:extLst>
              <a:ext uri="{FF2B5EF4-FFF2-40B4-BE49-F238E27FC236}">
                <a16:creationId xmlns:a16="http://schemas.microsoft.com/office/drawing/2014/main" id="{A872C399-A78F-744D-BB2A-F1FB5BE756D8}"/>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75499" y="5956375"/>
            <a:ext cx="598355" cy="600071"/>
          </a:xfrm>
          <a:prstGeom prst="rect">
            <a:avLst/>
          </a:prstGeom>
        </p:spPr>
      </p:pic>
    </p:spTree>
    <p:extLst>
      <p:ext uri="{BB962C8B-B14F-4D97-AF65-F5344CB8AC3E}">
        <p14:creationId xmlns:p14="http://schemas.microsoft.com/office/powerpoint/2010/main" val="3540235852"/>
      </p:ext>
    </p:extLst>
  </p:cSld>
  <p:clrMapOvr>
    <a:masterClrMapping/>
  </p:clrMapOvr>
  <p:hf hdr="0" dt="0"/>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1_Text + 1 Image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1491C48-77D7-448A-4D78-BE6119DC025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41491C48-77D7-448A-4D78-BE6119DC025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8" y="520259"/>
            <a:ext cx="5330561" cy="713230"/>
          </a:xfrm>
        </p:spPr>
        <p:txBody>
          <a:bodyPr vert="horz"/>
          <a:lstStyle>
            <a:lvl1pPr rtl="0">
              <a:defRPr sz="3399">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4" y="1480055"/>
            <a:ext cx="5292725" cy="4440238"/>
          </a:xfrm>
        </p:spPr>
        <p:txBody>
          <a:bodyPr/>
          <a:lstStyle>
            <a:lvl1pPr rtl="0">
              <a:spcAft>
                <a:spcPts val="900"/>
              </a:spcAft>
              <a:defRPr sz="1400">
                <a:solidFill>
                  <a:schemeClr val="tx1"/>
                </a:solidFill>
              </a:defRPr>
            </a:lvl1pPr>
            <a:lvl2pPr marL="179334" indent="-179334" rtl="0">
              <a:spcAft>
                <a:spcPts val="900"/>
              </a:spcAft>
              <a:tabLst/>
              <a:defRPr sz="1400">
                <a:solidFill>
                  <a:schemeClr val="tx1"/>
                </a:solidFill>
              </a:defRPr>
            </a:lvl2pPr>
            <a:lvl3pPr marL="358667" indent="-179334" rtl="0">
              <a:spcAft>
                <a:spcPts val="900"/>
              </a:spcAft>
              <a:tabLst/>
              <a:defRPr sz="1400">
                <a:solidFill>
                  <a:schemeClr val="tx1"/>
                </a:solidFill>
              </a:defRPr>
            </a:lvl3pPr>
            <a:lvl4pPr marL="533240" indent="-174573" rtl="0">
              <a:spcAft>
                <a:spcPts val="900"/>
              </a:spcAft>
              <a:tabLst/>
              <a:defRPr sz="1400">
                <a:solidFill>
                  <a:schemeClr val="tx1"/>
                </a:solidFill>
              </a:defRPr>
            </a:lvl4pPr>
            <a:lvl5pPr marL="712574" indent="-179334"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2" y="5961068"/>
            <a:ext cx="598355" cy="600071"/>
          </a:xfrm>
          <a:prstGeom prst="rect">
            <a:avLst/>
          </a:prstGeom>
        </p:spPr>
      </p:pic>
      <p:sp>
        <p:nvSpPr>
          <p:cNvPr id="8" name="Picture Placeholder 3">
            <a:extLst>
              <a:ext uri="{FF2B5EF4-FFF2-40B4-BE49-F238E27FC236}">
                <a16:creationId xmlns:a16="http://schemas.microsoft.com/office/drawing/2014/main" id="{6B49B172-DE75-7040-A3C8-A907AEAC6240}"/>
              </a:ext>
            </a:extLst>
          </p:cNvPr>
          <p:cNvSpPr>
            <a:spLocks noGrp="1"/>
          </p:cNvSpPr>
          <p:nvPr>
            <p:ph type="pic" sz="quarter" idx="11"/>
          </p:nvPr>
        </p:nvSpPr>
        <p:spPr>
          <a:xfrm>
            <a:off x="6096000" y="0"/>
            <a:ext cx="6096001" cy="6858000"/>
          </a:xfrm>
          <a:solidFill>
            <a:schemeClr val="bg1">
              <a:lumMod val="85000"/>
            </a:schemeClr>
          </a:solidFill>
        </p:spPr>
        <p:txBody>
          <a:bodyPr anchor="ctr" anchorCtr="0"/>
          <a:lstStyle>
            <a:lvl1pPr algn="ctr">
              <a:defRPr sz="900"/>
            </a:lvl1pPr>
          </a:lstStyle>
          <a:p>
            <a:r>
              <a:rPr lang="en-US"/>
              <a:t>Click icon to add picture</a:t>
            </a:r>
          </a:p>
        </p:txBody>
      </p:sp>
      <p:sp>
        <p:nvSpPr>
          <p:cNvPr id="10" name="Text Placeholder 5">
            <a:extLst>
              <a:ext uri="{FF2B5EF4-FFF2-40B4-BE49-F238E27FC236}">
                <a16:creationId xmlns:a16="http://schemas.microsoft.com/office/drawing/2014/main" id="{118C51A5-DE2B-F24D-A4CA-597DFAB15BFE}"/>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601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0411368"/>
      </p:ext>
    </p:extLst>
  </p:cSld>
  <p:clrMapOvr>
    <a:masterClrMapping/>
  </p:clrMapOvr>
  <p:hf hd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1_Text + 2 Image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77B3C0E-257A-5176-6AF0-88B955F8469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877B3C0E-257A-5176-6AF0-88B955F8469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8" y="520259"/>
            <a:ext cx="5330561" cy="713230"/>
          </a:xfrm>
        </p:spPr>
        <p:txBody>
          <a:bodyPr vert="horz"/>
          <a:lstStyle>
            <a:lvl1pPr rtl="0">
              <a:defRPr sz="3399">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4" y="1480055"/>
            <a:ext cx="5292725" cy="4440238"/>
          </a:xfrm>
        </p:spPr>
        <p:txBody>
          <a:bodyPr/>
          <a:lstStyle>
            <a:lvl1pPr rtl="0">
              <a:spcAft>
                <a:spcPts val="900"/>
              </a:spcAft>
              <a:defRPr sz="1400">
                <a:solidFill>
                  <a:schemeClr val="tx1"/>
                </a:solidFill>
              </a:defRPr>
            </a:lvl1pPr>
            <a:lvl2pPr marL="179334" indent="-179334" rtl="0">
              <a:spcAft>
                <a:spcPts val="900"/>
              </a:spcAft>
              <a:tabLst/>
              <a:defRPr sz="1400">
                <a:solidFill>
                  <a:schemeClr val="tx1"/>
                </a:solidFill>
              </a:defRPr>
            </a:lvl2pPr>
            <a:lvl3pPr marL="358667" indent="-179334" rtl="0">
              <a:spcAft>
                <a:spcPts val="900"/>
              </a:spcAft>
              <a:tabLst/>
              <a:defRPr sz="1400">
                <a:solidFill>
                  <a:schemeClr val="tx1"/>
                </a:solidFill>
              </a:defRPr>
            </a:lvl3pPr>
            <a:lvl4pPr marL="533240" indent="-174573" rtl="0">
              <a:spcAft>
                <a:spcPts val="900"/>
              </a:spcAft>
              <a:tabLst/>
              <a:defRPr sz="1400">
                <a:solidFill>
                  <a:schemeClr val="tx1"/>
                </a:solidFill>
              </a:defRPr>
            </a:lvl4pPr>
            <a:lvl5pPr marL="712574" indent="-179334"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2" y="5961068"/>
            <a:ext cx="598355" cy="600071"/>
          </a:xfrm>
          <a:prstGeom prst="rect">
            <a:avLst/>
          </a:prstGeom>
        </p:spPr>
      </p:pic>
      <p:sp>
        <p:nvSpPr>
          <p:cNvPr id="8" name="Picture Placeholder 3">
            <a:extLst>
              <a:ext uri="{FF2B5EF4-FFF2-40B4-BE49-F238E27FC236}">
                <a16:creationId xmlns:a16="http://schemas.microsoft.com/office/drawing/2014/main" id="{6B49B172-DE75-7040-A3C8-A907AEAC6240}"/>
              </a:ext>
            </a:extLst>
          </p:cNvPr>
          <p:cNvSpPr>
            <a:spLocks noGrp="1"/>
          </p:cNvSpPr>
          <p:nvPr>
            <p:ph type="pic" sz="quarter" idx="11"/>
          </p:nvPr>
        </p:nvSpPr>
        <p:spPr>
          <a:xfrm>
            <a:off x="6096000" y="0"/>
            <a:ext cx="6096001" cy="3434822"/>
          </a:xfrm>
          <a:solidFill>
            <a:schemeClr val="bg1">
              <a:lumMod val="85000"/>
            </a:schemeClr>
          </a:solidFill>
        </p:spPr>
        <p:txBody>
          <a:bodyPr anchor="ctr" anchorCtr="0"/>
          <a:lstStyle>
            <a:lvl1pPr algn="ctr">
              <a:defRPr sz="900"/>
            </a:lvl1pPr>
          </a:lstStyle>
          <a:p>
            <a:r>
              <a:rPr lang="en-US"/>
              <a:t>Click icon to add picture</a:t>
            </a:r>
          </a:p>
        </p:txBody>
      </p:sp>
      <p:sp>
        <p:nvSpPr>
          <p:cNvPr id="10" name="Text Placeholder 5">
            <a:extLst>
              <a:ext uri="{FF2B5EF4-FFF2-40B4-BE49-F238E27FC236}">
                <a16:creationId xmlns:a16="http://schemas.microsoft.com/office/drawing/2014/main" id="{118C51A5-DE2B-F24D-A4CA-597DFAB15BFE}"/>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601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3">
            <a:extLst>
              <a:ext uri="{FF2B5EF4-FFF2-40B4-BE49-F238E27FC236}">
                <a16:creationId xmlns:a16="http://schemas.microsoft.com/office/drawing/2014/main" id="{DED31D23-7D71-8A49-B472-DF3B00270EE9}"/>
              </a:ext>
            </a:extLst>
          </p:cNvPr>
          <p:cNvSpPr>
            <a:spLocks noGrp="1"/>
          </p:cNvSpPr>
          <p:nvPr>
            <p:ph type="pic" sz="quarter" idx="14"/>
          </p:nvPr>
        </p:nvSpPr>
        <p:spPr>
          <a:xfrm>
            <a:off x="6096000" y="3430456"/>
            <a:ext cx="6096001" cy="3427544"/>
          </a:xfrm>
          <a:solidFill>
            <a:schemeClr val="bg1">
              <a:lumMod val="85000"/>
            </a:schemeClr>
          </a:solidFill>
        </p:spPr>
        <p:txBody>
          <a:bodyPr anchor="ctr" anchorCtr="0"/>
          <a:lstStyle>
            <a:lvl1pPr algn="ctr">
              <a:defRPr sz="900"/>
            </a:lvl1pPr>
          </a:lstStyle>
          <a:p>
            <a:r>
              <a:rPr lang="en-US"/>
              <a:t>Click icon to add picture</a:t>
            </a:r>
          </a:p>
        </p:txBody>
      </p:sp>
    </p:spTree>
    <p:extLst>
      <p:ext uri="{BB962C8B-B14F-4D97-AF65-F5344CB8AC3E}">
        <p14:creationId xmlns:p14="http://schemas.microsoft.com/office/powerpoint/2010/main" val="2430211287"/>
      </p:ext>
    </p:extLst>
  </p:cSld>
  <p:clrMapOvr>
    <a:masterClrMapping/>
  </p:clrMapOvr>
  <p:hf hd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1_Quote Red BG">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72C6483-CE69-90A3-7F3C-7BC527FD233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772C6483-CE69-90A3-7F3C-7BC527FD233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60"/>
            <a:ext cx="9836988" cy="5193285"/>
          </a:xfrm>
        </p:spPr>
        <p:txBody>
          <a:bodyPr vert="horz"/>
          <a:lstStyle>
            <a:lvl1pPr rtl="0">
              <a:defRPr sz="3599">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Tree>
    <p:extLst>
      <p:ext uri="{BB962C8B-B14F-4D97-AF65-F5344CB8AC3E}">
        <p14:creationId xmlns:p14="http://schemas.microsoft.com/office/powerpoint/2010/main" val="2018527893"/>
      </p:ext>
    </p:extLst>
  </p:cSld>
  <p:clrMapOvr>
    <a:masterClrMapping/>
  </p:clrMapOvr>
  <p:hf hdr="0" dt="0"/>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_Heading and Large text siz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005F461-B531-8C65-07D4-764EF31F57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7005F461-B531-8C65-07D4-764EF31F57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50935"/>
            <a:ext cx="10444057" cy="4440238"/>
          </a:xfrm>
        </p:spPr>
        <p:txBody>
          <a:bodyPr/>
          <a:lstStyle>
            <a:lvl1pPr rtl="0">
              <a:spcAft>
                <a:spcPts val="900"/>
              </a:spcAft>
              <a:defRPr sz="2399">
                <a:solidFill>
                  <a:schemeClr val="tx1"/>
                </a:solidFill>
              </a:defRPr>
            </a:lvl1pPr>
            <a:lvl2pPr marL="445954" indent="-445954" rtl="0">
              <a:spcAft>
                <a:spcPts val="900"/>
              </a:spcAft>
              <a:tabLst/>
              <a:defRPr sz="2399">
                <a:solidFill>
                  <a:schemeClr val="tx1"/>
                </a:solidFill>
              </a:defRPr>
            </a:lvl2pPr>
            <a:lvl3pPr marL="891907" indent="-445954" rtl="0">
              <a:spcAft>
                <a:spcPts val="900"/>
              </a:spcAft>
              <a:tabLst/>
              <a:defRPr sz="2399">
                <a:solidFill>
                  <a:schemeClr val="tx1"/>
                </a:solidFill>
              </a:defRPr>
            </a:lvl3pPr>
            <a:lvl4pPr marL="1333100" indent="-441193" rtl="0">
              <a:spcAft>
                <a:spcPts val="900"/>
              </a:spcAft>
              <a:tabLst/>
              <a:defRPr sz="2399">
                <a:solidFill>
                  <a:schemeClr val="tx1"/>
                </a:solidFill>
              </a:defRPr>
            </a:lvl4pPr>
            <a:lvl5pPr marL="1779054" indent="-445954" rtl="0">
              <a:spcAft>
                <a:spcPts val="900"/>
              </a:spcAft>
              <a:tabLst/>
              <a:defRPr sz="23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75499" y="5974151"/>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2776826825"/>
      </p:ext>
    </p:extLst>
  </p:cSld>
  <p:clrMapOvr>
    <a:masterClrMapping/>
  </p:clrMapOvr>
  <p:hf hdr="0" dt="0"/>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1_Heading and Medium text siz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BE14457-7F1C-CF14-6D2B-98DB12C2978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8BE14457-7F1C-CF14-6D2B-98DB12C2978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50935"/>
            <a:ext cx="9915636" cy="4440238"/>
          </a:xfrm>
        </p:spPr>
        <p:txBody>
          <a:bodyPr/>
          <a:lstStyle>
            <a:lvl1pPr rtl="0">
              <a:spcAft>
                <a:spcPts val="600"/>
              </a:spcAft>
              <a:defRPr sz="2199">
                <a:solidFill>
                  <a:schemeClr val="tx1"/>
                </a:solidFill>
              </a:defRPr>
            </a:lvl1pPr>
            <a:lvl2pPr marL="445954" indent="-445954" rtl="0">
              <a:spcAft>
                <a:spcPts val="600"/>
              </a:spcAft>
              <a:tabLst/>
              <a:defRPr sz="2199">
                <a:solidFill>
                  <a:schemeClr val="tx1"/>
                </a:solidFill>
              </a:defRPr>
            </a:lvl2pPr>
            <a:lvl3pPr marL="891907" indent="-445954" rtl="0">
              <a:spcAft>
                <a:spcPts val="600"/>
              </a:spcAft>
              <a:tabLst/>
              <a:defRPr sz="2199">
                <a:solidFill>
                  <a:schemeClr val="tx1"/>
                </a:solidFill>
              </a:defRPr>
            </a:lvl3pPr>
            <a:lvl4pPr marL="1333100" indent="-441193" rtl="0">
              <a:spcAft>
                <a:spcPts val="600"/>
              </a:spcAft>
              <a:tabLst/>
              <a:defRPr sz="2199">
                <a:solidFill>
                  <a:schemeClr val="tx1"/>
                </a:solidFill>
              </a:defRPr>
            </a:lvl4pPr>
            <a:lvl5pPr marL="1779054" indent="-445954" rtl="0">
              <a:spcAft>
                <a:spcPts val="600"/>
              </a:spcAft>
              <a:tabLst/>
              <a:defRPr sz="21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06221" y="5961068"/>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2047041483"/>
      </p:ext>
    </p:extLst>
  </p:cSld>
  <p:clrMapOvr>
    <a:masterClrMapping/>
  </p:clrMapOvr>
  <p:hf hdr="0" dt="0"/>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1_Heading + Pullout +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9D1B1A8-DE12-9AFD-20C2-D0B4D9A6047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29D1B1A8-DE12-9AFD-20C2-D0B4D9A6047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04683" y="1438823"/>
            <a:ext cx="4854712" cy="4440238"/>
          </a:xfrm>
        </p:spPr>
        <p:txBody>
          <a:bodyPr/>
          <a:lstStyle>
            <a:lvl1pPr rtl="0">
              <a:spcAft>
                <a:spcPts val="900"/>
              </a:spcAft>
              <a:defRPr sz="2999">
                <a:solidFill>
                  <a:schemeClr val="tx1"/>
                </a:solidFill>
              </a:defRPr>
            </a:lvl1pPr>
            <a:lvl2pPr marL="445954" indent="-445954" rtl="0">
              <a:spcAft>
                <a:spcPts val="900"/>
              </a:spcAft>
              <a:tabLst/>
              <a:defRPr sz="2999">
                <a:solidFill>
                  <a:schemeClr val="tx1"/>
                </a:solidFill>
              </a:defRPr>
            </a:lvl2pPr>
            <a:lvl3pPr marL="891907" indent="-445954" rtl="0">
              <a:spcAft>
                <a:spcPts val="900"/>
              </a:spcAft>
              <a:tabLst/>
              <a:defRPr sz="2999">
                <a:solidFill>
                  <a:schemeClr val="tx1"/>
                </a:solidFill>
              </a:defRPr>
            </a:lvl3pPr>
            <a:lvl4pPr marL="1333100" indent="-441193" rtl="0">
              <a:spcAft>
                <a:spcPts val="900"/>
              </a:spcAft>
              <a:tabLst/>
              <a:defRPr sz="2999">
                <a:solidFill>
                  <a:schemeClr val="tx1"/>
                </a:solidFill>
              </a:defRPr>
            </a:lvl4pPr>
            <a:lvl5pPr marL="1779054" indent="-445954" rtl="0">
              <a:spcAft>
                <a:spcPts val="900"/>
              </a:spcAft>
              <a:tabLst/>
              <a:defRPr sz="29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05721" y="5968154"/>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4" y="1481215"/>
            <a:ext cx="5349981" cy="4440238"/>
          </a:xfrm>
        </p:spPr>
        <p:txBody>
          <a:bodyPr/>
          <a:lstStyle>
            <a:lvl1pPr rtl="0">
              <a:spcAft>
                <a:spcPts val="900"/>
              </a:spcAft>
              <a:defRPr sz="1400" b="1" i="0">
                <a:solidFill>
                  <a:schemeClr val="accent2"/>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054995159"/>
      </p:ext>
    </p:extLst>
  </p:cSld>
  <p:clrMapOvr>
    <a:masterClrMapping/>
  </p:clrMapOvr>
  <p:hf hdr="0" dt="0"/>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1_Heading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30C57D6-3BAD-98C4-EA91-C3AE8B57273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130C57D6-3BAD-98C4-EA91-C3AE8B57273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4" y="1481215"/>
            <a:ext cx="5349981" cy="4440238"/>
          </a:xfrm>
        </p:spPr>
        <p:txBody>
          <a:bodyPr/>
          <a:lstStyle>
            <a:lvl1pPr rtl="0">
              <a:spcAft>
                <a:spcPts val="900"/>
              </a:spcAft>
              <a:defRPr sz="1400" b="1" i="0">
                <a:solidFill>
                  <a:schemeClr val="accent2"/>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chemeClr val="tx1"/>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0859" y="5974151"/>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8" y="1481215"/>
            <a:ext cx="5349981" cy="4440238"/>
          </a:xfrm>
        </p:spPr>
        <p:txBody>
          <a:bodyPr/>
          <a:lstStyle>
            <a:lvl1pPr rtl="0">
              <a:spcAft>
                <a:spcPts val="900"/>
              </a:spcAft>
              <a:defRPr sz="1400" b="1" i="0">
                <a:solidFill>
                  <a:schemeClr val="accent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748679112"/>
      </p:ext>
    </p:extLst>
  </p:cSld>
  <p:clrMapOvr>
    <a:masterClrMapping/>
  </p:clrMapOvr>
  <p:hf hdr="0" dt="0"/>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1_Heading + 3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D667591-7C44-BB1D-32D1-3C9179CBD5A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9D667591-7C44-BB1D-32D1-3C9179CBD5A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89719" y="1481215"/>
            <a:ext cx="3708000" cy="4440238"/>
          </a:xfrm>
        </p:spPr>
        <p:txBody>
          <a:bodyPr/>
          <a:lstStyle>
            <a:lvl1pPr rtl="0">
              <a:spcAft>
                <a:spcPts val="900"/>
              </a:spcAft>
              <a:defRPr sz="1400" b="1" i="0">
                <a:solidFill>
                  <a:schemeClr val="accent2"/>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chemeClr val="tx1"/>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256" y="5974151"/>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4440238"/>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4440238"/>
          </a:xfrm>
        </p:spPr>
        <p:txBody>
          <a:bodyPr/>
          <a:lstStyle>
            <a:lvl1pPr rtl="0">
              <a:spcAft>
                <a:spcPts val="900"/>
              </a:spcAft>
              <a:defRPr sz="1400" b="1" i="0">
                <a:solidFill>
                  <a:schemeClr val="accent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729607046"/>
      </p:ext>
    </p:extLst>
  </p:cSld>
  <p:clrMapOvr>
    <a:masterClrMapping/>
  </p:clrMapOvr>
  <p:hf hdr="0" dt="0"/>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_Heading + Pullout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9231FE1-9CB2-BA6C-DA9F-81441505477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19231FE1-9CB2-BA6C-DA9F-81441505477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24338" y="1481215"/>
            <a:ext cx="3610800" cy="4440238"/>
          </a:xfrm>
        </p:spPr>
        <p:txBody>
          <a:bodyPr/>
          <a:lstStyle>
            <a:lvl1pPr rtl="0">
              <a:spcAft>
                <a:spcPts val="900"/>
              </a:spcAft>
              <a:defRPr sz="1400" b="1" i="0">
                <a:solidFill>
                  <a:schemeClr val="accent2"/>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chemeClr val="tx1"/>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75499" y="5974151"/>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6796" y="1450935"/>
            <a:ext cx="3692031" cy="4440238"/>
          </a:xfrm>
        </p:spPr>
        <p:txBody>
          <a:bodyPr/>
          <a:lstStyle>
            <a:lvl1pPr rtl="0">
              <a:spcAft>
                <a:spcPts val="900"/>
              </a:spcAft>
              <a:defRPr sz="2399" b="1" i="0">
                <a:solidFill>
                  <a:schemeClr val="tx1"/>
                </a:solidFill>
                <a:latin typeface="Arial" panose="020B0604020202020204" pitchFamily="34" charset="0"/>
              </a:defRPr>
            </a:lvl1pPr>
            <a:lvl2pPr marL="0" indent="0" rtl="0">
              <a:spcAft>
                <a:spcPts val="900"/>
              </a:spcAft>
              <a:buNone/>
              <a:tabLst/>
              <a:defRPr sz="2399">
                <a:solidFill>
                  <a:schemeClr val="tx1"/>
                </a:solidFill>
              </a:defRPr>
            </a:lvl2pPr>
            <a:lvl3pPr marL="180921" indent="-180921" rtl="0">
              <a:spcAft>
                <a:spcPts val="900"/>
              </a:spcAft>
              <a:tabLst/>
              <a:defRPr sz="2399">
                <a:solidFill>
                  <a:schemeClr val="tx1"/>
                </a:solidFill>
              </a:defRPr>
            </a:lvl3pPr>
            <a:lvl4pPr marL="355493" indent="-180921" rtl="0">
              <a:spcAft>
                <a:spcPts val="900"/>
              </a:spcAft>
              <a:tabLst/>
              <a:defRPr sz="2399">
                <a:solidFill>
                  <a:schemeClr val="tx1"/>
                </a:solidFill>
              </a:defRPr>
            </a:lvl4pPr>
            <a:lvl5pPr marL="579264" indent="-217423" rtl="0">
              <a:spcAft>
                <a:spcPts val="900"/>
              </a:spcAft>
              <a:tabLst/>
              <a:defRPr sz="2399">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09" y="1481215"/>
            <a:ext cx="3610800" cy="4440238"/>
          </a:xfrm>
        </p:spPr>
        <p:txBody>
          <a:bodyPr/>
          <a:lstStyle>
            <a:lvl1pPr rtl="0">
              <a:spcAft>
                <a:spcPts val="900"/>
              </a:spcAft>
              <a:defRPr sz="1400" b="1" i="0">
                <a:solidFill>
                  <a:schemeClr val="accent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786848157"/>
      </p:ext>
    </p:extLst>
  </p:cSld>
  <p:clrMapOvr>
    <a:masterClrMapping/>
  </p:clrMapOvr>
  <p:hf hdr="0" dt="0"/>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1_Heading + 3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E83C68C-88E6-C1C4-A895-5E4AD1F52BE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7E83C68C-88E6-C1C4-A895-5E4AD1F52BE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1" y="3429002"/>
            <a:ext cx="12192000" cy="3435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Tree>
    <p:extLst>
      <p:ext uri="{BB962C8B-B14F-4D97-AF65-F5344CB8AC3E}">
        <p14:creationId xmlns:p14="http://schemas.microsoft.com/office/powerpoint/2010/main" val="3490470805"/>
      </p:ext>
    </p:extLst>
  </p:cSld>
  <p:clrMapOvr>
    <a:masterClrMapping/>
  </p:clrMapOvr>
  <p:hf hdr="0" dt="0"/>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Heading + 3 column Red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58D4D8A-ABBB-B816-D935-9F5949D5C24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D58D4D8A-ABBB-B816-D935-9F5949D5C24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1" y="3429002"/>
            <a:ext cx="12192000" cy="34350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rtl="0">
              <a:spcAft>
                <a:spcPts val="900"/>
              </a:spcAft>
              <a:defRPr sz="1400" b="1" i="0">
                <a:solidFill>
                  <a:srgbClr val="004455"/>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rgbClr val="004455"/>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rgbClr val="004455"/>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rtl="0">
              <a:spcAft>
                <a:spcPts val="900"/>
              </a:spcAft>
              <a:defRPr sz="1400" b="1" i="0">
                <a:solidFill>
                  <a:srgbClr val="004455"/>
                </a:solidFill>
                <a:latin typeface="Arial" panose="020B0604020202020204" pitchFamily="34" charset="0"/>
              </a:defRPr>
            </a:lvl1pPr>
            <a:lvl2pPr marL="0" indent="0" rtl="0">
              <a:spcAft>
                <a:spcPts val="900"/>
              </a:spcAft>
              <a:buNone/>
              <a:tabLst/>
              <a:defRPr sz="1400">
                <a:solidFill>
                  <a:srgbClr val="004455"/>
                </a:solidFill>
              </a:defRPr>
            </a:lvl2pPr>
            <a:lvl3pPr marL="180921" indent="-180921" rtl="0">
              <a:spcAft>
                <a:spcPts val="900"/>
              </a:spcAft>
              <a:tabLst/>
              <a:defRPr sz="1400">
                <a:solidFill>
                  <a:srgbClr val="004455"/>
                </a:solidFill>
              </a:defRPr>
            </a:lvl3pPr>
            <a:lvl4pPr marL="355493" indent="-180921" rtl="0">
              <a:spcAft>
                <a:spcPts val="900"/>
              </a:spcAft>
              <a:tabLst/>
              <a:defRPr sz="1400">
                <a:solidFill>
                  <a:srgbClr val="004455"/>
                </a:solidFill>
              </a:defRPr>
            </a:lvl4pPr>
            <a:lvl5pPr marL="579264" indent="-217423" rtl="0">
              <a:spcAft>
                <a:spcPts val="900"/>
              </a:spcAft>
              <a:tabLst/>
              <a:defRPr sz="1400">
                <a:solidFill>
                  <a:srgbClr val="00445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rtl="0">
              <a:spcAft>
                <a:spcPts val="900"/>
              </a:spcAft>
              <a:defRPr sz="1400" b="1" i="0">
                <a:solidFill>
                  <a:srgbClr val="004455"/>
                </a:solidFill>
                <a:latin typeface="Arial" panose="020B0604020202020204" pitchFamily="34" charset="0"/>
              </a:defRPr>
            </a:lvl1pPr>
            <a:lvl2pPr marL="0" indent="0" rtl="0">
              <a:spcAft>
                <a:spcPts val="900"/>
              </a:spcAft>
              <a:buNone/>
              <a:tabLst/>
              <a:defRPr sz="1400">
                <a:solidFill>
                  <a:srgbClr val="004455"/>
                </a:solidFill>
              </a:defRPr>
            </a:lvl2pPr>
            <a:lvl3pPr marL="180921" indent="-180921" rtl="0">
              <a:spcAft>
                <a:spcPts val="900"/>
              </a:spcAft>
              <a:tabLst/>
              <a:defRPr sz="1400">
                <a:solidFill>
                  <a:srgbClr val="004455"/>
                </a:solidFill>
              </a:defRPr>
            </a:lvl3pPr>
            <a:lvl4pPr marL="355493" indent="-180921" rtl="0">
              <a:spcAft>
                <a:spcPts val="900"/>
              </a:spcAft>
              <a:tabLst/>
              <a:defRPr sz="1400">
                <a:solidFill>
                  <a:srgbClr val="004455"/>
                </a:solidFill>
              </a:defRPr>
            </a:lvl4pPr>
            <a:lvl5pPr marL="579264" indent="-217423" rtl="0">
              <a:spcAft>
                <a:spcPts val="900"/>
              </a:spcAft>
              <a:tabLst/>
              <a:defRPr sz="1400">
                <a:solidFill>
                  <a:srgbClr val="004455"/>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Tree>
    <p:extLst>
      <p:ext uri="{BB962C8B-B14F-4D97-AF65-F5344CB8AC3E}">
        <p14:creationId xmlns:p14="http://schemas.microsoft.com/office/powerpoint/2010/main" val="2631975128"/>
      </p:ext>
    </p:extLst>
  </p:cSld>
  <p:clrMapOvr>
    <a:masterClrMapping/>
  </p:clrMapOvr>
  <p:hf hdr="0" dt="0"/>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Heading + 2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828FA5F-9594-2C84-49C2-DF1CDC503EE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D828FA5F-9594-2C84-49C2-DF1CDC503EE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BF2C99D4-1D0B-974C-A2CA-E2DFFAFF0C2B}"/>
              </a:ext>
            </a:extLst>
          </p:cNvPr>
          <p:cNvSpPr/>
          <p:nvPr/>
        </p:nvSpPr>
        <p:spPr>
          <a:xfrm>
            <a:off x="1" y="1134478"/>
            <a:ext cx="12192000" cy="58476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sz="1799">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1" y="4071131"/>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4363549"/>
            <a:ext cx="545422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4363549"/>
            <a:ext cx="545422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23" name="Straight Connector 22">
            <a:extLst>
              <a:ext uri="{FF2B5EF4-FFF2-40B4-BE49-F238E27FC236}">
                <a16:creationId xmlns:a16="http://schemas.microsoft.com/office/drawing/2014/main" id="{3CB5FDC6-D9CE-0244-B114-9EF7336BAC0A}"/>
              </a:ext>
            </a:extLst>
          </p:cNvPr>
          <p:cNvCxnSpPr>
            <a:cxnSpLocks/>
            <a:stCxn id="6" idx="0"/>
          </p:cNvCxnSpPr>
          <p:nvPr/>
        </p:nvCxnSpPr>
        <p:spPr>
          <a:xfrm>
            <a:off x="6096001" y="1134478"/>
            <a:ext cx="0" cy="5847662"/>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6668960"/>
      </p:ext>
    </p:extLst>
  </p:cSld>
  <p:clrMapOvr>
    <a:masterClrMapping/>
  </p:clrMapOvr>
  <p:hf hdr="0" dt="0"/>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2_Heading + 2 column Whit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0111F5F-B4A8-899B-B3CB-FB6CEC42CAE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40111F5F-B4A8-899B-B3CB-FB6CEC42CAE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chemeClr val="tx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824087"/>
            <a:ext cx="545422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3824087"/>
            <a:ext cx="545422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FC62012A-DDC0-4642-8314-C0470B70EEB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403903" y="5974151"/>
            <a:ext cx="598355" cy="600071"/>
          </a:xfrm>
          <a:prstGeom prst="rect">
            <a:avLst/>
          </a:prstGeom>
        </p:spPr>
      </p:pic>
    </p:spTree>
    <p:extLst>
      <p:ext uri="{BB962C8B-B14F-4D97-AF65-F5344CB8AC3E}">
        <p14:creationId xmlns:p14="http://schemas.microsoft.com/office/powerpoint/2010/main" val="251769970"/>
      </p:ext>
    </p:extLst>
  </p:cSld>
  <p:clrMapOvr>
    <a:masterClrMapping/>
  </p:clrMapOvr>
  <p:hf hdr="0" dt="0"/>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1_Heading + 2 column Blue Pullou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736E068-B24D-37D3-0717-5D9509D1BB1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B736E068-B24D-37D3-0717-5D9509D1BB1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rtl="0"/>
            <a:endParaRPr lang="en-AU" sz="1799">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8" y="520259"/>
            <a:ext cx="5473887" cy="713230"/>
          </a:xfrm>
        </p:spPr>
        <p:txBody>
          <a:bodyPr vert="horz"/>
          <a:lstStyle>
            <a:lvl1pPr rtl="0">
              <a:defRPr sz="3399">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0738" y="1426712"/>
            <a:ext cx="5454220" cy="4356413"/>
          </a:xfrm>
        </p:spPr>
        <p:txBody>
          <a:bodyPr/>
          <a:lstStyle>
            <a:lvl1pPr rtl="0">
              <a:spcAft>
                <a:spcPts val="900"/>
              </a:spcAft>
              <a:defRPr sz="2999" b="1" i="0">
                <a:solidFill>
                  <a:schemeClr val="bg1"/>
                </a:solidFill>
                <a:latin typeface="Arial" panose="020B0604020202020204" pitchFamily="34" charset="0"/>
              </a:defRPr>
            </a:lvl1pPr>
            <a:lvl2pPr marL="0" indent="0" rtl="0">
              <a:spcAft>
                <a:spcPts val="900"/>
              </a:spcAft>
              <a:buNone/>
              <a:tabLst/>
              <a:defRPr sz="2999">
                <a:solidFill>
                  <a:schemeClr val="bg1"/>
                </a:solidFill>
              </a:defRPr>
            </a:lvl2pPr>
            <a:lvl3pPr marL="180921" indent="-180921" rtl="0">
              <a:spcAft>
                <a:spcPts val="900"/>
              </a:spcAft>
              <a:tabLst/>
              <a:defRPr sz="2999">
                <a:solidFill>
                  <a:schemeClr val="bg1"/>
                </a:solidFill>
              </a:defRPr>
            </a:lvl3pPr>
            <a:lvl4pPr marL="355493" indent="-180921" rtl="0">
              <a:spcAft>
                <a:spcPts val="900"/>
              </a:spcAft>
              <a:tabLst/>
              <a:defRPr sz="2999">
                <a:solidFill>
                  <a:schemeClr val="bg1"/>
                </a:solidFill>
              </a:defRPr>
            </a:lvl4pPr>
            <a:lvl5pPr marL="579264" indent="-217423" rtl="0">
              <a:spcAft>
                <a:spcPts val="900"/>
              </a:spcAft>
              <a:tabLst/>
              <a:defRPr sz="2999">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6"/>
            <a:ext cx="5343926" cy="5079923"/>
          </a:xfrm>
        </p:spPr>
        <p:txBody>
          <a:bodyPr/>
          <a:lstStyle>
            <a:lvl1pPr rtl="0">
              <a:spcAft>
                <a:spcPts val="900"/>
              </a:spcAft>
              <a:defRPr sz="1400" b="1" i="0">
                <a:solidFill>
                  <a:schemeClr val="accent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cxnSp>
        <p:nvCxnSpPr>
          <p:cNvPr id="14" name="Straight Connector 13">
            <a:extLst>
              <a:ext uri="{FF2B5EF4-FFF2-40B4-BE49-F238E27FC236}">
                <a16:creationId xmlns:a16="http://schemas.microsoft.com/office/drawing/2014/main" id="{6895D787-4BD7-B34A-8633-D6CE32B01EB0}"/>
              </a:ext>
            </a:extLst>
          </p:cNvPr>
          <p:cNvCxnSpPr>
            <a:cxnSpLocks/>
          </p:cNvCxnSpPr>
          <p:nvPr/>
        </p:nvCxnSpPr>
        <p:spPr>
          <a:xfrm>
            <a:off x="334964"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771527"/>
      </p:ext>
    </p:extLst>
  </p:cSld>
  <p:clrMapOvr>
    <a:masterClrMapping/>
  </p:clrMapOvr>
  <p:hf hdr="0" dt="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2_Heading + 2 column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F4DB632-6DC8-0806-71E9-6D328FA3963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4F4DB632-6DC8-0806-71E9-6D328FA3963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rtl="0"/>
            <a:endParaRPr lang="en-AU" sz="1799">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8" y="520259"/>
            <a:ext cx="5473887" cy="713230"/>
          </a:xfrm>
        </p:spPr>
        <p:txBody>
          <a:bodyPr vert="horz"/>
          <a:lstStyle>
            <a:lvl1pPr rtl="0">
              <a:defRPr sz="3399">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6"/>
            <a:ext cx="5343926" cy="5079923"/>
          </a:xfrm>
        </p:spPr>
        <p:txBody>
          <a:bodyPr/>
          <a:lstStyle>
            <a:lvl1pPr rtl="0">
              <a:spcAft>
                <a:spcPts val="900"/>
              </a:spcAft>
              <a:defRPr sz="1400" b="1" i="0">
                <a:solidFill>
                  <a:schemeClr val="accent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6"/>
            <a:ext cx="5343926" cy="4277689"/>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4"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8783839"/>
      </p:ext>
    </p:extLst>
  </p:cSld>
  <p:clrMapOvr>
    <a:masterClrMapping/>
  </p:clrMapOvr>
  <p:hf hdr="0" dt="0"/>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1_Heading + 2 column Re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E0B6188-180C-DD34-4030-929440C2042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3E0B6188-180C-DD34-4030-929440C2042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rtl="0"/>
            <a:endParaRPr lang="en-AU" sz="1799">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8" y="520259"/>
            <a:ext cx="5473887" cy="713230"/>
          </a:xfrm>
        </p:spPr>
        <p:txBody>
          <a:bodyPr vert="horz"/>
          <a:lstStyle>
            <a:lvl1pPr rtl="0">
              <a:defRPr sz="3399">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6"/>
            <a:ext cx="5343926" cy="5079923"/>
          </a:xfrm>
        </p:spPr>
        <p:txBody>
          <a:bodyPr/>
          <a:lstStyle>
            <a:lvl1pPr rtl="0">
              <a:spcAft>
                <a:spcPts val="900"/>
              </a:spcAft>
              <a:defRPr sz="1400" b="1" i="0">
                <a:solidFill>
                  <a:schemeClr val="accent2"/>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6"/>
            <a:ext cx="5343926" cy="4277689"/>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4"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84048690"/>
      </p:ext>
    </p:extLst>
  </p:cSld>
  <p:clrMapOvr>
    <a:masterClrMapping/>
  </p:clrMapOvr>
  <p:hf hdr="0" dt="0"/>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1_Long Heading and Imag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5FC4699-9FA3-8E18-9E3F-F68D12E7F9D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55FC4699-9FA3-8E18-9E3F-F68D12E7F9D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1" y="1708150"/>
            <a:ext cx="12192000" cy="5149850"/>
          </a:xfrm>
          <a:solidFill>
            <a:schemeClr val="bg1">
              <a:lumMod val="85000"/>
            </a:schemeClr>
          </a:solidFill>
        </p:spPr>
        <p:txBody>
          <a:bodyPr anchor="ctr" anchorCtr="0"/>
          <a:lstStyle>
            <a:lvl1pPr algn="ctr">
              <a:defRPr sz="1000"/>
            </a:lvl1pPr>
          </a:lstStyle>
          <a:p>
            <a:r>
              <a:rPr lang="en-US"/>
              <a:t>Click icon to add picture</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8" y="296863"/>
            <a:ext cx="6043117" cy="1223962"/>
          </a:xfrm>
        </p:spPr>
        <p:txBody>
          <a:bodyPr vert="horz"/>
          <a:lstStyle>
            <a:lvl1pPr rtl="0">
              <a:defRPr sz="1400">
                <a:solidFill>
                  <a:schemeClr val="tx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2" y="5961068"/>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Tree>
    <p:extLst>
      <p:ext uri="{BB962C8B-B14F-4D97-AF65-F5344CB8AC3E}">
        <p14:creationId xmlns:p14="http://schemas.microsoft.com/office/powerpoint/2010/main" val="1583965844"/>
      </p:ext>
    </p:extLst>
  </p:cSld>
  <p:clrMapOvr>
    <a:masterClrMapping/>
  </p:clrMapOvr>
  <p:hf hdr="0" dt="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1_3 Images no Text">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D5C5D87-8A3B-A105-57C0-1B8764663DD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6D5C5D87-8A3B-A105-57C0-1B8764663DD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5">
            <a:extLst>
              <a:ext uri="{FF2B5EF4-FFF2-40B4-BE49-F238E27FC236}">
                <a16:creationId xmlns:a16="http://schemas.microsoft.com/office/drawing/2014/main" id="{3E18DB93-FC6E-0C47-9FB2-C9045133A01C}"/>
              </a:ext>
            </a:extLst>
          </p:cNvPr>
          <p:cNvSpPr>
            <a:spLocks noGrp="1"/>
          </p:cNvSpPr>
          <p:nvPr>
            <p:ph type="pic" sz="quarter" idx="12"/>
          </p:nvPr>
        </p:nvSpPr>
        <p:spPr>
          <a:xfrm>
            <a:off x="6096001" y="0"/>
            <a:ext cx="6125227" cy="3429000"/>
          </a:xfrm>
          <a:solidFill>
            <a:schemeClr val="bg1">
              <a:lumMod val="85000"/>
            </a:schemeClr>
          </a:solidFill>
        </p:spPr>
        <p:txBody>
          <a:bodyPr anchor="ctr" anchorCtr="0"/>
          <a:lstStyle>
            <a:lvl1pPr algn="ctr">
              <a:defRPr sz="1000"/>
            </a:lvl1pPr>
          </a:lstStyle>
          <a:p>
            <a:r>
              <a:rPr lang="en-US"/>
              <a:t>Click icon to add picture</a:t>
            </a:r>
          </a:p>
        </p:txBody>
      </p:sp>
      <p:sp>
        <p:nvSpPr>
          <p:cNvPr id="10" name="Picture Placeholder 5">
            <a:extLst>
              <a:ext uri="{FF2B5EF4-FFF2-40B4-BE49-F238E27FC236}">
                <a16:creationId xmlns:a16="http://schemas.microsoft.com/office/drawing/2014/main" id="{B7931B3D-9252-BE49-A66E-A9234FAC891B}"/>
              </a:ext>
            </a:extLst>
          </p:cNvPr>
          <p:cNvSpPr>
            <a:spLocks noGrp="1"/>
          </p:cNvSpPr>
          <p:nvPr>
            <p:ph type="pic" sz="quarter" idx="13"/>
          </p:nvPr>
        </p:nvSpPr>
        <p:spPr>
          <a:xfrm>
            <a:off x="6096001" y="3429001"/>
            <a:ext cx="6125227" cy="3429000"/>
          </a:xfrm>
          <a:solidFill>
            <a:schemeClr val="bg1">
              <a:lumMod val="85000"/>
            </a:schemeClr>
          </a:solidFill>
        </p:spPr>
        <p:txBody>
          <a:bodyPr anchor="ctr" anchorCtr="0"/>
          <a:lstStyle>
            <a:lvl1pPr algn="ctr">
              <a:defRPr sz="1000"/>
            </a:lvl1pPr>
          </a:lstStyle>
          <a:p>
            <a:r>
              <a:rPr lang="en-US"/>
              <a:t>Click icon to add picture</a:t>
            </a:r>
          </a:p>
        </p:txBody>
      </p:sp>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1"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2" y="5961068"/>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2" name="Text Placeholder 5">
            <a:extLst>
              <a:ext uri="{FF2B5EF4-FFF2-40B4-BE49-F238E27FC236}">
                <a16:creationId xmlns:a16="http://schemas.microsoft.com/office/drawing/2014/main" id="{02A55337-E9FA-8D48-9DB0-66362622AFC6}"/>
              </a:ext>
            </a:extLst>
          </p:cNvPr>
          <p:cNvSpPr>
            <a:spLocks noGrp="1"/>
          </p:cNvSpPr>
          <p:nvPr>
            <p:ph type="body" sz="quarter" idx="14"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2020510716"/>
      </p:ext>
    </p:extLst>
  </p:cSld>
  <p:clrMapOvr>
    <a:masterClrMapping/>
  </p:clrMapOvr>
  <p:hf hdr="0" dt="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1_2 Images + Text">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DE904A63-831B-6006-6064-D6652C4D03C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DE904A63-831B-6006-6064-D6652C4D03C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5">
            <a:extLst>
              <a:ext uri="{FF2B5EF4-FFF2-40B4-BE49-F238E27FC236}">
                <a16:creationId xmlns:a16="http://schemas.microsoft.com/office/drawing/2014/main" id="{3E18DB93-FC6E-0C47-9FB2-C9045133A01C}"/>
              </a:ext>
            </a:extLst>
          </p:cNvPr>
          <p:cNvSpPr>
            <a:spLocks noGrp="1"/>
          </p:cNvSpPr>
          <p:nvPr>
            <p:ph type="pic" sz="quarter" idx="12"/>
          </p:nvPr>
        </p:nvSpPr>
        <p:spPr>
          <a:xfrm>
            <a:off x="6096001" y="0"/>
            <a:ext cx="6125227" cy="3429000"/>
          </a:xfrm>
          <a:solidFill>
            <a:schemeClr val="bg1">
              <a:lumMod val="85000"/>
            </a:schemeClr>
          </a:solidFill>
        </p:spPr>
        <p:txBody>
          <a:bodyPr anchor="ctr" anchorCtr="0"/>
          <a:lstStyle>
            <a:lvl1pPr algn="ctr">
              <a:defRPr sz="1000"/>
            </a:lvl1pPr>
          </a:lstStyle>
          <a:p>
            <a:r>
              <a:rPr lang="en-US"/>
              <a:t>Click icon to add picture</a:t>
            </a:r>
          </a:p>
        </p:txBody>
      </p:sp>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1"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2" y="5961068"/>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2" name="Text Placeholder 5">
            <a:extLst>
              <a:ext uri="{FF2B5EF4-FFF2-40B4-BE49-F238E27FC236}">
                <a16:creationId xmlns:a16="http://schemas.microsoft.com/office/drawing/2014/main" id="{02A55337-E9FA-8D48-9DB0-66362622AFC6}"/>
              </a:ext>
            </a:extLst>
          </p:cNvPr>
          <p:cNvSpPr>
            <a:spLocks noGrp="1"/>
          </p:cNvSpPr>
          <p:nvPr>
            <p:ph type="body" sz="quarter" idx="14"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10"/>
            <a:ext cx="2798067" cy="2803329"/>
          </a:xfrm>
        </p:spPr>
        <p:txBody>
          <a:bodyPr/>
          <a:lstStyle>
            <a:lvl1pPr rtl="0">
              <a:spcAft>
                <a:spcPts val="600"/>
              </a:spcAft>
              <a:defRPr sz="1200" b="1" i="0">
                <a:solidFill>
                  <a:schemeClr val="tx1"/>
                </a:solidFill>
                <a:latin typeface="Arial" panose="020B0604020202020204" pitchFamily="34" charset="0"/>
              </a:defRPr>
            </a:lvl1pPr>
            <a:lvl2pPr marL="0" indent="0" rtl="0">
              <a:spcAft>
                <a:spcPts val="600"/>
              </a:spcAft>
              <a:buNone/>
              <a:tabLst/>
              <a:defRPr sz="1200">
                <a:solidFill>
                  <a:schemeClr val="tx1"/>
                </a:solidFill>
              </a:defRPr>
            </a:lvl2pPr>
            <a:lvl3pPr marL="180921" indent="-180921" rtl="0">
              <a:spcAft>
                <a:spcPts val="600"/>
              </a:spcAft>
              <a:tabLst/>
              <a:defRPr sz="1200">
                <a:solidFill>
                  <a:schemeClr val="tx1"/>
                </a:solidFill>
              </a:defRPr>
            </a:lvl3pPr>
            <a:lvl4pPr marL="355493" indent="-180921" rtl="0">
              <a:spcAft>
                <a:spcPts val="600"/>
              </a:spcAft>
              <a:tabLst/>
              <a:defRPr sz="1200">
                <a:solidFill>
                  <a:schemeClr val="tx1"/>
                </a:solidFill>
              </a:defRPr>
            </a:lvl4pPr>
            <a:lvl5pPr marL="579264" indent="-217423" rtl="0">
              <a:spcAft>
                <a:spcPts val="600"/>
              </a:spcAft>
              <a:tabLs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937061784"/>
      </p:ext>
    </p:extLst>
  </p:cSld>
  <p:clrMapOvr>
    <a:masterClrMapping/>
  </p:clrMapOvr>
  <p:hf hdr="0" dt="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1_1 Image + Pullout Blue">
    <p:bg>
      <p:bgPr>
        <a:solidFill>
          <a:schemeClr val="accent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E326307-6A4D-ED89-D927-EB8C7547A96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0E326307-6A4D-ED89-D927-EB8C7547A9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1"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2" y="5961068"/>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0" name="TextBox 9">
            <a:extLst>
              <a:ext uri="{FF2B5EF4-FFF2-40B4-BE49-F238E27FC236}">
                <a16:creationId xmlns:a16="http://schemas.microsoft.com/office/drawing/2014/main" id="{0844611E-6F17-6F4B-85B5-8121A82E39E0}"/>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
        <p:nvSpPr>
          <p:cNvPr id="5" name="Title 4">
            <a:extLst>
              <a:ext uri="{FF2B5EF4-FFF2-40B4-BE49-F238E27FC236}">
                <a16:creationId xmlns:a16="http://schemas.microsoft.com/office/drawing/2014/main" id="{0545F618-606A-2D4B-97A0-5A6D7E11E3A4}"/>
              </a:ext>
            </a:extLst>
          </p:cNvPr>
          <p:cNvSpPr>
            <a:spLocks noGrp="1"/>
          </p:cNvSpPr>
          <p:nvPr>
            <p:ph type="title"/>
          </p:nvPr>
        </p:nvSpPr>
        <p:spPr>
          <a:xfrm>
            <a:off x="7234118" y="620714"/>
            <a:ext cx="3819764" cy="5616574"/>
          </a:xfrm>
        </p:spPr>
        <p:txBody>
          <a:bodyPr vert="horz" anchor="ctr" anchorCtr="0"/>
          <a:lstStyle>
            <a:lvl1pPr algn="ctr" rtl="0">
              <a:defRPr sz="2399">
                <a:solidFill>
                  <a:schemeClr val="bg1"/>
                </a:solidFill>
              </a:defRPr>
            </a:lvl1pPr>
          </a:lstStyle>
          <a:p>
            <a:r>
              <a:rPr lang="en-US"/>
              <a:t>Click to edit Master title style</a:t>
            </a:r>
            <a:endParaRPr lang="en-AU"/>
          </a:p>
        </p:txBody>
      </p:sp>
    </p:spTree>
    <p:extLst>
      <p:ext uri="{BB962C8B-B14F-4D97-AF65-F5344CB8AC3E}">
        <p14:creationId xmlns:p14="http://schemas.microsoft.com/office/powerpoint/2010/main" val="3934196963"/>
      </p:ext>
    </p:extLst>
  </p:cSld>
  <p:clrMapOvr>
    <a:masterClrMapping/>
  </p:clrMapOvr>
  <p:hf hdr="0" dt="0"/>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1_Image + Graphics">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901C05D-D48C-487E-E3A3-B42691BF292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8901C05D-D48C-487E-E3A3-B42691BF292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8956110"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2" y="5961068"/>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0" name="TextBox 9">
            <a:extLst>
              <a:ext uri="{FF2B5EF4-FFF2-40B4-BE49-F238E27FC236}">
                <a16:creationId xmlns:a16="http://schemas.microsoft.com/office/drawing/2014/main" id="{0844611E-6F17-6F4B-85B5-8121A82E39E0}"/>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7" name="Text Placeholder 6">
            <a:extLst>
              <a:ext uri="{FF2B5EF4-FFF2-40B4-BE49-F238E27FC236}">
                <a16:creationId xmlns:a16="http://schemas.microsoft.com/office/drawing/2014/main" id="{BB474675-2B4E-C64F-A2C6-2DF06865030A}"/>
              </a:ext>
            </a:extLst>
          </p:cNvPr>
          <p:cNvSpPr>
            <a:spLocks noGrp="1"/>
          </p:cNvSpPr>
          <p:nvPr>
            <p:ph type="body" sz="quarter" idx="12"/>
          </p:nvPr>
        </p:nvSpPr>
        <p:spPr>
          <a:xfrm>
            <a:off x="9720198" y="1484336"/>
            <a:ext cx="1702040" cy="988817"/>
          </a:xfrm>
        </p:spPr>
        <p:txBody>
          <a:bodyPr/>
          <a:lstStyle>
            <a:lvl1pPr algn="ctr" rtl="0">
              <a:defRPr sz="1050"/>
            </a:lvl1pPr>
            <a:lvl2pPr algn="ctr" rtl="0">
              <a:defRPr sz="1050"/>
            </a:lvl2pPr>
            <a:lvl3pPr algn="ctr" rtl="0">
              <a:defRPr sz="1050"/>
            </a:lvl3pPr>
            <a:lvl4pPr algn="ctr" rtl="0">
              <a:defRPr sz="1050"/>
            </a:lvl4pPr>
            <a:lvl5pPr algn="ctr" rtl="0">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143312646"/>
      </p:ext>
    </p:extLst>
  </p:cSld>
  <p:clrMapOvr>
    <a:masterClrMapping/>
  </p:clrMapOvr>
  <p:hf hdr="0" dt="0"/>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1_Heading + Conten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52A6765-AFDF-9B10-B6A2-8A128B92FD8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F52A6765-AFDF-9B10-B6A2-8A128B92FD8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rgbClr val="004455"/>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2" y="5961068"/>
            <a:ext cx="598355" cy="600071"/>
          </a:xfrm>
          <a:prstGeom prst="rect">
            <a:avLst/>
          </a:prstGeom>
        </p:spPr>
      </p:pic>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3689510634"/>
      </p:ext>
    </p:extLst>
  </p:cSld>
  <p:clrMapOvr>
    <a:masterClrMapping/>
  </p:clrMapOvr>
  <p:hf hdr="0" dt="0"/>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LOADS OF SPACE">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371F67CA-BD13-93E4-C427-14AE9FA3A66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371F67CA-BD13-93E4-C427-14AE9FA3A66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627412" y="145465"/>
            <a:ext cx="292950" cy="29379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flipV="1">
            <a:off x="105884" y="439256"/>
            <a:ext cx="11353465" cy="1"/>
          </a:xfrm>
          <a:prstGeom prst="line">
            <a:avLst/>
          </a:prstGeom>
          <a:ln w="9525">
            <a:solidFill>
              <a:srgbClr val="004455"/>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459350" y="6551575"/>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3668953818"/>
      </p:ext>
    </p:extLst>
  </p:cSld>
  <p:clrMapOvr>
    <a:masterClrMapping/>
  </p:clrMapOvr>
  <p:hf hdr="0" dt="0"/>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1_1Heading + Text + Graphic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9D739B0-82AF-4D3A-3496-78B599F0FE5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49D739B0-82AF-4D3A-3496-78B599F0FE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3" y="1481215"/>
            <a:ext cx="5292725" cy="4440238"/>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21" indent="-180921" rtl="0">
              <a:spcAft>
                <a:spcPts val="900"/>
              </a:spcAft>
              <a:tabLst/>
              <a:defRPr sz="1400">
                <a:solidFill>
                  <a:schemeClr val="tx1"/>
                </a:solidFill>
              </a:defRPr>
            </a:lvl3pPr>
            <a:lvl4pPr marL="355493" indent="-180921" rtl="0">
              <a:spcAft>
                <a:spcPts val="900"/>
              </a:spcAft>
              <a:tabLst/>
              <a:defRPr sz="1400">
                <a:solidFill>
                  <a:schemeClr val="tx1"/>
                </a:solidFill>
              </a:defRPr>
            </a:lvl4pPr>
            <a:lvl5pPr marL="579264" indent="-217423"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rgbClr val="004455"/>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06221" y="6070125"/>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rgbClr val="004455"/>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268124271"/>
      </p:ext>
    </p:extLst>
  </p:cSld>
  <p:clrMapOvr>
    <a:masterClrMapping/>
  </p:clrMapOvr>
  <p:hf hdr="0" dt="0"/>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1_Heading + Text + Graphics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3B1E572-DDFF-1835-2798-B777EB81E13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23B1E572-DDFF-1835-2798-B777EB81E1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9C3D6F18-9B22-784C-9480-84E4008C0A54}"/>
              </a:ext>
            </a:extLst>
          </p:cNvPr>
          <p:cNvSpPr/>
          <p:nvPr/>
        </p:nvSpPr>
        <p:spPr>
          <a:xfrm>
            <a:off x="0" y="0"/>
            <a:ext cx="6096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rtl="0"/>
            <a:endParaRPr lang="en-AU" sz="1799">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3" y="1481215"/>
            <a:ext cx="5292725" cy="4440238"/>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21" indent="-180921" rtl="0">
              <a:spcAft>
                <a:spcPts val="900"/>
              </a:spcAft>
              <a:tabLst/>
              <a:defRPr sz="1400">
                <a:solidFill>
                  <a:schemeClr val="bg1"/>
                </a:solidFill>
              </a:defRPr>
            </a:lvl3pPr>
            <a:lvl4pPr marL="355493" indent="-180921" rtl="0">
              <a:spcAft>
                <a:spcPts val="900"/>
              </a:spcAft>
              <a:tabLst/>
              <a:defRPr sz="1400">
                <a:solidFill>
                  <a:schemeClr val="bg1"/>
                </a:solidFill>
              </a:defRPr>
            </a:lvl4pPr>
            <a:lvl5pPr marL="579264" indent="-217423"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8" y="520259"/>
            <a:ext cx="5447070" cy="713230"/>
          </a:xfrm>
        </p:spPr>
        <p:txBody>
          <a:bodyPr vert="horz"/>
          <a:lstStyle>
            <a:lvl1pPr rtl="0">
              <a:defRPr sz="3399">
                <a:solidFill>
                  <a:schemeClr val="bg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4707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pic>
        <p:nvPicPr>
          <p:cNvPr id="14" name="Picture 13">
            <a:extLst>
              <a:ext uri="{FF2B5EF4-FFF2-40B4-BE49-F238E27FC236}">
                <a16:creationId xmlns:a16="http://schemas.microsoft.com/office/drawing/2014/main" id="{5326D22B-2854-4441-B691-DDCD04F7072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8"/>
            <a:ext cx="598354" cy="600071"/>
          </a:xfrm>
          <a:prstGeom prst="rect">
            <a:avLst/>
          </a:prstGeom>
        </p:spPr>
      </p:pic>
    </p:spTree>
    <p:extLst>
      <p:ext uri="{BB962C8B-B14F-4D97-AF65-F5344CB8AC3E}">
        <p14:creationId xmlns:p14="http://schemas.microsoft.com/office/powerpoint/2010/main" val="225791639"/>
      </p:ext>
    </p:extLst>
  </p:cSld>
  <p:clrMapOvr>
    <a:masterClrMapping/>
  </p:clrMapOvr>
  <p:hf hdr="0" dt="0"/>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_2 Panel Text + Chart Blue">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6E42712-89F8-EA6C-D193-F81E2B57C87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46E42712-89F8-EA6C-D193-F81E2B57C8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45A67307-9816-4E4C-80AE-6BEDE1207DB2}"/>
              </a:ext>
            </a:extLst>
          </p:cNvPr>
          <p:cNvSpPr/>
          <p:nvPr/>
        </p:nvSpPr>
        <p:spPr>
          <a:xfrm>
            <a:off x="6096000" y="0"/>
            <a:ext cx="6096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16" tIns="45708" rIns="91416" bIns="45708" numCol="1" spcCol="0" rtlCol="0" fromWordArt="0" anchor="ctr" anchorCtr="0" forceAA="0" compatLnSpc="1">
            <a:prstTxWarp prst="textNoShape">
              <a:avLst/>
            </a:prstTxWarp>
            <a:noAutofit/>
          </a:bodyPr>
          <a:lstStyle/>
          <a:p>
            <a:pPr algn="ctr" rtl="0"/>
            <a:endParaRPr lang="en-AU" sz="1799">
              <a:latin typeface="MarkOT" panose="020B0504020201010104" pitchFamily="34" charset="0"/>
            </a:endParaRPr>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10"/>
            <a:ext cx="2798067" cy="2803329"/>
          </a:xfrm>
        </p:spPr>
        <p:txBody>
          <a:bodyPr/>
          <a:lstStyle>
            <a:lvl1pPr rtl="0">
              <a:spcAft>
                <a:spcPts val="600"/>
              </a:spcAft>
              <a:defRPr sz="1200" b="1" i="0">
                <a:solidFill>
                  <a:schemeClr val="bg1"/>
                </a:solidFill>
                <a:latin typeface="Arial" panose="020B0604020202020204" pitchFamily="34" charset="0"/>
              </a:defRPr>
            </a:lvl1pPr>
            <a:lvl2pPr marL="0" indent="0" rtl="0">
              <a:spcAft>
                <a:spcPts val="600"/>
              </a:spcAft>
              <a:buNone/>
              <a:tabLst/>
              <a:defRPr sz="1200">
                <a:solidFill>
                  <a:schemeClr val="bg1"/>
                </a:solidFill>
              </a:defRPr>
            </a:lvl2pPr>
            <a:lvl3pPr marL="180921" indent="-180921" rtl="0">
              <a:spcAft>
                <a:spcPts val="600"/>
              </a:spcAft>
              <a:tabLst/>
              <a:defRPr sz="1200">
                <a:solidFill>
                  <a:schemeClr val="bg1"/>
                </a:solidFill>
              </a:defRPr>
            </a:lvl3pPr>
            <a:lvl4pPr marL="355493" indent="-180921" rtl="0">
              <a:spcAft>
                <a:spcPts val="600"/>
              </a:spcAft>
              <a:tabLst/>
              <a:defRPr sz="1200">
                <a:solidFill>
                  <a:schemeClr val="bg1"/>
                </a:solidFill>
              </a:defRPr>
            </a:lvl4pPr>
            <a:lvl5pPr marL="579264" indent="-217423" rtl="0">
              <a:spcAft>
                <a:spcPts val="600"/>
              </a:spcAft>
              <a:tabLst/>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2" y="5961068"/>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8" y="520259"/>
            <a:ext cx="5447070" cy="713230"/>
          </a:xfrm>
        </p:spPr>
        <p:txBody>
          <a:bodyPr vert="horz"/>
          <a:lstStyle>
            <a:lvl1pPr rtl="0">
              <a:defRPr sz="3399">
                <a:solidFill>
                  <a:srgbClr val="004455"/>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5447070" cy="0"/>
          </a:xfrm>
          <a:prstGeom prst="line">
            <a:avLst/>
          </a:prstGeom>
          <a:ln w="9525">
            <a:solidFill>
              <a:srgbClr val="004455"/>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4" y="1520827"/>
            <a:ext cx="5292725" cy="4289425"/>
          </a:xfrm>
        </p:spPr>
        <p:txBody>
          <a:bodyPr anchor="ctr" anchorCtr="0"/>
          <a:lstStyle>
            <a:lvl1pPr algn="ctr">
              <a:defRPr sz="1000"/>
            </a:lvl1pPr>
          </a:lstStyle>
          <a:p>
            <a:r>
              <a:rPr lang="en-US"/>
              <a:t>Click icon to add chart</a:t>
            </a:r>
          </a:p>
        </p:txBody>
      </p:sp>
    </p:spTree>
    <p:extLst>
      <p:ext uri="{BB962C8B-B14F-4D97-AF65-F5344CB8AC3E}">
        <p14:creationId xmlns:p14="http://schemas.microsoft.com/office/powerpoint/2010/main" val="1516237806"/>
      </p:ext>
    </p:extLst>
  </p:cSld>
  <p:clrMapOvr>
    <a:masterClrMapping/>
  </p:clrMapOvr>
  <p:hf hdr="0" dt="0"/>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1_1 Panel Text + Chart Lef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0B4A301-CB54-6EB2-3C7A-A1668A41C13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20B4A301-CB54-6EB2-3C7A-A1668A41C13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6564315" y="1520825"/>
            <a:ext cx="5327649" cy="5040301"/>
          </a:xfrm>
        </p:spPr>
        <p:txBody>
          <a:bodyPr/>
          <a:lstStyle>
            <a:lvl1pPr rtl="0">
              <a:spcAft>
                <a:spcPts val="600"/>
              </a:spcAft>
              <a:defRPr sz="1400" b="1" i="0">
                <a:solidFill>
                  <a:schemeClr val="tx1"/>
                </a:solidFill>
                <a:latin typeface="Arial" panose="020B0604020202020204" pitchFamily="34" charset="0"/>
              </a:defRPr>
            </a:lvl1pPr>
            <a:lvl2pPr marL="0" indent="0" rtl="0">
              <a:spcAft>
                <a:spcPts val="600"/>
              </a:spcAft>
              <a:buNone/>
              <a:tabLst/>
              <a:defRPr sz="1400">
                <a:solidFill>
                  <a:schemeClr val="tx1"/>
                </a:solidFill>
              </a:defRPr>
            </a:lvl2pPr>
            <a:lvl3pPr marL="180921" indent="-180921" rtl="0">
              <a:spcAft>
                <a:spcPts val="600"/>
              </a:spcAft>
              <a:tabLst/>
              <a:defRPr sz="1400">
                <a:solidFill>
                  <a:schemeClr val="tx1"/>
                </a:solidFill>
              </a:defRPr>
            </a:lvl3pPr>
            <a:lvl4pPr marL="355493" indent="-180921" rtl="0">
              <a:spcAft>
                <a:spcPts val="600"/>
              </a:spcAft>
              <a:tabLst/>
              <a:defRPr sz="1400">
                <a:solidFill>
                  <a:schemeClr val="tx1"/>
                </a:solidFill>
              </a:defRPr>
            </a:lvl4pPr>
            <a:lvl5pPr marL="579264" indent="-217423"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2" y="5961068"/>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8" y="520259"/>
            <a:ext cx="5447070" cy="713230"/>
          </a:xfrm>
        </p:spPr>
        <p:txBody>
          <a:bodyPr vert="horz"/>
          <a:lstStyle>
            <a:lvl1pPr rtl="0">
              <a:defRPr sz="3399">
                <a:solidFill>
                  <a:srgbClr val="004455"/>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rgbClr val="004455"/>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4" y="1520827"/>
            <a:ext cx="5292725" cy="4289425"/>
          </a:xfrm>
        </p:spPr>
        <p:txBody>
          <a:bodyPr anchor="ctr" anchorCtr="0"/>
          <a:lstStyle>
            <a:lvl1pPr algn="ctr">
              <a:defRPr sz="1000"/>
            </a:lvl1pPr>
          </a:lstStyle>
          <a:p>
            <a:r>
              <a:rPr lang="en-US"/>
              <a:t>Click icon to add chart</a:t>
            </a:r>
          </a:p>
        </p:txBody>
      </p:sp>
    </p:spTree>
    <p:extLst>
      <p:ext uri="{BB962C8B-B14F-4D97-AF65-F5344CB8AC3E}">
        <p14:creationId xmlns:p14="http://schemas.microsoft.com/office/powerpoint/2010/main" val="398214105"/>
      </p:ext>
    </p:extLst>
  </p:cSld>
  <p:clrMapOvr>
    <a:masterClrMapping/>
  </p:clrMapOvr>
  <p:hf hdr="0" dt="0"/>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1 Panel Text + Chart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ECAE922-1F28-2678-0347-5A7D4837651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DECAE922-1F28-2678-0347-5A7D4837651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8" y="1520825"/>
            <a:ext cx="5327649" cy="5040301"/>
          </a:xfrm>
        </p:spPr>
        <p:txBody>
          <a:bodyPr/>
          <a:lstStyle>
            <a:lvl1pPr rtl="0">
              <a:spcAft>
                <a:spcPts val="600"/>
              </a:spcAft>
              <a:defRPr sz="1400" b="1" i="0">
                <a:solidFill>
                  <a:schemeClr val="tx1"/>
                </a:solidFill>
                <a:latin typeface="Arial" panose="020B0604020202020204" pitchFamily="34" charset="0"/>
              </a:defRPr>
            </a:lvl1pPr>
            <a:lvl2pPr marL="0" indent="0" rtl="0">
              <a:spcAft>
                <a:spcPts val="600"/>
              </a:spcAft>
              <a:buNone/>
              <a:tabLst/>
              <a:defRPr sz="1400">
                <a:solidFill>
                  <a:schemeClr val="tx1"/>
                </a:solidFill>
              </a:defRPr>
            </a:lvl2pPr>
            <a:lvl3pPr marL="180921" indent="-180921" rtl="0">
              <a:spcAft>
                <a:spcPts val="600"/>
              </a:spcAft>
              <a:tabLst/>
              <a:defRPr sz="1400">
                <a:solidFill>
                  <a:schemeClr val="tx1"/>
                </a:solidFill>
              </a:defRPr>
            </a:lvl3pPr>
            <a:lvl4pPr marL="355493" indent="-180921" rtl="0">
              <a:spcAft>
                <a:spcPts val="600"/>
              </a:spcAft>
              <a:tabLst/>
              <a:defRPr sz="1400">
                <a:solidFill>
                  <a:schemeClr val="tx1"/>
                </a:solidFill>
              </a:defRPr>
            </a:lvl4pPr>
            <a:lvl5pPr marL="579264" indent="-217423"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3608" y="6053347"/>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8" y="520259"/>
            <a:ext cx="5447070" cy="713230"/>
          </a:xfrm>
        </p:spPr>
        <p:txBody>
          <a:bodyPr vert="horz"/>
          <a:lstStyle>
            <a:lvl1pPr rtl="0">
              <a:defRPr sz="3399">
                <a:solidFill>
                  <a:srgbClr val="004455"/>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rgbClr val="004455"/>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6564313" y="1134480"/>
            <a:ext cx="5327650" cy="5439741"/>
          </a:xfrm>
        </p:spPr>
        <p:txBody>
          <a:bodyPr anchor="ctr" anchorCtr="0"/>
          <a:lstStyle>
            <a:lvl1pPr algn="ctr" rtl="0">
              <a:defRPr sz="1000"/>
            </a:lvl1pPr>
          </a:lstStyle>
          <a:p>
            <a:r>
              <a:rPr lang="en-AU"/>
              <a:t>H</a:t>
            </a:r>
          </a:p>
        </p:txBody>
      </p:sp>
    </p:spTree>
    <p:extLst>
      <p:ext uri="{BB962C8B-B14F-4D97-AF65-F5344CB8AC3E}">
        <p14:creationId xmlns:p14="http://schemas.microsoft.com/office/powerpoint/2010/main" val="1337151187"/>
      </p:ext>
    </p:extLst>
  </p:cSld>
  <p:clrMapOvr>
    <a:masterClrMapping/>
  </p:clrMapOvr>
  <p:hf hdr="0" dt="0"/>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1_1 Char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06F53DF-B33C-C923-5A85-4A078D6F098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806F53DF-B33C-C923-5A85-4A078D6F098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06221" y="5948363"/>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8" y="520259"/>
            <a:ext cx="5447070" cy="713230"/>
          </a:xfrm>
        </p:spPr>
        <p:txBody>
          <a:bodyPr vert="horz"/>
          <a:lstStyle>
            <a:lvl1pPr rtl="0">
              <a:defRPr sz="3399">
                <a:solidFill>
                  <a:srgbClr val="004455"/>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rgbClr val="004455"/>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5"/>
            <a:ext cx="11557000" cy="4440237"/>
          </a:xfrm>
        </p:spPr>
        <p:txBody>
          <a:bodyPr anchor="ctr" anchorCtr="0"/>
          <a:lstStyle>
            <a:lvl1pPr algn="ctr" rtl="0">
              <a:defRPr sz="1000"/>
            </a:lvl1pPr>
          </a:lstStyle>
          <a:p>
            <a:r>
              <a:rPr lang="en-AU"/>
              <a:t>H</a:t>
            </a:r>
          </a:p>
        </p:txBody>
      </p:sp>
    </p:spTree>
    <p:extLst>
      <p:ext uri="{BB962C8B-B14F-4D97-AF65-F5344CB8AC3E}">
        <p14:creationId xmlns:p14="http://schemas.microsoft.com/office/powerpoint/2010/main" val="3250153475"/>
      </p:ext>
    </p:extLst>
  </p:cSld>
  <p:clrMapOvr>
    <a:masterClrMapping/>
  </p:clrMapOvr>
  <p:hf hdr="0" dt="0"/>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1_3 Chart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068BFD0-D740-B89E-F4F0-3EFC38094B8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6068BFD0-D740-B89E-F4F0-3EFC38094B8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8"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Arial" panose="020B0604020202020204" pitchFamily="34" charset="0"/>
              </a:defRPr>
            </a:lvl1pPr>
            <a:lvl2pPr marL="0" indent="0" rtl="0">
              <a:spcAft>
                <a:spcPts val="600"/>
              </a:spcAft>
              <a:buNone/>
              <a:tabLst/>
              <a:defRPr sz="1400">
                <a:solidFill>
                  <a:schemeClr val="tx1"/>
                </a:solidFill>
              </a:defRPr>
            </a:lvl2pPr>
            <a:lvl3pPr marL="180921" indent="-180921" rtl="0">
              <a:spcAft>
                <a:spcPts val="600"/>
              </a:spcAft>
              <a:tabLst/>
              <a:defRPr sz="1400">
                <a:solidFill>
                  <a:schemeClr val="tx1"/>
                </a:solidFill>
              </a:defRPr>
            </a:lvl3pPr>
            <a:lvl4pPr marL="355493" indent="-180921" rtl="0">
              <a:spcAft>
                <a:spcPts val="600"/>
              </a:spcAft>
              <a:tabLst/>
              <a:defRPr sz="1400">
                <a:solidFill>
                  <a:schemeClr val="tx1"/>
                </a:solidFill>
              </a:defRPr>
            </a:lvl4pPr>
            <a:lvl5pPr marL="579264" indent="-217423"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2" y="5961068"/>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8" y="520259"/>
            <a:ext cx="5447070" cy="713230"/>
          </a:xfrm>
        </p:spPr>
        <p:txBody>
          <a:bodyPr vert="horz"/>
          <a:lstStyle>
            <a:lvl1pPr rtl="0">
              <a:defRPr sz="3399">
                <a:solidFill>
                  <a:srgbClr val="004455"/>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rgbClr val="004455"/>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4" y="1520826"/>
            <a:ext cx="3732291" cy="2567152"/>
          </a:xfrm>
        </p:spPr>
        <p:txBody>
          <a:bodyPr anchor="ctr" anchorCtr="0"/>
          <a:lstStyle>
            <a:lvl1pPr algn="ctr" rtl="0">
              <a:defRPr sz="1000"/>
            </a:lvl1pPr>
          </a:lstStyle>
          <a:p>
            <a:r>
              <a:rPr lang="en-AU"/>
              <a:t>H</a:t>
            </a:r>
          </a:p>
        </p:txBody>
      </p:sp>
      <p:sp>
        <p:nvSpPr>
          <p:cNvPr id="12" name="Text Placeholder 14">
            <a:extLst>
              <a:ext uri="{FF2B5EF4-FFF2-40B4-BE49-F238E27FC236}">
                <a16:creationId xmlns:a16="http://schemas.microsoft.com/office/drawing/2014/main" id="{E49C82BB-40C5-7B4F-A88F-AD41B1301F3A}"/>
              </a:ext>
            </a:extLst>
          </p:cNvPr>
          <p:cNvSpPr>
            <a:spLocks noGrp="1"/>
          </p:cNvSpPr>
          <p:nvPr>
            <p:ph type="body" sz="quarter" idx="21"/>
          </p:nvPr>
        </p:nvSpPr>
        <p:spPr>
          <a:xfrm>
            <a:off x="4247655"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Arial" panose="020B0604020202020204" pitchFamily="34" charset="0"/>
              </a:defRPr>
            </a:lvl1pPr>
            <a:lvl2pPr marL="0" indent="0" rtl="0">
              <a:spcAft>
                <a:spcPts val="600"/>
              </a:spcAft>
              <a:buNone/>
              <a:tabLst/>
              <a:defRPr sz="1400">
                <a:solidFill>
                  <a:schemeClr val="tx1"/>
                </a:solidFill>
              </a:defRPr>
            </a:lvl2pPr>
            <a:lvl3pPr marL="180921" indent="-180921" rtl="0">
              <a:spcAft>
                <a:spcPts val="600"/>
              </a:spcAft>
              <a:tabLst/>
              <a:defRPr sz="1400">
                <a:solidFill>
                  <a:schemeClr val="tx1"/>
                </a:solidFill>
              </a:defRPr>
            </a:lvl3pPr>
            <a:lvl4pPr marL="355493" indent="-180921" rtl="0">
              <a:spcAft>
                <a:spcPts val="600"/>
              </a:spcAft>
              <a:tabLst/>
              <a:defRPr sz="1400">
                <a:solidFill>
                  <a:schemeClr val="tx1"/>
                </a:solidFill>
              </a:defRPr>
            </a:lvl4pPr>
            <a:lvl5pPr marL="579264" indent="-217423"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3" name="Text Placeholder 14">
            <a:extLst>
              <a:ext uri="{FF2B5EF4-FFF2-40B4-BE49-F238E27FC236}">
                <a16:creationId xmlns:a16="http://schemas.microsoft.com/office/drawing/2014/main" id="{9E8EA932-8B25-BC44-A1CE-CE4B99DC61CE}"/>
              </a:ext>
            </a:extLst>
          </p:cNvPr>
          <p:cNvSpPr>
            <a:spLocks noGrp="1"/>
          </p:cNvSpPr>
          <p:nvPr>
            <p:ph type="body" sz="quarter" idx="22"/>
          </p:nvPr>
        </p:nvSpPr>
        <p:spPr>
          <a:xfrm>
            <a:off x="8166942"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Arial" panose="020B0604020202020204" pitchFamily="34" charset="0"/>
              </a:defRPr>
            </a:lvl1pPr>
            <a:lvl2pPr marL="0" indent="0" rtl="0">
              <a:spcAft>
                <a:spcPts val="600"/>
              </a:spcAft>
              <a:buNone/>
              <a:tabLst/>
              <a:defRPr sz="1400">
                <a:solidFill>
                  <a:schemeClr val="tx1"/>
                </a:solidFill>
              </a:defRPr>
            </a:lvl2pPr>
            <a:lvl3pPr marL="180921" indent="-180921" rtl="0">
              <a:spcAft>
                <a:spcPts val="600"/>
              </a:spcAft>
              <a:tabLst/>
              <a:defRPr sz="1400">
                <a:solidFill>
                  <a:schemeClr val="tx1"/>
                </a:solidFill>
              </a:defRPr>
            </a:lvl3pPr>
            <a:lvl4pPr marL="355493" indent="-180921" rtl="0">
              <a:spcAft>
                <a:spcPts val="600"/>
              </a:spcAft>
              <a:tabLst/>
              <a:defRPr sz="1400">
                <a:solidFill>
                  <a:schemeClr val="tx1"/>
                </a:solidFill>
              </a:defRPr>
            </a:lvl4pPr>
            <a:lvl5pPr marL="579264" indent="-217423"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Chart Placeholder 3">
            <a:extLst>
              <a:ext uri="{FF2B5EF4-FFF2-40B4-BE49-F238E27FC236}">
                <a16:creationId xmlns:a16="http://schemas.microsoft.com/office/drawing/2014/main" id="{1C8F9151-E430-9E48-BC52-ECDD1C4DFB70}"/>
              </a:ext>
            </a:extLst>
          </p:cNvPr>
          <p:cNvSpPr>
            <a:spLocks noGrp="1"/>
          </p:cNvSpPr>
          <p:nvPr>
            <p:ph type="chart" sz="quarter" idx="23" hasCustomPrompt="1"/>
          </p:nvPr>
        </p:nvSpPr>
        <p:spPr>
          <a:xfrm>
            <a:off x="4245227" y="1520826"/>
            <a:ext cx="3732291" cy="2567152"/>
          </a:xfrm>
        </p:spPr>
        <p:txBody>
          <a:bodyPr anchor="ctr" anchorCtr="0"/>
          <a:lstStyle>
            <a:lvl1pPr algn="ctr" rtl="0">
              <a:defRPr sz="1000"/>
            </a:lvl1pPr>
          </a:lstStyle>
          <a:p>
            <a:r>
              <a:rPr lang="en-AU"/>
              <a:t>H</a:t>
            </a:r>
          </a:p>
        </p:txBody>
      </p:sp>
      <p:sp>
        <p:nvSpPr>
          <p:cNvPr id="17" name="Chart Placeholder 3">
            <a:extLst>
              <a:ext uri="{FF2B5EF4-FFF2-40B4-BE49-F238E27FC236}">
                <a16:creationId xmlns:a16="http://schemas.microsoft.com/office/drawing/2014/main" id="{FF79B36D-D641-744B-BA4C-687E6D90E7C5}"/>
              </a:ext>
            </a:extLst>
          </p:cNvPr>
          <p:cNvSpPr>
            <a:spLocks noGrp="1"/>
          </p:cNvSpPr>
          <p:nvPr>
            <p:ph type="chart" sz="quarter" idx="24" hasCustomPrompt="1"/>
          </p:nvPr>
        </p:nvSpPr>
        <p:spPr>
          <a:xfrm>
            <a:off x="8167521" y="1520826"/>
            <a:ext cx="3732291" cy="2567152"/>
          </a:xfrm>
        </p:spPr>
        <p:txBody>
          <a:bodyPr anchor="ctr" anchorCtr="0"/>
          <a:lstStyle>
            <a:lvl1pPr algn="ctr" rtl="0">
              <a:defRPr sz="1000"/>
            </a:lvl1pPr>
          </a:lstStyle>
          <a:p>
            <a:r>
              <a:rPr lang="en-AU"/>
              <a:t>H</a:t>
            </a:r>
          </a:p>
        </p:txBody>
      </p:sp>
    </p:spTree>
    <p:extLst>
      <p:ext uri="{BB962C8B-B14F-4D97-AF65-F5344CB8AC3E}">
        <p14:creationId xmlns:p14="http://schemas.microsoft.com/office/powerpoint/2010/main" val="301625359"/>
      </p:ext>
    </p:extLst>
  </p:cSld>
  <p:clrMapOvr>
    <a:masterClrMapping/>
  </p:clrMapOvr>
  <p:hf hdr="0" dt="0"/>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1 Table">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4850F72E-1031-E2E2-04C1-B98022AFA7D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4850F72E-1031-E2E2-04C1-B98022AFA7D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06221" y="5974151"/>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8" y="520259"/>
            <a:ext cx="5447070" cy="713230"/>
          </a:xfrm>
        </p:spPr>
        <p:txBody>
          <a:bodyPr vert="horz"/>
          <a:lstStyle>
            <a:lvl1pPr rtl="0">
              <a:defRPr sz="3399">
                <a:solidFill>
                  <a:srgbClr val="004455"/>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rgbClr val="004455"/>
            </a:solidFill>
          </a:ln>
        </p:spPr>
        <p:style>
          <a:lnRef idx="1">
            <a:schemeClr val="accent1"/>
          </a:lnRef>
          <a:fillRef idx="0">
            <a:schemeClr val="accent1"/>
          </a:fillRef>
          <a:effectRef idx="0">
            <a:schemeClr val="accent1"/>
          </a:effectRef>
          <a:fontRef idx="minor">
            <a:schemeClr val="tx1"/>
          </a:fontRef>
        </p:style>
      </p:cxnSp>
      <p:sp>
        <p:nvSpPr>
          <p:cNvPr id="3" name="Table Placeholder 2">
            <a:extLst>
              <a:ext uri="{FF2B5EF4-FFF2-40B4-BE49-F238E27FC236}">
                <a16:creationId xmlns:a16="http://schemas.microsoft.com/office/drawing/2014/main" id="{42E67822-7E9C-2749-81BF-4DBDF5EDDF0F}"/>
              </a:ext>
            </a:extLst>
          </p:cNvPr>
          <p:cNvSpPr>
            <a:spLocks noGrp="1"/>
          </p:cNvSpPr>
          <p:nvPr>
            <p:ph type="tbl" sz="quarter" idx="10"/>
          </p:nvPr>
        </p:nvSpPr>
        <p:spPr>
          <a:xfrm>
            <a:off x="334964" y="1520826"/>
            <a:ext cx="11569700" cy="4276229"/>
          </a:xfrm>
        </p:spPr>
        <p:txBody>
          <a:bodyPr/>
          <a:lstStyle/>
          <a:p>
            <a:r>
              <a:rPr lang="en-US"/>
              <a:t>Click icon to add table</a:t>
            </a:r>
          </a:p>
        </p:txBody>
      </p:sp>
    </p:spTree>
    <p:extLst>
      <p:ext uri="{BB962C8B-B14F-4D97-AF65-F5344CB8AC3E}">
        <p14:creationId xmlns:p14="http://schemas.microsoft.com/office/powerpoint/2010/main" val="1626002704"/>
      </p:ext>
    </p:extLst>
  </p:cSld>
  <p:clrMapOvr>
    <a:masterClrMapping/>
  </p:clrMapOvr>
  <p:hf hdr="0" dt="0"/>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10_Title Slide">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589" y="1589"/>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9" y="1589"/>
                        <a:ext cx="1587" cy="1587"/>
                      </a:xfrm>
                      <a:prstGeom prst="rect">
                        <a:avLst/>
                      </a:prstGeom>
                    </p:spPr>
                  </p:pic>
                </p:oleObj>
              </mc:Fallback>
            </mc:AlternateContent>
          </a:graphicData>
        </a:graphic>
      </p:graphicFrame>
      <p:sp>
        <p:nvSpPr>
          <p:cNvPr id="13" name="Title 1"/>
          <p:cNvSpPr>
            <a:spLocks noGrp="1"/>
          </p:cNvSpPr>
          <p:nvPr>
            <p:ph type="title" hasCustomPrompt="1"/>
          </p:nvPr>
        </p:nvSpPr>
        <p:spPr>
          <a:xfrm>
            <a:off x="616784" y="225277"/>
            <a:ext cx="10968310" cy="589793"/>
          </a:xfrm>
          <a:prstGeom prst="rect">
            <a:avLst/>
          </a:prstGeom>
        </p:spPr>
        <p:txBody>
          <a:bodyPr vert="horz" anchor="ctr">
            <a:normAutofit/>
          </a:bodyPr>
          <a:lstStyle>
            <a:lvl1pPr algn="l" rtl="0">
              <a:lnSpc>
                <a:spcPct val="100000"/>
              </a:lnSpc>
              <a:defRPr sz="2800" b="1" i="0">
                <a:solidFill>
                  <a:schemeClr val="accent2"/>
                </a:solidFill>
                <a:latin typeface="MarkOT" panose="020B0504020201010104" pitchFamily="34" charset="0"/>
                <a:ea typeface="Maax" charset="0"/>
                <a:cs typeface="Maax" charset="0"/>
              </a:defRPr>
            </a:lvl1pPr>
          </a:lstStyle>
          <a:p>
            <a:r>
              <a:rPr lang="en-AU"/>
              <a:t>Click to edit title</a:t>
            </a:r>
          </a:p>
        </p:txBody>
      </p:sp>
      <p:sp>
        <p:nvSpPr>
          <p:cNvPr id="3" name="Text Placeholder 2"/>
          <p:cNvSpPr>
            <a:spLocks noGrp="1"/>
          </p:cNvSpPr>
          <p:nvPr>
            <p:ph type="body" sz="quarter" idx="11" hasCustomPrompt="1"/>
          </p:nvPr>
        </p:nvSpPr>
        <p:spPr>
          <a:xfrm>
            <a:off x="616111" y="850329"/>
            <a:ext cx="10968984" cy="391430"/>
          </a:xfrm>
          <a:prstGeom prst="rect">
            <a:avLst/>
          </a:prstGeom>
        </p:spPr>
        <p:txBody>
          <a:bodyPr wrap="square" anchor="ctr">
            <a:normAutofit/>
          </a:bodyPr>
          <a:lstStyle>
            <a:lvl1pPr marL="0" marR="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sz="1400" i="1">
                <a:solidFill>
                  <a:schemeClr val="bg1">
                    <a:lumMod val="50000"/>
                  </a:schemeClr>
                </a:solidFill>
              </a:defRPr>
            </a:lvl1pPr>
          </a:lstStyle>
          <a:p>
            <a:pPr marL="0" marR="0" lvl="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a:pPr>
            <a:r>
              <a:rPr lang="en-AU"/>
              <a:t>Click to add title</a:t>
            </a:r>
          </a:p>
        </p:txBody>
      </p:sp>
      <p:sp>
        <p:nvSpPr>
          <p:cNvPr id="5" name="Text Placeholder 4"/>
          <p:cNvSpPr>
            <a:spLocks noGrp="1"/>
          </p:cNvSpPr>
          <p:nvPr>
            <p:ph type="body" sz="quarter" idx="12"/>
          </p:nvPr>
        </p:nvSpPr>
        <p:spPr>
          <a:xfrm>
            <a:off x="616110" y="1320801"/>
            <a:ext cx="10969307" cy="4951732"/>
          </a:xfrm>
          <a:prstGeom prst="rect">
            <a:avLst/>
          </a:prstGeom>
        </p:spPr>
        <p:txBody>
          <a:bodyPr>
            <a:normAutofit/>
          </a:bodyPr>
          <a:lstStyle>
            <a:lvl1pPr marL="0" indent="0" rtl="0">
              <a:buNone/>
              <a:defRPr sz="1400">
                <a:solidFill>
                  <a:schemeClr val="tx1"/>
                </a:solidFill>
              </a:defRPr>
            </a:lvl1pPr>
            <a:lvl2pPr marL="363538" indent="-188913" rtl="0">
              <a:buFont typeface="Wingdings" panose="05000000000000000000" pitchFamily="2" charset="2"/>
              <a:buChar char="§"/>
              <a:defRPr sz="1200">
                <a:solidFill>
                  <a:schemeClr val="tx1"/>
                </a:solidFill>
              </a:defRPr>
            </a:lvl2pPr>
            <a:lvl3pPr marL="711200" indent="-227013" rtl="0">
              <a:buFont typeface="Arial" panose="020B0604020202020204" pitchFamily="34" charset="0"/>
              <a:buChar char="−"/>
              <a:defRPr sz="1200" b="0">
                <a:solidFill>
                  <a:schemeClr val="tx1"/>
                </a:solidFill>
              </a:defRPr>
            </a:lvl3pPr>
            <a:lvl4pPr marL="987425" indent="-227013" rtl="0">
              <a:buFont typeface="Wingdings" panose="05000000000000000000" pitchFamily="2" charset="2"/>
              <a:buChar char="Ø"/>
              <a:defRPr sz="1200">
                <a:solidFill>
                  <a:schemeClr val="tx1"/>
                </a:solidFill>
              </a:defRPr>
            </a:lvl4pPr>
            <a:lvl5pPr marL="2056680" indent="-228520">
              <a:buFont typeface="Wingdings" panose="05000000000000000000" pitchFamily="2" charset="2"/>
              <a:buChar char="Ø"/>
              <a:defRPr>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Footer Placeholder 2"/>
          <p:cNvSpPr>
            <a:spLocks noGrp="1"/>
          </p:cNvSpPr>
          <p:nvPr>
            <p:ph type="ftr" sz="quarter" idx="10"/>
          </p:nvPr>
        </p:nvSpPr>
        <p:spPr>
          <a:xfrm>
            <a:off x="622462" y="6301562"/>
            <a:ext cx="4115872" cy="365125"/>
          </a:xfrm>
          <a:prstGeom prst="rect">
            <a:avLst/>
          </a:prstGeom>
        </p:spPr>
        <p:txBody>
          <a:bodyPr/>
          <a:lstStyle>
            <a:lvl1pPr algn="l" rtl="0">
              <a:defRPr sz="1000">
                <a:latin typeface="MarkOT" panose="020B0504020201010104" pitchFamily="34" charset="0"/>
              </a:defRPr>
            </a:lvl1pPr>
          </a:lstStyle>
          <a:p>
            <a:r>
              <a:rPr lang="en-US"/>
              <a:t>Presentation Title   |   Section Title</a:t>
            </a:r>
          </a:p>
        </p:txBody>
      </p:sp>
      <p:pic>
        <p:nvPicPr>
          <p:cNvPr id="8" name="Picture 7">
            <a:extLst>
              <a:ext uri="{FF2B5EF4-FFF2-40B4-BE49-F238E27FC236}">
                <a16:creationId xmlns:a16="http://schemas.microsoft.com/office/drawing/2014/main" id="{9677C00F-EB75-4240-A02B-372F2BEBF78D}"/>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0986740" y="6032654"/>
            <a:ext cx="598355" cy="600071"/>
          </a:xfrm>
          <a:prstGeom prst="rect">
            <a:avLst/>
          </a:prstGeom>
        </p:spPr>
      </p:pic>
      <p:sp>
        <p:nvSpPr>
          <p:cNvPr id="9" name="TextBox 8">
            <a:extLst>
              <a:ext uri="{FF2B5EF4-FFF2-40B4-BE49-F238E27FC236}">
                <a16:creationId xmlns:a16="http://schemas.microsoft.com/office/drawing/2014/main" id="{3C05AA0E-CB6A-4279-8BD9-E788C003CA2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139593173"/>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orient="horz" pos="890">
          <p15:clr>
            <a:srgbClr val="FBAE40"/>
          </p15:clr>
        </p15:guide>
        <p15:guide id="2" pos="369">
          <p15:clr>
            <a:srgbClr val="FBAE40"/>
          </p15:clr>
        </p15:guide>
        <p15:guide id="3" orient="horz" pos="119">
          <p15:clr>
            <a:srgbClr val="FBAE40"/>
          </p15:clr>
        </p15:guide>
        <p15:guide id="4" pos="7309">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2119" y="1590"/>
          <a:ext cx="2116"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4" name="Object 3" hidden="1"/>
                      <p:cNvPicPr/>
                      <p:nvPr/>
                    </p:nvPicPr>
                    <p:blipFill>
                      <a:blip r:embed="rId4"/>
                      <a:stretch>
                        <a:fillRect/>
                      </a:stretch>
                    </p:blipFill>
                    <p:spPr>
                      <a:xfrm>
                        <a:off x="2119" y="1590"/>
                        <a:ext cx="2116" cy="1587"/>
                      </a:xfrm>
                      <a:prstGeom prst="rect">
                        <a:avLst/>
                      </a:prstGeom>
                    </p:spPr>
                  </p:pic>
                </p:oleObj>
              </mc:Fallback>
            </mc:AlternateContent>
          </a:graphicData>
        </a:graphic>
      </p:graphicFrame>
      <p:sp>
        <p:nvSpPr>
          <p:cNvPr id="3" name="Content Placeholder 2"/>
          <p:cNvSpPr>
            <a:spLocks noGrp="1"/>
          </p:cNvSpPr>
          <p:nvPr>
            <p:ph idx="1"/>
          </p:nvPr>
        </p:nvSpPr>
        <p:spPr>
          <a:xfrm>
            <a:off x="549417" y="1277019"/>
            <a:ext cx="5367149" cy="2331369"/>
          </a:xfrm>
          <a:prstGeom prst="rect">
            <a:avLst/>
          </a:prstGeom>
        </p:spPr>
        <p:txBody>
          <a:bodyPr/>
          <a:lstStyle>
            <a:lvl1pPr rtl="0">
              <a:defRPr sz="1800">
                <a:latin typeface="Arial" panose="020B0604020202020204" pitchFamily="34" charset="0"/>
                <a:cs typeface="Arial" panose="020B0604020202020204" pitchFamily="34" charset="0"/>
              </a:defRPr>
            </a:lvl1pPr>
            <a:lvl2pPr rtl="0">
              <a:defRPr sz="1800">
                <a:latin typeface="Arial" panose="020B0604020202020204" pitchFamily="34" charset="0"/>
                <a:cs typeface="Arial" panose="020B0604020202020204" pitchFamily="34" charset="0"/>
              </a:defRPr>
            </a:lvl2pPr>
            <a:lvl3pPr rtl="0">
              <a:defRPr sz="1800">
                <a:latin typeface="Arial" panose="020B0604020202020204" pitchFamily="34" charset="0"/>
                <a:cs typeface="Arial" panose="020B0604020202020204" pitchFamily="34" charset="0"/>
              </a:defRPr>
            </a:lvl3pPr>
            <a:lvl4pPr rtl="0">
              <a:defRPr sz="1800">
                <a:latin typeface="Arial" panose="020B0604020202020204" pitchFamily="34" charset="0"/>
                <a:cs typeface="Arial" panose="020B0604020202020204" pitchFamily="34" charset="0"/>
              </a:defRPr>
            </a:lvl4pPr>
            <a:lvl5pPr rtl="0">
              <a:defRPr sz="1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8" name="Text Placeholder 2"/>
          <p:cNvSpPr>
            <a:spLocks noGrp="1"/>
          </p:cNvSpPr>
          <p:nvPr>
            <p:ph type="body" sz="quarter" idx="11" hasCustomPrompt="1"/>
          </p:nvPr>
        </p:nvSpPr>
        <p:spPr>
          <a:xfrm>
            <a:off x="549417" y="850329"/>
            <a:ext cx="5367149" cy="391430"/>
          </a:xfrm>
          <a:prstGeom prst="rect">
            <a:avLst/>
          </a:prstGeom>
        </p:spPr>
        <p:txBody>
          <a:bodyPr wrap="square" anchor="ctr">
            <a:normAutofit/>
          </a:bodyPr>
          <a:lstStyle>
            <a:lvl1pPr marL="0" marR="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sz="1400" i="1">
                <a:solidFill>
                  <a:schemeClr val="bg1">
                    <a:lumMod val="50000"/>
                  </a:schemeClr>
                </a:solidFill>
              </a:defRPr>
            </a:lvl1pPr>
          </a:lstStyle>
          <a:p>
            <a:pPr marL="0" marR="0" lvl="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a:pPr>
            <a:r>
              <a:rPr lang="en-AU"/>
              <a:t>Click to add title</a:t>
            </a:r>
          </a:p>
        </p:txBody>
      </p:sp>
      <p:sp>
        <p:nvSpPr>
          <p:cNvPr id="9" name="Content Placeholder 2"/>
          <p:cNvSpPr>
            <a:spLocks noGrp="1"/>
          </p:cNvSpPr>
          <p:nvPr>
            <p:ph idx="12"/>
          </p:nvPr>
        </p:nvSpPr>
        <p:spPr>
          <a:xfrm>
            <a:off x="6338541" y="1277019"/>
            <a:ext cx="5294659" cy="2331369"/>
          </a:xfrm>
          <a:prstGeom prst="rect">
            <a:avLst/>
          </a:prstGeom>
        </p:spPr>
        <p:txBody>
          <a:bodyPr/>
          <a:lstStyle>
            <a:lvl1pPr rtl="0">
              <a:defRPr sz="1800">
                <a:latin typeface="Arial" panose="020B0604020202020204" pitchFamily="34" charset="0"/>
                <a:cs typeface="Arial" panose="020B0604020202020204" pitchFamily="34" charset="0"/>
              </a:defRPr>
            </a:lvl1pPr>
            <a:lvl2pPr rtl="0">
              <a:defRPr sz="1800">
                <a:latin typeface="Arial" panose="020B0604020202020204" pitchFamily="34" charset="0"/>
                <a:cs typeface="Arial" panose="020B0604020202020204" pitchFamily="34" charset="0"/>
              </a:defRPr>
            </a:lvl2pPr>
            <a:lvl3pPr rtl="0">
              <a:defRPr sz="1800">
                <a:latin typeface="Arial" panose="020B0604020202020204" pitchFamily="34" charset="0"/>
                <a:cs typeface="Arial" panose="020B0604020202020204" pitchFamily="34" charset="0"/>
              </a:defRPr>
            </a:lvl3pPr>
            <a:lvl4pPr rtl="0">
              <a:defRPr sz="1800">
                <a:latin typeface="Arial" panose="020B0604020202020204" pitchFamily="34" charset="0"/>
                <a:cs typeface="Arial" panose="020B0604020202020204" pitchFamily="34" charset="0"/>
              </a:defRPr>
            </a:lvl4pPr>
            <a:lvl5pPr rtl="0">
              <a:defRPr sz="1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 name="Text Placeholder 2"/>
          <p:cNvSpPr>
            <a:spLocks noGrp="1"/>
          </p:cNvSpPr>
          <p:nvPr>
            <p:ph type="body" sz="quarter" idx="13" hasCustomPrompt="1"/>
          </p:nvPr>
        </p:nvSpPr>
        <p:spPr>
          <a:xfrm>
            <a:off x="6338541" y="850329"/>
            <a:ext cx="5304041" cy="391430"/>
          </a:xfrm>
          <a:prstGeom prst="rect">
            <a:avLst/>
          </a:prstGeom>
        </p:spPr>
        <p:txBody>
          <a:bodyPr wrap="square" anchor="ctr">
            <a:normAutofit/>
          </a:bodyPr>
          <a:lstStyle>
            <a:lvl1pPr marL="0" marR="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sz="1400" i="1">
                <a:solidFill>
                  <a:schemeClr val="bg1">
                    <a:lumMod val="50000"/>
                  </a:schemeClr>
                </a:solidFill>
              </a:defRPr>
            </a:lvl1pPr>
          </a:lstStyle>
          <a:p>
            <a:pPr marL="0" marR="0" lvl="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a:pPr>
            <a:r>
              <a:rPr lang="en-AU"/>
              <a:t>Click to add title</a:t>
            </a:r>
          </a:p>
        </p:txBody>
      </p:sp>
      <p:sp>
        <p:nvSpPr>
          <p:cNvPr id="11" name="Content Placeholder 2"/>
          <p:cNvSpPr>
            <a:spLocks noGrp="1"/>
          </p:cNvSpPr>
          <p:nvPr>
            <p:ph idx="14"/>
          </p:nvPr>
        </p:nvSpPr>
        <p:spPr>
          <a:xfrm>
            <a:off x="549417" y="4216053"/>
            <a:ext cx="5340566" cy="2331369"/>
          </a:xfrm>
          <a:prstGeom prst="rect">
            <a:avLst/>
          </a:prstGeom>
        </p:spPr>
        <p:txBody>
          <a:bodyPr/>
          <a:lstStyle>
            <a:lvl1pPr rtl="0">
              <a:defRPr sz="1800">
                <a:latin typeface="Arial" panose="020B0604020202020204" pitchFamily="34" charset="0"/>
                <a:cs typeface="Arial" panose="020B0604020202020204" pitchFamily="34" charset="0"/>
              </a:defRPr>
            </a:lvl1pPr>
            <a:lvl2pPr rtl="0">
              <a:defRPr sz="1800">
                <a:latin typeface="Arial" panose="020B0604020202020204" pitchFamily="34" charset="0"/>
                <a:cs typeface="Arial" panose="020B0604020202020204" pitchFamily="34" charset="0"/>
              </a:defRPr>
            </a:lvl2pPr>
            <a:lvl3pPr rtl="0">
              <a:defRPr sz="1800">
                <a:latin typeface="Arial" panose="020B0604020202020204" pitchFamily="34" charset="0"/>
                <a:cs typeface="Arial" panose="020B0604020202020204" pitchFamily="34" charset="0"/>
              </a:defRPr>
            </a:lvl3pPr>
            <a:lvl4pPr rtl="0">
              <a:defRPr sz="1800">
                <a:latin typeface="Arial" panose="020B0604020202020204" pitchFamily="34" charset="0"/>
                <a:cs typeface="Arial" panose="020B0604020202020204" pitchFamily="34" charset="0"/>
              </a:defRPr>
            </a:lvl4pPr>
            <a:lvl5pPr rtl="0">
              <a:defRPr sz="1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2" name="Text Placeholder 2"/>
          <p:cNvSpPr>
            <a:spLocks noGrp="1"/>
          </p:cNvSpPr>
          <p:nvPr>
            <p:ph type="body" sz="quarter" idx="15" hasCustomPrompt="1"/>
          </p:nvPr>
        </p:nvSpPr>
        <p:spPr>
          <a:xfrm>
            <a:off x="549417" y="3789363"/>
            <a:ext cx="5340566" cy="391430"/>
          </a:xfrm>
          <a:prstGeom prst="rect">
            <a:avLst/>
          </a:prstGeom>
        </p:spPr>
        <p:txBody>
          <a:bodyPr wrap="square" anchor="ctr">
            <a:normAutofit/>
          </a:bodyPr>
          <a:lstStyle>
            <a:lvl1pPr marL="0" marR="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sz="1400" i="1">
                <a:solidFill>
                  <a:schemeClr val="bg1">
                    <a:lumMod val="50000"/>
                  </a:schemeClr>
                </a:solidFill>
              </a:defRPr>
            </a:lvl1pPr>
          </a:lstStyle>
          <a:p>
            <a:pPr marL="0" marR="0" lvl="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a:pPr>
            <a:r>
              <a:rPr lang="en-AU"/>
              <a:t>Click to add title</a:t>
            </a:r>
          </a:p>
        </p:txBody>
      </p:sp>
      <p:sp>
        <p:nvSpPr>
          <p:cNvPr id="13" name="Content Placeholder 2"/>
          <p:cNvSpPr>
            <a:spLocks noGrp="1"/>
          </p:cNvSpPr>
          <p:nvPr>
            <p:ph idx="16"/>
          </p:nvPr>
        </p:nvSpPr>
        <p:spPr>
          <a:xfrm>
            <a:off x="6338539" y="4216053"/>
            <a:ext cx="5304042" cy="2331369"/>
          </a:xfrm>
          <a:prstGeom prst="rect">
            <a:avLst/>
          </a:prstGeom>
        </p:spPr>
        <p:txBody>
          <a:bodyPr/>
          <a:lstStyle>
            <a:lvl1pPr rtl="0">
              <a:defRPr sz="1800">
                <a:latin typeface="Arial" panose="020B0604020202020204" pitchFamily="34" charset="0"/>
                <a:cs typeface="Arial" panose="020B0604020202020204" pitchFamily="34" charset="0"/>
              </a:defRPr>
            </a:lvl1pPr>
            <a:lvl2pPr rtl="0">
              <a:defRPr sz="1800">
                <a:latin typeface="Arial" panose="020B0604020202020204" pitchFamily="34" charset="0"/>
                <a:cs typeface="Arial" panose="020B0604020202020204" pitchFamily="34" charset="0"/>
              </a:defRPr>
            </a:lvl2pPr>
            <a:lvl3pPr rtl="0">
              <a:defRPr sz="1800">
                <a:latin typeface="Arial" panose="020B0604020202020204" pitchFamily="34" charset="0"/>
                <a:cs typeface="Arial" panose="020B0604020202020204" pitchFamily="34" charset="0"/>
              </a:defRPr>
            </a:lvl3pPr>
            <a:lvl4pPr rtl="0">
              <a:defRPr sz="1800">
                <a:latin typeface="Arial" panose="020B0604020202020204" pitchFamily="34" charset="0"/>
                <a:cs typeface="Arial" panose="020B0604020202020204" pitchFamily="34" charset="0"/>
              </a:defRPr>
            </a:lvl4pPr>
            <a:lvl5pPr rtl="0">
              <a:defRPr sz="1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2"/>
          <p:cNvSpPr>
            <a:spLocks noGrp="1"/>
          </p:cNvSpPr>
          <p:nvPr>
            <p:ph type="body" sz="quarter" idx="17" hasCustomPrompt="1"/>
          </p:nvPr>
        </p:nvSpPr>
        <p:spPr>
          <a:xfrm>
            <a:off x="6338540" y="3789363"/>
            <a:ext cx="5304041" cy="391430"/>
          </a:xfrm>
          <a:prstGeom prst="rect">
            <a:avLst/>
          </a:prstGeom>
        </p:spPr>
        <p:txBody>
          <a:bodyPr wrap="square" anchor="ctr">
            <a:normAutofit/>
          </a:bodyPr>
          <a:lstStyle>
            <a:lvl1pPr marL="0" marR="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sz="1400" i="1">
                <a:solidFill>
                  <a:schemeClr val="bg1">
                    <a:lumMod val="50000"/>
                  </a:schemeClr>
                </a:solidFill>
              </a:defRPr>
            </a:lvl1pPr>
          </a:lstStyle>
          <a:p>
            <a:pPr marL="0" marR="0" lvl="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a:pPr>
            <a:r>
              <a:rPr lang="en-AU"/>
              <a:t>Click to add title</a:t>
            </a:r>
          </a:p>
        </p:txBody>
      </p:sp>
      <p:sp>
        <p:nvSpPr>
          <p:cNvPr id="7" name="Title 1"/>
          <p:cNvSpPr txBox="1">
            <a:spLocks/>
          </p:cNvSpPr>
          <p:nvPr/>
        </p:nvSpPr>
        <p:spPr>
          <a:xfrm>
            <a:off x="549417" y="225277"/>
            <a:ext cx="11093164" cy="589793"/>
          </a:xfrm>
          <a:prstGeom prst="rect">
            <a:avLst/>
          </a:prstGeom>
        </p:spPr>
        <p:txBody>
          <a:bodyPr anchor="ctr">
            <a:normAutofit/>
          </a:bodyPr>
          <a:lstStyle>
            <a:lvl1pPr algn="l" defTabSz="914081" rtl="0" eaLnBrk="1" latinLnBrk="0" hangingPunct="1">
              <a:lnSpc>
                <a:spcPct val="100000"/>
              </a:lnSpc>
              <a:spcBef>
                <a:spcPct val="0"/>
              </a:spcBef>
              <a:buNone/>
              <a:defRPr sz="2800" b="1" i="0" kern="1200">
                <a:solidFill>
                  <a:schemeClr val="accent2"/>
                </a:solidFill>
                <a:latin typeface="+mj-lt"/>
                <a:ea typeface="Maax" charset="0"/>
                <a:cs typeface="Maax" charset="0"/>
              </a:defRPr>
            </a:lvl1pPr>
          </a:lstStyle>
          <a:p>
            <a:pPr rtl="0"/>
            <a:r>
              <a:rPr lang="en-AU" sz="2800">
                <a:latin typeface="MarkOT" panose="020B0504020201010104" pitchFamily="34" charset="0"/>
              </a:rPr>
              <a:t>Click to edit title</a:t>
            </a:r>
          </a:p>
        </p:txBody>
      </p:sp>
      <p:pic>
        <p:nvPicPr>
          <p:cNvPr id="15" name="Picture 14">
            <a:extLst>
              <a:ext uri="{FF2B5EF4-FFF2-40B4-BE49-F238E27FC236}">
                <a16:creationId xmlns:a16="http://schemas.microsoft.com/office/drawing/2014/main" id="{574308FE-B815-488E-849B-F3817B7AA31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2" y="5961068"/>
            <a:ext cx="598355" cy="600071"/>
          </a:xfrm>
          <a:prstGeom prst="rect">
            <a:avLst/>
          </a:prstGeom>
        </p:spPr>
      </p:pic>
      <p:sp>
        <p:nvSpPr>
          <p:cNvPr id="16" name="TextBox 15">
            <a:extLst>
              <a:ext uri="{FF2B5EF4-FFF2-40B4-BE49-F238E27FC236}">
                <a16:creationId xmlns:a16="http://schemas.microsoft.com/office/drawing/2014/main" id="{8D5E4E96-5CC1-4BEF-B419-F2404C526271}"/>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635470797"/>
      </p:ext>
    </p:extLst>
  </p:cSld>
  <p:clrMapOvr>
    <a:masterClrMapping/>
  </p:clrMapOvr>
  <p:hf hdr="0" dt="0"/>
  <p:extLst>
    <p:ext uri="{DCECCB84-F9BA-43D5-87BE-67443E8EF086}">
      <p15:sldGuideLst xmlns:p15="http://schemas.microsoft.com/office/powerpoint/2012/main">
        <p15:guide id="1" orient="horz" pos="2614">
          <p15:clr>
            <a:srgbClr val="FBAE40"/>
          </p15:clr>
        </p15:guide>
        <p15:guide id="2" pos="346">
          <p15:clr>
            <a:srgbClr val="FBAE40"/>
          </p15:clr>
        </p15:guide>
        <p15:guide id="3" pos="7332">
          <p15:clr>
            <a:srgbClr val="FBAE40"/>
          </p15:clr>
        </p15:guide>
        <p15:guide id="4" pos="3839">
          <p15:clr>
            <a:srgbClr val="FBAE40"/>
          </p15:clr>
        </p15:guide>
        <p15:guide id="5" pos="3726">
          <p15:clr>
            <a:srgbClr val="FBAE40"/>
          </p15:clr>
        </p15:guide>
        <p15:guide id="6" pos="3975">
          <p15:clr>
            <a:srgbClr val="FBAE40"/>
          </p15:clr>
        </p15:guide>
        <p15:guide id="7" orient="horz" pos="2387">
          <p15:clr>
            <a:srgbClr val="FBAE40"/>
          </p15:clr>
        </p15:guide>
        <p15:guide id="8" orient="horz" pos="2273">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3_Contents Blue BG">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3808888-85C6-8DAF-8FB2-776BEFC3DB3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4" name="think-cell data - do not delete" hidden="1">
                        <a:extLst>
                          <a:ext uri="{FF2B5EF4-FFF2-40B4-BE49-F238E27FC236}">
                            <a16:creationId xmlns:a16="http://schemas.microsoft.com/office/drawing/2014/main" id="{73808888-85C6-8DAF-8FB2-776BEFC3DB3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40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Tree>
    <p:extLst>
      <p:ext uri="{BB962C8B-B14F-4D97-AF65-F5344CB8AC3E}">
        <p14:creationId xmlns:p14="http://schemas.microsoft.com/office/powerpoint/2010/main" val="2037262296"/>
      </p:ext>
    </p:extLst>
  </p:cSld>
  <p:clrMapOvr>
    <a:masterClrMapping/>
  </p:clrMapOvr>
  <p:hf hdr="0" dt="0"/>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2_Contents Red BG">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C0623D41-F635-5685-6AC9-829C040F91F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4" name="think-cell data - do not delete" hidden="1">
                        <a:extLst>
                          <a:ext uri="{FF2B5EF4-FFF2-40B4-BE49-F238E27FC236}">
                            <a16:creationId xmlns:a16="http://schemas.microsoft.com/office/drawing/2014/main" id="{C0623D41-F635-5685-6AC9-829C040F91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40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Tree>
    <p:extLst>
      <p:ext uri="{BB962C8B-B14F-4D97-AF65-F5344CB8AC3E}">
        <p14:creationId xmlns:p14="http://schemas.microsoft.com/office/powerpoint/2010/main" val="277155314"/>
      </p:ext>
    </p:extLst>
  </p:cSld>
  <p:clrMapOvr>
    <a:masterClrMapping/>
  </p:clrMapOvr>
  <p:hf hdr="0" dt="0"/>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2_Contents White BG">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9DD35E3-F6CE-D175-2572-2DFD3E1A09D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4" name="think-cell data - do not delete" hidden="1">
                        <a:extLst>
                          <a:ext uri="{FF2B5EF4-FFF2-40B4-BE49-F238E27FC236}">
                            <a16:creationId xmlns:a16="http://schemas.microsoft.com/office/drawing/2014/main" id="{A9DD35E3-F6CE-D175-2572-2DFD3E1A09D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4000">
                <a:solidFill>
                  <a:schemeClr val="tx1"/>
                </a:solidFill>
              </a:defRPr>
            </a:lvl1pPr>
          </a:lstStyle>
          <a:p>
            <a:r>
              <a:rPr lang="en-US"/>
              <a:t>Click to edit Master title style</a:t>
            </a:r>
            <a:endParaRPr lang="en-AU"/>
          </a:p>
        </p:txBody>
      </p:sp>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tx1"/>
                </a:solidFill>
              </a:defRPr>
            </a:lvl1pPr>
          </a:lstStyle>
          <a:p>
            <a:r>
              <a:rPr lang="en-US"/>
              <a:t>Click icon to add table</a:t>
            </a:r>
          </a:p>
        </p:txBody>
      </p:sp>
      <p:pic>
        <p:nvPicPr>
          <p:cNvPr id="8" name="Picture 7">
            <a:extLst>
              <a:ext uri="{FF2B5EF4-FFF2-40B4-BE49-F238E27FC236}">
                <a16:creationId xmlns:a16="http://schemas.microsoft.com/office/drawing/2014/main" id="{CB060DD0-848A-C048-B5DA-AAFFE761418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Tree>
    <p:extLst>
      <p:ext uri="{BB962C8B-B14F-4D97-AF65-F5344CB8AC3E}">
        <p14:creationId xmlns:p14="http://schemas.microsoft.com/office/powerpoint/2010/main" val="1603241880"/>
      </p:ext>
    </p:extLst>
  </p:cSld>
  <p:clrMapOvr>
    <a:masterClrMapping/>
  </p:clrMapOvr>
  <p:hf hd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2_Contents Blue Image">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A02BF16-8002-7119-1823-DBD7BD4D73A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4" name="think-cell data - do not delete" hidden="1">
                        <a:extLst>
                          <a:ext uri="{FF2B5EF4-FFF2-40B4-BE49-F238E27FC236}">
                            <a16:creationId xmlns:a16="http://schemas.microsoft.com/office/drawing/2014/main" id="{FA02BF16-8002-7119-1823-DBD7BD4D73A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8"/>
            <a:ext cx="5330561" cy="1081397"/>
          </a:xfrm>
        </p:spPr>
        <p:txBody>
          <a:bodyPr vert="horz"/>
          <a:lstStyle>
            <a:lvl1pPr rtl="0">
              <a:defRPr sz="40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
        <p:nvSpPr>
          <p:cNvPr id="6" name="Picture Placeholder 3">
            <a:extLst>
              <a:ext uri="{FF2B5EF4-FFF2-40B4-BE49-F238E27FC236}">
                <a16:creationId xmlns:a16="http://schemas.microsoft.com/office/drawing/2014/main" id="{97D64D56-A207-B64C-8FA9-1EF5091E7842}"/>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8" name="Text Placeholder 5">
            <a:extLst>
              <a:ext uri="{FF2B5EF4-FFF2-40B4-BE49-F238E27FC236}">
                <a16:creationId xmlns:a16="http://schemas.microsoft.com/office/drawing/2014/main" id="{3639925A-8566-B142-9D58-36B99C9AE3C5}"/>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1203466301"/>
      </p:ext>
    </p:extLst>
  </p:cSld>
  <p:clrMapOvr>
    <a:masterClrMapping/>
  </p:clrMapOvr>
  <p:hf hd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2_Contents Red Image">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706AC5B-5ACD-F8A5-BF48-A35A363EAE4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4" name="think-cell data - do not delete" hidden="1">
                        <a:extLst>
                          <a:ext uri="{FF2B5EF4-FFF2-40B4-BE49-F238E27FC236}">
                            <a16:creationId xmlns:a16="http://schemas.microsoft.com/office/drawing/2014/main" id="{E706AC5B-5ACD-F8A5-BF48-A35A363EAE4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9"/>
            <a:ext cx="5330561" cy="1000566"/>
          </a:xfrm>
        </p:spPr>
        <p:txBody>
          <a:bodyPr vert="horz"/>
          <a:lstStyle>
            <a:lvl1pPr rtl="0">
              <a:defRPr sz="40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
        <p:nvSpPr>
          <p:cNvPr id="6" name="Picture Placeholder 3">
            <a:extLst>
              <a:ext uri="{FF2B5EF4-FFF2-40B4-BE49-F238E27FC236}">
                <a16:creationId xmlns:a16="http://schemas.microsoft.com/office/drawing/2014/main" id="{24BFAA4C-ED30-0547-81D9-54EB7AD7A18B}"/>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8" name="Text Placeholder 5">
            <a:extLst>
              <a:ext uri="{FF2B5EF4-FFF2-40B4-BE49-F238E27FC236}">
                <a16:creationId xmlns:a16="http://schemas.microsoft.com/office/drawing/2014/main" id="{48FE9D90-7B35-7D48-AB56-70E03C10BFA9}"/>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3267113984"/>
      </p:ext>
    </p:extLst>
  </p:cSld>
  <p:clrMapOvr>
    <a:masterClrMapping/>
  </p:clrMapOvr>
  <p:hf hd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2_Contents White Image">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6055CAEE-087A-453C-47AC-EBDD91B34C5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5" name="think-cell data - do not delete" hidden="1">
                        <a:extLst>
                          <a:ext uri="{FF2B5EF4-FFF2-40B4-BE49-F238E27FC236}">
                            <a16:creationId xmlns:a16="http://schemas.microsoft.com/office/drawing/2014/main" id="{6055CAEE-087A-453C-47AC-EBDD91B34C5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Picture Placeholder 3">
            <a:extLst>
              <a:ext uri="{FF2B5EF4-FFF2-40B4-BE49-F238E27FC236}">
                <a16:creationId xmlns:a16="http://schemas.microsoft.com/office/drawing/2014/main" id="{F3A10909-DB1D-8D44-AC6F-6E573117A402}"/>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9"/>
            <a:ext cx="5330561" cy="1000566"/>
          </a:xfrm>
        </p:spPr>
        <p:txBody>
          <a:bodyPr vert="horz"/>
          <a:lstStyle>
            <a:lvl1pPr rtl="0">
              <a:defRPr sz="4000">
                <a:solidFill>
                  <a:schemeClr val="tx1"/>
                </a:solidFill>
              </a:defRPr>
            </a:lvl1pPr>
          </a:lstStyle>
          <a:p>
            <a:r>
              <a:rPr lang="en-US"/>
              <a:t>Click to edit Master title style</a:t>
            </a:r>
            <a:endParaRPr lang="en-AU"/>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tx1"/>
                </a:solidFill>
              </a:defRPr>
            </a:lvl1pPr>
          </a:lstStyle>
          <a:p>
            <a:r>
              <a:rPr lang="en-US"/>
              <a:t>Click icon to add table</a:t>
            </a:r>
          </a:p>
        </p:txBody>
      </p:sp>
      <p:pic>
        <p:nvPicPr>
          <p:cNvPr id="8" name="Picture 7">
            <a:extLst>
              <a:ext uri="{FF2B5EF4-FFF2-40B4-BE49-F238E27FC236}">
                <a16:creationId xmlns:a16="http://schemas.microsoft.com/office/drawing/2014/main" id="{CB060DD0-848A-C048-B5DA-AAFFE761418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6" name="Text Placeholder 5">
            <a:extLst>
              <a:ext uri="{FF2B5EF4-FFF2-40B4-BE49-F238E27FC236}">
                <a16:creationId xmlns:a16="http://schemas.microsoft.com/office/drawing/2014/main" id="{0FDB0AF8-6E47-414D-8E34-56606A126527}"/>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Tree>
    <p:extLst>
      <p:ext uri="{BB962C8B-B14F-4D97-AF65-F5344CB8AC3E}">
        <p14:creationId xmlns:p14="http://schemas.microsoft.com/office/powerpoint/2010/main" val="337529815"/>
      </p:ext>
    </p:extLst>
  </p:cSld>
  <p:clrMapOvr>
    <a:masterClrMapping/>
  </p:clrMapOvr>
  <p:hf hd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2_Section Title Boxed Right + Image Light">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F9C8C468-3E5A-2BF7-DC15-CCA97DEF46C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4" name="think-cell data - do not delete" hidden="1">
                        <a:extLst>
                          <a:ext uri="{FF2B5EF4-FFF2-40B4-BE49-F238E27FC236}">
                            <a16:creationId xmlns:a16="http://schemas.microsoft.com/office/drawing/2014/main" id="{F9C8C468-3E5A-2BF7-DC15-CCA97DEF46C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7979159"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vert="horz" anchor="t" anchorCtr="0"/>
          <a:lstStyle>
            <a:lvl1pPr algn="l" rtl="0">
              <a:defRPr sz="4000">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3"/>
            <a:ext cx="3606274" cy="2029899"/>
          </a:xfrm>
        </p:spPr>
        <p:txBody>
          <a:bodyPr/>
          <a:lstStyle>
            <a:lvl1pPr marL="0" indent="0" algn="l" rtl="0">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4590" y="5961066"/>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1560652508"/>
      </p:ext>
    </p:extLst>
  </p:cSld>
  <p:clrMapOvr>
    <a:masterClrMapping/>
  </p:clrMapOvr>
  <p:hf hdr="0" dt="0"/>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2_Section Title Boxed Right + Image Dark">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71C1A459-A187-F165-0AFD-A9D7241D670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4" name="think-cell data - do not delete" hidden="1">
                        <a:extLst>
                          <a:ext uri="{FF2B5EF4-FFF2-40B4-BE49-F238E27FC236}">
                            <a16:creationId xmlns:a16="http://schemas.microsoft.com/office/drawing/2014/main" id="{71C1A459-A187-F165-0AFD-A9D7241D670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7979159"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vert="horz" anchor="t" anchorCtr="0"/>
          <a:lstStyle>
            <a:lvl1pPr algn="l" rtl="0">
              <a:defRPr sz="4000">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3"/>
            <a:ext cx="3606274" cy="2029899"/>
          </a:xfrm>
        </p:spPr>
        <p:txBody>
          <a:bodyPr/>
          <a:lstStyle>
            <a:lvl1pPr marL="0" indent="0" algn="l" rtl="0">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4590" y="5961066"/>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Tree>
    <p:extLst>
      <p:ext uri="{BB962C8B-B14F-4D97-AF65-F5344CB8AC3E}">
        <p14:creationId xmlns:p14="http://schemas.microsoft.com/office/powerpoint/2010/main" val="4155530334"/>
      </p:ext>
    </p:extLst>
  </p:cSld>
  <p:clrMapOvr>
    <a:masterClrMapping/>
  </p:clrMapOvr>
  <p:hf hdr="0" dt="0"/>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2_Section Title Boxed Left + Image Dark">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48AFC7A-6463-9214-9F3B-BAC86ED4617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4" name="think-cell data - do not delete" hidden="1">
                        <a:extLst>
                          <a:ext uri="{FF2B5EF4-FFF2-40B4-BE49-F238E27FC236}">
                            <a16:creationId xmlns:a16="http://schemas.microsoft.com/office/drawing/2014/main" id="{248AFC7A-6463-9214-9F3B-BAC86ED4617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0" y="0"/>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5385" y="312762"/>
            <a:ext cx="3640032" cy="683178"/>
          </a:xfrm>
          <a:noFill/>
        </p:spPr>
        <p:txBody>
          <a:bodyPr vert="horz" anchor="t" anchorCtr="0"/>
          <a:lstStyle>
            <a:lvl1pPr algn="l" rtl="0">
              <a:defRPr sz="4000">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06530" y="995939"/>
            <a:ext cx="3606274" cy="2029899"/>
          </a:xfrm>
        </p:spPr>
        <p:txBody>
          <a:bodyPr/>
          <a:lstStyle>
            <a:lvl1pPr marL="0" indent="0" algn="l" rtl="0">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34963" y="3322702"/>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Tree>
    <p:extLst>
      <p:ext uri="{BB962C8B-B14F-4D97-AF65-F5344CB8AC3E}">
        <p14:creationId xmlns:p14="http://schemas.microsoft.com/office/powerpoint/2010/main" val="3347528020"/>
      </p:ext>
    </p:extLst>
  </p:cSld>
  <p:clrMapOvr>
    <a:masterClrMapping/>
  </p:clrMapOvr>
  <p:hf hdr="0" dt="0"/>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2_Section Title + Image">
    <p:bg>
      <p:bgPr>
        <a:solidFill>
          <a:schemeClr val="accent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5D092EC-8C1D-ADA6-FC95-CB228DBB274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B5D092EC-8C1D-ADA6-FC95-CB228DBB27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8"/>
            <a:ext cx="5330561" cy="1081397"/>
          </a:xfrm>
        </p:spPr>
        <p:txBody>
          <a:bodyPr vert="horz"/>
          <a:lstStyle>
            <a:lvl1pPr rtl="0">
              <a:defRPr sz="4000">
                <a:solidFill>
                  <a:schemeClr val="bg1"/>
                </a:solidFill>
              </a:defRPr>
            </a:lvl1pPr>
          </a:lstStyle>
          <a:p>
            <a:r>
              <a:rPr lang="en-US"/>
              <a:t>Click to edit Master title style</a:t>
            </a:r>
            <a:endParaRPr lang="en-AU"/>
          </a:p>
        </p:txBody>
      </p:sp>
      <p:sp>
        <p:nvSpPr>
          <p:cNvPr id="13" name="Picture Placeholder 3">
            <a:extLst>
              <a:ext uri="{FF2B5EF4-FFF2-40B4-BE49-F238E27FC236}">
                <a16:creationId xmlns:a16="http://schemas.microsoft.com/office/drawing/2014/main" id="{157BC42C-9907-CB41-B0B6-E072DBC5B2DF}"/>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14" name="Text Placeholder 5">
            <a:extLst>
              <a:ext uri="{FF2B5EF4-FFF2-40B4-BE49-F238E27FC236}">
                <a16:creationId xmlns:a16="http://schemas.microsoft.com/office/drawing/2014/main" id="{058970AF-5177-F742-88AA-569E9331B713}"/>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pic>
        <p:nvPicPr>
          <p:cNvPr id="10" name="Picture 9">
            <a:extLst>
              <a:ext uri="{FF2B5EF4-FFF2-40B4-BE49-F238E27FC236}">
                <a16:creationId xmlns:a16="http://schemas.microsoft.com/office/drawing/2014/main" id="{11418AF1-1700-434B-B0C1-075C68E249F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5881"/>
            <a:ext cx="5292725" cy="4440238"/>
          </a:xfrm>
        </p:spPr>
        <p:txBody>
          <a:bodyPr/>
          <a:lstStyle>
            <a:lvl1pPr rtl="0">
              <a:defRPr sz="1400">
                <a:solidFill>
                  <a:schemeClr val="bg1"/>
                </a:solidFill>
              </a:defRPr>
            </a:lvl1pPr>
            <a:lvl2pPr rtl="0">
              <a:defRPr sz="1400">
                <a:solidFill>
                  <a:schemeClr val="bg1"/>
                </a:solidFill>
              </a:defRPr>
            </a:lvl2pPr>
            <a:lvl3pPr rtl="0">
              <a:defRPr sz="1400">
                <a:solidFill>
                  <a:schemeClr val="bg1"/>
                </a:solidFill>
              </a:defRPr>
            </a:lvl3pPr>
            <a:lvl4pPr rtl="0">
              <a:defRPr sz="1400">
                <a:solidFill>
                  <a:schemeClr val="bg1"/>
                </a:solidFill>
              </a:defRPr>
            </a:lvl4pPr>
            <a:lvl5pPr rtl="0">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733519775"/>
      </p:ext>
    </p:extLst>
  </p:cSld>
  <p:clrMapOvr>
    <a:masterClrMapping/>
  </p:clrMapOvr>
  <p:hf hdr="0" dt="0"/>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2_Section Title White BG">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BCFEF02-FD7B-4787-F937-170E90C9DC2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4BCFEF02-FD7B-4787-F937-170E90C9DC2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8"/>
            <a:ext cx="11594836" cy="1081397"/>
          </a:xfrm>
        </p:spPr>
        <p:txBody>
          <a:bodyPr vert="horz"/>
          <a:lstStyle>
            <a:lvl1pPr rtl="0">
              <a:defRPr sz="40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200493"/>
            <a:ext cx="5292725" cy="4440238"/>
          </a:xfrm>
        </p:spPr>
        <p:txBody>
          <a:bodyPr/>
          <a:lstStyle>
            <a:lvl1pPr rtl="0">
              <a:defRPr sz="1400">
                <a:solidFill>
                  <a:schemeClr val="tx1"/>
                </a:solidFill>
              </a:defRPr>
            </a:lvl1pPr>
            <a:lvl2pPr rtl="0">
              <a:defRPr sz="1400">
                <a:solidFill>
                  <a:schemeClr val="tx1"/>
                </a:solidFill>
              </a:defRPr>
            </a:lvl2pPr>
            <a:lvl3pPr rtl="0">
              <a:defRPr sz="1400">
                <a:solidFill>
                  <a:schemeClr val="tx1"/>
                </a:solidFill>
              </a:defRPr>
            </a:lvl3pPr>
            <a:lvl4pPr rtl="0">
              <a:defRPr sz="1400">
                <a:solidFill>
                  <a:schemeClr val="tx1"/>
                </a:solidFill>
              </a:defRPr>
            </a:lvl4pPr>
            <a:lvl5pPr rtl="0">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TextBox 8">
            <a:extLst>
              <a:ext uri="{FF2B5EF4-FFF2-40B4-BE49-F238E27FC236}">
                <a16:creationId xmlns:a16="http://schemas.microsoft.com/office/drawing/2014/main" id="{A872C399-A78F-744D-BB2A-F1FB5BE756D8}"/>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Tree>
    <p:extLst>
      <p:ext uri="{BB962C8B-B14F-4D97-AF65-F5344CB8AC3E}">
        <p14:creationId xmlns:p14="http://schemas.microsoft.com/office/powerpoint/2010/main" val="2728031644"/>
      </p:ext>
    </p:extLst>
  </p:cSld>
  <p:clrMapOvr>
    <a:masterClrMapping/>
  </p:clrMapOvr>
  <p:hf hdr="0" dt="0"/>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2_Text + 1 Image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EB1487E-8B1A-8D36-D33F-66165339241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CEB1487E-8B1A-8D36-D33F-6616533924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330561"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0055"/>
            <a:ext cx="5292725" cy="4440238"/>
          </a:xfrm>
        </p:spPr>
        <p:txBody>
          <a:bodyPr/>
          <a:lstStyle>
            <a:lvl1pPr rtl="0">
              <a:spcAft>
                <a:spcPts val="900"/>
              </a:spcAft>
              <a:defRPr sz="1400">
                <a:solidFill>
                  <a:schemeClr val="tx1"/>
                </a:solidFill>
              </a:defRPr>
            </a:lvl1pPr>
            <a:lvl2pPr marL="179388" indent="-179388" rtl="0">
              <a:spcAft>
                <a:spcPts val="900"/>
              </a:spcAft>
              <a:tabLst/>
              <a:defRPr sz="1400">
                <a:solidFill>
                  <a:schemeClr val="tx1"/>
                </a:solidFill>
              </a:defRPr>
            </a:lvl2pPr>
            <a:lvl3pPr marL="358775" indent="-179388" rtl="0">
              <a:spcAft>
                <a:spcPts val="900"/>
              </a:spcAft>
              <a:tabLst/>
              <a:defRPr sz="1400">
                <a:solidFill>
                  <a:schemeClr val="tx1"/>
                </a:solidFill>
              </a:defRPr>
            </a:lvl3pPr>
            <a:lvl4pPr marL="533400" indent="-174625" rtl="0">
              <a:spcAft>
                <a:spcPts val="900"/>
              </a:spcAft>
              <a:tabLst/>
              <a:defRPr sz="1400">
                <a:solidFill>
                  <a:schemeClr val="tx1"/>
                </a:solidFill>
              </a:defRPr>
            </a:lvl4pPr>
            <a:lvl5pPr marL="712788" indent="-1793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8" name="Picture Placeholder 3">
            <a:extLst>
              <a:ext uri="{FF2B5EF4-FFF2-40B4-BE49-F238E27FC236}">
                <a16:creationId xmlns:a16="http://schemas.microsoft.com/office/drawing/2014/main" id="{6B49B172-DE75-7040-A3C8-A907AEAC6240}"/>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10" name="Text Placeholder 5">
            <a:extLst>
              <a:ext uri="{FF2B5EF4-FFF2-40B4-BE49-F238E27FC236}">
                <a16:creationId xmlns:a16="http://schemas.microsoft.com/office/drawing/2014/main" id="{118C51A5-DE2B-F24D-A4CA-597DFAB15BFE}"/>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601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9347870"/>
      </p:ext>
    </p:extLst>
  </p:cSld>
  <p:clrMapOvr>
    <a:masterClrMapping/>
  </p:clrMapOvr>
  <p:hf hdr="0" dt="0"/>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2_Text + 2 Image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2D953DD-88CF-6C18-5B81-E7834599DEC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82D953DD-88CF-6C18-5B81-E7834599DE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330561"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0055"/>
            <a:ext cx="5292725" cy="4440238"/>
          </a:xfrm>
        </p:spPr>
        <p:txBody>
          <a:bodyPr/>
          <a:lstStyle>
            <a:lvl1pPr rtl="0">
              <a:spcAft>
                <a:spcPts val="900"/>
              </a:spcAft>
              <a:defRPr sz="1400">
                <a:solidFill>
                  <a:schemeClr val="tx1"/>
                </a:solidFill>
              </a:defRPr>
            </a:lvl1pPr>
            <a:lvl2pPr marL="179388" indent="-179388" rtl="0">
              <a:spcAft>
                <a:spcPts val="900"/>
              </a:spcAft>
              <a:tabLst/>
              <a:defRPr sz="1400">
                <a:solidFill>
                  <a:schemeClr val="tx1"/>
                </a:solidFill>
              </a:defRPr>
            </a:lvl2pPr>
            <a:lvl3pPr marL="358775" indent="-179388" rtl="0">
              <a:spcAft>
                <a:spcPts val="900"/>
              </a:spcAft>
              <a:tabLst/>
              <a:defRPr sz="1400">
                <a:solidFill>
                  <a:schemeClr val="tx1"/>
                </a:solidFill>
              </a:defRPr>
            </a:lvl3pPr>
            <a:lvl4pPr marL="533400" indent="-174625" rtl="0">
              <a:spcAft>
                <a:spcPts val="900"/>
              </a:spcAft>
              <a:tabLst/>
              <a:defRPr sz="1400">
                <a:solidFill>
                  <a:schemeClr val="tx1"/>
                </a:solidFill>
              </a:defRPr>
            </a:lvl4pPr>
            <a:lvl5pPr marL="712788" indent="-1793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8" name="Picture Placeholder 3">
            <a:extLst>
              <a:ext uri="{FF2B5EF4-FFF2-40B4-BE49-F238E27FC236}">
                <a16:creationId xmlns:a16="http://schemas.microsoft.com/office/drawing/2014/main" id="{6B49B172-DE75-7040-A3C8-A907AEAC6240}"/>
              </a:ext>
            </a:extLst>
          </p:cNvPr>
          <p:cNvSpPr>
            <a:spLocks noGrp="1"/>
          </p:cNvSpPr>
          <p:nvPr>
            <p:ph type="pic" sz="quarter" idx="11"/>
          </p:nvPr>
        </p:nvSpPr>
        <p:spPr>
          <a:xfrm>
            <a:off x="6096000" y="0"/>
            <a:ext cx="6096000" cy="3434822"/>
          </a:xfrm>
          <a:solidFill>
            <a:schemeClr val="bg1">
              <a:lumMod val="85000"/>
            </a:schemeClr>
          </a:solidFill>
        </p:spPr>
        <p:txBody>
          <a:bodyPr anchor="ctr" anchorCtr="0"/>
          <a:lstStyle>
            <a:lvl1pPr algn="ctr">
              <a:defRPr sz="900"/>
            </a:lvl1pPr>
          </a:lstStyle>
          <a:p>
            <a:r>
              <a:rPr lang="en-US"/>
              <a:t>Click icon to add picture</a:t>
            </a:r>
          </a:p>
        </p:txBody>
      </p:sp>
      <p:sp>
        <p:nvSpPr>
          <p:cNvPr id="10" name="Text Placeholder 5">
            <a:extLst>
              <a:ext uri="{FF2B5EF4-FFF2-40B4-BE49-F238E27FC236}">
                <a16:creationId xmlns:a16="http://schemas.microsoft.com/office/drawing/2014/main" id="{118C51A5-DE2B-F24D-A4CA-597DFAB15BFE}"/>
              </a:ext>
            </a:extLst>
          </p:cNvPr>
          <p:cNvSpPr>
            <a:spLocks noGrp="1"/>
          </p:cNvSpPr>
          <p:nvPr>
            <p:ph type="body" sz="quarter" idx="12"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601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3">
            <a:extLst>
              <a:ext uri="{FF2B5EF4-FFF2-40B4-BE49-F238E27FC236}">
                <a16:creationId xmlns:a16="http://schemas.microsoft.com/office/drawing/2014/main" id="{DED31D23-7D71-8A49-B472-DF3B00270EE9}"/>
              </a:ext>
            </a:extLst>
          </p:cNvPr>
          <p:cNvSpPr>
            <a:spLocks noGrp="1"/>
          </p:cNvSpPr>
          <p:nvPr>
            <p:ph type="pic" sz="quarter" idx="14"/>
          </p:nvPr>
        </p:nvSpPr>
        <p:spPr>
          <a:xfrm>
            <a:off x="6096000" y="3430456"/>
            <a:ext cx="6096000" cy="3427544"/>
          </a:xfrm>
          <a:solidFill>
            <a:schemeClr val="bg1">
              <a:lumMod val="85000"/>
            </a:schemeClr>
          </a:solidFill>
        </p:spPr>
        <p:txBody>
          <a:bodyPr anchor="ctr" anchorCtr="0"/>
          <a:lstStyle>
            <a:lvl1pPr algn="ctr">
              <a:defRPr sz="900"/>
            </a:lvl1pPr>
          </a:lstStyle>
          <a:p>
            <a:r>
              <a:rPr lang="en-US"/>
              <a:t>Click icon to add picture</a:t>
            </a:r>
          </a:p>
        </p:txBody>
      </p:sp>
    </p:spTree>
    <p:extLst>
      <p:ext uri="{BB962C8B-B14F-4D97-AF65-F5344CB8AC3E}">
        <p14:creationId xmlns:p14="http://schemas.microsoft.com/office/powerpoint/2010/main" val="854416563"/>
      </p:ext>
    </p:extLst>
  </p:cSld>
  <p:clrMapOvr>
    <a:masterClrMapping/>
  </p:clrMapOvr>
  <p:hf hdr="0" dt="0"/>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2_Quote Red BG">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E92B6333-8018-24AB-3988-F8180DBC0D7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4" name="think-cell data - do not delete" hidden="1">
                        <a:extLst>
                          <a:ext uri="{FF2B5EF4-FFF2-40B4-BE49-F238E27FC236}">
                            <a16:creationId xmlns:a16="http://schemas.microsoft.com/office/drawing/2014/main" id="{E92B6333-8018-24AB-3988-F8180DBC0D7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8"/>
            <a:ext cx="9836988" cy="5193285"/>
          </a:xfrm>
        </p:spPr>
        <p:txBody>
          <a:bodyPr vert="horz"/>
          <a:lstStyle>
            <a:lvl1pPr rtl="0">
              <a:defRPr sz="36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Tree>
    <p:extLst>
      <p:ext uri="{BB962C8B-B14F-4D97-AF65-F5344CB8AC3E}">
        <p14:creationId xmlns:p14="http://schemas.microsoft.com/office/powerpoint/2010/main" val="1047522525"/>
      </p:ext>
    </p:extLst>
  </p:cSld>
  <p:clrMapOvr>
    <a:masterClrMapping/>
  </p:clrMapOvr>
  <p:hf hdr="0" dt="0"/>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2_Heading and Large text siz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C454E6A-BF3A-40B1-25D8-1C189A6EBD5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DC454E6A-BF3A-40B1-25D8-1C189A6EBD5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2" y="1450935"/>
            <a:ext cx="10444057" cy="4440238"/>
          </a:xfrm>
        </p:spPr>
        <p:txBody>
          <a:bodyPr/>
          <a:lstStyle>
            <a:lvl1pPr rtl="0">
              <a:spcAft>
                <a:spcPts val="900"/>
              </a:spcAft>
              <a:defRPr sz="2400">
                <a:solidFill>
                  <a:schemeClr val="tx1"/>
                </a:solidFill>
              </a:defRPr>
            </a:lvl1pPr>
            <a:lvl2pPr marL="446088" indent="-446088" rtl="0">
              <a:spcAft>
                <a:spcPts val="900"/>
              </a:spcAft>
              <a:tabLst/>
              <a:defRPr sz="2400">
                <a:solidFill>
                  <a:schemeClr val="tx1"/>
                </a:solidFill>
              </a:defRPr>
            </a:lvl2pPr>
            <a:lvl3pPr marL="892175" indent="-446088" rtl="0">
              <a:spcAft>
                <a:spcPts val="900"/>
              </a:spcAft>
              <a:tabLst/>
              <a:defRPr sz="2400">
                <a:solidFill>
                  <a:schemeClr val="tx1"/>
                </a:solidFill>
              </a:defRPr>
            </a:lvl3pPr>
            <a:lvl4pPr marL="1333500" indent="-441325" rtl="0">
              <a:spcAft>
                <a:spcPts val="900"/>
              </a:spcAft>
              <a:tabLst/>
              <a:defRPr sz="2400">
                <a:solidFill>
                  <a:schemeClr val="tx1"/>
                </a:solidFill>
              </a:defRPr>
            </a:lvl4pPr>
            <a:lvl5pPr marL="1779588" indent="-446088" rtl="0">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881185497"/>
      </p:ext>
    </p:extLst>
  </p:cSld>
  <p:clrMapOvr>
    <a:masterClrMapping/>
  </p:clrMapOvr>
  <p:hf hdr="0" dt="0"/>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2_Heading and Medium text siz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39A8357-5322-44AC-4429-77FE0FDF2FF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639A8357-5322-44AC-4429-77FE0FDF2FF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50935"/>
            <a:ext cx="9915636" cy="4440238"/>
          </a:xfrm>
        </p:spPr>
        <p:txBody>
          <a:bodyPr/>
          <a:lstStyle>
            <a:lvl1pPr rtl="0">
              <a:spcAft>
                <a:spcPts val="600"/>
              </a:spcAft>
              <a:defRPr sz="2200">
                <a:solidFill>
                  <a:schemeClr val="tx1"/>
                </a:solidFill>
              </a:defRPr>
            </a:lvl1pPr>
            <a:lvl2pPr marL="446088" indent="-446088" rtl="0">
              <a:spcAft>
                <a:spcPts val="600"/>
              </a:spcAft>
              <a:tabLst/>
              <a:defRPr sz="2200">
                <a:solidFill>
                  <a:schemeClr val="tx1"/>
                </a:solidFill>
              </a:defRPr>
            </a:lvl2pPr>
            <a:lvl3pPr marL="892175" indent="-446088" rtl="0">
              <a:spcAft>
                <a:spcPts val="600"/>
              </a:spcAft>
              <a:tabLst/>
              <a:defRPr sz="2200">
                <a:solidFill>
                  <a:schemeClr val="tx1"/>
                </a:solidFill>
              </a:defRPr>
            </a:lvl3pPr>
            <a:lvl4pPr marL="1333500" indent="-441325" rtl="0">
              <a:spcAft>
                <a:spcPts val="600"/>
              </a:spcAft>
              <a:tabLst/>
              <a:defRPr sz="2200">
                <a:solidFill>
                  <a:schemeClr val="tx1"/>
                </a:solidFill>
              </a:defRPr>
            </a:lvl4pPr>
            <a:lvl5pPr marL="1779588" indent="-446088" rtl="0">
              <a:spcAft>
                <a:spcPts val="600"/>
              </a:spcAft>
              <a:tabLs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1195888670"/>
      </p:ext>
    </p:extLst>
  </p:cSld>
  <p:clrMapOvr>
    <a:masterClrMapping/>
  </p:clrMapOvr>
  <p:hf hdr="0" dt="0"/>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2_Heading + Pullout +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1622629-60A2-90D4-337F-4B308251FD4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D1622629-60A2-90D4-337F-4B308251FD4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04683" y="1438823"/>
            <a:ext cx="4854712" cy="4440238"/>
          </a:xfrm>
        </p:spPr>
        <p:txBody>
          <a:bodyPr/>
          <a:lstStyle>
            <a:lvl1pPr rtl="0">
              <a:spcAft>
                <a:spcPts val="900"/>
              </a:spcAft>
              <a:defRPr sz="3000">
                <a:solidFill>
                  <a:schemeClr val="tx1"/>
                </a:solidFill>
              </a:defRPr>
            </a:lvl1pPr>
            <a:lvl2pPr marL="446088" indent="-446088" rtl="0">
              <a:spcAft>
                <a:spcPts val="900"/>
              </a:spcAft>
              <a:tabLst/>
              <a:defRPr sz="3000">
                <a:solidFill>
                  <a:schemeClr val="tx1"/>
                </a:solidFill>
              </a:defRPr>
            </a:lvl2pPr>
            <a:lvl3pPr marL="892175" indent="-446088" rtl="0">
              <a:spcAft>
                <a:spcPts val="900"/>
              </a:spcAft>
              <a:tabLst/>
              <a:defRPr sz="3000">
                <a:solidFill>
                  <a:schemeClr val="tx1"/>
                </a:solidFill>
              </a:defRPr>
            </a:lvl3pPr>
            <a:lvl4pPr marL="1333500" indent="-441325" rtl="0">
              <a:spcAft>
                <a:spcPts val="900"/>
              </a:spcAft>
              <a:tabLst/>
              <a:defRPr sz="3000">
                <a:solidFill>
                  <a:schemeClr val="tx1"/>
                </a:solidFill>
              </a:defRPr>
            </a:lvl4pPr>
            <a:lvl5pPr marL="1779588" indent="-446088" rtl="0">
              <a:spcAft>
                <a:spcPts val="900"/>
              </a:spcAft>
              <a:tabLst/>
              <a:defRPr sz="3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rtl="0">
              <a:spcAft>
                <a:spcPts val="900"/>
              </a:spcAft>
              <a:defRPr sz="1400" b="1" i="0">
                <a:solidFill>
                  <a:schemeClr val="accent2"/>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530308495"/>
      </p:ext>
    </p:extLst>
  </p:cSld>
  <p:clrMapOvr>
    <a:masterClrMapping/>
  </p:clrMapOvr>
  <p:hf hdr="0" dt="0"/>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2_Heading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EE40890-26E9-A5AD-AC8E-558FE334806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6EE40890-26E9-A5AD-AC8E-558FE33480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rtl="0">
              <a:spcAft>
                <a:spcPts val="900"/>
              </a:spcAft>
              <a:defRPr sz="1400" b="1" i="0">
                <a:solidFill>
                  <a:schemeClr val="accent2"/>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7" y="1481215"/>
            <a:ext cx="5349981" cy="4440238"/>
          </a:xfrm>
        </p:spPr>
        <p:txBody>
          <a:bodyPr/>
          <a:lstStyle>
            <a:lvl1pPr rtl="0">
              <a:spcAft>
                <a:spcPts val="900"/>
              </a:spcAft>
              <a:defRPr sz="1400" b="1" i="0">
                <a:solidFill>
                  <a:schemeClr val="accent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1654537"/>
      </p:ext>
    </p:extLst>
  </p:cSld>
  <p:clrMapOvr>
    <a:masterClrMapping/>
  </p:clrMapOvr>
  <p:hf hdr="0" dt="0"/>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2_Heading + 3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B9AECF3-725F-462A-1CE3-1B4491DA189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BB9AECF3-725F-462A-1CE3-1B4491DA189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89719" y="1481215"/>
            <a:ext cx="3708000" cy="4440238"/>
          </a:xfrm>
        </p:spPr>
        <p:txBody>
          <a:bodyPr/>
          <a:lstStyle>
            <a:lvl1pPr rtl="0">
              <a:spcAft>
                <a:spcPts val="900"/>
              </a:spcAft>
              <a:defRPr sz="1400" b="1" i="0">
                <a:solidFill>
                  <a:schemeClr val="accent2"/>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4440238"/>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4440238"/>
          </a:xfrm>
        </p:spPr>
        <p:txBody>
          <a:bodyPr/>
          <a:lstStyle>
            <a:lvl1pPr rtl="0">
              <a:spcAft>
                <a:spcPts val="900"/>
              </a:spcAft>
              <a:defRPr sz="1400" b="1" i="0">
                <a:solidFill>
                  <a:schemeClr val="accent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407731272"/>
      </p:ext>
    </p:extLst>
  </p:cSld>
  <p:clrMapOvr>
    <a:masterClrMapping/>
  </p:clrMapOvr>
  <p:hf hdr="0" dt="0"/>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2_Heading + Pullout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F09215B-8F56-59A9-12B9-FDB57706FB2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CF09215B-8F56-59A9-12B9-FDB57706FB2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24338" y="1481215"/>
            <a:ext cx="3610800" cy="4440238"/>
          </a:xfrm>
        </p:spPr>
        <p:txBody>
          <a:bodyPr/>
          <a:lstStyle>
            <a:lvl1pPr rtl="0">
              <a:spcAft>
                <a:spcPts val="900"/>
              </a:spcAft>
              <a:defRPr sz="1400" b="1" i="0">
                <a:solidFill>
                  <a:schemeClr val="accent2"/>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6795" y="1450935"/>
            <a:ext cx="3692031" cy="4440238"/>
          </a:xfrm>
        </p:spPr>
        <p:txBody>
          <a:bodyPr/>
          <a:lstStyle>
            <a:lvl1pPr rtl="0">
              <a:spcAft>
                <a:spcPts val="900"/>
              </a:spcAft>
              <a:defRPr sz="2400" b="1" i="0">
                <a:solidFill>
                  <a:schemeClr val="tx1"/>
                </a:solidFill>
                <a:latin typeface="Arial" panose="020B0604020202020204" pitchFamily="34" charset="0"/>
              </a:defRPr>
            </a:lvl1pPr>
            <a:lvl2pPr marL="0" indent="0" rtl="0">
              <a:spcAft>
                <a:spcPts val="900"/>
              </a:spcAft>
              <a:buNone/>
              <a:tabLst/>
              <a:defRPr sz="2400">
                <a:solidFill>
                  <a:schemeClr val="tx1"/>
                </a:solidFill>
              </a:defRPr>
            </a:lvl2pPr>
            <a:lvl3pPr marL="180975" indent="-180975" rtl="0">
              <a:spcAft>
                <a:spcPts val="900"/>
              </a:spcAft>
              <a:tabLst/>
              <a:defRPr sz="2400">
                <a:solidFill>
                  <a:schemeClr val="tx1"/>
                </a:solidFill>
              </a:defRPr>
            </a:lvl3pPr>
            <a:lvl4pPr marL="355600" indent="-180975" rtl="0">
              <a:spcAft>
                <a:spcPts val="900"/>
              </a:spcAft>
              <a:tabLst/>
              <a:defRPr sz="2400">
                <a:solidFill>
                  <a:schemeClr val="tx1"/>
                </a:solidFill>
              </a:defRPr>
            </a:lvl4pPr>
            <a:lvl5pPr marL="579438" indent="-217488" rtl="0">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09" y="1481215"/>
            <a:ext cx="3610800" cy="4440238"/>
          </a:xfrm>
        </p:spPr>
        <p:txBody>
          <a:bodyPr/>
          <a:lstStyle>
            <a:lvl1pPr rtl="0">
              <a:spcAft>
                <a:spcPts val="900"/>
              </a:spcAft>
              <a:defRPr sz="1400" b="1" i="0">
                <a:solidFill>
                  <a:schemeClr val="accent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402145721"/>
      </p:ext>
    </p:extLst>
  </p:cSld>
  <p:clrMapOvr>
    <a:masterClrMapping/>
  </p:clrMapOvr>
  <p:hf hdr="0" dt="0"/>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2_Heading + 3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7ADDF8F-4C50-DE12-27E0-0AE5CD02078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77ADDF8F-4C50-DE12-27E0-0AE5CD02078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Tree>
    <p:extLst>
      <p:ext uri="{BB962C8B-B14F-4D97-AF65-F5344CB8AC3E}">
        <p14:creationId xmlns:p14="http://schemas.microsoft.com/office/powerpoint/2010/main" val="3045928180"/>
      </p:ext>
    </p:extLst>
  </p:cSld>
  <p:clrMapOvr>
    <a:masterClrMapping/>
  </p:clrMapOvr>
  <p:hf hdr="0" dt="0"/>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2_Heading + 3 column Red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30F4831-B644-7FC8-8C82-8473C8223AA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D30F4831-B644-7FC8-8C82-8473C8223AA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Tree>
    <p:extLst>
      <p:ext uri="{BB962C8B-B14F-4D97-AF65-F5344CB8AC3E}">
        <p14:creationId xmlns:p14="http://schemas.microsoft.com/office/powerpoint/2010/main" val="4027967845"/>
      </p:ext>
    </p:extLst>
  </p:cSld>
  <p:clrMapOvr>
    <a:masterClrMapping/>
  </p:clrMapOvr>
  <p:hf hdr="0" dt="0"/>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2_Heading + 2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182F532-5B15-65A7-2F19-D97915F1E85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7182F532-5B15-65A7-2F19-D97915F1E85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BF2C99D4-1D0B-974C-A2CA-E2DFFAFF0C2B}"/>
              </a:ext>
            </a:extLst>
          </p:cNvPr>
          <p:cNvSpPr/>
          <p:nvPr/>
        </p:nvSpPr>
        <p:spPr>
          <a:xfrm>
            <a:off x="0" y="1134478"/>
            <a:ext cx="12192000" cy="58476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0" y="4071131"/>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4363549"/>
            <a:ext cx="545422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4363549"/>
            <a:ext cx="5454220" cy="1764602"/>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23" name="Straight Connector 22">
            <a:extLst>
              <a:ext uri="{FF2B5EF4-FFF2-40B4-BE49-F238E27FC236}">
                <a16:creationId xmlns:a16="http://schemas.microsoft.com/office/drawing/2014/main" id="{3CB5FDC6-D9CE-0244-B114-9EF7336BAC0A}"/>
              </a:ext>
            </a:extLst>
          </p:cNvPr>
          <p:cNvCxnSpPr>
            <a:cxnSpLocks/>
            <a:stCxn id="6" idx="0"/>
          </p:cNvCxnSpPr>
          <p:nvPr/>
        </p:nvCxnSpPr>
        <p:spPr>
          <a:xfrm>
            <a:off x="6096000" y="1134478"/>
            <a:ext cx="0" cy="5847662"/>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4635484"/>
      </p:ext>
    </p:extLst>
  </p:cSld>
  <p:clrMapOvr>
    <a:masterClrMapping/>
  </p:clrMapOvr>
  <p:hf hdr="0" dt="0"/>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3_Heading + 2 column Whit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8A107F6-EB93-F321-F43C-15543131B10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E8A107F6-EB93-F321-F43C-15543131B1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824087"/>
            <a:ext cx="545422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3824087"/>
            <a:ext cx="5454220" cy="1764602"/>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2" name="Picture 11">
            <a:extLst>
              <a:ext uri="{FF2B5EF4-FFF2-40B4-BE49-F238E27FC236}">
                <a16:creationId xmlns:a16="http://schemas.microsoft.com/office/drawing/2014/main" id="{FC62012A-DDC0-4642-8314-C0470B70EEB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Tree>
    <p:extLst>
      <p:ext uri="{BB962C8B-B14F-4D97-AF65-F5344CB8AC3E}">
        <p14:creationId xmlns:p14="http://schemas.microsoft.com/office/powerpoint/2010/main" val="4030262827"/>
      </p:ext>
    </p:extLst>
  </p:cSld>
  <p:clrMapOvr>
    <a:masterClrMapping/>
  </p:clrMapOvr>
  <p:hf hdr="0" dt="0"/>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2_Heading + 2 column Blue Pullou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5FAE697-3A2D-F136-BFCC-32DA3706BE6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45FAE697-3A2D-F136-BFCC-32DA3706BE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0738" y="1426710"/>
            <a:ext cx="5454220" cy="4356413"/>
          </a:xfrm>
        </p:spPr>
        <p:txBody>
          <a:bodyPr/>
          <a:lstStyle>
            <a:lvl1pPr rtl="0">
              <a:spcAft>
                <a:spcPts val="900"/>
              </a:spcAft>
              <a:defRPr sz="3000" b="1" i="0">
                <a:solidFill>
                  <a:schemeClr val="bg1"/>
                </a:solidFill>
                <a:latin typeface="Arial" panose="020B0604020202020204" pitchFamily="34" charset="0"/>
              </a:defRPr>
            </a:lvl1pPr>
            <a:lvl2pPr marL="0" indent="0" rtl="0">
              <a:spcAft>
                <a:spcPts val="900"/>
              </a:spcAft>
              <a:buNone/>
              <a:tabLst/>
              <a:defRPr sz="3000">
                <a:solidFill>
                  <a:schemeClr val="bg1"/>
                </a:solidFill>
              </a:defRPr>
            </a:lvl2pPr>
            <a:lvl3pPr marL="180975" indent="-180975" rtl="0">
              <a:spcAft>
                <a:spcPts val="900"/>
              </a:spcAft>
              <a:tabLst/>
              <a:defRPr sz="3000">
                <a:solidFill>
                  <a:schemeClr val="bg1"/>
                </a:solidFill>
              </a:defRPr>
            </a:lvl3pPr>
            <a:lvl4pPr marL="355600" indent="-180975" rtl="0">
              <a:spcAft>
                <a:spcPts val="900"/>
              </a:spcAft>
              <a:tabLst/>
              <a:defRPr sz="3000">
                <a:solidFill>
                  <a:schemeClr val="bg1"/>
                </a:solidFill>
              </a:defRPr>
            </a:lvl4pPr>
            <a:lvl5pPr marL="579438" indent="-217488" rtl="0">
              <a:spcAft>
                <a:spcPts val="900"/>
              </a:spcAft>
              <a:tabLst/>
              <a:defRPr sz="3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cxnSp>
        <p:nvCxnSpPr>
          <p:cNvPr id="14" name="Straight Connector 13">
            <a:extLst>
              <a:ext uri="{FF2B5EF4-FFF2-40B4-BE49-F238E27FC236}">
                <a16:creationId xmlns:a16="http://schemas.microsoft.com/office/drawing/2014/main" id="{6895D787-4BD7-B34A-8633-D6CE32B01EB0}"/>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9465850"/>
      </p:ext>
    </p:extLst>
  </p:cSld>
  <p:clrMapOvr>
    <a:masterClrMapping/>
  </p:clrMapOvr>
  <p:hf hdr="0" dt="0"/>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3_Heading + 2 column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821996D-F9DD-5656-ED1B-64D0F33D2CC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C821996D-F9DD-5656-ED1B-64D0F33D2CC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6038098"/>
      </p:ext>
    </p:extLst>
  </p:cSld>
  <p:clrMapOvr>
    <a:masterClrMapping/>
  </p:clrMapOvr>
  <p:hf hdr="0" dt="0"/>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p:cSld name="2_Heading + 2 column Re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9593FBF-0204-7542-41B5-36FD41A1948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09593FBF-0204-7542-41B5-36FD41A1948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2"/>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0067164"/>
      </p:ext>
    </p:extLst>
  </p:cSld>
  <p:clrMapOvr>
    <a:masterClrMapping/>
  </p:clrMapOvr>
  <p:hf hdr="0" dt="0"/>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p:cSld name="2_2 Images + Text">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B1D8836-0DE8-69F4-1A80-835D61BBC8F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2" name="think-cell data - do not delete" hidden="1">
                        <a:extLst>
                          <a:ext uri="{FF2B5EF4-FFF2-40B4-BE49-F238E27FC236}">
                            <a16:creationId xmlns:a16="http://schemas.microsoft.com/office/drawing/2014/main" id="{8B1D8836-0DE8-69F4-1A80-835D61BBC8F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5">
            <a:extLst>
              <a:ext uri="{FF2B5EF4-FFF2-40B4-BE49-F238E27FC236}">
                <a16:creationId xmlns:a16="http://schemas.microsoft.com/office/drawing/2014/main" id="{3E18DB93-FC6E-0C47-9FB2-C9045133A01C}"/>
              </a:ext>
            </a:extLst>
          </p:cNvPr>
          <p:cNvSpPr>
            <a:spLocks noGrp="1"/>
          </p:cNvSpPr>
          <p:nvPr>
            <p:ph type="pic" sz="quarter" idx="12"/>
          </p:nvPr>
        </p:nvSpPr>
        <p:spPr>
          <a:xfrm>
            <a:off x="6096000" y="0"/>
            <a:ext cx="6125227" cy="3429000"/>
          </a:xfrm>
          <a:solidFill>
            <a:schemeClr val="bg1">
              <a:lumMod val="85000"/>
            </a:schemeClr>
          </a:solidFill>
        </p:spPr>
        <p:txBody>
          <a:bodyPr anchor="ctr" anchorCtr="0"/>
          <a:lstStyle>
            <a:lvl1pPr algn="ctr">
              <a:defRPr sz="1000"/>
            </a:lvl1pPr>
          </a:lstStyle>
          <a:p>
            <a:r>
              <a:rPr lang="en-US"/>
              <a:t>Click icon to add picture</a:t>
            </a:r>
          </a:p>
        </p:txBody>
      </p:sp>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2" name="Text Placeholder 5">
            <a:extLst>
              <a:ext uri="{FF2B5EF4-FFF2-40B4-BE49-F238E27FC236}">
                <a16:creationId xmlns:a16="http://schemas.microsoft.com/office/drawing/2014/main" id="{02A55337-E9FA-8D48-9DB0-66362622AFC6}"/>
              </a:ext>
            </a:extLst>
          </p:cNvPr>
          <p:cNvSpPr>
            <a:spLocks noGrp="1"/>
          </p:cNvSpPr>
          <p:nvPr>
            <p:ph type="body" sz="quarter" idx="14"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rtl="0">
              <a:spcAft>
                <a:spcPts val="600"/>
              </a:spcAft>
              <a:defRPr sz="1200" b="1" i="0">
                <a:solidFill>
                  <a:schemeClr val="tx1"/>
                </a:solidFill>
                <a:latin typeface="Arial" panose="020B0604020202020204" pitchFamily="34" charset="0"/>
              </a:defRPr>
            </a:lvl1pPr>
            <a:lvl2pPr marL="0" indent="0" rtl="0">
              <a:spcAft>
                <a:spcPts val="600"/>
              </a:spcAft>
              <a:buNone/>
              <a:tabLst/>
              <a:defRPr sz="1200">
                <a:solidFill>
                  <a:schemeClr val="tx1"/>
                </a:solidFill>
              </a:defRPr>
            </a:lvl2pPr>
            <a:lvl3pPr marL="180975" indent="-180975" rtl="0">
              <a:spcAft>
                <a:spcPts val="600"/>
              </a:spcAft>
              <a:tabLst/>
              <a:defRPr sz="1200">
                <a:solidFill>
                  <a:schemeClr val="tx1"/>
                </a:solidFill>
              </a:defRPr>
            </a:lvl3pPr>
            <a:lvl4pPr marL="355600" indent="-180975" rtl="0">
              <a:spcAft>
                <a:spcPts val="600"/>
              </a:spcAft>
              <a:tabLst/>
              <a:defRPr sz="1200">
                <a:solidFill>
                  <a:schemeClr val="tx1"/>
                </a:solidFill>
              </a:defRPr>
            </a:lvl4pPr>
            <a:lvl5pPr marL="579438" indent="-217488" rtl="0">
              <a:spcAft>
                <a:spcPts val="600"/>
              </a:spcAft>
              <a:tabLs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4064231594"/>
      </p:ext>
    </p:extLst>
  </p:cSld>
  <p:clrMapOvr>
    <a:masterClrMapping/>
  </p:clrMapOvr>
  <p:hf hdr="0" dt="0"/>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2_1 Image + Pullout Blue">
    <p:bg>
      <p:bgPr>
        <a:solidFill>
          <a:schemeClr val="accent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44FF8E7-148A-04FC-F90E-7F7C55E4DFA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344FF8E7-148A-04FC-F90E-7F7C55E4DF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0" name="TextBox 9">
            <a:extLst>
              <a:ext uri="{FF2B5EF4-FFF2-40B4-BE49-F238E27FC236}">
                <a16:creationId xmlns:a16="http://schemas.microsoft.com/office/drawing/2014/main" id="{0844611E-6F17-6F4B-85B5-8121A82E39E0}"/>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
        <p:nvSpPr>
          <p:cNvPr id="5" name="Title 4">
            <a:extLst>
              <a:ext uri="{FF2B5EF4-FFF2-40B4-BE49-F238E27FC236}">
                <a16:creationId xmlns:a16="http://schemas.microsoft.com/office/drawing/2014/main" id="{0545F618-606A-2D4B-97A0-5A6D7E11E3A4}"/>
              </a:ext>
            </a:extLst>
          </p:cNvPr>
          <p:cNvSpPr>
            <a:spLocks noGrp="1"/>
          </p:cNvSpPr>
          <p:nvPr>
            <p:ph type="title"/>
          </p:nvPr>
        </p:nvSpPr>
        <p:spPr>
          <a:xfrm>
            <a:off x="7234118" y="620714"/>
            <a:ext cx="3819764" cy="5616574"/>
          </a:xfrm>
        </p:spPr>
        <p:txBody>
          <a:bodyPr vert="horz" anchor="ctr" anchorCtr="0"/>
          <a:lstStyle>
            <a:lvl1pPr algn="ctr" rtl="0">
              <a:defRPr sz="2400">
                <a:solidFill>
                  <a:schemeClr val="bg1"/>
                </a:solidFill>
              </a:defRPr>
            </a:lvl1pPr>
          </a:lstStyle>
          <a:p>
            <a:r>
              <a:rPr lang="en-US"/>
              <a:t>Click to edit Master title style</a:t>
            </a:r>
            <a:endParaRPr lang="en-AU"/>
          </a:p>
        </p:txBody>
      </p:sp>
    </p:spTree>
    <p:extLst>
      <p:ext uri="{BB962C8B-B14F-4D97-AF65-F5344CB8AC3E}">
        <p14:creationId xmlns:p14="http://schemas.microsoft.com/office/powerpoint/2010/main" val="2665644973"/>
      </p:ext>
    </p:extLst>
  </p:cSld>
  <p:clrMapOvr>
    <a:masterClrMapping/>
  </p:clrMapOvr>
  <p:hf hdr="0" dt="0"/>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3_Heading + Conten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BA521D3-8ECE-09EA-7713-5763AD82F4B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EBA521D3-8ECE-09EA-7713-5763AD82F4B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2142281780"/>
      </p:ext>
    </p:extLst>
  </p:cSld>
  <p:clrMapOvr>
    <a:masterClrMapping/>
  </p:clrMapOvr>
  <p:hf hdr="0" dt="0"/>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2_1Heading + Text + Graphic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93B38C1-875B-190B-ECDB-591739F8BDA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293B38C1-875B-190B-ECDB-591739F8BDA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rtl="0">
              <a:spcAft>
                <a:spcPts val="900"/>
              </a:spcAft>
              <a:defRPr sz="1400" b="1" i="0">
                <a:solidFill>
                  <a:schemeClr val="tx1"/>
                </a:solidFill>
                <a:latin typeface="Arial" panose="020B06040202020202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2197151870"/>
      </p:ext>
    </p:extLst>
  </p:cSld>
  <p:clrMapOvr>
    <a:masterClrMapping/>
  </p:clrMapOvr>
  <p:hf hdr="0" dt="0"/>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2_Heading + Text + Graphics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AA8E39B-1D83-E389-983F-17A6C305554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7AA8E39B-1D83-E389-983F-17A6C305554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9C3D6F18-9B22-784C-9480-84E4008C0A54}"/>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rtl="0">
              <a:spcAft>
                <a:spcPts val="900"/>
              </a:spcAft>
              <a:defRPr sz="1400" b="1" i="0">
                <a:solidFill>
                  <a:schemeClr val="bg1"/>
                </a:solidFill>
                <a:latin typeface="Arial" panose="020B06040202020202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47070" cy="713230"/>
          </a:xfrm>
        </p:spPr>
        <p:txBody>
          <a:bodyPr vert="horz"/>
          <a:lstStyle>
            <a:lvl1pPr rtl="0">
              <a:defRPr sz="3400">
                <a:solidFill>
                  <a:schemeClr val="bg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4707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pic>
        <p:nvPicPr>
          <p:cNvPr id="14" name="Picture 13">
            <a:extLst>
              <a:ext uri="{FF2B5EF4-FFF2-40B4-BE49-F238E27FC236}">
                <a16:creationId xmlns:a16="http://schemas.microsoft.com/office/drawing/2014/main" id="{5326D22B-2854-4441-B691-DDCD04F7072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Tree>
    <p:extLst>
      <p:ext uri="{BB962C8B-B14F-4D97-AF65-F5344CB8AC3E}">
        <p14:creationId xmlns:p14="http://schemas.microsoft.com/office/powerpoint/2010/main" val="2208115727"/>
      </p:ext>
    </p:extLst>
  </p:cSld>
  <p:clrMapOvr>
    <a:masterClrMapping/>
  </p:clrMapOvr>
  <p:hf hdr="0" dt="0"/>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2_2 Panel Text + Chart Blue">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D7FD85A-AA9A-3D4B-1C6B-F0DAC1A8BE5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5" name="think-cell data - do not delete" hidden="1">
                        <a:extLst>
                          <a:ext uri="{FF2B5EF4-FFF2-40B4-BE49-F238E27FC236}">
                            <a16:creationId xmlns:a16="http://schemas.microsoft.com/office/drawing/2014/main" id="{4D7FD85A-AA9A-3D4B-1C6B-F0DAC1A8BE5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45A67307-9816-4E4C-80AE-6BEDE1207DB2}"/>
              </a:ext>
            </a:extLst>
          </p:cNvPr>
          <p:cNvSpPr/>
          <p:nvPr/>
        </p:nvSpPr>
        <p:spPr>
          <a:xfrm>
            <a:off x="609600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rtl="0">
              <a:spcAft>
                <a:spcPts val="600"/>
              </a:spcAft>
              <a:defRPr sz="1200" b="1" i="0">
                <a:solidFill>
                  <a:schemeClr val="bg1"/>
                </a:solidFill>
                <a:latin typeface="Arial" panose="020B0604020202020204" pitchFamily="34" charset="0"/>
              </a:defRPr>
            </a:lvl1pPr>
            <a:lvl2pPr marL="0" indent="0" rtl="0">
              <a:spcAft>
                <a:spcPts val="600"/>
              </a:spcAft>
              <a:buNone/>
              <a:tabLst/>
              <a:defRPr sz="1200">
                <a:solidFill>
                  <a:schemeClr val="bg1"/>
                </a:solidFill>
              </a:defRPr>
            </a:lvl2pPr>
            <a:lvl3pPr marL="180975" indent="-180975" rtl="0">
              <a:spcAft>
                <a:spcPts val="600"/>
              </a:spcAft>
              <a:tabLst/>
              <a:defRPr sz="1200">
                <a:solidFill>
                  <a:schemeClr val="bg1"/>
                </a:solidFill>
              </a:defRPr>
            </a:lvl3pPr>
            <a:lvl4pPr marL="355600" indent="-180975" rtl="0">
              <a:spcAft>
                <a:spcPts val="600"/>
              </a:spcAft>
              <a:tabLst/>
              <a:defRPr sz="1200">
                <a:solidFill>
                  <a:schemeClr val="bg1"/>
                </a:solidFill>
              </a:defRPr>
            </a:lvl4pPr>
            <a:lvl5pPr marL="579438" indent="-217488" rtl="0">
              <a:spcAft>
                <a:spcPts val="600"/>
              </a:spcAft>
              <a:tabLst/>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Arial" panose="020B0604020202020204" pitchFamily="34" charset="0"/>
              </a:rPr>
              <a:pPr algn="r" rtl="0"/>
              <a:t>‹#›</a:t>
            </a:fld>
            <a:endParaRPr lang="en-AU" sz="1000" b="0" i="0">
              <a:solidFill>
                <a:schemeClr val="bg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544707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a:defRPr sz="1000"/>
            </a:lvl1pPr>
          </a:lstStyle>
          <a:p>
            <a:r>
              <a:rPr lang="en-US"/>
              <a:t>Click icon to add chart</a:t>
            </a:r>
          </a:p>
        </p:txBody>
      </p:sp>
    </p:spTree>
    <p:extLst>
      <p:ext uri="{BB962C8B-B14F-4D97-AF65-F5344CB8AC3E}">
        <p14:creationId xmlns:p14="http://schemas.microsoft.com/office/powerpoint/2010/main" val="1877393075"/>
      </p:ext>
    </p:extLst>
  </p:cSld>
  <p:clrMapOvr>
    <a:masterClrMapping/>
  </p:clrMapOvr>
  <p:hf hdr="0" dt="0"/>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2_1 Panel Text + Chart Lef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637E31-528F-0287-B5B1-474DF0D8A6D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1C637E31-528F-0287-B5B1-474DF0D8A6D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6564314" y="1520825"/>
            <a:ext cx="5327649" cy="5040301"/>
          </a:xfrm>
        </p:spPr>
        <p:txBody>
          <a:bodyPr/>
          <a:lstStyle>
            <a:lvl1pPr rtl="0">
              <a:spcAft>
                <a:spcPts val="600"/>
              </a:spcAft>
              <a:defRPr sz="1400" b="1" i="0">
                <a:solidFill>
                  <a:schemeClr val="tx1"/>
                </a:solidFill>
                <a:latin typeface="Arial" panose="020B0604020202020204" pitchFamily="34" charset="0"/>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a:defRPr sz="1000"/>
            </a:lvl1pPr>
          </a:lstStyle>
          <a:p>
            <a:r>
              <a:rPr lang="en-US"/>
              <a:t>Click icon to add chart</a:t>
            </a:r>
          </a:p>
        </p:txBody>
      </p:sp>
    </p:spTree>
    <p:extLst>
      <p:ext uri="{BB962C8B-B14F-4D97-AF65-F5344CB8AC3E}">
        <p14:creationId xmlns:p14="http://schemas.microsoft.com/office/powerpoint/2010/main" val="623974752"/>
      </p:ext>
    </p:extLst>
  </p:cSld>
  <p:clrMapOvr>
    <a:masterClrMapping/>
  </p:clrMapOvr>
  <p:hf hdr="0" dt="0"/>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2_1 Panel Text + Chart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30A3359-D21B-CA23-8F2D-F962C9CD401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530A3359-D21B-CA23-8F2D-F962C9CD401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1520825"/>
            <a:ext cx="5327649" cy="5040301"/>
          </a:xfrm>
        </p:spPr>
        <p:txBody>
          <a:bodyPr/>
          <a:lstStyle>
            <a:lvl1pPr rtl="0">
              <a:spcAft>
                <a:spcPts val="600"/>
              </a:spcAft>
              <a:defRPr sz="1400" b="1" i="0">
                <a:solidFill>
                  <a:schemeClr val="tx1"/>
                </a:solidFill>
                <a:latin typeface="Arial" panose="020B0604020202020204" pitchFamily="34" charset="0"/>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6564313" y="1134478"/>
            <a:ext cx="5327650" cy="5439741"/>
          </a:xfrm>
        </p:spPr>
        <p:txBody>
          <a:bodyPr anchor="ctr" anchorCtr="0"/>
          <a:lstStyle>
            <a:lvl1pPr algn="ctr" rtl="0">
              <a:defRPr sz="1000"/>
            </a:lvl1pPr>
          </a:lstStyle>
          <a:p>
            <a:r>
              <a:rPr lang="en-AU"/>
              <a:t>H</a:t>
            </a:r>
          </a:p>
        </p:txBody>
      </p:sp>
    </p:spTree>
    <p:extLst>
      <p:ext uri="{BB962C8B-B14F-4D97-AF65-F5344CB8AC3E}">
        <p14:creationId xmlns:p14="http://schemas.microsoft.com/office/powerpoint/2010/main" val="1734837816"/>
      </p:ext>
    </p:extLst>
  </p:cSld>
  <p:clrMapOvr>
    <a:masterClrMapping/>
  </p:clrMapOvr>
  <p:hf hdr="0" dt="0"/>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2_1 Char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BF7F0FE-6524-1B5F-6F8A-5805CD3BEB0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DBF7F0FE-6524-1B5F-6F8A-5805CD3BEB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5"/>
            <a:ext cx="11557000" cy="5053394"/>
          </a:xfrm>
        </p:spPr>
        <p:txBody>
          <a:bodyPr anchor="ctr" anchorCtr="0"/>
          <a:lstStyle>
            <a:lvl1pPr algn="ctr" rtl="0">
              <a:defRPr sz="1000"/>
            </a:lvl1pPr>
          </a:lstStyle>
          <a:p>
            <a:r>
              <a:rPr lang="en-AU"/>
              <a:t>H</a:t>
            </a:r>
          </a:p>
        </p:txBody>
      </p:sp>
    </p:spTree>
    <p:extLst>
      <p:ext uri="{BB962C8B-B14F-4D97-AF65-F5344CB8AC3E}">
        <p14:creationId xmlns:p14="http://schemas.microsoft.com/office/powerpoint/2010/main" val="2683693810"/>
      </p:ext>
    </p:extLst>
  </p:cSld>
  <p:clrMapOvr>
    <a:masterClrMapping/>
  </p:clrMapOvr>
  <p:hf hdr="0" dt="0"/>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2_3 Chart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C7323BD-1AC3-90E8-5290-DF352496E8B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3" name="think-cell data - do not delete" hidden="1">
                        <a:extLst>
                          <a:ext uri="{FF2B5EF4-FFF2-40B4-BE49-F238E27FC236}">
                            <a16:creationId xmlns:a16="http://schemas.microsoft.com/office/drawing/2014/main" id="{AC7323BD-1AC3-90E8-5290-DF352496E8B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Arial" panose="020B0604020202020204" pitchFamily="34" charset="0"/>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6"/>
            <a:ext cx="3732291" cy="2567152"/>
          </a:xfrm>
        </p:spPr>
        <p:txBody>
          <a:bodyPr anchor="ctr" anchorCtr="0"/>
          <a:lstStyle>
            <a:lvl1pPr algn="ctr" rtl="0">
              <a:defRPr sz="1000"/>
            </a:lvl1pPr>
          </a:lstStyle>
          <a:p>
            <a:r>
              <a:rPr lang="en-AU"/>
              <a:t>H</a:t>
            </a:r>
          </a:p>
        </p:txBody>
      </p:sp>
      <p:sp>
        <p:nvSpPr>
          <p:cNvPr id="12" name="Text Placeholder 14">
            <a:extLst>
              <a:ext uri="{FF2B5EF4-FFF2-40B4-BE49-F238E27FC236}">
                <a16:creationId xmlns:a16="http://schemas.microsoft.com/office/drawing/2014/main" id="{E49C82BB-40C5-7B4F-A88F-AD41B1301F3A}"/>
              </a:ext>
            </a:extLst>
          </p:cNvPr>
          <p:cNvSpPr>
            <a:spLocks noGrp="1"/>
          </p:cNvSpPr>
          <p:nvPr>
            <p:ph type="body" sz="quarter" idx="21"/>
          </p:nvPr>
        </p:nvSpPr>
        <p:spPr>
          <a:xfrm>
            <a:off x="4247654"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Arial" panose="020B0604020202020204" pitchFamily="34" charset="0"/>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3" name="Text Placeholder 14">
            <a:extLst>
              <a:ext uri="{FF2B5EF4-FFF2-40B4-BE49-F238E27FC236}">
                <a16:creationId xmlns:a16="http://schemas.microsoft.com/office/drawing/2014/main" id="{9E8EA932-8B25-BC44-A1CE-CE4B99DC61CE}"/>
              </a:ext>
            </a:extLst>
          </p:cNvPr>
          <p:cNvSpPr>
            <a:spLocks noGrp="1"/>
          </p:cNvSpPr>
          <p:nvPr>
            <p:ph type="body" sz="quarter" idx="22"/>
          </p:nvPr>
        </p:nvSpPr>
        <p:spPr>
          <a:xfrm>
            <a:off x="8166941"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Arial" panose="020B0604020202020204" pitchFamily="34" charset="0"/>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Chart Placeholder 3">
            <a:extLst>
              <a:ext uri="{FF2B5EF4-FFF2-40B4-BE49-F238E27FC236}">
                <a16:creationId xmlns:a16="http://schemas.microsoft.com/office/drawing/2014/main" id="{1C8F9151-E430-9E48-BC52-ECDD1C4DFB70}"/>
              </a:ext>
            </a:extLst>
          </p:cNvPr>
          <p:cNvSpPr>
            <a:spLocks noGrp="1"/>
          </p:cNvSpPr>
          <p:nvPr>
            <p:ph type="chart" sz="quarter" idx="23" hasCustomPrompt="1"/>
          </p:nvPr>
        </p:nvSpPr>
        <p:spPr>
          <a:xfrm>
            <a:off x="4245226" y="1520826"/>
            <a:ext cx="3732291" cy="2567152"/>
          </a:xfrm>
        </p:spPr>
        <p:txBody>
          <a:bodyPr anchor="ctr" anchorCtr="0"/>
          <a:lstStyle>
            <a:lvl1pPr algn="ctr" rtl="0">
              <a:defRPr sz="1000"/>
            </a:lvl1pPr>
          </a:lstStyle>
          <a:p>
            <a:r>
              <a:rPr lang="en-AU"/>
              <a:t>H</a:t>
            </a:r>
          </a:p>
        </p:txBody>
      </p:sp>
      <p:sp>
        <p:nvSpPr>
          <p:cNvPr id="17" name="Chart Placeholder 3">
            <a:extLst>
              <a:ext uri="{FF2B5EF4-FFF2-40B4-BE49-F238E27FC236}">
                <a16:creationId xmlns:a16="http://schemas.microsoft.com/office/drawing/2014/main" id="{FF79B36D-D641-744B-BA4C-687E6D90E7C5}"/>
              </a:ext>
            </a:extLst>
          </p:cNvPr>
          <p:cNvSpPr>
            <a:spLocks noGrp="1"/>
          </p:cNvSpPr>
          <p:nvPr>
            <p:ph type="chart" sz="quarter" idx="24" hasCustomPrompt="1"/>
          </p:nvPr>
        </p:nvSpPr>
        <p:spPr>
          <a:xfrm>
            <a:off x="8167520" y="1520826"/>
            <a:ext cx="3732291" cy="2567152"/>
          </a:xfrm>
        </p:spPr>
        <p:txBody>
          <a:bodyPr anchor="ctr" anchorCtr="0"/>
          <a:lstStyle>
            <a:lvl1pPr algn="ctr" rtl="0">
              <a:defRPr sz="1000"/>
            </a:lvl1pPr>
          </a:lstStyle>
          <a:p>
            <a:r>
              <a:rPr lang="en-AU"/>
              <a:t>H</a:t>
            </a:r>
          </a:p>
        </p:txBody>
      </p:sp>
    </p:spTree>
    <p:extLst>
      <p:ext uri="{BB962C8B-B14F-4D97-AF65-F5344CB8AC3E}">
        <p14:creationId xmlns:p14="http://schemas.microsoft.com/office/powerpoint/2010/main" val="2397732201"/>
      </p:ext>
    </p:extLst>
  </p:cSld>
  <p:clrMapOvr>
    <a:masterClrMapping/>
  </p:clrMapOvr>
  <p:hf hdr="0" dt="0"/>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2_1 Table">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09F4BAC-67C3-9463-8C23-4E9BF40EE8A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4" name="think-cell data - do not delete" hidden="1">
                        <a:extLst>
                          <a:ext uri="{FF2B5EF4-FFF2-40B4-BE49-F238E27FC236}">
                            <a16:creationId xmlns:a16="http://schemas.microsoft.com/office/drawing/2014/main" id="{609F4BAC-67C3-9463-8C23-4E9BF40EE8A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able Placeholder 2">
            <a:extLst>
              <a:ext uri="{FF2B5EF4-FFF2-40B4-BE49-F238E27FC236}">
                <a16:creationId xmlns:a16="http://schemas.microsoft.com/office/drawing/2014/main" id="{42E67822-7E9C-2749-81BF-4DBDF5EDDF0F}"/>
              </a:ext>
            </a:extLst>
          </p:cNvPr>
          <p:cNvSpPr>
            <a:spLocks noGrp="1"/>
          </p:cNvSpPr>
          <p:nvPr>
            <p:ph type="tbl" sz="quarter" idx="10"/>
          </p:nvPr>
        </p:nvSpPr>
        <p:spPr>
          <a:xfrm>
            <a:off x="334963" y="1520825"/>
            <a:ext cx="11569700" cy="4276229"/>
          </a:xfrm>
        </p:spPr>
        <p:txBody>
          <a:bodyPr/>
          <a:lstStyle/>
          <a:p>
            <a:r>
              <a:rPr lang="en-US"/>
              <a:t>Click icon to add table</a:t>
            </a:r>
          </a:p>
        </p:txBody>
      </p:sp>
    </p:spTree>
    <p:extLst>
      <p:ext uri="{BB962C8B-B14F-4D97-AF65-F5344CB8AC3E}">
        <p14:creationId xmlns:p14="http://schemas.microsoft.com/office/powerpoint/2010/main" val="3581316049"/>
      </p:ext>
    </p:extLst>
  </p:cSld>
  <p:clrMapOvr>
    <a:masterClrMapping/>
  </p:clrMapOvr>
  <p:hf hdr="0" dt="0"/>
</p:sldLayout>
</file>

<file path=ppt/slideLayouts/slideLayout134.xml><?xml version="1.0" encoding="utf-8"?>
<p:sldLayout xmlns:a="http://schemas.openxmlformats.org/drawingml/2006/main" xmlns:r="http://schemas.openxmlformats.org/officeDocument/2006/relationships" xmlns:p="http://schemas.openxmlformats.org/presentationml/2006/main">
  <p:cSld name="2 x Title and Content">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0D7C8009-D6D4-C8C4-7F48-8B39A157F15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92" imgH="595" progId="TCLayout.ActiveDocument.1">
                  <p:embed/>
                </p:oleObj>
              </mc:Choice>
              <mc:Fallback>
                <p:oleObj name="think-cell Slide" r:id="rId3" imgW="592" imgH="595" progId="TCLayout.ActiveDocument.1">
                  <p:embed/>
                  <p:pic>
                    <p:nvPicPr>
                      <p:cNvPr id="5" name="think-cell data - do not delete" hidden="1">
                        <a:extLst>
                          <a:ext uri="{FF2B5EF4-FFF2-40B4-BE49-F238E27FC236}">
                            <a16:creationId xmlns:a16="http://schemas.microsoft.com/office/drawing/2014/main" id="{0D7C8009-D6D4-C8C4-7F48-8B39A157F15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3400">
                <a:latin typeface="MarkOT" panose="020B0504020201010104" pitchFamily="34" charset="0"/>
              </a:defRPr>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A14F5B72-53EE-3E4D-B607-B0A5E48F37E5}"/>
              </a:ext>
            </a:extLst>
          </p:cNvPr>
          <p:cNvSpPr>
            <a:spLocks noGrp="1"/>
          </p:cNvSpPr>
          <p:nvPr>
            <p:ph idx="1"/>
          </p:nvPr>
        </p:nvSpPr>
        <p:spPr>
          <a:xfrm>
            <a:off x="322351" y="1489295"/>
            <a:ext cx="10548218" cy="1559750"/>
          </a:xfrm>
        </p:spPr>
        <p:txBody>
          <a:bodyPr/>
          <a:lstStyle>
            <a:lvl1pPr rtl="0">
              <a:defRPr sz="1450">
                <a:latin typeface="MarkOT" panose="020B0504020201010104" pitchFamily="34" charset="0"/>
              </a:defRPr>
            </a:lvl1pPr>
            <a:lvl2pPr rtl="0">
              <a:defRPr sz="1450">
                <a:latin typeface="MarkOT" panose="020B0504020201010104" pitchFamily="34" charset="0"/>
              </a:defRPr>
            </a:lvl2pPr>
            <a:lvl3pPr rtl="0">
              <a:defRPr sz="1450">
                <a:latin typeface="MarkOT" panose="020B0504020201010104" pitchFamily="34" charset="0"/>
              </a:defRPr>
            </a:lvl3pPr>
            <a:lvl4pPr rtl="0">
              <a:defRPr sz="1450">
                <a:latin typeface="MarkOT" panose="020B0504020201010104" pitchFamily="34" charset="0"/>
              </a:defRPr>
            </a:lvl4pPr>
            <a:lvl5pPr rtl="0">
              <a:defRPr sz="1450">
                <a:latin typeface="MarkOT" panose="020B05040202010101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cxnSp>
        <p:nvCxnSpPr>
          <p:cNvPr id="13" name="Straight Connector 12">
            <a:extLst>
              <a:ext uri="{FF2B5EF4-FFF2-40B4-BE49-F238E27FC236}">
                <a16:creationId xmlns:a16="http://schemas.microsoft.com/office/drawing/2014/main" id="{5FB9F90A-5050-D24E-9C7D-F6FCD969A703}"/>
              </a:ext>
            </a:extLst>
          </p:cNvPr>
          <p:cNvCxnSpPr/>
          <p:nvPr/>
        </p:nvCxnSpPr>
        <p:spPr>
          <a:xfrm>
            <a:off x="334963" y="1233488"/>
            <a:ext cx="11557000"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Content Placeholder 2">
            <a:extLst>
              <a:ext uri="{FF2B5EF4-FFF2-40B4-BE49-F238E27FC236}">
                <a16:creationId xmlns:a16="http://schemas.microsoft.com/office/drawing/2014/main" id="{F22A98C7-0EB3-E54A-B728-78D6A74E5913}"/>
              </a:ext>
            </a:extLst>
          </p:cNvPr>
          <p:cNvSpPr>
            <a:spLocks noGrp="1"/>
          </p:cNvSpPr>
          <p:nvPr>
            <p:ph idx="10"/>
          </p:nvPr>
        </p:nvSpPr>
        <p:spPr>
          <a:xfrm>
            <a:off x="322351" y="3967635"/>
            <a:ext cx="10548218" cy="1872996"/>
          </a:xfrm>
        </p:spPr>
        <p:txBody>
          <a:bodyPr/>
          <a:lstStyle>
            <a:lvl1pPr rtl="0">
              <a:defRPr sz="1450">
                <a:latin typeface="MarkOT" panose="020B0504020201010104" pitchFamily="34" charset="0"/>
              </a:defRPr>
            </a:lvl1pPr>
            <a:lvl2pPr rtl="0">
              <a:defRPr sz="1450">
                <a:latin typeface="MarkOT" panose="020B0504020201010104" pitchFamily="34" charset="0"/>
              </a:defRPr>
            </a:lvl2pPr>
            <a:lvl3pPr rtl="0">
              <a:defRPr sz="1450">
                <a:latin typeface="MarkOT" panose="020B0504020201010104" pitchFamily="34" charset="0"/>
              </a:defRPr>
            </a:lvl3pPr>
            <a:lvl4pPr rtl="0">
              <a:defRPr sz="1450">
                <a:latin typeface="MarkOT" panose="020B0504020201010104" pitchFamily="34" charset="0"/>
              </a:defRPr>
            </a:lvl4pPr>
            <a:lvl5pPr rtl="0">
              <a:defRPr sz="1450">
                <a:latin typeface="MarkOT" panose="020B05040202010101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20" name="Straight Connector 19">
            <a:extLst>
              <a:ext uri="{FF2B5EF4-FFF2-40B4-BE49-F238E27FC236}">
                <a16:creationId xmlns:a16="http://schemas.microsoft.com/office/drawing/2014/main" id="{8C0F1346-5774-B749-9B80-327CFB658D0D}"/>
              </a:ext>
            </a:extLst>
          </p:cNvPr>
          <p:cNvCxnSpPr/>
          <p:nvPr/>
        </p:nvCxnSpPr>
        <p:spPr>
          <a:xfrm>
            <a:off x="297127" y="4157408"/>
            <a:ext cx="11557000" cy="0"/>
          </a:xfrm>
          <a:prstGeom prst="line">
            <a:avLst/>
          </a:prstGeom>
          <a:ln w="9525">
            <a:solidFill>
              <a:schemeClr val="accent2"/>
            </a:solidFill>
          </a:ln>
        </p:spPr>
        <p:style>
          <a:lnRef idx="1">
            <a:schemeClr val="accent1"/>
          </a:lnRef>
          <a:fillRef idx="0">
            <a:schemeClr val="accent1"/>
          </a:fillRef>
          <a:effectRef idx="0">
            <a:schemeClr val="accent1"/>
          </a:effectRef>
          <a:fontRef idx="minor">
            <a:schemeClr val="tx1"/>
          </a:fontRef>
        </p:style>
      </p:cxnSp>
      <p:sp>
        <p:nvSpPr>
          <p:cNvPr id="22" name="Text Placeholder 21">
            <a:extLst>
              <a:ext uri="{FF2B5EF4-FFF2-40B4-BE49-F238E27FC236}">
                <a16:creationId xmlns:a16="http://schemas.microsoft.com/office/drawing/2014/main" id="{B56F8231-3D34-2540-8D62-897490F89337}"/>
              </a:ext>
            </a:extLst>
          </p:cNvPr>
          <p:cNvSpPr>
            <a:spLocks noGrp="1"/>
          </p:cNvSpPr>
          <p:nvPr>
            <p:ph type="body" sz="quarter" idx="11"/>
          </p:nvPr>
        </p:nvSpPr>
        <p:spPr>
          <a:xfrm>
            <a:off x="297127" y="3576424"/>
            <a:ext cx="11557000" cy="661987"/>
          </a:xfrm>
        </p:spPr>
        <p:txBody>
          <a:bodyPr/>
          <a:lstStyle>
            <a:lvl1pPr rtl="0">
              <a:defRPr sz="3400">
                <a:solidFill>
                  <a:schemeClr val="accent2"/>
                </a:solidFill>
                <a:latin typeface="MarkOT" panose="020B0504020201010104" pitchFamily="34" charset="0"/>
              </a:defRPr>
            </a:lvl1pPr>
          </a:lstStyle>
          <a:p>
            <a:pPr lvl="0"/>
            <a:r>
              <a:rPr lang="en-US"/>
              <a:t>Click to edit Master text styles</a:t>
            </a:r>
          </a:p>
        </p:txBody>
      </p:sp>
      <p:pic>
        <p:nvPicPr>
          <p:cNvPr id="12" name="Picture 11">
            <a:extLst>
              <a:ext uri="{FF2B5EF4-FFF2-40B4-BE49-F238E27FC236}">
                <a16:creationId xmlns:a16="http://schemas.microsoft.com/office/drawing/2014/main" id="{3D7F1526-A2C6-AB4A-B853-B03055A3BADB}"/>
              </a:ext>
            </a:extLst>
          </p:cNvPr>
          <p:cNvPicPr>
            <a:picLocks noChangeAspect="1"/>
          </p:cNvPicPr>
          <p:nvPr/>
        </p:nvPicPr>
        <p:blipFill>
          <a:blip r:embed="rId5"/>
          <a:srcRect/>
          <a:stretch/>
        </p:blipFill>
        <p:spPr>
          <a:xfrm>
            <a:off x="322351" y="5961066"/>
            <a:ext cx="598355" cy="600071"/>
          </a:xfrm>
          <a:prstGeom prst="rect">
            <a:avLst/>
          </a:prstGeom>
        </p:spPr>
      </p:pic>
    </p:spTree>
    <p:extLst>
      <p:ext uri="{BB962C8B-B14F-4D97-AF65-F5344CB8AC3E}">
        <p14:creationId xmlns:p14="http://schemas.microsoft.com/office/powerpoint/2010/main" val="3154831185"/>
      </p:ext>
    </p:extLst>
  </p:cSld>
  <p:clrMapOvr>
    <a:masterClrMapping/>
  </p:clrMapOvr>
  <p:hf hdr="0" dt="0"/>
</p:sldLayout>
</file>

<file path=ppt/slideLayouts/slideLayout135.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708"/>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FBF7696-0A36-B87E-A838-DE9304DDAC4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6FBF7696-0A36-B87E-A838-DE9304DDAC4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Google Shape;721;g2dc0e050917_1_518">
            <a:extLst>
              <a:ext uri="{FF2B5EF4-FFF2-40B4-BE49-F238E27FC236}">
                <a16:creationId xmlns:a16="http://schemas.microsoft.com/office/drawing/2014/main" id="{942842CD-EEA8-19F0-D401-F826769D8CD2}"/>
              </a:ext>
            </a:extLst>
          </p:cNvPr>
          <p:cNvSpPr txBox="1">
            <a:spLocks noGrp="1"/>
          </p:cNvSpPr>
          <p:nvPr>
            <p:ph type="sldNum" idx="12"/>
          </p:nvPr>
        </p:nvSpPr>
        <p:spPr>
          <a:xfrm>
            <a:off x="8218489" y="140722"/>
            <a:ext cx="3530700" cy="1371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Mark OT" panose="020B0504020201010104" pitchFamily="34" charset="0"/>
                <a:ea typeface="Mark OT" panose="020B0504020201010104" pitchFamily="34" charset="0"/>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9pPr>
          </a:lstStyle>
          <a:p>
            <a:fld id="{3E6AC032-1535-134B-A583-D5E1DDD0D167}" type="slidenum">
              <a:rPr lang="en-US" smtClean="0"/>
              <a:pPr/>
              <a:t>‹#›</a:t>
            </a:fld>
            <a:endParaRPr lang="en-US"/>
          </a:p>
        </p:txBody>
      </p:sp>
      <p:sp>
        <p:nvSpPr>
          <p:cNvPr id="4" name="Google Shape;722;g2dc0e050917_1_518">
            <a:extLst>
              <a:ext uri="{FF2B5EF4-FFF2-40B4-BE49-F238E27FC236}">
                <a16:creationId xmlns:a16="http://schemas.microsoft.com/office/drawing/2014/main" id="{D339B6E1-BBA0-EEF8-EEA2-38A4DFAE023C}"/>
              </a:ext>
            </a:extLst>
          </p:cNvPr>
          <p:cNvSpPr txBox="1">
            <a:spLocks noGrp="1"/>
          </p:cNvSpPr>
          <p:nvPr>
            <p:ph type="subTitle" idx="1"/>
          </p:nvPr>
        </p:nvSpPr>
        <p:spPr>
          <a:xfrm>
            <a:off x="442900" y="872998"/>
            <a:ext cx="11306100" cy="3687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SzPts val="1300"/>
              <a:buNone/>
              <a:defRPr sz="1300" b="1" i="0" u="none" strike="noStrike" cap="none"/>
            </a:lvl1pPr>
            <a:lvl2pPr marR="0" lvl="1"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2pPr>
            <a:lvl3pPr marR="0" lvl="2"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3pPr>
            <a:lvl4pPr marR="0" lvl="3"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4pPr>
            <a:lvl5pPr marR="0" lvl="4"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5pPr>
            <a:lvl6pPr marR="0" lvl="5"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6pPr>
            <a:lvl7pPr marR="0" lvl="6"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7pPr>
            <a:lvl8pPr marR="0" lvl="7"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8pPr>
            <a:lvl9pPr marR="0" lvl="8"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9pPr>
          </a:lstStyle>
          <a:p>
            <a:r>
              <a:rPr lang="en-US"/>
              <a:t>Click to edit Master subtitle style</a:t>
            </a:r>
            <a:endParaRPr lang="en-AU"/>
          </a:p>
        </p:txBody>
      </p:sp>
      <p:sp>
        <p:nvSpPr>
          <p:cNvPr id="5" name="Google Shape;723;g2dc0e050917_1_518">
            <a:extLst>
              <a:ext uri="{FF2B5EF4-FFF2-40B4-BE49-F238E27FC236}">
                <a16:creationId xmlns:a16="http://schemas.microsoft.com/office/drawing/2014/main" id="{F6058343-4614-B084-3357-B96408293530}"/>
              </a:ext>
            </a:extLst>
          </p:cNvPr>
          <p:cNvSpPr txBox="1">
            <a:spLocks noGrp="1"/>
          </p:cNvSpPr>
          <p:nvPr>
            <p:ph type="title"/>
          </p:nvPr>
        </p:nvSpPr>
        <p:spPr>
          <a:xfrm>
            <a:off x="442913" y="430514"/>
            <a:ext cx="113061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accent1"/>
              </a:buClr>
              <a:buSzPts val="2700"/>
              <a:buNone/>
              <a:defRPr sz="2700" b="1" i="0" u="none" strike="noStrike" cap="none">
                <a:solidFill>
                  <a:schemeClr val="accent1"/>
                </a:solidFill>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r>
              <a:rPr lang="en-US"/>
              <a:t>Click to edit Master title style</a:t>
            </a:r>
            <a:endParaRPr lang="en-AU"/>
          </a:p>
        </p:txBody>
      </p:sp>
      <p:pic>
        <p:nvPicPr>
          <p:cNvPr id="6" name="Picture 5">
            <a:extLst>
              <a:ext uri="{FF2B5EF4-FFF2-40B4-BE49-F238E27FC236}">
                <a16:creationId xmlns:a16="http://schemas.microsoft.com/office/drawing/2014/main" id="{B1D8FA7D-1F53-001E-6C53-7F6BDAB5379B}"/>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150658" y="5961066"/>
            <a:ext cx="598355" cy="600071"/>
          </a:xfrm>
          <a:prstGeom prst="rect">
            <a:avLst/>
          </a:prstGeom>
        </p:spPr>
      </p:pic>
    </p:spTree>
    <p:extLst>
      <p:ext uri="{BB962C8B-B14F-4D97-AF65-F5344CB8AC3E}">
        <p14:creationId xmlns:p14="http://schemas.microsoft.com/office/powerpoint/2010/main" val="3813041704"/>
      </p:ext>
    </p:extLst>
  </p:cSld>
  <p:clrMapOvr>
    <a:masterClrMapping/>
  </p:clrMapOvr>
  <p:hf hdr="0" dt="0"/>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Airservices — Pages Table + Content">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48AC842A-3DC0-4329-8AD8-EC7A963D9E7A}"/>
              </a:ext>
            </a:extLst>
          </p:cNvPr>
          <p:cNvGraphicFramePr>
            <a:graphicFrameLocks noChangeAspect="1"/>
          </p:cNvGraphicFramePr>
          <p:nvPr>
            <p:custDataLst>
              <p:tags r:id="rId1"/>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2" name="Object 1" hidden="1">
                        <a:extLst>
                          <a:ext uri="{FF2B5EF4-FFF2-40B4-BE49-F238E27FC236}">
                            <a16:creationId xmlns:a16="http://schemas.microsoft.com/office/drawing/2014/main" id="{48AC842A-3DC0-4329-8AD8-EC7A963D9E7A}"/>
                          </a:ext>
                        </a:extLst>
                      </p:cNvPr>
                      <p:cNvPicPr/>
                      <p:nvPr/>
                    </p:nvPicPr>
                    <p:blipFill>
                      <a:blip r:embed="rId4"/>
                      <a:stretch>
                        <a:fillRect/>
                      </a:stretch>
                    </p:blipFill>
                    <p:spPr>
                      <a:xfrm>
                        <a:off x="1589" y="1588"/>
                        <a:ext cx="1588" cy="1588"/>
                      </a:xfrm>
                      <a:prstGeom prst="rect">
                        <a:avLst/>
                      </a:prstGeom>
                    </p:spPr>
                  </p:pic>
                </p:oleObj>
              </mc:Fallback>
            </mc:AlternateContent>
          </a:graphicData>
        </a:graphic>
      </p:graphicFrame>
      <p:sp>
        <p:nvSpPr>
          <p:cNvPr id="10" name="Content Placeholder 2">
            <a:extLst>
              <a:ext uri="{FF2B5EF4-FFF2-40B4-BE49-F238E27FC236}">
                <a16:creationId xmlns:a16="http://schemas.microsoft.com/office/drawing/2014/main" id="{F7B8FCED-60A7-0F49-B591-C4AA64E6825D}"/>
              </a:ext>
            </a:extLst>
          </p:cNvPr>
          <p:cNvSpPr>
            <a:spLocks noGrp="1"/>
          </p:cNvSpPr>
          <p:nvPr>
            <p:ph sz="half" idx="10" hasCustomPrompt="1"/>
          </p:nvPr>
        </p:nvSpPr>
        <p:spPr>
          <a:xfrm>
            <a:off x="7442522" y="1719350"/>
            <a:ext cx="4389479" cy="4162626"/>
          </a:xfrm>
          <a:prstGeom prst="rect">
            <a:avLst/>
          </a:prstGeom>
        </p:spPr>
        <p:txBody>
          <a:bodyPr/>
          <a:lstStyle>
            <a:lvl1pPr rtl="0">
              <a:buClr>
                <a:schemeClr val="tx1"/>
              </a:buClr>
              <a:defRPr sz="1125" b="0" i="0" baseline="0">
                <a:solidFill>
                  <a:schemeClr val="accent6">
                    <a:lumMod val="50000"/>
                  </a:schemeClr>
                </a:solidFill>
                <a:latin typeface="Arial" panose="020B0604020202020204" pitchFamily="34" charset="0"/>
              </a:defRPr>
            </a:lvl1pPr>
            <a:lvl2pPr rtl="0">
              <a:buClr>
                <a:schemeClr val="tx1"/>
              </a:buClr>
              <a:defRPr sz="1125" b="0" i="0" baseline="0">
                <a:solidFill>
                  <a:schemeClr val="accent6">
                    <a:lumMod val="50000"/>
                  </a:schemeClr>
                </a:solidFill>
                <a:latin typeface="Arial" panose="020B0604020202020204" pitchFamily="34" charset="0"/>
              </a:defRPr>
            </a:lvl2pPr>
            <a:lvl3pPr marL="857250" marR="0" indent="-171450" algn="l" defTabSz="685800" rtl="0" eaLnBrk="1" fontAlgn="auto" latinLnBrk="0" hangingPunct="1">
              <a:lnSpc>
                <a:spcPct val="90000"/>
              </a:lnSpc>
              <a:spcBef>
                <a:spcPts val="375"/>
              </a:spcBef>
              <a:spcAft>
                <a:spcPts val="0"/>
              </a:spcAft>
              <a:buClr>
                <a:schemeClr val="tx1"/>
              </a:buClr>
              <a:buSzTx/>
              <a:buFont typeface="Arial" panose="020B0604020202020204" pitchFamily="34" charset="0"/>
              <a:buChar char="•"/>
              <a:tabLst/>
              <a:defRPr sz="900" b="0" i="0" baseline="0">
                <a:solidFill>
                  <a:schemeClr val="accent6">
                    <a:lumMod val="50000"/>
                  </a:schemeClr>
                </a:solidFill>
                <a:latin typeface="Arial" panose="020B0604020202020204" pitchFamily="34" charset="0"/>
              </a:defRPr>
            </a:lvl3pPr>
            <a:lvl4pPr>
              <a:buClr>
                <a:schemeClr val="tx1"/>
              </a:buClr>
              <a:defRPr sz="750">
                <a:solidFill>
                  <a:schemeClr val="accent6"/>
                </a:solidFill>
              </a:defRPr>
            </a:lvl4pPr>
            <a:lvl5pPr>
              <a:buClr>
                <a:schemeClr val="tx1"/>
              </a:buClr>
              <a:defRPr sz="750" b="0" i="0">
                <a:solidFill>
                  <a:schemeClr val="accent6"/>
                </a:solidFill>
                <a:latin typeface="Helvetica" pitchFamily="2" charset="0"/>
              </a:defRPr>
            </a:lvl5pPr>
          </a:lstStyle>
          <a:p>
            <a:pPr lvl="0"/>
            <a:r>
              <a:rPr lang="en-AU"/>
              <a:t>Bullets can be utilised to simplify info</a:t>
            </a:r>
          </a:p>
          <a:p>
            <a:pPr lvl="1"/>
            <a:r>
              <a:rPr lang="en-AU"/>
              <a:t>And can be stepped out into a second</a:t>
            </a:r>
          </a:p>
          <a:p>
            <a:pPr marL="857250" marR="0" lvl="2" indent="-171450" algn="l" defTabSz="685800" rtl="0" eaLnBrk="1" fontAlgn="auto" latinLnBrk="0" hangingPunct="1">
              <a:lnSpc>
                <a:spcPct val="90000"/>
              </a:lnSpc>
              <a:spcBef>
                <a:spcPts val="375"/>
              </a:spcBef>
              <a:spcAft>
                <a:spcPts val="0"/>
              </a:spcAft>
              <a:buClr>
                <a:schemeClr val="tx1"/>
              </a:buClr>
              <a:buSzTx/>
              <a:buFont typeface="Arial" panose="020B0604020202020204" pitchFamily="34" charset="0"/>
              <a:buChar char="•"/>
              <a:tabLst/>
              <a:defRPr/>
            </a:pPr>
            <a:r>
              <a:rPr lang="en-AU"/>
              <a:t>Or a third level</a:t>
            </a:r>
          </a:p>
          <a:p>
            <a:pPr marL="857250" marR="0" lvl="2" indent="-171450" algn="l" defTabSz="685800" rtl="0" eaLnBrk="1" fontAlgn="auto" latinLnBrk="0" hangingPunct="1">
              <a:lnSpc>
                <a:spcPct val="90000"/>
              </a:lnSpc>
              <a:spcBef>
                <a:spcPts val="375"/>
              </a:spcBef>
              <a:spcAft>
                <a:spcPts val="0"/>
              </a:spcAft>
              <a:buClr>
                <a:schemeClr val="tx1"/>
              </a:buClr>
              <a:buSzTx/>
              <a:buFont typeface="Arial" panose="020B0604020202020204" pitchFamily="34" charset="0"/>
              <a:buChar char="•"/>
              <a:tabLst/>
              <a:defRPr/>
            </a:pPr>
            <a:r>
              <a:rPr lang="en-AU"/>
              <a:t>But remember to not overwhelm, as they’re designed to be simple and concise</a:t>
            </a:r>
          </a:p>
        </p:txBody>
      </p:sp>
      <p:sp>
        <p:nvSpPr>
          <p:cNvPr id="4" name="Table Placeholder 3">
            <a:extLst>
              <a:ext uri="{FF2B5EF4-FFF2-40B4-BE49-F238E27FC236}">
                <a16:creationId xmlns:a16="http://schemas.microsoft.com/office/drawing/2014/main" id="{3A4BD503-85B0-304E-AF1F-AF4E6849BFC6}"/>
              </a:ext>
            </a:extLst>
          </p:cNvPr>
          <p:cNvSpPr>
            <a:spLocks noGrp="1"/>
          </p:cNvSpPr>
          <p:nvPr>
            <p:ph type="tbl" sz="quarter" idx="11" hasCustomPrompt="1"/>
          </p:nvPr>
        </p:nvSpPr>
        <p:spPr>
          <a:xfrm>
            <a:off x="360001" y="1719984"/>
            <a:ext cx="6508751" cy="4162629"/>
          </a:xfrm>
          <a:prstGeom prst="rect">
            <a:avLst/>
          </a:prstGeom>
        </p:spPr>
        <p:txBody>
          <a:bodyPr/>
          <a:lstStyle>
            <a:lvl1pPr marL="0" indent="0" rtl="0">
              <a:buNone/>
              <a:defRPr b="0" i="0">
                <a:latin typeface="Arial" panose="020B0604020202020204" pitchFamily="34" charset="0"/>
              </a:defRPr>
            </a:lvl1pPr>
          </a:lstStyle>
          <a:p>
            <a:r>
              <a:rPr lang="en-AU"/>
              <a:t>Show your data with an easy to read table.</a:t>
            </a:r>
          </a:p>
        </p:txBody>
      </p:sp>
      <p:sp>
        <p:nvSpPr>
          <p:cNvPr id="7" name="Slide Number Placeholder 5">
            <a:extLst>
              <a:ext uri="{FF2B5EF4-FFF2-40B4-BE49-F238E27FC236}">
                <a16:creationId xmlns:a16="http://schemas.microsoft.com/office/drawing/2014/main" id="{A63C39A8-8B80-5B4F-A4FC-0C93D0058F87}"/>
              </a:ext>
            </a:extLst>
          </p:cNvPr>
          <p:cNvSpPr>
            <a:spLocks noGrp="1"/>
          </p:cNvSpPr>
          <p:nvPr>
            <p:ph type="sldNum" sz="quarter" idx="4"/>
          </p:nvPr>
        </p:nvSpPr>
        <p:spPr>
          <a:xfrm>
            <a:off x="9088800" y="6300000"/>
            <a:ext cx="2743200" cy="360000"/>
          </a:xfrm>
          <a:prstGeom prst="rect">
            <a:avLst/>
          </a:prstGeom>
        </p:spPr>
        <p:txBody>
          <a:bodyPr/>
          <a:lstStyle>
            <a:lvl1pPr algn="r" rtl="0">
              <a:defRPr sz="900">
                <a:solidFill>
                  <a:schemeClr val="tx2"/>
                </a:solidFill>
              </a:defRPr>
            </a:lvl1pPr>
          </a:lstStyle>
          <a:p>
            <a:fld id="{3E6AC032-1535-134B-A583-D5E1DDD0D167}" type="slidenum">
              <a:rPr lang="en-US" smtClean="0"/>
              <a:pPr/>
              <a:t>‹#›</a:t>
            </a:fld>
            <a:endParaRPr lang="en-US"/>
          </a:p>
        </p:txBody>
      </p:sp>
      <p:sp>
        <p:nvSpPr>
          <p:cNvPr id="8" name="Title 1">
            <a:extLst>
              <a:ext uri="{FF2B5EF4-FFF2-40B4-BE49-F238E27FC236}">
                <a16:creationId xmlns:a16="http://schemas.microsoft.com/office/drawing/2014/main" id="{8E984B70-3E32-4FA0-A418-A809312638A6}"/>
              </a:ext>
            </a:extLst>
          </p:cNvPr>
          <p:cNvSpPr>
            <a:spLocks noGrp="1"/>
          </p:cNvSpPr>
          <p:nvPr>
            <p:ph type="ctrTitle" hasCustomPrompt="1"/>
          </p:nvPr>
        </p:nvSpPr>
        <p:spPr>
          <a:xfrm>
            <a:off x="360000" y="370512"/>
            <a:ext cx="11472000" cy="971995"/>
          </a:xfrm>
          <a:prstGeom prst="rect">
            <a:avLst/>
          </a:prstGeom>
        </p:spPr>
        <p:txBody>
          <a:bodyPr vert="horz" anchor="t">
            <a:normAutofit/>
          </a:bodyPr>
          <a:lstStyle>
            <a:lvl1pPr algn="l" rtl="0">
              <a:lnSpc>
                <a:spcPct val="75000"/>
              </a:lnSpc>
              <a:defRPr sz="2400" b="1" i="0" cap="all" spc="-75" baseline="0">
                <a:solidFill>
                  <a:schemeClr val="tx2"/>
                </a:solidFill>
                <a:latin typeface="Arial Narrow" panose="020B0604020202020204" pitchFamily="34" charset="0"/>
                <a:cs typeface="Arial Narrow" panose="020B0604020202020204" pitchFamily="34" charset="0"/>
              </a:defRPr>
            </a:lvl1pPr>
          </a:lstStyle>
          <a:p>
            <a:r>
              <a:rPr lang="en-AU"/>
              <a:t>Use a short to-the-point title</a:t>
            </a:r>
          </a:p>
        </p:txBody>
      </p:sp>
      <p:cxnSp>
        <p:nvCxnSpPr>
          <p:cNvPr id="11" name="Straight Connector 10">
            <a:extLst>
              <a:ext uri="{FF2B5EF4-FFF2-40B4-BE49-F238E27FC236}">
                <a16:creationId xmlns:a16="http://schemas.microsoft.com/office/drawing/2014/main" id="{2442F0FD-D399-4A9D-9D29-F5F9DA657FDC}"/>
              </a:ext>
            </a:extLst>
          </p:cNvPr>
          <p:cNvCxnSpPr>
            <a:cxnSpLocks/>
            <a:stCxn id="8" idx="1"/>
          </p:cNvCxnSpPr>
          <p:nvPr/>
        </p:nvCxnSpPr>
        <p:spPr>
          <a:xfrm flipV="1">
            <a:off x="360000" y="827508"/>
            <a:ext cx="11832000" cy="29000"/>
          </a:xfrm>
          <a:prstGeom prst="line">
            <a:avLst/>
          </a:prstGeom>
          <a:ln w="317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5646809"/>
      </p:ext>
    </p:extLst>
  </p:cSld>
  <p:clrMapOvr>
    <a:masterClrMapping/>
  </p:clrMapOvr>
  <p:hf hdr="0" dt="0"/>
</p:sldLayout>
</file>

<file path=ppt/slideLayouts/slideLayout137.xml><?xml version="1.0" encoding="utf-8"?>
<p:sldLayout xmlns:a="http://schemas.openxmlformats.org/drawingml/2006/main" xmlns:r="http://schemas.openxmlformats.org/officeDocument/2006/relationships" xmlns:p="http://schemas.openxmlformats.org/presentationml/2006/main">
  <p:cSld name="Title Only - White">
    <p:spTree>
      <p:nvGrpSpPr>
        <p:cNvPr id="1" name=""/>
        <p:cNvGrpSpPr/>
        <p:nvPr/>
      </p:nvGrpSpPr>
      <p:grpSpPr>
        <a:xfrm>
          <a:off x="0" y="0"/>
          <a:ext cx="0" cy="0"/>
          <a:chOff x="0" y="0"/>
          <a:chExt cx="0" cy="0"/>
        </a:xfrm>
      </p:grpSpPr>
      <p:sp>
        <p:nvSpPr>
          <p:cNvPr id="19" name="Slide Tags" hidden="1"/>
          <p:cNvSpPr txBox="1"/>
          <p:nvPr>
            <p:custDataLst>
              <p:tags r:id="rId1"/>
            </p:custDataLst>
          </p:nvPr>
        </p:nvSpPr>
        <p:spPr>
          <a:xfrm>
            <a:off x="0" y="201706"/>
            <a:ext cx="1939636" cy="241733"/>
          </a:xfrm>
          <a:prstGeom prst="rect">
            <a:avLst/>
          </a:prstGeom>
          <a:noFill/>
        </p:spPr>
        <p:txBody>
          <a:bodyPr wrap="square" rtlCol="0">
            <a:spAutoFit/>
          </a:bodyPr>
          <a:lstStyle/>
          <a:p>
            <a:r>
              <a:rPr lang="en-GB" sz="971" noProof="1"/>
              <a:t>Slide Tags</a:t>
            </a:r>
          </a:p>
        </p:txBody>
      </p:sp>
      <p:sp>
        <p:nvSpPr>
          <p:cNvPr id="21" name="Date/Filepath" hidden="1"/>
          <p:cNvSpPr txBox="1"/>
          <p:nvPr>
            <p:custDataLst>
              <p:tags r:id="rId2"/>
            </p:custDataLst>
          </p:nvPr>
        </p:nvSpPr>
        <p:spPr>
          <a:xfrm>
            <a:off x="3999350" y="267427"/>
            <a:ext cx="7536873" cy="122213"/>
          </a:xfrm>
          <a:prstGeom prst="rect">
            <a:avLst/>
          </a:prstGeom>
          <a:noFill/>
        </p:spPr>
        <p:txBody>
          <a:bodyPr wrap="square" lIns="0" tIns="0" rIns="0" bIns="0" rtlCol="0" anchor="b" anchorCtr="0">
            <a:spAutoFit/>
          </a:bodyPr>
          <a:lstStyle/>
          <a:p>
            <a:pPr algn="r"/>
            <a:r>
              <a:rPr lang="en-GB" sz="794" noProof="1"/>
              <a:t>17/11/2023 Presentation2</a:t>
            </a:r>
          </a:p>
        </p:txBody>
      </p:sp>
      <p:sp>
        <p:nvSpPr>
          <p:cNvPr id="47" name="Banner Statement"/>
          <p:cNvSpPr>
            <a:spLocks noGrp="1"/>
          </p:cNvSpPr>
          <p:nvPr>
            <p:ph type="title" hasCustomPrompt="1"/>
          </p:nvPr>
        </p:nvSpPr>
        <p:spPr>
          <a:xfrm>
            <a:off x="442913" y="384048"/>
            <a:ext cx="11306173" cy="841248"/>
          </a:xfrm>
        </p:spPr>
        <p:txBody>
          <a:bodyPr vert="horz" lIns="0" tIns="0" rIns="0" bIns="0" rtlCol="0" anchor="b" anchorCtr="0">
            <a:noAutofit/>
          </a:bodyPr>
          <a:lstStyle>
            <a:lvl1pPr algn="l" defTabSz="899010" rtl="0" eaLnBrk="1" latinLnBrk="0" hangingPunct="1">
              <a:lnSpc>
                <a:spcPct val="85000"/>
              </a:lnSpc>
              <a:spcBef>
                <a:spcPct val="0"/>
              </a:spcBef>
              <a:buNone/>
              <a:defRPr lang="en-GB" sz="3200" b="0" i="0" kern="1200" baseline="0" noProof="0" dirty="0">
                <a:solidFill>
                  <a:schemeClr val="tx1"/>
                </a:solidFill>
                <a:latin typeface="+mj-lt"/>
                <a:ea typeface="+mj-ea"/>
                <a:cs typeface="+mj-cs"/>
              </a:defRPr>
            </a:lvl1pPr>
          </a:lstStyle>
          <a:p>
            <a:pPr lvl="0" algn="l" defTabSz="899010" rtl="0" eaLnBrk="1" latinLnBrk="0" hangingPunct="1">
              <a:spcBef>
                <a:spcPct val="0"/>
              </a:spcBef>
              <a:buNone/>
            </a:pPr>
            <a:r>
              <a:rPr lang="en-GB"/>
              <a:t>[Slide title]</a:t>
            </a:r>
          </a:p>
        </p:txBody>
      </p:sp>
      <p:sp>
        <p:nvSpPr>
          <p:cNvPr id="14" name="Footer Text">
            <a:extLst>
              <a:ext uri="{FF2B5EF4-FFF2-40B4-BE49-F238E27FC236}">
                <a16:creationId xmlns:a16="http://schemas.microsoft.com/office/drawing/2014/main" id="{C18FC0CC-4F80-4CC1-B8EF-BA9A7C972106}"/>
              </a:ext>
            </a:extLst>
          </p:cNvPr>
          <p:cNvSpPr>
            <a:spLocks noGrp="1"/>
          </p:cNvSpPr>
          <p:nvPr>
            <p:ph type="body" sz="quarter" idx="14" hasCustomPrompt="1"/>
          </p:nvPr>
        </p:nvSpPr>
        <p:spPr>
          <a:xfrm>
            <a:off x="2590800" y="6355080"/>
            <a:ext cx="6998208" cy="274320"/>
          </a:xfrm>
        </p:spPr>
        <p:txBody>
          <a:bodyPr anchor="b">
            <a:noAutofit/>
          </a:bodyPr>
          <a:lstStyle>
            <a:lvl1pPr marL="0" indent="0">
              <a:buNone/>
              <a:defRPr sz="750"/>
            </a:lvl1pPr>
          </a:lstStyle>
          <a:p>
            <a:pPr lvl="0"/>
            <a:r>
              <a:rPr lang="en-GB"/>
              <a:t>[Optional footnotes/references]</a:t>
            </a:r>
          </a:p>
        </p:txBody>
      </p:sp>
      <p:sp>
        <p:nvSpPr>
          <p:cNvPr id="13" name="Subtitle">
            <a:extLst>
              <a:ext uri="{FF2B5EF4-FFF2-40B4-BE49-F238E27FC236}">
                <a16:creationId xmlns:a16="http://schemas.microsoft.com/office/drawing/2014/main" id="{A3F7C341-510E-4274-A98C-F6527D1BE533}"/>
              </a:ext>
            </a:extLst>
          </p:cNvPr>
          <p:cNvSpPr>
            <a:spLocks noGrp="1"/>
          </p:cNvSpPr>
          <p:nvPr>
            <p:ph type="body" sz="quarter" idx="15" hasCustomPrompt="1"/>
          </p:nvPr>
        </p:nvSpPr>
        <p:spPr>
          <a:xfrm>
            <a:off x="442913" y="1276212"/>
            <a:ext cx="11306173" cy="320177"/>
          </a:xfrm>
        </p:spPr>
        <p:txBody>
          <a:bodyPr>
            <a:normAutofit/>
          </a:bodyPr>
          <a:lstStyle>
            <a:lvl1pPr marL="0" indent="0">
              <a:buFontTx/>
              <a:buNone/>
              <a:defRPr sz="1800" b="1">
                <a:solidFill>
                  <a:schemeClr val="tx2"/>
                </a:solidFill>
              </a:defRPr>
            </a:lvl1pPr>
          </a:lstStyle>
          <a:p>
            <a:pPr lvl="0"/>
            <a:r>
              <a:rPr lang="en-GB"/>
              <a:t>[Optional slide subtitle]</a:t>
            </a:r>
          </a:p>
        </p:txBody>
      </p:sp>
      <p:sp>
        <p:nvSpPr>
          <p:cNvPr id="3" name="Slide Number Placeholder 1">
            <a:extLst>
              <a:ext uri="{FF2B5EF4-FFF2-40B4-BE49-F238E27FC236}">
                <a16:creationId xmlns:a16="http://schemas.microsoft.com/office/drawing/2014/main" id="{D66BA114-2E3B-49A8-4ECE-71ECB8005BF9}"/>
              </a:ext>
            </a:extLst>
          </p:cNvPr>
          <p:cNvSpPr>
            <a:spLocks noGrp="1"/>
          </p:cNvSpPr>
          <p:nvPr>
            <p:ph type="sldNum" sz="quarter" idx="4"/>
          </p:nvPr>
        </p:nvSpPr>
        <p:spPr>
          <a:xfrm>
            <a:off x="9701408" y="6495238"/>
            <a:ext cx="2028305" cy="137160"/>
          </a:xfrm>
          <a:prstGeom prst="rect">
            <a:avLst/>
          </a:prstGeom>
        </p:spPr>
        <p:txBody>
          <a:bodyPr vert="horz" lIns="0" tIns="50941" rIns="0" bIns="50941" rtlCol="0" anchor="ctr"/>
          <a:lstStyle>
            <a:lvl1pPr algn="r">
              <a:defRPr sz="800">
                <a:solidFill>
                  <a:schemeClr val="tx1"/>
                </a:solidFill>
                <a:latin typeface="Arial" pitchFamily="34" charset="0"/>
                <a:cs typeface="Arial" pitchFamily="34" charset="0"/>
              </a:defRPr>
            </a:lvl1pPr>
          </a:lstStyle>
          <a:p>
            <a:fld id="{3E6AC032-1535-134B-A583-D5E1DDD0D167}" type="slidenum">
              <a:rPr lang="en-US" smtClean="0"/>
              <a:pPr/>
              <a:t>‹#›</a:t>
            </a:fld>
            <a:endParaRPr lang="en-US"/>
          </a:p>
        </p:txBody>
      </p:sp>
    </p:spTree>
    <p:extLst>
      <p:ext uri="{BB962C8B-B14F-4D97-AF65-F5344CB8AC3E}">
        <p14:creationId xmlns:p14="http://schemas.microsoft.com/office/powerpoint/2010/main" val="3668018337"/>
      </p:ext>
    </p:extLst>
  </p:cSld>
  <p:clrMapOvr>
    <a:masterClrMapping/>
  </p:clrMapOvr>
  <p:hf hdr="0" dt="0"/>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3_Heading + 2 column Text">
    <p:bg>
      <p:bgPr>
        <a:solidFill>
          <a:schemeClr val="bg1"/>
        </a:solidFill>
        <a:effectLst/>
      </p:bgPr>
    </p:bg>
    <p:spTree>
      <p:nvGrpSpPr>
        <p:cNvPr id="1" name=""/>
        <p:cNvGrpSpPr/>
        <p:nvPr/>
      </p:nvGrpSpPr>
      <p:grpSpPr>
        <a:xfrm>
          <a:off x="0" y="0"/>
          <a:ext cx="0" cy="0"/>
          <a:chOff x="0" y="0"/>
          <a:chExt cx="0" cy="0"/>
        </a:xfrm>
      </p:grpSpPr>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a:spcAft>
                <a:spcPts val="900"/>
              </a:spcAft>
              <a:defRPr sz="1400" b="1" i="0">
                <a:solidFill>
                  <a:schemeClr val="accent2"/>
                </a:solidFill>
                <a:latin typeface="Arial" panose="020B06040202020202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AU" sz="1000" b="0" i="0" smtClean="0">
                <a:solidFill>
                  <a:schemeClr val="tx1"/>
                </a:solidFill>
                <a:latin typeface="Arial" panose="020B0604020202020204" pitchFamily="34" charset="0"/>
              </a:rPr>
              <a:t>‹#›</a:t>
            </a:fld>
            <a:endParaRPr lang="en-AU"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7" y="1481215"/>
            <a:ext cx="5349981" cy="4440238"/>
          </a:xfrm>
        </p:spPr>
        <p:txBody>
          <a:bodyPr/>
          <a:lstStyle>
            <a:lvl1pPr>
              <a:spcAft>
                <a:spcPts val="900"/>
              </a:spcAft>
              <a:defRPr sz="1400" b="1" i="0">
                <a:solidFill>
                  <a:schemeClr val="accent1"/>
                </a:solidFill>
                <a:latin typeface="Arial" panose="020B06040202020202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 name="Text Placeholder 14">
            <a:extLst>
              <a:ext uri="{FF2B5EF4-FFF2-40B4-BE49-F238E27FC236}">
                <a16:creationId xmlns:a16="http://schemas.microsoft.com/office/drawing/2014/main" id="{B1621486-794B-F9AE-ED80-8118996F5477}"/>
              </a:ext>
            </a:extLst>
          </p:cNvPr>
          <p:cNvSpPr>
            <a:spLocks noGrp="1"/>
          </p:cNvSpPr>
          <p:nvPr>
            <p:ph type="body" sz="quarter" idx="16"/>
          </p:nvPr>
        </p:nvSpPr>
        <p:spPr>
          <a:xfrm>
            <a:off x="334964" y="1233489"/>
            <a:ext cx="11569612" cy="287334"/>
          </a:xfrm>
        </p:spPr>
        <p:txBody>
          <a:bodyPr/>
          <a:lstStyle>
            <a:lvl1pPr>
              <a:spcAft>
                <a:spcPts val="900"/>
              </a:spcAft>
              <a:defRPr sz="1400" b="0" i="0">
                <a:solidFill>
                  <a:schemeClr val="accent1"/>
                </a:solidFill>
                <a:latin typeface="Arial" panose="020B06040202020202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3040586876"/>
      </p:ext>
    </p:extLst>
  </p:cSld>
  <p:clrMapOvr>
    <a:masterClrMapping/>
  </p:clrMapOvr>
  <p:hf hdr="0" dt="0"/>
</p:sldLayout>
</file>

<file path=ppt/slideLayouts/slideLayout139.xml><?xml version="1.0" encoding="utf-8"?>
<p:sldLayout xmlns:a="http://schemas.openxmlformats.org/drawingml/2006/main" xmlns:r="http://schemas.openxmlformats.org/officeDocument/2006/relationships" xmlns:p="http://schemas.openxmlformats.org/presentationml/2006/main">
  <p:cSld name="3_Agenda">
    <p:spTree>
      <p:nvGrpSpPr>
        <p:cNvPr id="1" name=""/>
        <p:cNvGrpSpPr/>
        <p:nvPr/>
      </p:nvGrpSpPr>
      <p:grpSpPr>
        <a:xfrm>
          <a:off x="0" y="0"/>
          <a:ext cx="0" cy="0"/>
          <a:chOff x="0" y="0"/>
          <a:chExt cx="0" cy="0"/>
        </a:xfrm>
      </p:grpSpPr>
      <p:sp>
        <p:nvSpPr>
          <p:cNvPr id="4" name="Presentation Title">
            <a:extLst>
              <a:ext uri="{FF2B5EF4-FFF2-40B4-BE49-F238E27FC236}">
                <a16:creationId xmlns:a16="http://schemas.microsoft.com/office/drawing/2014/main" id="{27200510-6B72-624A-A0B0-026CD1676CF0}"/>
              </a:ext>
            </a:extLst>
          </p:cNvPr>
          <p:cNvSpPr>
            <a:spLocks noGrp="1"/>
          </p:cNvSpPr>
          <p:nvPr>
            <p:ph type="title" hasCustomPrompt="1"/>
          </p:nvPr>
        </p:nvSpPr>
        <p:spPr/>
        <p:txBody>
          <a:bodyPr/>
          <a:lstStyle>
            <a:lvl1pPr>
              <a:defRPr/>
            </a:lvl1pPr>
          </a:lstStyle>
          <a:p>
            <a:r>
              <a:rPr lang="en-AU"/>
              <a:t>[Slide title]</a:t>
            </a:r>
          </a:p>
        </p:txBody>
      </p:sp>
      <p:sp>
        <p:nvSpPr>
          <p:cNvPr id="3" name="Content Placeholder 2"/>
          <p:cNvSpPr>
            <a:spLocks noGrp="1"/>
          </p:cNvSpPr>
          <p:nvPr>
            <p:ph idx="1"/>
          </p:nvPr>
        </p:nvSpPr>
        <p:spPr>
          <a:xfrm>
            <a:off x="609600" y="2103438"/>
            <a:ext cx="10972800" cy="4068762"/>
          </a:xfrm>
        </p:spPr>
        <p:txBody>
          <a:bodyPr/>
          <a:lstStyle>
            <a:lvl1pPr marL="547688" indent="-547688">
              <a:lnSpc>
                <a:spcPct val="90000"/>
              </a:lnSpc>
              <a:spcBef>
                <a:spcPts val="0"/>
              </a:spcBef>
              <a:spcAft>
                <a:spcPts val="450"/>
              </a:spcAft>
              <a:buClr>
                <a:schemeClr val="accent1"/>
              </a:buClr>
              <a:buFont typeface="+mj-lt"/>
              <a:buAutoNum type="arabicPeriod"/>
              <a:tabLst>
                <a:tab pos="8170863" algn="r"/>
              </a:tabLst>
              <a:defRPr sz="2000" b="0">
                <a:solidFill>
                  <a:schemeClr val="tx1"/>
                </a:solidFill>
              </a:defRPr>
            </a:lvl1pPr>
            <a:lvl2pPr marL="547688" indent="0">
              <a:buClr>
                <a:schemeClr val="accent4"/>
              </a:buClr>
              <a:buFont typeface="+mj-lt"/>
              <a:buNone/>
              <a:tabLst>
                <a:tab pos="8170863" algn="r"/>
              </a:tabLst>
              <a:defRPr sz="1400"/>
            </a:lvl2pPr>
            <a:lvl3pPr marL="730250" indent="-182563">
              <a:lnSpc>
                <a:spcPct val="100000"/>
              </a:lnSpc>
              <a:tabLst>
                <a:tab pos="8170863" algn="r"/>
              </a:tabLst>
              <a:defRPr sz="1400"/>
            </a:lvl3pPr>
            <a:lvl4pPr marL="914400" indent="-182563">
              <a:lnSpc>
                <a:spcPct val="100000"/>
              </a:lnSpc>
              <a:tabLst>
                <a:tab pos="8170863" algn="r"/>
              </a:tabLst>
              <a:defRPr sz="1400"/>
            </a:lvl4pPr>
            <a:lvl5pPr marL="1096963" indent="-182563">
              <a:lnSpc>
                <a:spcPct val="100000"/>
              </a:lnSpc>
              <a:tabLst>
                <a:tab pos="8170863" algn="r"/>
              </a:tabLst>
              <a:defRPr sz="1400"/>
            </a:lvl5pPr>
            <a:lvl6pPr marL="1279525" indent="-182563">
              <a:lnSpc>
                <a:spcPct val="100000"/>
              </a:lnSpc>
              <a:tabLst>
                <a:tab pos="8170863" algn="r"/>
              </a:tabLst>
              <a:defRPr sz="1400"/>
            </a:lvl6pPr>
            <a:lvl7pPr marL="1462088" indent="-182563">
              <a:lnSpc>
                <a:spcPct val="100000"/>
              </a:lnSpc>
              <a:tabLst>
                <a:tab pos="8170863" algn="r"/>
              </a:tabLst>
              <a:defRPr sz="1400"/>
            </a:lvl7pPr>
            <a:lvl8pPr marL="1644650" indent="-182563">
              <a:lnSpc>
                <a:spcPct val="100000"/>
              </a:lnSpc>
              <a:tabLst>
                <a:tab pos="8170863" algn="r"/>
              </a:tabLst>
              <a:defRPr sz="1400"/>
            </a:lvl8pPr>
            <a:lvl9pPr marL="1828800" indent="-182563">
              <a:lnSpc>
                <a:spcPct val="100000"/>
              </a:lnSpc>
              <a:tabLst>
                <a:tab pos="8170863" algn="r"/>
              </a:tabLst>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Footer">
            <a:extLst>
              <a:ext uri="{FF2B5EF4-FFF2-40B4-BE49-F238E27FC236}">
                <a16:creationId xmlns:a16="http://schemas.microsoft.com/office/drawing/2014/main" id="{CBB5EE8C-5641-7446-A666-D6661816F231}"/>
              </a:ext>
            </a:extLst>
          </p:cNvPr>
          <p:cNvSpPr>
            <a:spLocks noGrp="1"/>
          </p:cNvSpPr>
          <p:nvPr>
            <p:ph type="ftr" sz="quarter" idx="13"/>
          </p:nvPr>
        </p:nvSpPr>
        <p:spPr/>
        <p:txBody>
          <a:bodyPr/>
          <a:lstStyle/>
          <a:p>
            <a:r>
              <a:rPr lang="en-US"/>
              <a:t>Presentation Title   |   Section Title</a:t>
            </a:r>
          </a:p>
        </p:txBody>
      </p:sp>
      <p:sp>
        <p:nvSpPr>
          <p:cNvPr id="2" name="Date">
            <a:extLst>
              <a:ext uri="{FF2B5EF4-FFF2-40B4-BE49-F238E27FC236}">
                <a16:creationId xmlns:a16="http://schemas.microsoft.com/office/drawing/2014/main" id="{05FEE32E-1FF0-EC4F-8BCD-AD139AB29994}"/>
              </a:ext>
            </a:extLst>
          </p:cNvPr>
          <p:cNvSpPr>
            <a:spLocks noGrp="1"/>
          </p:cNvSpPr>
          <p:nvPr>
            <p:ph type="dt" sz="half" idx="12"/>
          </p:nvPr>
        </p:nvSpPr>
        <p:spPr/>
        <p:txBody>
          <a:bodyPr/>
          <a:lstStyle/>
          <a:p>
            <a:endParaRPr lang="en-US"/>
          </a:p>
        </p:txBody>
      </p:sp>
      <p:sp>
        <p:nvSpPr>
          <p:cNvPr id="6" name="Slide Number">
            <a:extLst>
              <a:ext uri="{FF2B5EF4-FFF2-40B4-BE49-F238E27FC236}">
                <a16:creationId xmlns:a16="http://schemas.microsoft.com/office/drawing/2014/main" id="{7092926E-C7A2-1946-B74B-5EC49D3EAE3C}"/>
              </a:ext>
            </a:extLst>
          </p:cNvPr>
          <p:cNvSpPr>
            <a:spLocks noGrp="1"/>
          </p:cNvSpPr>
          <p:nvPr>
            <p:ph type="sldNum" sz="quarter" idx="11"/>
          </p:nvPr>
        </p:nvSpPr>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4285410234"/>
      </p:ext>
    </p:extLst>
  </p:cSld>
  <p:clrMapOvr>
    <a:masterClrMapping/>
  </p:clrMapOvr>
  <p:hf hdr="0" dt="0"/>
</p:sldLayout>
</file>

<file path=ppt/slideLayouts/slideLayout140.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47"/>
        <p:cNvGrpSpPr/>
        <p:nvPr/>
      </p:nvGrpSpPr>
      <p:grpSpPr>
        <a:xfrm>
          <a:off x="0" y="0"/>
          <a:ext cx="0" cy="0"/>
          <a:chOff x="0" y="0"/>
          <a:chExt cx="0" cy="0"/>
        </a:xfrm>
      </p:grpSpPr>
      <p:sp>
        <p:nvSpPr>
          <p:cNvPr id="48" name="Google Shape;48;p9"/>
          <p:cNvSpPr txBox="1">
            <a:spLocks noGrp="1"/>
          </p:cNvSpPr>
          <p:nvPr>
            <p:ph type="ctrTitle"/>
          </p:nvPr>
        </p:nvSpPr>
        <p:spPr>
          <a:xfrm>
            <a:off x="1524000" y="1122363"/>
            <a:ext cx="9144000" cy="2387600"/>
          </a:xfrm>
          <a:prstGeom prst="rect">
            <a:avLst/>
          </a:prstGeom>
          <a:noFill/>
          <a:ln>
            <a:noFill/>
          </a:ln>
        </p:spPr>
        <p:txBody>
          <a:bodyPr spcFirstLastPara="1" wrap="square" lIns="0" tIns="0" rIns="0" bIns="0" anchor="b" anchorCtr="0">
            <a:noAutofit/>
          </a:bodyPr>
          <a:lstStyle>
            <a:lvl1pPr lvl="0" algn="ctr">
              <a:lnSpc>
                <a:spcPct val="100000"/>
              </a:lnSpc>
              <a:spcBef>
                <a:spcPts val="0"/>
              </a:spcBef>
              <a:spcAft>
                <a:spcPts val="0"/>
              </a:spcAft>
              <a:buClr>
                <a:schemeClr val="accent1"/>
              </a:buClr>
              <a:buSzPts val="4500"/>
              <a:buFont typeface="Arial"/>
              <a:buNone/>
              <a:defRPr sz="60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r>
              <a:rPr lang="en-US"/>
              <a:t>Click to edit Master title style</a:t>
            </a:r>
            <a:endParaRPr/>
          </a:p>
        </p:txBody>
      </p:sp>
      <p:sp>
        <p:nvSpPr>
          <p:cNvPr id="49" name="Google Shape;49;p9"/>
          <p:cNvSpPr txBox="1">
            <a:spLocks noGrp="1"/>
          </p:cNvSpPr>
          <p:nvPr>
            <p:ph type="subTitle" idx="1"/>
          </p:nvPr>
        </p:nvSpPr>
        <p:spPr>
          <a:xfrm>
            <a:off x="1524000" y="3602039"/>
            <a:ext cx="9144000" cy="1655600"/>
          </a:xfrm>
          <a:prstGeom prst="rect">
            <a:avLst/>
          </a:prstGeom>
          <a:noFill/>
          <a:ln>
            <a:noFill/>
          </a:ln>
        </p:spPr>
        <p:txBody>
          <a:bodyPr spcFirstLastPara="1" wrap="square" lIns="0" tIns="0" rIns="0" bIns="0" anchor="t" anchorCtr="0">
            <a:noAutofit/>
          </a:bodyPr>
          <a:lstStyle>
            <a:lvl1pPr lvl="0" algn="ctr">
              <a:lnSpc>
                <a:spcPct val="100000"/>
              </a:lnSpc>
              <a:spcBef>
                <a:spcPts val="0"/>
              </a:spcBef>
              <a:spcAft>
                <a:spcPts val="0"/>
              </a:spcAft>
              <a:buClr>
                <a:schemeClr val="dk1"/>
              </a:buClr>
              <a:buSzPts val="1800"/>
              <a:buNone/>
              <a:defRPr sz="2400"/>
            </a:lvl1pPr>
            <a:lvl2pPr lvl="1" algn="ctr">
              <a:lnSpc>
                <a:spcPct val="100000"/>
              </a:lnSpc>
              <a:spcBef>
                <a:spcPts val="0"/>
              </a:spcBef>
              <a:spcAft>
                <a:spcPts val="0"/>
              </a:spcAft>
              <a:buClr>
                <a:schemeClr val="dk1"/>
              </a:buClr>
              <a:buSzPts val="1500"/>
              <a:buNone/>
              <a:defRPr sz="2000"/>
            </a:lvl2pPr>
            <a:lvl3pPr lvl="2" algn="ctr">
              <a:lnSpc>
                <a:spcPct val="100000"/>
              </a:lnSpc>
              <a:spcBef>
                <a:spcPts val="0"/>
              </a:spcBef>
              <a:spcAft>
                <a:spcPts val="0"/>
              </a:spcAft>
              <a:buClr>
                <a:schemeClr val="dk1"/>
              </a:buClr>
              <a:buSzPts val="1400"/>
              <a:buNone/>
              <a:defRPr sz="1867"/>
            </a:lvl3pPr>
            <a:lvl4pPr lvl="3" algn="ctr">
              <a:lnSpc>
                <a:spcPct val="100000"/>
              </a:lnSpc>
              <a:spcBef>
                <a:spcPts val="0"/>
              </a:spcBef>
              <a:spcAft>
                <a:spcPts val="0"/>
              </a:spcAft>
              <a:buClr>
                <a:schemeClr val="dk1"/>
              </a:buClr>
              <a:buSzPts val="1200"/>
              <a:buNone/>
              <a:defRPr sz="1600"/>
            </a:lvl4pPr>
            <a:lvl5pPr lvl="4" algn="ctr">
              <a:lnSpc>
                <a:spcPct val="100000"/>
              </a:lnSpc>
              <a:spcBef>
                <a:spcPts val="0"/>
              </a:spcBef>
              <a:spcAft>
                <a:spcPts val="0"/>
              </a:spcAft>
              <a:buClr>
                <a:schemeClr val="dk1"/>
              </a:buClr>
              <a:buSzPts val="1200"/>
              <a:buNone/>
              <a:defRPr sz="1600"/>
            </a:lvl5pPr>
            <a:lvl6pPr lvl="5" algn="ctr">
              <a:lnSpc>
                <a:spcPct val="90000"/>
              </a:lnSpc>
              <a:spcBef>
                <a:spcPts val="533"/>
              </a:spcBef>
              <a:spcAft>
                <a:spcPts val="0"/>
              </a:spcAft>
              <a:buClr>
                <a:schemeClr val="dk1"/>
              </a:buClr>
              <a:buSzPts val="1200"/>
              <a:buNone/>
              <a:defRPr sz="1600"/>
            </a:lvl6pPr>
            <a:lvl7pPr lvl="6" algn="ctr">
              <a:lnSpc>
                <a:spcPct val="90000"/>
              </a:lnSpc>
              <a:spcBef>
                <a:spcPts val="533"/>
              </a:spcBef>
              <a:spcAft>
                <a:spcPts val="0"/>
              </a:spcAft>
              <a:buClr>
                <a:schemeClr val="dk1"/>
              </a:buClr>
              <a:buSzPts val="1200"/>
              <a:buNone/>
              <a:defRPr sz="1600"/>
            </a:lvl7pPr>
            <a:lvl8pPr lvl="7" algn="ctr">
              <a:lnSpc>
                <a:spcPct val="90000"/>
              </a:lnSpc>
              <a:spcBef>
                <a:spcPts val="533"/>
              </a:spcBef>
              <a:spcAft>
                <a:spcPts val="0"/>
              </a:spcAft>
              <a:buClr>
                <a:schemeClr val="dk1"/>
              </a:buClr>
              <a:buSzPts val="1200"/>
              <a:buNone/>
              <a:defRPr sz="1600"/>
            </a:lvl8pPr>
            <a:lvl9pPr lvl="8" algn="ctr">
              <a:lnSpc>
                <a:spcPct val="90000"/>
              </a:lnSpc>
              <a:spcBef>
                <a:spcPts val="533"/>
              </a:spcBef>
              <a:spcAft>
                <a:spcPts val="0"/>
              </a:spcAft>
              <a:buClr>
                <a:schemeClr val="dk1"/>
              </a:buClr>
              <a:buSzPts val="1200"/>
              <a:buNone/>
              <a:defRPr sz="1600"/>
            </a:lvl9pPr>
          </a:lstStyle>
          <a:p>
            <a:r>
              <a:rPr lang="en-US"/>
              <a:t>Click to edit Master subtitle style</a:t>
            </a:r>
            <a:endParaRPr/>
          </a:p>
        </p:txBody>
      </p:sp>
      <p:sp>
        <p:nvSpPr>
          <p:cNvPr id="50" name="Google Shape;50;p9"/>
          <p:cNvSpPr txBox="1">
            <a:spLocks noGrp="1"/>
          </p:cNvSpPr>
          <p:nvPr>
            <p:ph type="dt" idx="10"/>
          </p:nvPr>
        </p:nvSpPr>
        <p:spPr>
          <a:xfrm>
            <a:off x="0" y="0"/>
            <a:ext cx="3000000" cy="3000000"/>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9pPr>
          </a:lstStyle>
          <a:p>
            <a:endParaRPr lang="en-US"/>
          </a:p>
        </p:txBody>
      </p:sp>
      <p:sp>
        <p:nvSpPr>
          <p:cNvPr id="51" name="Google Shape;51;p9"/>
          <p:cNvSpPr txBox="1">
            <a:spLocks noGrp="1"/>
          </p:cNvSpPr>
          <p:nvPr>
            <p:ph type="ftr" idx="11"/>
          </p:nvPr>
        </p:nvSpPr>
        <p:spPr>
          <a:xfrm>
            <a:off x="0" y="0"/>
            <a:ext cx="3000000" cy="3000000"/>
          </a:xfrm>
          <a:prstGeom prst="rect">
            <a:avLst/>
          </a:prstGeom>
          <a:noFill/>
          <a:ln>
            <a:noFill/>
          </a:ln>
        </p:spPr>
        <p:txBody>
          <a:bodyPr spcFirstLastPara="1" wrap="square" lIns="68575" tIns="34275" rIns="68575" bIns="34275" anchor="t" anchorCtr="0">
            <a:noAutofit/>
          </a:bodyPr>
          <a:lstStyle>
            <a:lvl1pPr marR="0" lvl="0"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867" b="0" i="0" u="none" strike="noStrike" cap="none">
                <a:solidFill>
                  <a:schemeClr val="dk1"/>
                </a:solidFill>
                <a:latin typeface="Arial"/>
                <a:ea typeface="Arial"/>
                <a:cs typeface="Arial"/>
                <a:sym typeface="Arial"/>
              </a:defRPr>
            </a:lvl9pPr>
          </a:lstStyle>
          <a:p>
            <a:r>
              <a:rPr lang="en-US"/>
              <a:t>Presentation Title   |   Section Title</a:t>
            </a:r>
          </a:p>
        </p:txBody>
      </p:sp>
      <p:sp>
        <p:nvSpPr>
          <p:cNvPr id="52" name="Google Shape;52;p9"/>
          <p:cNvSpPr txBox="1">
            <a:spLocks noGrp="1"/>
          </p:cNvSpPr>
          <p:nvPr>
            <p:ph type="sldNum" idx="12"/>
          </p:nvPr>
        </p:nvSpPr>
        <p:spPr>
          <a:xfrm>
            <a:off x="8891433" y="6635355"/>
            <a:ext cx="3000000" cy="184800"/>
          </a:xfrm>
          <a:prstGeom prst="rect">
            <a:avLst/>
          </a:prstGeom>
          <a:noFill/>
          <a:ln>
            <a:noFill/>
          </a:ln>
        </p:spPr>
        <p:txBody>
          <a:bodyPr spcFirstLastPara="1" wrap="square" lIns="0" tIns="0" rIns="0" bIns="0" anchor="t" anchorCtr="0">
            <a:noAutofit/>
          </a:bodyPr>
          <a:lstStyle>
            <a:lvl1pPr marL="0" marR="0" lvl="0" indent="0" rtl="0">
              <a:lnSpc>
                <a:spcPct val="100000"/>
              </a:lnSpc>
              <a:spcBef>
                <a:spcPts val="0"/>
              </a:spcBef>
              <a:spcAft>
                <a:spcPts val="0"/>
              </a:spcAft>
              <a:buClr>
                <a:srgbClr val="000000"/>
              </a:buClr>
              <a:buSzPts val="1400"/>
              <a:buFont typeface="Arial"/>
              <a:buNone/>
              <a:defRPr sz="1067" b="0" i="0" u="none" strike="noStrike" cap="none">
                <a:solidFill>
                  <a:schemeClr val="dk1"/>
                </a:solidFill>
                <a:latin typeface="Arial"/>
                <a:ea typeface="Arial"/>
                <a:cs typeface="Arial"/>
                <a:sym typeface="Arial"/>
              </a:defRPr>
            </a:lvl1pPr>
            <a:lvl2pPr marL="0" marR="0" lvl="1" indent="0" rtl="0">
              <a:lnSpc>
                <a:spcPct val="100000"/>
              </a:lnSpc>
              <a:spcBef>
                <a:spcPts val="0"/>
              </a:spcBef>
              <a:spcAft>
                <a:spcPts val="0"/>
              </a:spcAft>
              <a:buClr>
                <a:srgbClr val="000000"/>
              </a:buClr>
              <a:buSzPts val="1400"/>
              <a:buFont typeface="Arial"/>
              <a:buNone/>
              <a:defRPr sz="1067" b="0" i="0" u="none" strike="noStrike" cap="none">
                <a:solidFill>
                  <a:schemeClr val="dk1"/>
                </a:solidFill>
                <a:latin typeface="Arial"/>
                <a:ea typeface="Arial"/>
                <a:cs typeface="Arial"/>
                <a:sym typeface="Arial"/>
              </a:defRPr>
            </a:lvl2pPr>
            <a:lvl3pPr marL="0" marR="0" lvl="2" indent="0" rtl="0">
              <a:lnSpc>
                <a:spcPct val="100000"/>
              </a:lnSpc>
              <a:spcBef>
                <a:spcPts val="0"/>
              </a:spcBef>
              <a:spcAft>
                <a:spcPts val="0"/>
              </a:spcAft>
              <a:buClr>
                <a:srgbClr val="000000"/>
              </a:buClr>
              <a:buSzPts val="1400"/>
              <a:buFont typeface="Arial"/>
              <a:buNone/>
              <a:defRPr sz="1067" b="0" i="0" u="none" strike="noStrike" cap="none">
                <a:solidFill>
                  <a:schemeClr val="dk1"/>
                </a:solidFill>
                <a:latin typeface="Arial"/>
                <a:ea typeface="Arial"/>
                <a:cs typeface="Arial"/>
                <a:sym typeface="Arial"/>
              </a:defRPr>
            </a:lvl3pPr>
            <a:lvl4pPr marL="0" marR="0" lvl="3" indent="0" rtl="0">
              <a:lnSpc>
                <a:spcPct val="100000"/>
              </a:lnSpc>
              <a:spcBef>
                <a:spcPts val="0"/>
              </a:spcBef>
              <a:spcAft>
                <a:spcPts val="0"/>
              </a:spcAft>
              <a:buClr>
                <a:srgbClr val="000000"/>
              </a:buClr>
              <a:buSzPts val="1400"/>
              <a:buFont typeface="Arial"/>
              <a:buNone/>
              <a:defRPr sz="1067" b="0" i="0" u="none" strike="noStrike" cap="none">
                <a:solidFill>
                  <a:schemeClr val="dk1"/>
                </a:solidFill>
                <a:latin typeface="Arial"/>
                <a:ea typeface="Arial"/>
                <a:cs typeface="Arial"/>
                <a:sym typeface="Arial"/>
              </a:defRPr>
            </a:lvl4pPr>
            <a:lvl5pPr marL="0" marR="0" lvl="4" indent="0" rtl="0">
              <a:lnSpc>
                <a:spcPct val="100000"/>
              </a:lnSpc>
              <a:spcBef>
                <a:spcPts val="0"/>
              </a:spcBef>
              <a:spcAft>
                <a:spcPts val="0"/>
              </a:spcAft>
              <a:buClr>
                <a:srgbClr val="000000"/>
              </a:buClr>
              <a:buSzPts val="1400"/>
              <a:buFont typeface="Arial"/>
              <a:buNone/>
              <a:defRPr sz="1067" b="0" i="0" u="none" strike="noStrike" cap="none">
                <a:solidFill>
                  <a:schemeClr val="dk1"/>
                </a:solidFill>
                <a:latin typeface="Arial"/>
                <a:ea typeface="Arial"/>
                <a:cs typeface="Arial"/>
                <a:sym typeface="Arial"/>
              </a:defRPr>
            </a:lvl5pPr>
            <a:lvl6pPr marL="0" marR="0" lvl="5" indent="0" rtl="0">
              <a:lnSpc>
                <a:spcPct val="100000"/>
              </a:lnSpc>
              <a:spcBef>
                <a:spcPts val="0"/>
              </a:spcBef>
              <a:spcAft>
                <a:spcPts val="0"/>
              </a:spcAft>
              <a:buClr>
                <a:srgbClr val="000000"/>
              </a:buClr>
              <a:buSzPts val="1400"/>
              <a:buFont typeface="Arial"/>
              <a:buNone/>
              <a:defRPr sz="1067" b="0" i="0" u="none" strike="noStrike" cap="none">
                <a:solidFill>
                  <a:schemeClr val="dk1"/>
                </a:solidFill>
                <a:latin typeface="Arial"/>
                <a:ea typeface="Arial"/>
                <a:cs typeface="Arial"/>
                <a:sym typeface="Arial"/>
              </a:defRPr>
            </a:lvl6pPr>
            <a:lvl7pPr marL="0" marR="0" lvl="6" indent="0" rtl="0">
              <a:lnSpc>
                <a:spcPct val="100000"/>
              </a:lnSpc>
              <a:spcBef>
                <a:spcPts val="0"/>
              </a:spcBef>
              <a:spcAft>
                <a:spcPts val="0"/>
              </a:spcAft>
              <a:buClr>
                <a:srgbClr val="000000"/>
              </a:buClr>
              <a:buSzPts val="1400"/>
              <a:buFont typeface="Arial"/>
              <a:buNone/>
              <a:defRPr sz="1067" b="0" i="0" u="none" strike="noStrike" cap="none">
                <a:solidFill>
                  <a:schemeClr val="dk1"/>
                </a:solidFill>
                <a:latin typeface="Arial"/>
                <a:ea typeface="Arial"/>
                <a:cs typeface="Arial"/>
                <a:sym typeface="Arial"/>
              </a:defRPr>
            </a:lvl7pPr>
            <a:lvl8pPr marL="0" marR="0" lvl="7" indent="0" rtl="0">
              <a:lnSpc>
                <a:spcPct val="100000"/>
              </a:lnSpc>
              <a:spcBef>
                <a:spcPts val="0"/>
              </a:spcBef>
              <a:spcAft>
                <a:spcPts val="0"/>
              </a:spcAft>
              <a:buClr>
                <a:srgbClr val="000000"/>
              </a:buClr>
              <a:buSzPts val="1400"/>
              <a:buFont typeface="Arial"/>
              <a:buNone/>
              <a:defRPr sz="1067" b="0" i="0" u="none" strike="noStrike" cap="none">
                <a:solidFill>
                  <a:schemeClr val="dk1"/>
                </a:solidFill>
                <a:latin typeface="Arial"/>
                <a:ea typeface="Arial"/>
                <a:cs typeface="Arial"/>
                <a:sym typeface="Arial"/>
              </a:defRPr>
            </a:lvl8pPr>
            <a:lvl9pPr marL="0" marR="0" lvl="8" indent="0" rtl="0">
              <a:lnSpc>
                <a:spcPct val="100000"/>
              </a:lnSpc>
              <a:spcBef>
                <a:spcPts val="0"/>
              </a:spcBef>
              <a:spcAft>
                <a:spcPts val="0"/>
              </a:spcAft>
              <a:buClr>
                <a:srgbClr val="000000"/>
              </a:buClr>
              <a:buSzPts val="1400"/>
              <a:buFont typeface="Arial"/>
              <a:buNone/>
              <a:defRPr sz="1067" b="0" i="0" u="none" strike="noStrike" cap="none">
                <a:solidFill>
                  <a:schemeClr val="dk1"/>
                </a:solidFill>
                <a:latin typeface="Arial"/>
                <a:ea typeface="Arial"/>
                <a:cs typeface="Arial"/>
                <a:sym typeface="Arial"/>
              </a:defRPr>
            </a:lvl9pPr>
          </a:lstStyle>
          <a:p>
            <a:fld id="{3E6AC032-1535-134B-A583-D5E1DDD0D167}" type="slidenum">
              <a:rPr lang="en-US" smtClean="0"/>
              <a:pPr/>
              <a:t>‹#›</a:t>
            </a:fld>
            <a:endParaRPr lang="en-US"/>
          </a:p>
        </p:txBody>
      </p:sp>
    </p:spTree>
    <p:extLst>
      <p:ext uri="{BB962C8B-B14F-4D97-AF65-F5344CB8AC3E}">
        <p14:creationId xmlns:p14="http://schemas.microsoft.com/office/powerpoint/2010/main" val="3009879723"/>
      </p:ext>
    </p:extLst>
  </p:cSld>
  <p:clrMapOvr>
    <a:masterClrMapping/>
  </p:clrMapOvr>
  <p:hf hdr="0" dt="0"/>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5_Heading + Pullout +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9EFB933-C384-8134-646F-0C393F90213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09EFB933-C384-8134-646F-0C393F90213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04683" y="1438823"/>
            <a:ext cx="4854712" cy="4440238"/>
          </a:xfrm>
        </p:spPr>
        <p:txBody>
          <a:bodyPr/>
          <a:lstStyle>
            <a:lvl1pPr rtl="0">
              <a:spcAft>
                <a:spcPts val="900"/>
              </a:spcAft>
              <a:defRPr sz="3000">
                <a:solidFill>
                  <a:schemeClr val="tx1"/>
                </a:solidFill>
              </a:defRPr>
            </a:lvl1pPr>
            <a:lvl2pPr marL="446088" indent="-446088" rtl="0">
              <a:spcAft>
                <a:spcPts val="900"/>
              </a:spcAft>
              <a:tabLst/>
              <a:defRPr sz="3000">
                <a:solidFill>
                  <a:schemeClr val="tx1"/>
                </a:solidFill>
              </a:defRPr>
            </a:lvl2pPr>
            <a:lvl3pPr marL="892175" indent="-446088" rtl="0">
              <a:spcAft>
                <a:spcPts val="900"/>
              </a:spcAft>
              <a:tabLst/>
              <a:defRPr sz="3000">
                <a:solidFill>
                  <a:schemeClr val="tx1"/>
                </a:solidFill>
              </a:defRPr>
            </a:lvl3pPr>
            <a:lvl4pPr marL="1333500" indent="-441325" rtl="0">
              <a:spcAft>
                <a:spcPts val="900"/>
              </a:spcAft>
              <a:tabLst/>
              <a:defRPr sz="3000">
                <a:solidFill>
                  <a:schemeClr val="tx1"/>
                </a:solidFill>
              </a:defRPr>
            </a:lvl4pPr>
            <a:lvl5pPr marL="1779588" indent="-446088" rtl="0">
              <a:spcAft>
                <a:spcPts val="900"/>
              </a:spcAft>
              <a:tabLst/>
              <a:defRPr sz="3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rtl="0">
              <a:spcAft>
                <a:spcPts val="900"/>
              </a:spcAft>
              <a:defRPr sz="1400" b="1" i="0">
                <a:solidFill>
                  <a:schemeClr val="accent2"/>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8" name="Picture 7">
            <a:extLst>
              <a:ext uri="{FF2B5EF4-FFF2-40B4-BE49-F238E27FC236}">
                <a16:creationId xmlns:a16="http://schemas.microsoft.com/office/drawing/2014/main" id="{D4E23193-8510-4E6E-94D5-48BE6FEAA744}"/>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2918576257"/>
      </p:ext>
    </p:extLst>
  </p:cSld>
  <p:clrMapOvr>
    <a:masterClrMapping/>
  </p:clrMapOvr>
  <p:hf hdr="0" dt="0"/>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p:cSld name="5_Heading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FDF7BB0-CB1D-A409-11B9-1B50A001A37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EFDF7BB0-CB1D-A409-11B9-1B50A001A37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rtl="0">
              <a:spcAft>
                <a:spcPts val="900"/>
              </a:spcAft>
              <a:defRPr sz="1400" b="1" i="0">
                <a:solidFill>
                  <a:schemeClr val="accent2"/>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7" y="1481215"/>
            <a:ext cx="5349981" cy="4440238"/>
          </a:xfrm>
        </p:spPr>
        <p:txBody>
          <a:bodyPr/>
          <a:lstStyle>
            <a:lvl1pPr rtl="0">
              <a:spcAft>
                <a:spcPts val="900"/>
              </a:spcAft>
              <a:defRPr sz="1400" b="1" i="0">
                <a:solidFill>
                  <a:schemeClr val="accent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4" name="Picture 13">
            <a:extLst>
              <a:ext uri="{FF2B5EF4-FFF2-40B4-BE49-F238E27FC236}">
                <a16:creationId xmlns:a16="http://schemas.microsoft.com/office/drawing/2014/main" id="{1E60E352-9507-43AC-9205-1FAC73C5631C}"/>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69816244"/>
      </p:ext>
    </p:extLst>
  </p:cSld>
  <p:clrMapOvr>
    <a:masterClrMapping/>
  </p:clrMapOvr>
  <p:hf hdr="0" dt="0"/>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5_Heading + 3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9061E2D-C0CD-7FC7-24B9-A2FF9EDEADC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C9061E2D-C0CD-7FC7-24B9-A2FF9EDEADC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89719" y="1481215"/>
            <a:ext cx="3708000" cy="4440238"/>
          </a:xfrm>
        </p:spPr>
        <p:txBody>
          <a:bodyPr/>
          <a:lstStyle>
            <a:lvl1pPr rtl="0">
              <a:spcAft>
                <a:spcPts val="900"/>
              </a:spcAft>
              <a:defRPr sz="1400" b="1" i="0">
                <a:solidFill>
                  <a:schemeClr val="accent2"/>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4440238"/>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4440238"/>
          </a:xfrm>
        </p:spPr>
        <p:txBody>
          <a:bodyPr/>
          <a:lstStyle>
            <a:lvl1pPr rtl="0">
              <a:spcAft>
                <a:spcPts val="900"/>
              </a:spcAft>
              <a:defRPr sz="1400" b="1" i="0">
                <a:solidFill>
                  <a:schemeClr val="accent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5" name="Picture 14">
            <a:extLst>
              <a:ext uri="{FF2B5EF4-FFF2-40B4-BE49-F238E27FC236}">
                <a16:creationId xmlns:a16="http://schemas.microsoft.com/office/drawing/2014/main" id="{CABA0A6C-82A1-46C0-B600-58ECDDE1E9A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2206627072"/>
      </p:ext>
    </p:extLst>
  </p:cSld>
  <p:clrMapOvr>
    <a:masterClrMapping/>
  </p:clrMapOvr>
  <p:hf hdr="0" dt="0"/>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5_Heading + Pullout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A64ABE5-68E3-4F1E-968F-1E23E1F733E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8A64ABE5-68E3-4F1E-968F-1E23E1F733E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24338" y="1481215"/>
            <a:ext cx="3610800" cy="4440238"/>
          </a:xfrm>
        </p:spPr>
        <p:txBody>
          <a:bodyPr/>
          <a:lstStyle>
            <a:lvl1pPr rtl="0">
              <a:spcAft>
                <a:spcPts val="900"/>
              </a:spcAft>
              <a:defRPr sz="1400" b="1" i="0">
                <a:solidFill>
                  <a:schemeClr val="accent2"/>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6795" y="1450935"/>
            <a:ext cx="3692031" cy="4440238"/>
          </a:xfrm>
        </p:spPr>
        <p:txBody>
          <a:bodyPr/>
          <a:lstStyle>
            <a:lvl1pPr rtl="0">
              <a:spcAft>
                <a:spcPts val="900"/>
              </a:spcAft>
              <a:defRPr sz="2400" b="1" i="0">
                <a:solidFill>
                  <a:schemeClr val="tx1"/>
                </a:solidFill>
                <a:latin typeface="MarkOT-BoldItalic" panose="020B0604020201010104" pitchFamily="34" charset="77"/>
              </a:defRPr>
            </a:lvl1pPr>
            <a:lvl2pPr marL="0" indent="0" rtl="0">
              <a:spcAft>
                <a:spcPts val="900"/>
              </a:spcAft>
              <a:buNone/>
              <a:tabLst/>
              <a:defRPr sz="2400">
                <a:solidFill>
                  <a:schemeClr val="tx1"/>
                </a:solidFill>
              </a:defRPr>
            </a:lvl2pPr>
            <a:lvl3pPr marL="180975" indent="-180975" rtl="0">
              <a:spcAft>
                <a:spcPts val="900"/>
              </a:spcAft>
              <a:tabLst/>
              <a:defRPr sz="2400">
                <a:solidFill>
                  <a:schemeClr val="tx1"/>
                </a:solidFill>
              </a:defRPr>
            </a:lvl3pPr>
            <a:lvl4pPr marL="355600" indent="-180975" rtl="0">
              <a:spcAft>
                <a:spcPts val="900"/>
              </a:spcAft>
              <a:tabLst/>
              <a:defRPr sz="2400">
                <a:solidFill>
                  <a:schemeClr val="tx1"/>
                </a:solidFill>
              </a:defRPr>
            </a:lvl4pPr>
            <a:lvl5pPr marL="579438" indent="-217488" rtl="0">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09" y="1481215"/>
            <a:ext cx="3610800" cy="4440238"/>
          </a:xfrm>
        </p:spPr>
        <p:txBody>
          <a:bodyPr/>
          <a:lstStyle>
            <a:lvl1pPr rtl="0">
              <a:spcAft>
                <a:spcPts val="900"/>
              </a:spcAft>
              <a:defRPr sz="1400" b="1" i="0">
                <a:solidFill>
                  <a:schemeClr val="accent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5" name="Picture 14">
            <a:extLst>
              <a:ext uri="{FF2B5EF4-FFF2-40B4-BE49-F238E27FC236}">
                <a16:creationId xmlns:a16="http://schemas.microsoft.com/office/drawing/2014/main" id="{FA1E011C-3930-43B0-8EBC-930337F6B32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1021395913"/>
      </p:ext>
    </p:extLst>
  </p:cSld>
  <p:clrMapOvr>
    <a:masterClrMapping/>
  </p:clrMapOvr>
  <p:hf hdr="0" dt="0"/>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5_Heading + 3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966B61A-37D5-1B84-354F-324C2AA4A9E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0966B61A-37D5-1B84-354F-324C2AA4A9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Tree>
    <p:extLst>
      <p:ext uri="{BB962C8B-B14F-4D97-AF65-F5344CB8AC3E}">
        <p14:creationId xmlns:p14="http://schemas.microsoft.com/office/powerpoint/2010/main" val="2771613610"/>
      </p:ext>
    </p:extLst>
  </p:cSld>
  <p:clrMapOvr>
    <a:masterClrMapping/>
  </p:clrMapOvr>
  <p:hf hdr="0" dt="0"/>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5_Heading + 3 column Red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E584953-1B84-B43F-E74B-282319E1DE0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DE584953-1B84-B43F-E74B-282319E1DE0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Tree>
    <p:extLst>
      <p:ext uri="{BB962C8B-B14F-4D97-AF65-F5344CB8AC3E}">
        <p14:creationId xmlns:p14="http://schemas.microsoft.com/office/powerpoint/2010/main" val="1003860213"/>
      </p:ext>
    </p:extLst>
  </p:cSld>
  <p:clrMapOvr>
    <a:masterClrMapping/>
  </p:clrMapOvr>
  <p:hf hdr="0" dt="0"/>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5_Heading + 2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7924121-24FE-F283-A01E-D090DD35AB0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57924121-24FE-F283-A01E-D090DD35AB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BF2C99D4-1D0B-974C-A2CA-E2DFFAFF0C2B}"/>
              </a:ext>
            </a:extLst>
          </p:cNvPr>
          <p:cNvSpPr/>
          <p:nvPr/>
        </p:nvSpPr>
        <p:spPr>
          <a:xfrm>
            <a:off x="0" y="1134478"/>
            <a:ext cx="12192000" cy="58476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0" y="4071131"/>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4363549"/>
            <a:ext cx="5454220" cy="1764602"/>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4363549"/>
            <a:ext cx="5454220" cy="1764602"/>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23" name="Straight Connector 22">
            <a:extLst>
              <a:ext uri="{FF2B5EF4-FFF2-40B4-BE49-F238E27FC236}">
                <a16:creationId xmlns:a16="http://schemas.microsoft.com/office/drawing/2014/main" id="{3CB5FDC6-D9CE-0244-B114-9EF7336BAC0A}"/>
              </a:ext>
            </a:extLst>
          </p:cNvPr>
          <p:cNvCxnSpPr>
            <a:cxnSpLocks/>
            <a:stCxn id="6" idx="0"/>
          </p:cNvCxnSpPr>
          <p:nvPr/>
        </p:nvCxnSpPr>
        <p:spPr>
          <a:xfrm>
            <a:off x="6096000" y="1134478"/>
            <a:ext cx="0" cy="5847662"/>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070046"/>
      </p:ext>
    </p:extLst>
  </p:cSld>
  <p:clrMapOvr>
    <a:masterClrMapping/>
  </p:clrMapOvr>
  <p:hf hdr="0" dt="0"/>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6_Heading + 2 column Whit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E7A9F80-8753-A8B8-E313-530FD7A805F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7E7A9F80-8753-A8B8-E313-530FD7A805F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824087"/>
            <a:ext cx="5454220" cy="1764602"/>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3824087"/>
            <a:ext cx="5454220" cy="1764602"/>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F194FD55-AE12-458A-948E-6EF3C401242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3339351001"/>
      </p:ext>
    </p:extLst>
  </p:cSld>
  <p:clrMapOvr>
    <a:masterClrMapping/>
  </p:clrMapOvr>
  <p:hf hdr="0" dt="0"/>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5_Heading + 2 column Blue Pullou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D703A17-AE30-3FB8-6390-2143AFEF22B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BD703A17-AE30-3FB8-6390-2143AFEF22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0738" y="1426710"/>
            <a:ext cx="5454220" cy="4356413"/>
          </a:xfrm>
        </p:spPr>
        <p:txBody>
          <a:bodyPr/>
          <a:lstStyle>
            <a:lvl1pPr rtl="0">
              <a:spcAft>
                <a:spcPts val="900"/>
              </a:spcAft>
              <a:defRPr sz="3000" b="1" i="0">
                <a:solidFill>
                  <a:schemeClr val="bg1"/>
                </a:solidFill>
                <a:latin typeface="MarkOT-BoldItalic" panose="020B0604020201010104" pitchFamily="34" charset="77"/>
              </a:defRPr>
            </a:lvl1pPr>
            <a:lvl2pPr marL="0" indent="0" rtl="0">
              <a:spcAft>
                <a:spcPts val="900"/>
              </a:spcAft>
              <a:buNone/>
              <a:tabLst/>
              <a:defRPr sz="3000">
                <a:solidFill>
                  <a:schemeClr val="bg1"/>
                </a:solidFill>
              </a:defRPr>
            </a:lvl2pPr>
            <a:lvl3pPr marL="180975" indent="-180975" rtl="0">
              <a:spcAft>
                <a:spcPts val="900"/>
              </a:spcAft>
              <a:tabLst/>
              <a:defRPr sz="3000">
                <a:solidFill>
                  <a:schemeClr val="bg1"/>
                </a:solidFill>
              </a:defRPr>
            </a:lvl3pPr>
            <a:lvl4pPr marL="355600" indent="-180975" rtl="0">
              <a:spcAft>
                <a:spcPts val="900"/>
              </a:spcAft>
              <a:tabLst/>
              <a:defRPr sz="3000">
                <a:solidFill>
                  <a:schemeClr val="bg1"/>
                </a:solidFill>
              </a:defRPr>
            </a:lvl4pPr>
            <a:lvl5pPr marL="579438" indent="-217488" rtl="0">
              <a:spcAft>
                <a:spcPts val="900"/>
              </a:spcAft>
              <a:tabLst/>
              <a:defRPr sz="3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cxnSp>
        <p:nvCxnSpPr>
          <p:cNvPr id="14" name="Straight Connector 13">
            <a:extLst>
              <a:ext uri="{FF2B5EF4-FFF2-40B4-BE49-F238E27FC236}">
                <a16:creationId xmlns:a16="http://schemas.microsoft.com/office/drawing/2014/main" id="{6895D787-4BD7-B34A-8633-D6CE32B01EB0}"/>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1405907"/>
      </p:ext>
    </p:extLst>
  </p:cSld>
  <p:clrMapOvr>
    <a:masterClrMapping/>
  </p:clrMapOvr>
  <p:hf hdr="0" dt="0"/>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6_Heading + 2 column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7A75E4B-F28D-AA64-1BD8-6540CA11E1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97A75E4B-F28D-AA64-1BD8-6540CA11E12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3616734"/>
      </p:ext>
    </p:extLst>
  </p:cSld>
  <p:clrMapOvr>
    <a:masterClrMapping/>
  </p:clrMapOvr>
  <p:hf hdr="0" dt="0"/>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5_Heading + 2 column Re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A66FBB2-9F6E-32D0-82D3-CCA5CDD1EB66}"/>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6A66FBB2-9F6E-32D0-82D3-CCA5CDD1EB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2"/>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6505084"/>
      </p:ext>
    </p:extLst>
  </p:cSld>
  <p:clrMapOvr>
    <a:masterClrMapping/>
  </p:clrMapOvr>
  <p:hf hdr="0" dt="0"/>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5_2 Images + Text">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6B34FAD2-E9DC-32C3-0C21-08C627D715F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6B34FAD2-E9DC-32C3-0C21-08C627D715F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5">
            <a:extLst>
              <a:ext uri="{FF2B5EF4-FFF2-40B4-BE49-F238E27FC236}">
                <a16:creationId xmlns:a16="http://schemas.microsoft.com/office/drawing/2014/main" id="{3E18DB93-FC6E-0C47-9FB2-C9045133A01C}"/>
              </a:ext>
            </a:extLst>
          </p:cNvPr>
          <p:cNvSpPr>
            <a:spLocks noGrp="1"/>
          </p:cNvSpPr>
          <p:nvPr>
            <p:ph type="pic" sz="quarter" idx="12"/>
          </p:nvPr>
        </p:nvSpPr>
        <p:spPr>
          <a:xfrm>
            <a:off x="6096000" y="0"/>
            <a:ext cx="6125227" cy="3429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2" name="Text Placeholder 5">
            <a:extLst>
              <a:ext uri="{FF2B5EF4-FFF2-40B4-BE49-F238E27FC236}">
                <a16:creationId xmlns:a16="http://schemas.microsoft.com/office/drawing/2014/main" id="{02A55337-E9FA-8D48-9DB0-66362622AFC6}"/>
              </a:ext>
            </a:extLst>
          </p:cNvPr>
          <p:cNvSpPr>
            <a:spLocks noGrp="1"/>
          </p:cNvSpPr>
          <p:nvPr>
            <p:ph type="body" sz="quarter" idx="14"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rtl="0">
              <a:spcAft>
                <a:spcPts val="600"/>
              </a:spcAft>
              <a:defRPr sz="1200" b="1" i="0">
                <a:solidFill>
                  <a:schemeClr val="tx1"/>
                </a:solidFill>
                <a:latin typeface="MarkOT-BoldItalic" panose="020B0604020201010104" pitchFamily="34" charset="77"/>
              </a:defRPr>
            </a:lvl1pPr>
            <a:lvl2pPr marL="0" indent="0" rtl="0">
              <a:spcAft>
                <a:spcPts val="600"/>
              </a:spcAft>
              <a:buNone/>
              <a:tabLst/>
              <a:defRPr sz="1200">
                <a:solidFill>
                  <a:schemeClr val="tx1"/>
                </a:solidFill>
              </a:defRPr>
            </a:lvl2pPr>
            <a:lvl3pPr marL="180975" indent="-180975" rtl="0">
              <a:spcAft>
                <a:spcPts val="600"/>
              </a:spcAft>
              <a:tabLst/>
              <a:defRPr sz="1200">
                <a:solidFill>
                  <a:schemeClr val="tx1"/>
                </a:solidFill>
              </a:defRPr>
            </a:lvl3pPr>
            <a:lvl4pPr marL="355600" indent="-180975" rtl="0">
              <a:spcAft>
                <a:spcPts val="600"/>
              </a:spcAft>
              <a:tabLst/>
              <a:defRPr sz="1200">
                <a:solidFill>
                  <a:schemeClr val="tx1"/>
                </a:solidFill>
              </a:defRPr>
            </a:lvl4pPr>
            <a:lvl5pPr marL="579438" indent="-217488" rtl="0">
              <a:spcAft>
                <a:spcPts val="600"/>
              </a:spcAft>
              <a:tabLs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71397774"/>
      </p:ext>
    </p:extLst>
  </p:cSld>
  <p:clrMapOvr>
    <a:masterClrMapping/>
  </p:clrMapOvr>
  <p:hf hdr="0" dt="0"/>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5_1Heading + Text + Graphic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65EB1A8-4563-E616-F0DB-FCDD9866904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665EB1A8-4563-E616-F0DB-FCDD9866904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rtl="0">
              <a:spcAft>
                <a:spcPts val="900"/>
              </a:spcAft>
              <a:defRPr sz="1400" b="1" i="0">
                <a:solidFill>
                  <a:schemeClr val="tx1"/>
                </a:solidFill>
                <a:latin typeface="MarkOT-BoldItalic" panose="020B0604020201010104" pitchFamily="34" charset="77"/>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pic>
        <p:nvPicPr>
          <p:cNvPr id="7" name="Picture 6">
            <a:extLst>
              <a:ext uri="{FF2B5EF4-FFF2-40B4-BE49-F238E27FC236}">
                <a16:creationId xmlns:a16="http://schemas.microsoft.com/office/drawing/2014/main" id="{E69A4D32-00C7-4E48-A080-0F06A8C32A2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544312796"/>
      </p:ext>
    </p:extLst>
  </p:cSld>
  <p:clrMapOvr>
    <a:masterClrMapping/>
  </p:clrMapOvr>
  <p:hf hdr="0" dt="0"/>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p:cSld name="5_Heading + Text + Graphics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C5E7F6B-BB93-DB69-1F76-0FC113C83AF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6C5E7F6B-BB93-DB69-1F76-0FC113C83AF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9C3D6F18-9B22-784C-9480-84E4008C0A54}"/>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rtl="0">
              <a:spcAft>
                <a:spcPts val="900"/>
              </a:spcAft>
              <a:defRPr sz="1400" b="1" i="0">
                <a:solidFill>
                  <a:schemeClr val="bg1"/>
                </a:solidFill>
                <a:latin typeface="MarkOT-BoldItalic" panose="020B0604020201010104" pitchFamily="34" charset="77"/>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47070" cy="713230"/>
          </a:xfrm>
        </p:spPr>
        <p:txBody>
          <a:bodyPr vert="horz"/>
          <a:lstStyle>
            <a:lvl1pPr rtl="0">
              <a:defRPr sz="3400">
                <a:solidFill>
                  <a:schemeClr val="bg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4707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pic>
        <p:nvPicPr>
          <p:cNvPr id="14" name="Picture 13">
            <a:extLst>
              <a:ext uri="{FF2B5EF4-FFF2-40B4-BE49-F238E27FC236}">
                <a16:creationId xmlns:a16="http://schemas.microsoft.com/office/drawing/2014/main" id="{5326D22B-2854-4441-B691-DDCD04F7072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Tree>
    <p:extLst>
      <p:ext uri="{BB962C8B-B14F-4D97-AF65-F5344CB8AC3E}">
        <p14:creationId xmlns:p14="http://schemas.microsoft.com/office/powerpoint/2010/main" val="2889340872"/>
      </p:ext>
    </p:extLst>
  </p:cSld>
  <p:clrMapOvr>
    <a:masterClrMapping/>
  </p:clrMapOvr>
  <p:hf hdr="0" dt="0"/>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p:cSld name="5_2 Panel Text + Chart Blue">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7670B22-137B-A9AC-CB87-098CFBD2684B}"/>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E7670B22-137B-A9AC-CB87-098CFBD2684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45A67307-9816-4E4C-80AE-6BEDE1207DB2}"/>
              </a:ext>
            </a:extLst>
          </p:cNvPr>
          <p:cNvSpPr/>
          <p:nvPr/>
        </p:nvSpPr>
        <p:spPr>
          <a:xfrm>
            <a:off x="609600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rtl="0">
              <a:spcAft>
                <a:spcPts val="600"/>
              </a:spcAft>
              <a:defRPr sz="1200" b="1" i="0">
                <a:solidFill>
                  <a:schemeClr val="bg1"/>
                </a:solidFill>
                <a:latin typeface="MarkOT-BoldItalic" panose="020B0604020201010104" pitchFamily="34" charset="77"/>
              </a:defRPr>
            </a:lvl1pPr>
            <a:lvl2pPr marL="0" indent="0" rtl="0">
              <a:spcAft>
                <a:spcPts val="600"/>
              </a:spcAft>
              <a:buNone/>
              <a:tabLst/>
              <a:defRPr sz="1200">
                <a:solidFill>
                  <a:schemeClr val="bg1"/>
                </a:solidFill>
              </a:defRPr>
            </a:lvl2pPr>
            <a:lvl3pPr marL="180975" indent="-180975" rtl="0">
              <a:spcAft>
                <a:spcPts val="600"/>
              </a:spcAft>
              <a:tabLst/>
              <a:defRPr sz="1200">
                <a:solidFill>
                  <a:schemeClr val="bg1"/>
                </a:solidFill>
              </a:defRPr>
            </a:lvl3pPr>
            <a:lvl4pPr marL="355600" indent="-180975" rtl="0">
              <a:spcAft>
                <a:spcPts val="600"/>
              </a:spcAft>
              <a:tabLst/>
              <a:defRPr sz="1200">
                <a:solidFill>
                  <a:schemeClr val="bg1"/>
                </a:solidFill>
              </a:defRPr>
            </a:lvl4pPr>
            <a:lvl5pPr marL="579438" indent="-217488" rtl="0">
              <a:spcAft>
                <a:spcPts val="600"/>
              </a:spcAft>
              <a:tabLst/>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MarkOT" panose="020B0504020201010104" pitchFamily="34" charset="0"/>
              </a:rPr>
              <a:pPr algn="r" rtl="0"/>
              <a:t>‹#›</a:t>
            </a:fld>
            <a:endParaRPr lang="en-AU" sz="1000" b="0" i="0">
              <a:solidFill>
                <a:schemeClr val="bg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544707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rtl="0">
              <a:defRPr sz="1000"/>
            </a:lvl1pPr>
          </a:lstStyle>
          <a:p>
            <a:r>
              <a:rPr lang="en-US"/>
              <a:t>Click icon to add chart</a:t>
            </a:r>
            <a:endParaRPr lang="en-AU"/>
          </a:p>
        </p:txBody>
      </p:sp>
    </p:spTree>
    <p:extLst>
      <p:ext uri="{BB962C8B-B14F-4D97-AF65-F5344CB8AC3E}">
        <p14:creationId xmlns:p14="http://schemas.microsoft.com/office/powerpoint/2010/main" val="3621506963"/>
      </p:ext>
    </p:extLst>
  </p:cSld>
  <p:clrMapOvr>
    <a:masterClrMapping/>
  </p:clrMapOvr>
  <p:hf hdr="0" dt="0"/>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p:cSld name="5_1 Panel Text + Chart Lef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0DDC401-060F-B55A-027C-5A049A7325F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F0DDC401-060F-B55A-027C-5A049A7325F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6564314" y="1520825"/>
            <a:ext cx="5327649" cy="5040301"/>
          </a:xfrm>
        </p:spPr>
        <p:txBody>
          <a:bodyPr/>
          <a:lstStyle>
            <a:lvl1pPr rtl="0">
              <a:spcAft>
                <a:spcPts val="600"/>
              </a:spcAft>
              <a:defRPr sz="1400" b="1" i="0">
                <a:solidFill>
                  <a:schemeClr val="tx1"/>
                </a:solidFill>
                <a:latin typeface="MarkOT-BoldItalic" panose="020B0604020201010104" pitchFamily="34" charset="77"/>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rtl="0">
              <a:defRPr sz="1000"/>
            </a:lvl1pPr>
          </a:lstStyle>
          <a:p>
            <a:r>
              <a:rPr lang="en-US"/>
              <a:t>Click icon to add chart</a:t>
            </a:r>
            <a:endParaRPr lang="en-AU"/>
          </a:p>
        </p:txBody>
      </p:sp>
      <p:pic>
        <p:nvPicPr>
          <p:cNvPr id="8" name="Picture 7">
            <a:extLst>
              <a:ext uri="{FF2B5EF4-FFF2-40B4-BE49-F238E27FC236}">
                <a16:creationId xmlns:a16="http://schemas.microsoft.com/office/drawing/2014/main" id="{3B6DF5B5-C373-4E55-A4A7-C3AFC2624B0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2177545120"/>
      </p:ext>
    </p:extLst>
  </p:cSld>
  <p:clrMapOvr>
    <a:masterClrMapping/>
  </p:clrMapOvr>
  <p:hf hdr="0" dt="0"/>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p:cSld name="5_1 Panel Text + Chart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C5F3A25-6C0E-D39A-3769-8E053EF6BCA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DC5F3A25-6C0E-D39A-3769-8E053EF6BCA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1520825"/>
            <a:ext cx="5327649" cy="4202697"/>
          </a:xfrm>
        </p:spPr>
        <p:txBody>
          <a:bodyPr/>
          <a:lstStyle>
            <a:lvl1pPr rtl="0">
              <a:spcAft>
                <a:spcPts val="600"/>
              </a:spcAft>
              <a:defRPr sz="1400" b="1" i="0">
                <a:solidFill>
                  <a:schemeClr val="tx1"/>
                </a:solidFill>
                <a:latin typeface="MarkOT-BoldItalic" panose="020B0604020201010104" pitchFamily="34" charset="77"/>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6564313" y="1134478"/>
            <a:ext cx="5327650" cy="5439741"/>
          </a:xfrm>
        </p:spPr>
        <p:txBody>
          <a:bodyPr anchor="ctr" anchorCtr="0"/>
          <a:lstStyle>
            <a:lvl1pPr algn="ctr" rtl="0">
              <a:defRPr sz="1000"/>
            </a:lvl1pPr>
          </a:lstStyle>
          <a:p>
            <a:r>
              <a:rPr lang="en-AU"/>
              <a:t>H</a:t>
            </a:r>
          </a:p>
        </p:txBody>
      </p:sp>
      <p:pic>
        <p:nvPicPr>
          <p:cNvPr id="8" name="Picture 7">
            <a:extLst>
              <a:ext uri="{FF2B5EF4-FFF2-40B4-BE49-F238E27FC236}">
                <a16:creationId xmlns:a16="http://schemas.microsoft.com/office/drawing/2014/main" id="{5DF87350-8312-462F-8F27-17F46762F139}"/>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1737452736"/>
      </p:ext>
    </p:extLst>
  </p:cSld>
  <p:clrMapOvr>
    <a:masterClrMapping/>
  </p:clrMapOvr>
  <p:hf hdr="0" dt="0"/>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p:cSld name="5_3 Chart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8E50935-1F66-C3F2-29C5-EBE39283A11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28E50935-1F66-C3F2-29C5-EBE39283A11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MarkOT-BoldItalic" panose="020B0604020201010104" pitchFamily="34" charset="77"/>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6"/>
            <a:ext cx="3732291" cy="2567152"/>
          </a:xfrm>
        </p:spPr>
        <p:txBody>
          <a:bodyPr anchor="ctr" anchorCtr="0"/>
          <a:lstStyle>
            <a:lvl1pPr algn="ctr" rtl="0">
              <a:defRPr sz="1000"/>
            </a:lvl1pPr>
          </a:lstStyle>
          <a:p>
            <a:r>
              <a:rPr lang="en-AU"/>
              <a:t>H</a:t>
            </a:r>
          </a:p>
        </p:txBody>
      </p:sp>
      <p:sp>
        <p:nvSpPr>
          <p:cNvPr id="12" name="Text Placeholder 14">
            <a:extLst>
              <a:ext uri="{FF2B5EF4-FFF2-40B4-BE49-F238E27FC236}">
                <a16:creationId xmlns:a16="http://schemas.microsoft.com/office/drawing/2014/main" id="{E49C82BB-40C5-7B4F-A88F-AD41B1301F3A}"/>
              </a:ext>
            </a:extLst>
          </p:cNvPr>
          <p:cNvSpPr>
            <a:spLocks noGrp="1"/>
          </p:cNvSpPr>
          <p:nvPr>
            <p:ph type="body" sz="quarter" idx="21"/>
          </p:nvPr>
        </p:nvSpPr>
        <p:spPr>
          <a:xfrm>
            <a:off x="4247654"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MarkOT-BoldItalic" panose="020B0604020201010104" pitchFamily="34" charset="77"/>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3" name="Text Placeholder 14">
            <a:extLst>
              <a:ext uri="{FF2B5EF4-FFF2-40B4-BE49-F238E27FC236}">
                <a16:creationId xmlns:a16="http://schemas.microsoft.com/office/drawing/2014/main" id="{9E8EA932-8B25-BC44-A1CE-CE4B99DC61CE}"/>
              </a:ext>
            </a:extLst>
          </p:cNvPr>
          <p:cNvSpPr>
            <a:spLocks noGrp="1"/>
          </p:cNvSpPr>
          <p:nvPr>
            <p:ph type="body" sz="quarter" idx="22"/>
          </p:nvPr>
        </p:nvSpPr>
        <p:spPr>
          <a:xfrm>
            <a:off x="8166941"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MarkOT-BoldItalic" panose="020B0604020201010104" pitchFamily="34" charset="77"/>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Chart Placeholder 3">
            <a:extLst>
              <a:ext uri="{FF2B5EF4-FFF2-40B4-BE49-F238E27FC236}">
                <a16:creationId xmlns:a16="http://schemas.microsoft.com/office/drawing/2014/main" id="{1C8F9151-E430-9E48-BC52-ECDD1C4DFB70}"/>
              </a:ext>
            </a:extLst>
          </p:cNvPr>
          <p:cNvSpPr>
            <a:spLocks noGrp="1"/>
          </p:cNvSpPr>
          <p:nvPr>
            <p:ph type="chart" sz="quarter" idx="23" hasCustomPrompt="1"/>
          </p:nvPr>
        </p:nvSpPr>
        <p:spPr>
          <a:xfrm>
            <a:off x="4245226" y="1520826"/>
            <a:ext cx="3732291" cy="2567152"/>
          </a:xfrm>
        </p:spPr>
        <p:txBody>
          <a:bodyPr anchor="ctr" anchorCtr="0"/>
          <a:lstStyle>
            <a:lvl1pPr algn="ctr" rtl="0">
              <a:defRPr sz="1000"/>
            </a:lvl1pPr>
          </a:lstStyle>
          <a:p>
            <a:r>
              <a:rPr lang="en-AU"/>
              <a:t>H</a:t>
            </a:r>
          </a:p>
        </p:txBody>
      </p:sp>
      <p:sp>
        <p:nvSpPr>
          <p:cNvPr id="17" name="Chart Placeholder 3">
            <a:extLst>
              <a:ext uri="{FF2B5EF4-FFF2-40B4-BE49-F238E27FC236}">
                <a16:creationId xmlns:a16="http://schemas.microsoft.com/office/drawing/2014/main" id="{FF79B36D-D641-744B-BA4C-687E6D90E7C5}"/>
              </a:ext>
            </a:extLst>
          </p:cNvPr>
          <p:cNvSpPr>
            <a:spLocks noGrp="1"/>
          </p:cNvSpPr>
          <p:nvPr>
            <p:ph type="chart" sz="quarter" idx="24" hasCustomPrompt="1"/>
          </p:nvPr>
        </p:nvSpPr>
        <p:spPr>
          <a:xfrm>
            <a:off x="8167520" y="1520826"/>
            <a:ext cx="3732291" cy="2567152"/>
          </a:xfrm>
        </p:spPr>
        <p:txBody>
          <a:bodyPr anchor="ctr" anchorCtr="0"/>
          <a:lstStyle>
            <a:lvl1pPr algn="ctr" rtl="0">
              <a:defRPr sz="1000"/>
            </a:lvl1pPr>
          </a:lstStyle>
          <a:p>
            <a:r>
              <a:rPr lang="en-AU"/>
              <a:t>H</a:t>
            </a:r>
          </a:p>
        </p:txBody>
      </p:sp>
      <p:pic>
        <p:nvPicPr>
          <p:cNvPr id="18" name="Picture 17">
            <a:extLst>
              <a:ext uri="{FF2B5EF4-FFF2-40B4-BE49-F238E27FC236}">
                <a16:creationId xmlns:a16="http://schemas.microsoft.com/office/drawing/2014/main" id="{6F229A43-7FBA-4C08-A782-FC6CC708206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1060812726"/>
      </p:ext>
    </p:extLst>
  </p:cSld>
  <p:clrMapOvr>
    <a:masterClrMapping/>
  </p:clrMapOvr>
  <p:hf hdr="0" dt="0"/>
</p:sldLayout>
</file>

<file path=ppt/slideLayouts/slideLayout159.xml><?xml version="1.0" encoding="utf-8"?>
<p:sldLayout xmlns:a="http://schemas.openxmlformats.org/drawingml/2006/main" xmlns:r="http://schemas.openxmlformats.org/officeDocument/2006/relationships" xmlns:p="http://schemas.openxmlformats.org/presentationml/2006/main" matchingName="Title and Full Content - Subtitle">
  <p:cSld name="Title and Full Content - Subtitle">
    <p:spTree>
      <p:nvGrpSpPr>
        <p:cNvPr id="1" name="Shape 52"/>
        <p:cNvGrpSpPr/>
        <p:nvPr/>
      </p:nvGrpSpPr>
      <p:grpSpPr>
        <a:xfrm>
          <a:off x="0" y="0"/>
          <a:ext cx="0" cy="0"/>
          <a:chOff x="0" y="0"/>
          <a:chExt cx="0" cy="0"/>
        </a:xfrm>
      </p:grpSpPr>
      <p:sp>
        <p:nvSpPr>
          <p:cNvPr id="53" name="Google Shape;53;p12"/>
          <p:cNvSpPr txBox="1">
            <a:spLocks noGrp="1"/>
          </p:cNvSpPr>
          <p:nvPr>
            <p:ph type="body" idx="1"/>
          </p:nvPr>
        </p:nvSpPr>
        <p:spPr>
          <a:xfrm>
            <a:off x="442915" y="1554935"/>
            <a:ext cx="11306175" cy="4068763"/>
          </a:xfrm>
          <a:prstGeom prst="rect">
            <a:avLst/>
          </a:prstGeom>
          <a:noFill/>
          <a:ln>
            <a:noFill/>
          </a:ln>
        </p:spPr>
        <p:txBody>
          <a:bodyPr spcFirstLastPara="1" wrap="square" lIns="0" tIns="0" rIns="0" bIns="0" anchor="t" anchorCtr="0">
            <a:noAutofit/>
          </a:bodyPr>
          <a:lstStyle>
            <a:lvl1pPr marL="457200" lvl="0" indent="-228600" algn="l">
              <a:lnSpc>
                <a:spcPct val="100000"/>
              </a:lnSpc>
              <a:spcBef>
                <a:spcPts val="0"/>
              </a:spcBef>
              <a:spcAft>
                <a:spcPts val="0"/>
              </a:spcAft>
              <a:buClr>
                <a:schemeClr val="dk1"/>
              </a:buClr>
              <a:buSzPts val="1800"/>
              <a:buNone/>
              <a:defRPr/>
            </a:lvl1pPr>
            <a:lvl2pPr marL="914400" lvl="1" indent="-228600" algn="l">
              <a:lnSpc>
                <a:spcPct val="100000"/>
              </a:lnSpc>
              <a:spcBef>
                <a:spcPts val="600"/>
              </a:spcBef>
              <a:spcAft>
                <a:spcPts val="0"/>
              </a:spcAft>
              <a:buClr>
                <a:schemeClr val="dk1"/>
              </a:buClr>
              <a:buSzPts val="1800"/>
              <a:buNone/>
              <a:defRPr/>
            </a:lvl2pPr>
            <a:lvl3pPr marL="1371600" lvl="2" indent="-342900" algn="l">
              <a:lnSpc>
                <a:spcPct val="100000"/>
              </a:lnSpc>
              <a:spcBef>
                <a:spcPts val="600"/>
              </a:spcBef>
              <a:spcAft>
                <a:spcPts val="0"/>
              </a:spcAft>
              <a:buClr>
                <a:schemeClr val="dk1"/>
              </a:buClr>
              <a:buSzPts val="1800"/>
              <a:buChar char="•"/>
              <a:defRPr/>
            </a:lvl3pPr>
            <a:lvl4pPr marL="1828800" lvl="3" indent="-342900" algn="l">
              <a:lnSpc>
                <a:spcPct val="100000"/>
              </a:lnSpc>
              <a:spcBef>
                <a:spcPts val="600"/>
              </a:spcBef>
              <a:spcAft>
                <a:spcPts val="0"/>
              </a:spcAft>
              <a:buClr>
                <a:schemeClr val="dk1"/>
              </a:buClr>
              <a:buSzPts val="1800"/>
              <a:buChar char="-"/>
              <a:defRPr/>
            </a:lvl4pPr>
            <a:lvl5pPr marL="2286000" lvl="4" indent="-317500" algn="l">
              <a:lnSpc>
                <a:spcPct val="100000"/>
              </a:lnSpc>
              <a:spcBef>
                <a:spcPts val="600"/>
              </a:spcBef>
              <a:spcAft>
                <a:spcPts val="0"/>
              </a:spcAft>
              <a:buClr>
                <a:schemeClr val="dk1"/>
              </a:buClr>
              <a:buSzPts val="1400"/>
              <a:buChar char="◦"/>
              <a:defRPr/>
            </a:lvl5pPr>
            <a:lvl6pPr marL="2743200" lvl="5" indent="-342900" algn="l">
              <a:lnSpc>
                <a:spcPct val="100000"/>
              </a:lnSpc>
              <a:spcBef>
                <a:spcPts val="600"/>
              </a:spcBef>
              <a:spcAft>
                <a:spcPts val="0"/>
              </a:spcAft>
              <a:buClr>
                <a:schemeClr val="dk1"/>
              </a:buClr>
              <a:buSzPts val="1800"/>
              <a:buChar char="–"/>
              <a:defRPr/>
            </a:lvl6pPr>
            <a:lvl7pPr marL="3200400" lvl="6" indent="-342900" algn="l">
              <a:lnSpc>
                <a:spcPct val="100000"/>
              </a:lnSpc>
              <a:spcBef>
                <a:spcPts val="450"/>
              </a:spcBef>
              <a:spcAft>
                <a:spcPts val="0"/>
              </a:spcAft>
              <a:buClr>
                <a:schemeClr val="dk1"/>
              </a:buClr>
              <a:buSzPts val="1800"/>
              <a:buChar char="•"/>
              <a:defRPr/>
            </a:lvl7pPr>
            <a:lvl8pPr marL="3657600" lvl="7" indent="-342900" algn="l">
              <a:lnSpc>
                <a:spcPct val="100000"/>
              </a:lnSpc>
              <a:spcBef>
                <a:spcPts val="450"/>
              </a:spcBef>
              <a:spcAft>
                <a:spcPts val="0"/>
              </a:spcAft>
              <a:buClr>
                <a:schemeClr val="dk1"/>
              </a:buClr>
              <a:buSzPts val="1800"/>
              <a:buChar char="–"/>
              <a:defRPr/>
            </a:lvl8pPr>
            <a:lvl9pPr marL="4114800" lvl="8" indent="-342900" algn="l">
              <a:lnSpc>
                <a:spcPct val="100000"/>
              </a:lnSpc>
              <a:spcBef>
                <a:spcPts val="450"/>
              </a:spcBef>
              <a:spcAft>
                <a:spcPts val="450"/>
              </a:spcAft>
              <a:buClr>
                <a:schemeClr val="dk1"/>
              </a:buClr>
              <a:buSzPts val="1800"/>
              <a:buChar char="•"/>
              <a:defRPr/>
            </a:lvl9pPr>
          </a:lstStyle>
          <a:p>
            <a:pPr lvl="0"/>
            <a:r>
              <a:rPr lang="en-US"/>
              <a:t>Click to edit Master text styles</a:t>
            </a:r>
          </a:p>
        </p:txBody>
      </p:sp>
      <p:sp>
        <p:nvSpPr>
          <p:cNvPr id="54" name="Google Shape;54;p12"/>
          <p:cNvSpPr txBox="1">
            <a:spLocks noGrp="1"/>
          </p:cNvSpPr>
          <p:nvPr>
            <p:ph type="title"/>
          </p:nvPr>
        </p:nvSpPr>
        <p:spPr>
          <a:xfrm>
            <a:off x="442915" y="430515"/>
            <a:ext cx="11306175" cy="502920"/>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2400"/>
              <a:buFont typeface="Georgia"/>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Click to edit Master title style</a:t>
            </a:r>
            <a:endParaRPr/>
          </a:p>
        </p:txBody>
      </p:sp>
      <p:sp>
        <p:nvSpPr>
          <p:cNvPr id="55" name="Google Shape;55;p12"/>
          <p:cNvSpPr txBox="1">
            <a:spLocks noGrp="1"/>
          </p:cNvSpPr>
          <p:nvPr>
            <p:ph type="sldNum" idx="12"/>
          </p:nvPr>
        </p:nvSpPr>
        <p:spPr>
          <a:xfrm>
            <a:off x="9984296" y="6492240"/>
            <a:ext cx="1764792" cy="137160"/>
          </a:xfrm>
          <a:prstGeom prst="rect">
            <a:avLst/>
          </a:prstGeom>
          <a:noFill/>
          <a:ln>
            <a:noFill/>
          </a:ln>
        </p:spPr>
        <p:txBody>
          <a:bodyPr spcFirstLastPara="1" wrap="square" lIns="0" tIns="0" rIns="0" bIns="0" anchor="b" anchorCtr="0">
            <a:noAutofit/>
          </a:bodyPr>
          <a:lstStyle>
            <a:lvl1pPr marL="0" lvl="0" indent="0" algn="r">
              <a:spcBef>
                <a:spcPts val="0"/>
              </a:spcBef>
              <a:buSzPts val="800"/>
              <a:buNone/>
              <a:defRPr sz="800" b="0" i="0" u="none" strike="noStrike" cap="none">
                <a:solidFill>
                  <a:schemeClr val="dk1"/>
                </a:solidFill>
                <a:latin typeface="Arial"/>
                <a:ea typeface="Arial"/>
                <a:cs typeface="Arial"/>
                <a:sym typeface="Arial"/>
              </a:defRPr>
            </a:lvl1pPr>
            <a:lvl2pPr marL="0" lvl="1" indent="0" algn="r">
              <a:spcBef>
                <a:spcPts val="0"/>
              </a:spcBef>
              <a:buSzPts val="800"/>
              <a:buNone/>
              <a:defRPr sz="800" b="0" i="0" u="none" strike="noStrike" cap="none">
                <a:solidFill>
                  <a:schemeClr val="dk1"/>
                </a:solidFill>
                <a:latin typeface="Arial"/>
                <a:ea typeface="Arial"/>
                <a:cs typeface="Arial"/>
                <a:sym typeface="Arial"/>
              </a:defRPr>
            </a:lvl2pPr>
            <a:lvl3pPr marL="0" lvl="2" indent="0" algn="r">
              <a:spcBef>
                <a:spcPts val="0"/>
              </a:spcBef>
              <a:buSzPts val="800"/>
              <a:buNone/>
              <a:defRPr sz="800" b="0" i="0" u="none" strike="noStrike" cap="none">
                <a:solidFill>
                  <a:schemeClr val="dk1"/>
                </a:solidFill>
                <a:latin typeface="Arial"/>
                <a:ea typeface="Arial"/>
                <a:cs typeface="Arial"/>
                <a:sym typeface="Arial"/>
              </a:defRPr>
            </a:lvl3pPr>
            <a:lvl4pPr marL="0" lvl="3" indent="0" algn="r">
              <a:spcBef>
                <a:spcPts val="0"/>
              </a:spcBef>
              <a:buSzPts val="800"/>
              <a:buNone/>
              <a:defRPr sz="800" b="0" i="0" u="none" strike="noStrike" cap="none">
                <a:solidFill>
                  <a:schemeClr val="dk1"/>
                </a:solidFill>
                <a:latin typeface="Arial"/>
                <a:ea typeface="Arial"/>
                <a:cs typeface="Arial"/>
                <a:sym typeface="Arial"/>
              </a:defRPr>
            </a:lvl4pPr>
            <a:lvl5pPr marL="0" lvl="4" indent="0" algn="r">
              <a:spcBef>
                <a:spcPts val="0"/>
              </a:spcBef>
              <a:buSzPts val="800"/>
              <a:buNone/>
              <a:defRPr sz="800" b="0" i="0" u="none" strike="noStrike" cap="none">
                <a:solidFill>
                  <a:schemeClr val="dk1"/>
                </a:solidFill>
                <a:latin typeface="Arial"/>
                <a:ea typeface="Arial"/>
                <a:cs typeface="Arial"/>
                <a:sym typeface="Arial"/>
              </a:defRPr>
            </a:lvl5pPr>
            <a:lvl6pPr marL="0" lvl="5" indent="0" algn="r">
              <a:spcBef>
                <a:spcPts val="0"/>
              </a:spcBef>
              <a:buSzPts val="800"/>
              <a:buNone/>
              <a:defRPr sz="800" b="0" i="0" u="none" strike="noStrike" cap="none">
                <a:solidFill>
                  <a:schemeClr val="dk1"/>
                </a:solidFill>
                <a:latin typeface="Arial"/>
                <a:ea typeface="Arial"/>
                <a:cs typeface="Arial"/>
                <a:sym typeface="Arial"/>
              </a:defRPr>
            </a:lvl6pPr>
            <a:lvl7pPr marL="0" lvl="6" indent="0" algn="r">
              <a:spcBef>
                <a:spcPts val="0"/>
              </a:spcBef>
              <a:buSzPts val="800"/>
              <a:buNone/>
              <a:defRPr sz="800" b="0" i="0" u="none" strike="noStrike" cap="none">
                <a:solidFill>
                  <a:schemeClr val="dk1"/>
                </a:solidFill>
                <a:latin typeface="Arial"/>
                <a:ea typeface="Arial"/>
                <a:cs typeface="Arial"/>
                <a:sym typeface="Arial"/>
              </a:defRPr>
            </a:lvl7pPr>
            <a:lvl8pPr marL="0" lvl="7" indent="0" algn="r">
              <a:spcBef>
                <a:spcPts val="0"/>
              </a:spcBef>
              <a:buSzPts val="800"/>
              <a:buNone/>
              <a:defRPr sz="800" b="0" i="0" u="none" strike="noStrike" cap="none">
                <a:solidFill>
                  <a:schemeClr val="dk1"/>
                </a:solidFill>
                <a:latin typeface="Arial"/>
                <a:ea typeface="Arial"/>
                <a:cs typeface="Arial"/>
                <a:sym typeface="Arial"/>
              </a:defRPr>
            </a:lvl8pPr>
            <a:lvl9pPr marL="0" lvl="8" indent="0" algn="r">
              <a:spcBef>
                <a:spcPts val="0"/>
              </a:spcBef>
              <a:buSzPts val="800"/>
              <a:buNone/>
              <a:defRPr sz="800" b="0" i="0" u="none" strike="noStrike" cap="none">
                <a:solidFill>
                  <a:schemeClr val="dk1"/>
                </a:solidFill>
                <a:latin typeface="Arial"/>
                <a:ea typeface="Arial"/>
                <a:cs typeface="Arial"/>
                <a:sym typeface="Arial"/>
              </a:defRPr>
            </a:lvl9pPr>
          </a:lstStyle>
          <a:p>
            <a:fld id="{3E6AC032-1535-134B-A583-D5E1DDD0D167}" type="slidenum">
              <a:rPr lang="en-US" smtClean="0"/>
              <a:pPr/>
              <a:t>‹#›</a:t>
            </a:fld>
            <a:endParaRPr lang="en-US"/>
          </a:p>
        </p:txBody>
      </p:sp>
      <p:sp>
        <p:nvSpPr>
          <p:cNvPr id="56" name="Google Shape;56;p12"/>
          <p:cNvSpPr txBox="1">
            <a:spLocks noGrp="1"/>
          </p:cNvSpPr>
          <p:nvPr>
            <p:ph type="subTitle" idx="2"/>
          </p:nvPr>
        </p:nvSpPr>
        <p:spPr>
          <a:xfrm>
            <a:off x="442912" y="933435"/>
            <a:ext cx="11306176" cy="340685"/>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dk1"/>
              </a:buClr>
              <a:buSzPts val="1400"/>
              <a:buNone/>
              <a:defRPr sz="1400" b="0">
                <a:solidFill>
                  <a:schemeClr val="dk1"/>
                </a:solidFill>
              </a:defRPr>
            </a:lvl1pPr>
            <a:lvl2pPr lvl="1" algn="l">
              <a:lnSpc>
                <a:spcPct val="85000"/>
              </a:lnSpc>
              <a:spcBef>
                <a:spcPts val="0"/>
              </a:spcBef>
              <a:spcAft>
                <a:spcPts val="0"/>
              </a:spcAft>
              <a:buClr>
                <a:schemeClr val="dk1"/>
              </a:buClr>
              <a:buSzPts val="1800"/>
              <a:buNone/>
              <a:defRPr sz="1800"/>
            </a:lvl2pPr>
            <a:lvl3pPr lvl="2" algn="l">
              <a:lnSpc>
                <a:spcPct val="85000"/>
              </a:lnSpc>
              <a:spcBef>
                <a:spcPts val="0"/>
              </a:spcBef>
              <a:spcAft>
                <a:spcPts val="0"/>
              </a:spcAft>
              <a:buClr>
                <a:schemeClr val="dk1"/>
              </a:buClr>
              <a:buSzPts val="1800"/>
              <a:buNone/>
              <a:defRPr sz="1800"/>
            </a:lvl3pPr>
            <a:lvl4pPr lvl="3" algn="l">
              <a:lnSpc>
                <a:spcPct val="85000"/>
              </a:lnSpc>
              <a:spcBef>
                <a:spcPts val="0"/>
              </a:spcBef>
              <a:spcAft>
                <a:spcPts val="0"/>
              </a:spcAft>
              <a:buClr>
                <a:schemeClr val="dk1"/>
              </a:buClr>
              <a:buSzPts val="1800"/>
              <a:buNone/>
              <a:defRPr sz="1800"/>
            </a:lvl4pPr>
            <a:lvl5pPr lvl="4" algn="l">
              <a:lnSpc>
                <a:spcPct val="85000"/>
              </a:lnSpc>
              <a:spcBef>
                <a:spcPts val="0"/>
              </a:spcBef>
              <a:spcAft>
                <a:spcPts val="0"/>
              </a:spcAft>
              <a:buClr>
                <a:schemeClr val="dk1"/>
              </a:buClr>
              <a:buSzPts val="1800"/>
              <a:buNone/>
              <a:defRPr sz="1800"/>
            </a:lvl5pPr>
            <a:lvl6pPr lvl="5" algn="l">
              <a:lnSpc>
                <a:spcPct val="85000"/>
              </a:lnSpc>
              <a:spcBef>
                <a:spcPts val="0"/>
              </a:spcBef>
              <a:spcAft>
                <a:spcPts val="0"/>
              </a:spcAft>
              <a:buClr>
                <a:schemeClr val="dk1"/>
              </a:buClr>
              <a:buSzPts val="1800"/>
              <a:buNone/>
              <a:defRPr sz="1800"/>
            </a:lvl6pPr>
            <a:lvl7pPr lvl="6" algn="l">
              <a:lnSpc>
                <a:spcPct val="85000"/>
              </a:lnSpc>
              <a:spcBef>
                <a:spcPts val="0"/>
              </a:spcBef>
              <a:spcAft>
                <a:spcPts val="0"/>
              </a:spcAft>
              <a:buClr>
                <a:schemeClr val="dk1"/>
              </a:buClr>
              <a:buSzPts val="1800"/>
              <a:buNone/>
              <a:defRPr sz="1800"/>
            </a:lvl7pPr>
            <a:lvl8pPr lvl="7" algn="l">
              <a:lnSpc>
                <a:spcPct val="85000"/>
              </a:lnSpc>
              <a:spcBef>
                <a:spcPts val="0"/>
              </a:spcBef>
              <a:spcAft>
                <a:spcPts val="0"/>
              </a:spcAft>
              <a:buClr>
                <a:schemeClr val="dk1"/>
              </a:buClr>
              <a:buSzPts val="1800"/>
              <a:buNone/>
              <a:defRPr sz="1800"/>
            </a:lvl8pPr>
            <a:lvl9pPr lvl="8" algn="l">
              <a:lnSpc>
                <a:spcPct val="85000"/>
              </a:lnSpc>
              <a:spcBef>
                <a:spcPts val="0"/>
              </a:spcBef>
              <a:spcAft>
                <a:spcPts val="0"/>
              </a:spcAft>
              <a:buClr>
                <a:schemeClr val="dk1"/>
              </a:buClr>
              <a:buSzPts val="1800"/>
              <a:buNone/>
              <a:defRPr sz="1800"/>
            </a:lvl9pPr>
          </a:lstStyle>
          <a:p>
            <a:r>
              <a:rPr lang="en-US"/>
              <a:t>Click to edit Master subtitle style</a:t>
            </a:r>
            <a:endParaRPr/>
          </a:p>
        </p:txBody>
      </p:sp>
    </p:spTree>
    <p:extLst>
      <p:ext uri="{BB962C8B-B14F-4D97-AF65-F5344CB8AC3E}">
        <p14:creationId xmlns:p14="http://schemas.microsoft.com/office/powerpoint/2010/main" val="1334248232"/>
      </p:ext>
    </p:extLst>
  </p:cSld>
  <p:clrMapOvr>
    <a:masterClrMapping/>
  </p:clrMapOvr>
  <p:hf hdr="0" dt="0"/>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3_Contents White BG">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9282D3E-F0B8-B6E0-9C80-F9E667F2C8D8}"/>
              </a:ext>
            </a:extLst>
          </p:cNvPr>
          <p:cNvGraphicFramePr>
            <a:graphicFrameLocks noChangeAspect="1"/>
          </p:cNvGraphicFramePr>
          <p:nvPr>
            <p:custDataLst>
              <p:tags r:id="rId1"/>
            </p:custDataLst>
            <p:extLst>
              <p:ext uri="{D42A27DB-BD31-4B8C-83A1-F6EECF244321}">
                <p14:modId xmlns:p14="http://schemas.microsoft.com/office/powerpoint/2010/main" val="733959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B9282D3E-F0B8-B6E0-9C80-F9E667F2C8D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4000">
                <a:solidFill>
                  <a:schemeClr val="tx1"/>
                </a:solidFill>
              </a:defRPr>
            </a:lvl1pPr>
          </a:lstStyle>
          <a:p>
            <a:r>
              <a:rPr lang="en-US"/>
              <a:t>Click to edit Master title style</a:t>
            </a:r>
            <a:endParaRPr lang="en-AU"/>
          </a:p>
        </p:txBody>
      </p:sp>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rtl="0">
              <a:defRPr>
                <a:solidFill>
                  <a:schemeClr val="tx1"/>
                </a:solidFill>
              </a:defRPr>
            </a:lvl1pPr>
          </a:lstStyle>
          <a:p>
            <a:r>
              <a:rPr lang="en-US"/>
              <a:t>Click icon to add table</a:t>
            </a:r>
            <a:endParaRPr lang="en-AU"/>
          </a:p>
        </p:txBody>
      </p:sp>
    </p:spTree>
    <p:extLst>
      <p:ext uri="{BB962C8B-B14F-4D97-AF65-F5344CB8AC3E}">
        <p14:creationId xmlns:p14="http://schemas.microsoft.com/office/powerpoint/2010/main" val="3305521230"/>
      </p:ext>
    </p:extLst>
  </p:cSld>
  <p:clrMapOvr>
    <a:masterClrMapping/>
  </p:clrMapOvr>
  <p:hf hdr="0" dt="0"/>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3_Section Title Boxed Right + Image Light">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F79A2215-953E-9C01-E9EF-CC81399CD339}"/>
              </a:ext>
            </a:extLst>
          </p:cNvPr>
          <p:cNvGraphicFramePr>
            <a:graphicFrameLocks noChangeAspect="1"/>
          </p:cNvGraphicFramePr>
          <p:nvPr>
            <p:custDataLst>
              <p:tags r:id="rId1"/>
            </p:custDataLst>
            <p:extLst>
              <p:ext uri="{D42A27DB-BD31-4B8C-83A1-F6EECF244321}">
                <p14:modId xmlns:p14="http://schemas.microsoft.com/office/powerpoint/2010/main" val="10276810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F79A2215-953E-9C01-E9EF-CC81399CD3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7979159"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vert="horz" anchor="t" anchorCtr="0"/>
          <a:lstStyle>
            <a:lvl1pPr algn="l" rtl="0">
              <a:defRPr sz="4000">
                <a:solidFill>
                  <a:schemeClr val="tx1"/>
                </a:solidFill>
              </a:defRPr>
            </a:lvl1pPr>
          </a:lstStyle>
          <a:p>
            <a:r>
              <a:rPr lang="en-US"/>
              <a:t>Click to edit Master title style</a:t>
            </a:r>
            <a:endParaRPr lang="en-AU"/>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3"/>
            <a:ext cx="3606274" cy="2029899"/>
          </a:xfrm>
        </p:spPr>
        <p:txBody>
          <a:bodyPr/>
          <a:lstStyle>
            <a:lvl1pPr marL="0" indent="0" algn="l" rtl="0">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Tree>
    <p:extLst>
      <p:ext uri="{BB962C8B-B14F-4D97-AF65-F5344CB8AC3E}">
        <p14:creationId xmlns:p14="http://schemas.microsoft.com/office/powerpoint/2010/main" val="3345153666"/>
      </p:ext>
    </p:extLst>
  </p:cSld>
  <p:clrMapOvr>
    <a:masterClrMapping/>
  </p:clrMapOvr>
  <p:hf hdr="0" dt="0"/>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3_Section Title White BG">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E8A6ACA-0F89-9385-207B-E2C641F151A5}"/>
              </a:ext>
            </a:extLst>
          </p:cNvPr>
          <p:cNvGraphicFramePr>
            <a:graphicFrameLocks noChangeAspect="1"/>
          </p:cNvGraphicFramePr>
          <p:nvPr>
            <p:custDataLst>
              <p:tags r:id="rId1"/>
            </p:custDataLst>
            <p:extLst>
              <p:ext uri="{D42A27DB-BD31-4B8C-83A1-F6EECF244321}">
                <p14:modId xmlns:p14="http://schemas.microsoft.com/office/powerpoint/2010/main" val="1687991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8E8A6ACA-0F89-9385-207B-E2C641F151A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8"/>
            <a:ext cx="11594836" cy="1081397"/>
          </a:xfrm>
        </p:spPr>
        <p:txBody>
          <a:bodyPr vert="horz"/>
          <a:lstStyle>
            <a:lvl1pPr rtl="0">
              <a:defRPr sz="40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200493"/>
            <a:ext cx="5292725" cy="4440238"/>
          </a:xfrm>
        </p:spPr>
        <p:txBody>
          <a:bodyPr/>
          <a:lstStyle>
            <a:lvl1pPr rtl="0">
              <a:defRPr sz="1400">
                <a:solidFill>
                  <a:schemeClr val="tx1"/>
                </a:solidFill>
              </a:defRPr>
            </a:lvl1pPr>
            <a:lvl2pPr rtl="0">
              <a:defRPr sz="1400">
                <a:solidFill>
                  <a:schemeClr val="tx1"/>
                </a:solidFill>
              </a:defRPr>
            </a:lvl2pPr>
            <a:lvl3pPr rtl="0">
              <a:defRPr sz="1400">
                <a:solidFill>
                  <a:schemeClr val="tx1"/>
                </a:solidFill>
              </a:defRPr>
            </a:lvl3pPr>
            <a:lvl4pPr rtl="0">
              <a:defRPr sz="1400">
                <a:solidFill>
                  <a:schemeClr val="tx1"/>
                </a:solidFill>
              </a:defRPr>
            </a:lvl4pPr>
            <a:lvl5pPr rtl="0">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9" name="TextBox 8">
            <a:extLst>
              <a:ext uri="{FF2B5EF4-FFF2-40B4-BE49-F238E27FC236}">
                <a16:creationId xmlns:a16="http://schemas.microsoft.com/office/drawing/2014/main" id="{A872C399-A78F-744D-BB2A-F1FB5BE756D8}"/>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Tree>
    <p:extLst>
      <p:ext uri="{BB962C8B-B14F-4D97-AF65-F5344CB8AC3E}">
        <p14:creationId xmlns:p14="http://schemas.microsoft.com/office/powerpoint/2010/main" val="4264752063"/>
      </p:ext>
    </p:extLst>
  </p:cSld>
  <p:clrMapOvr>
    <a:masterClrMapping/>
  </p:clrMapOvr>
  <p:hf hdr="0" dt="0"/>
</p:sldLayout>
</file>

<file path=ppt/slideLayouts/slideLayout163.xml><?xml version="1.0" encoding="utf-8"?>
<p:sldLayout xmlns:a="http://schemas.openxmlformats.org/drawingml/2006/main" xmlns:r="http://schemas.openxmlformats.org/officeDocument/2006/relationships" xmlns:p="http://schemas.openxmlformats.org/presentationml/2006/main">
  <p:cSld name="1_MAIN_FinalPack">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F811ADC-ECBD-ADDE-338C-3B1D15694C15}"/>
              </a:ext>
            </a:extLst>
          </p:cNvPr>
          <p:cNvGraphicFramePr>
            <a:graphicFrameLocks noChangeAspect="1"/>
          </p:cNvGraphicFramePr>
          <p:nvPr>
            <p:custDataLst>
              <p:tags r:id="rId1"/>
            </p:custDataLst>
            <p:extLst>
              <p:ext uri="{D42A27DB-BD31-4B8C-83A1-F6EECF244321}">
                <p14:modId xmlns:p14="http://schemas.microsoft.com/office/powerpoint/2010/main" val="19125163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4" progId="TCLayout.ActiveDocument.1">
                  <p:embed/>
                </p:oleObj>
              </mc:Choice>
              <mc:Fallback>
                <p:oleObj name="think-cell Slide" r:id="rId3" imgW="484" imgH="484" progId="TCLayout.ActiveDocument.1">
                  <p:embed/>
                  <p:pic>
                    <p:nvPicPr>
                      <p:cNvPr id="3" name="think-cell data - do not delete" hidden="1">
                        <a:extLst>
                          <a:ext uri="{FF2B5EF4-FFF2-40B4-BE49-F238E27FC236}">
                            <a16:creationId xmlns:a16="http://schemas.microsoft.com/office/drawing/2014/main" id="{AF811ADC-ECBD-ADDE-338C-3B1D15694C1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334963" y="689811"/>
            <a:ext cx="11545903" cy="831014"/>
          </a:xfrm>
        </p:spPr>
        <p:txBody>
          <a:bodyPr vert="horz"/>
          <a:lstStyle>
            <a:lvl1pPr>
              <a:defRPr sz="2400">
                <a:solidFill>
                  <a:schemeClr val="tx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AU" sz="1000" b="0" i="0" smtClean="0">
                <a:solidFill>
                  <a:schemeClr val="tx1"/>
                </a:solidFill>
                <a:latin typeface="Mark OT" panose="020B0504020201010104" pitchFamily="34" charset="0"/>
              </a:rPr>
              <a:t>‹#›</a:t>
            </a:fld>
            <a:endParaRPr lang="en-AU" sz="1000" b="0" i="0">
              <a:solidFill>
                <a:schemeClr val="tx1"/>
              </a:solidFill>
              <a:latin typeface="Mark OT" panose="020B0504020201010104" pitchFamily="34" charset="0"/>
            </a:endParaRPr>
          </a:p>
        </p:txBody>
      </p:sp>
      <p:sp>
        <p:nvSpPr>
          <p:cNvPr id="8" name="Subtitle 2">
            <a:extLst>
              <a:ext uri="{FF2B5EF4-FFF2-40B4-BE49-F238E27FC236}">
                <a16:creationId xmlns:a16="http://schemas.microsoft.com/office/drawing/2014/main" id="{00CFB9CC-19DF-D80E-1477-6EC2F19E2EE9}"/>
              </a:ext>
            </a:extLst>
          </p:cNvPr>
          <p:cNvSpPr>
            <a:spLocks noGrp="1"/>
          </p:cNvSpPr>
          <p:nvPr>
            <p:ph type="subTitle" idx="1" hasCustomPrompt="1"/>
          </p:nvPr>
        </p:nvSpPr>
        <p:spPr>
          <a:xfrm>
            <a:off x="334963" y="375613"/>
            <a:ext cx="6675437" cy="241135"/>
          </a:xfrm>
        </p:spPr>
        <p:txBody>
          <a:bodyPr/>
          <a:lstStyle>
            <a:lvl1pPr marL="0" indent="0" algn="l">
              <a:buNone/>
              <a:defRPr sz="1050" spc="3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AU"/>
              <a:t>CLICK TO EDIT MASTER SUBTITLE STYLE</a:t>
            </a:r>
          </a:p>
        </p:txBody>
      </p:sp>
    </p:spTree>
    <p:extLst>
      <p:ext uri="{BB962C8B-B14F-4D97-AF65-F5344CB8AC3E}">
        <p14:creationId xmlns:p14="http://schemas.microsoft.com/office/powerpoint/2010/main" val="2934124217"/>
      </p:ext>
    </p:extLst>
  </p:cSld>
  <p:clrMapOvr>
    <a:masterClrMapping/>
  </p:clrMapOvr>
  <p:hf hdr="0" dt="0"/>
</p:sldLayout>
</file>

<file path=ppt/slideLayouts/slideLayout164.xml><?xml version="1.0" encoding="utf-8"?>
<p:sldLayout xmlns:a="http://schemas.openxmlformats.org/drawingml/2006/main" xmlns:r="http://schemas.openxmlformats.org/officeDocument/2006/relationships" xmlns:p="http://schemas.openxmlformats.org/presentationml/2006/main">
  <p:cSld name="1_OPPORTUNITY_FinalPack">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F811ADC-ECBD-ADDE-338C-3B1D15694C15}"/>
              </a:ext>
            </a:extLst>
          </p:cNvPr>
          <p:cNvGraphicFramePr>
            <a:graphicFrameLocks noChangeAspect="1"/>
          </p:cNvGraphicFramePr>
          <p:nvPr>
            <p:custDataLst>
              <p:tags r:id="rId1"/>
            </p:custDataLst>
            <p:extLst>
              <p:ext uri="{D42A27DB-BD31-4B8C-83A1-F6EECF244321}">
                <p14:modId xmlns:p14="http://schemas.microsoft.com/office/powerpoint/2010/main" val="19125163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84" imgH="484" progId="TCLayout.ActiveDocument.1">
                  <p:embed/>
                </p:oleObj>
              </mc:Choice>
              <mc:Fallback>
                <p:oleObj name="think-cell Slide" r:id="rId3" imgW="484" imgH="484" progId="TCLayout.ActiveDocument.1">
                  <p:embed/>
                  <p:pic>
                    <p:nvPicPr>
                      <p:cNvPr id="3" name="think-cell data - do not delete" hidden="1">
                        <a:extLst>
                          <a:ext uri="{FF2B5EF4-FFF2-40B4-BE49-F238E27FC236}">
                            <a16:creationId xmlns:a16="http://schemas.microsoft.com/office/drawing/2014/main" id="{AF811ADC-ECBD-ADDE-338C-3B1D15694C1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334963" y="689811"/>
            <a:ext cx="11545903" cy="831014"/>
          </a:xfrm>
        </p:spPr>
        <p:txBody>
          <a:bodyPr vert="horz"/>
          <a:lstStyle>
            <a:lvl1pPr>
              <a:defRPr sz="2400">
                <a:solidFill>
                  <a:schemeClr val="tx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AU" sz="1000" b="0" i="0" smtClean="0">
                <a:solidFill>
                  <a:schemeClr val="tx1"/>
                </a:solidFill>
                <a:latin typeface="Mark OT" panose="020B0504020201010104" pitchFamily="34" charset="0"/>
              </a:rPr>
              <a:t>‹#›</a:t>
            </a:fld>
            <a:endParaRPr lang="en-AU" sz="1000" b="0" i="0">
              <a:solidFill>
                <a:schemeClr val="tx1"/>
              </a:solidFill>
              <a:latin typeface="Mark OT" panose="020B0504020201010104" pitchFamily="34" charset="0"/>
            </a:endParaRPr>
          </a:p>
        </p:txBody>
      </p:sp>
      <p:sp>
        <p:nvSpPr>
          <p:cNvPr id="8" name="Subtitle 2">
            <a:extLst>
              <a:ext uri="{FF2B5EF4-FFF2-40B4-BE49-F238E27FC236}">
                <a16:creationId xmlns:a16="http://schemas.microsoft.com/office/drawing/2014/main" id="{00CFB9CC-19DF-D80E-1477-6EC2F19E2EE9}"/>
              </a:ext>
            </a:extLst>
          </p:cNvPr>
          <p:cNvSpPr>
            <a:spLocks noGrp="1"/>
          </p:cNvSpPr>
          <p:nvPr>
            <p:ph type="subTitle" idx="1" hasCustomPrompt="1"/>
          </p:nvPr>
        </p:nvSpPr>
        <p:spPr>
          <a:xfrm>
            <a:off x="989556" y="375613"/>
            <a:ext cx="5677944" cy="241135"/>
          </a:xfrm>
        </p:spPr>
        <p:txBody>
          <a:bodyPr/>
          <a:lstStyle>
            <a:lvl1pPr marL="0" indent="0" algn="l">
              <a:buNone/>
              <a:defRPr sz="1050" spc="3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AU"/>
              <a:t>CLICK TO EDIT MASTER SUBTITLE STYLE</a:t>
            </a:r>
          </a:p>
        </p:txBody>
      </p:sp>
    </p:spTree>
    <p:extLst>
      <p:ext uri="{BB962C8B-B14F-4D97-AF65-F5344CB8AC3E}">
        <p14:creationId xmlns:p14="http://schemas.microsoft.com/office/powerpoint/2010/main" val="2192258988"/>
      </p:ext>
    </p:extLst>
  </p:cSld>
  <p:clrMapOvr>
    <a:masterClrMapping/>
  </p:clrMapOvr>
  <p:hf hdr="0" dt="0"/>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p:cSld name="8_Contents Blue BG">
    <p:bg>
      <p:bgPr>
        <a:solidFill>
          <a:schemeClr val="accent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7451B66-89FF-F4F9-7289-53D9A756870A}"/>
              </a:ext>
            </a:extLst>
          </p:cNvPr>
          <p:cNvGraphicFramePr>
            <a:graphicFrameLocks noChangeAspect="1"/>
          </p:cNvGraphicFramePr>
          <p:nvPr>
            <p:custDataLst>
              <p:tags r:id="rId1"/>
            </p:custDataLst>
            <p:extLst>
              <p:ext uri="{D42A27DB-BD31-4B8C-83A1-F6EECF244321}">
                <p14:modId xmlns:p14="http://schemas.microsoft.com/office/powerpoint/2010/main" val="21368770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47451B66-89FF-F4F9-7289-53D9A756870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4000">
                <a:solidFill>
                  <a:schemeClr val="bg1"/>
                </a:solidFill>
              </a:defRPr>
            </a:lvl1pPr>
          </a:lstStyle>
          <a:p>
            <a:r>
              <a:rPr lang="en-US"/>
              <a:t>Click to edit Master title style</a:t>
            </a:r>
            <a:endParaRPr lang="en-AU"/>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150658"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rtl="0">
              <a:defRPr>
                <a:solidFill>
                  <a:schemeClr val="bg1"/>
                </a:solidFill>
              </a:defRPr>
            </a:lvl1pPr>
          </a:lstStyle>
          <a:p>
            <a:r>
              <a:rPr lang="en-US"/>
              <a:t>Click icon to add table</a:t>
            </a:r>
            <a:endParaRPr lang="en-AU"/>
          </a:p>
        </p:txBody>
      </p:sp>
      <p:sp>
        <p:nvSpPr>
          <p:cNvPr id="3" name="Google Shape;721;g2dc0e050917_1_518">
            <a:extLst>
              <a:ext uri="{FF2B5EF4-FFF2-40B4-BE49-F238E27FC236}">
                <a16:creationId xmlns:a16="http://schemas.microsoft.com/office/drawing/2014/main" id="{192BF6F2-A9F2-AE40-C941-06E57EE8DD1D}"/>
              </a:ext>
            </a:extLst>
          </p:cNvPr>
          <p:cNvSpPr txBox="1">
            <a:spLocks noGrp="1"/>
          </p:cNvSpPr>
          <p:nvPr>
            <p:ph type="sldNum" idx="12"/>
          </p:nvPr>
        </p:nvSpPr>
        <p:spPr>
          <a:xfrm>
            <a:off x="8218489" y="140722"/>
            <a:ext cx="3530700" cy="1371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bg1"/>
                </a:solidFill>
                <a:latin typeface="MarkOT" panose="020B0504020201010104" pitchFamily="34" charset="0"/>
                <a:ea typeface="MarkOT" panose="020B0504020201010104" pitchFamily="34" charset="0"/>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9pPr>
          </a:lstStyle>
          <a:p>
            <a:fld id="{3E6AC032-1535-134B-A583-D5E1DDD0D167}" type="slidenum">
              <a:rPr lang="en-US" smtClean="0"/>
              <a:pPr/>
              <a:t>‹#›</a:t>
            </a:fld>
            <a:endParaRPr lang="en-US"/>
          </a:p>
        </p:txBody>
      </p:sp>
    </p:spTree>
    <p:extLst>
      <p:ext uri="{BB962C8B-B14F-4D97-AF65-F5344CB8AC3E}">
        <p14:creationId xmlns:p14="http://schemas.microsoft.com/office/powerpoint/2010/main" val="106738192"/>
      </p:ext>
    </p:extLst>
  </p:cSld>
  <p:clrMapOvr>
    <a:masterClrMapping/>
  </p:clrMapOvr>
  <p:hf hdr="0" dt="0"/>
</p:sldLayout>
</file>

<file path=ppt/slideLayouts/slideLayout166.xml><?xml version="1.0" encoding="utf-8"?>
<p:sldLayout xmlns:a="http://schemas.openxmlformats.org/drawingml/2006/main" xmlns:r="http://schemas.openxmlformats.org/officeDocument/2006/relationships" xmlns:p="http://schemas.openxmlformats.org/presentationml/2006/main" matchingName="Agenda">
  <p:cSld name="1_Agenda">
    <p:spTree>
      <p:nvGrpSpPr>
        <p:cNvPr id="1" name="Shape 708"/>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8CC383FE-3FF7-2094-3940-8A31669B5091}"/>
              </a:ext>
            </a:extLst>
          </p:cNvPr>
          <p:cNvGraphicFramePr>
            <a:graphicFrameLocks noChangeAspect="1"/>
          </p:cNvGraphicFramePr>
          <p:nvPr>
            <p:custDataLst>
              <p:tags r:id="rId1"/>
            </p:custDataLst>
            <p:extLst>
              <p:ext uri="{D42A27DB-BD31-4B8C-83A1-F6EECF244321}">
                <p14:modId xmlns:p14="http://schemas.microsoft.com/office/powerpoint/2010/main" val="3707478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8CC383FE-3FF7-2094-3940-8A31669B509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Google Shape;721;g2dc0e050917_1_518">
            <a:extLst>
              <a:ext uri="{FF2B5EF4-FFF2-40B4-BE49-F238E27FC236}">
                <a16:creationId xmlns:a16="http://schemas.microsoft.com/office/drawing/2014/main" id="{942842CD-EEA8-19F0-D401-F826769D8CD2}"/>
              </a:ext>
            </a:extLst>
          </p:cNvPr>
          <p:cNvSpPr txBox="1">
            <a:spLocks noGrp="1"/>
          </p:cNvSpPr>
          <p:nvPr>
            <p:ph type="sldNum" idx="12"/>
          </p:nvPr>
        </p:nvSpPr>
        <p:spPr>
          <a:xfrm>
            <a:off x="8218489" y="140722"/>
            <a:ext cx="3530700" cy="1371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MarkOT" panose="020B0504020201010104" pitchFamily="34" charset="0"/>
                <a:ea typeface="MarkOT" panose="020B0504020201010104" pitchFamily="34" charset="0"/>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AU" smtClean="0"/>
              <a:pPr/>
              <a:t>‹#›</a:t>
            </a:fld>
            <a:endParaRPr lang="en-AU"/>
          </a:p>
        </p:txBody>
      </p:sp>
      <p:sp>
        <p:nvSpPr>
          <p:cNvPr id="4" name="Google Shape;722;g2dc0e050917_1_518">
            <a:extLst>
              <a:ext uri="{FF2B5EF4-FFF2-40B4-BE49-F238E27FC236}">
                <a16:creationId xmlns:a16="http://schemas.microsoft.com/office/drawing/2014/main" id="{D339B6E1-BBA0-EEF8-EEA2-38A4DFAE023C}"/>
              </a:ext>
            </a:extLst>
          </p:cNvPr>
          <p:cNvSpPr txBox="1">
            <a:spLocks noGrp="1"/>
          </p:cNvSpPr>
          <p:nvPr>
            <p:ph type="subTitle" idx="1"/>
          </p:nvPr>
        </p:nvSpPr>
        <p:spPr>
          <a:xfrm>
            <a:off x="442900" y="872998"/>
            <a:ext cx="11306100" cy="3687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SzPts val="1300"/>
              <a:buNone/>
              <a:defRPr sz="1300" b="1" i="0" u="none" strike="noStrike" cap="none"/>
            </a:lvl1pPr>
            <a:lvl2pPr marR="0" lvl="1"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2pPr>
            <a:lvl3pPr marR="0" lvl="2"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3pPr>
            <a:lvl4pPr marR="0" lvl="3"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4pPr>
            <a:lvl5pPr marR="0" lvl="4"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5pPr>
            <a:lvl6pPr marR="0" lvl="5"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6pPr>
            <a:lvl7pPr marR="0" lvl="6"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7pPr>
            <a:lvl8pPr marR="0" lvl="7"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8pPr>
            <a:lvl9pPr marR="0" lvl="8"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9pPr>
          </a:lstStyle>
          <a:p>
            <a:r>
              <a:rPr lang="en-US"/>
              <a:t>Click to edit Master subtitle style</a:t>
            </a:r>
            <a:endParaRPr lang="en-AU"/>
          </a:p>
        </p:txBody>
      </p:sp>
      <p:sp>
        <p:nvSpPr>
          <p:cNvPr id="5" name="Google Shape;723;g2dc0e050917_1_518">
            <a:extLst>
              <a:ext uri="{FF2B5EF4-FFF2-40B4-BE49-F238E27FC236}">
                <a16:creationId xmlns:a16="http://schemas.microsoft.com/office/drawing/2014/main" id="{F6058343-4614-B084-3357-B96408293530}"/>
              </a:ext>
            </a:extLst>
          </p:cNvPr>
          <p:cNvSpPr txBox="1">
            <a:spLocks noGrp="1"/>
          </p:cNvSpPr>
          <p:nvPr>
            <p:ph type="title"/>
          </p:nvPr>
        </p:nvSpPr>
        <p:spPr>
          <a:xfrm>
            <a:off x="442913" y="430514"/>
            <a:ext cx="113061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accent1"/>
              </a:buClr>
              <a:buSzPts val="2700"/>
              <a:buNone/>
              <a:defRPr sz="2700" b="1" i="0" u="none" strike="noStrike" cap="none">
                <a:solidFill>
                  <a:schemeClr val="accent1"/>
                </a:solidFill>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r>
              <a:rPr lang="en-US"/>
              <a:t>Click to edit Master title style</a:t>
            </a:r>
            <a:endParaRPr lang="en-AU"/>
          </a:p>
        </p:txBody>
      </p:sp>
      <p:pic>
        <p:nvPicPr>
          <p:cNvPr id="6" name="Picture 5">
            <a:extLst>
              <a:ext uri="{FF2B5EF4-FFF2-40B4-BE49-F238E27FC236}">
                <a16:creationId xmlns:a16="http://schemas.microsoft.com/office/drawing/2014/main" id="{B1D8FA7D-1F53-001E-6C53-7F6BDAB5379B}"/>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150658" y="5961066"/>
            <a:ext cx="598355" cy="600071"/>
          </a:xfrm>
          <a:prstGeom prst="rect">
            <a:avLst/>
          </a:prstGeom>
        </p:spPr>
      </p:pic>
    </p:spTree>
    <p:extLst>
      <p:ext uri="{BB962C8B-B14F-4D97-AF65-F5344CB8AC3E}">
        <p14:creationId xmlns:p14="http://schemas.microsoft.com/office/powerpoint/2010/main" val="307622398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cSld name="9_Heading and Medium text size">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B56E977-4BA6-A0DF-553F-34BD55909967}"/>
              </a:ext>
            </a:extLst>
          </p:cNvPr>
          <p:cNvGraphicFramePr>
            <a:graphicFrameLocks noChangeAspect="1"/>
          </p:cNvGraphicFramePr>
          <p:nvPr>
            <p:custDataLst>
              <p:tags r:id="rId1"/>
            </p:custDataLst>
            <p:extLst>
              <p:ext uri="{D42A27DB-BD31-4B8C-83A1-F6EECF244321}">
                <p14:modId xmlns:p14="http://schemas.microsoft.com/office/powerpoint/2010/main" val="42387190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7B56E977-4BA6-A0DF-553F-34BD5590996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7" name="Google Shape;721;g2dc0e050917_1_518">
            <a:extLst>
              <a:ext uri="{FF2B5EF4-FFF2-40B4-BE49-F238E27FC236}">
                <a16:creationId xmlns:a16="http://schemas.microsoft.com/office/drawing/2014/main" id="{68B27D17-1A4A-CA4B-F0FA-26A6A867DEAA}"/>
              </a:ext>
            </a:extLst>
          </p:cNvPr>
          <p:cNvSpPr txBox="1">
            <a:spLocks noGrp="1"/>
          </p:cNvSpPr>
          <p:nvPr>
            <p:ph type="sldNum" idx="12"/>
          </p:nvPr>
        </p:nvSpPr>
        <p:spPr>
          <a:xfrm>
            <a:off x="8218489" y="140722"/>
            <a:ext cx="3530700" cy="1371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MarkOT" panose="020B0504020201010104" pitchFamily="34" charset="0"/>
                <a:ea typeface="MarkOT" panose="020B0504020201010104" pitchFamily="34" charset="0"/>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9pPr>
          </a:lstStyle>
          <a:p>
            <a:fld id="{3E6AC032-1535-134B-A583-D5E1DDD0D167}" type="slidenum">
              <a:rPr lang="en-US" smtClean="0"/>
              <a:pPr/>
              <a:t>‹#›</a:t>
            </a:fld>
            <a:endParaRPr lang="en-US"/>
          </a:p>
        </p:txBody>
      </p:sp>
      <p:sp>
        <p:nvSpPr>
          <p:cNvPr id="18" name="Google Shape;722;g2dc0e050917_1_518">
            <a:extLst>
              <a:ext uri="{FF2B5EF4-FFF2-40B4-BE49-F238E27FC236}">
                <a16:creationId xmlns:a16="http://schemas.microsoft.com/office/drawing/2014/main" id="{873E0545-E325-0B45-EF10-5E9C79695CC3}"/>
              </a:ext>
            </a:extLst>
          </p:cNvPr>
          <p:cNvSpPr txBox="1">
            <a:spLocks noGrp="1"/>
          </p:cNvSpPr>
          <p:nvPr>
            <p:ph type="subTitle" idx="1"/>
          </p:nvPr>
        </p:nvSpPr>
        <p:spPr>
          <a:xfrm>
            <a:off x="442900" y="1000593"/>
            <a:ext cx="11306100" cy="3687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SzPts val="1300"/>
              <a:buNone/>
              <a:defRPr sz="1300" b="1" i="0" u="none" strike="noStrike" cap="none">
                <a:latin typeface="MarkOT" panose="020B0504020201010104" pitchFamily="34" charset="0"/>
              </a:defRPr>
            </a:lvl1pPr>
            <a:lvl2pPr marR="0" lvl="1"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2pPr>
            <a:lvl3pPr marR="0" lvl="2"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3pPr>
            <a:lvl4pPr marR="0" lvl="3"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4pPr>
            <a:lvl5pPr marR="0" lvl="4"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5pPr>
            <a:lvl6pPr marR="0" lvl="5"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6pPr>
            <a:lvl7pPr marR="0" lvl="6"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7pPr>
            <a:lvl8pPr marR="0" lvl="7"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8pPr>
            <a:lvl9pPr marR="0" lvl="8"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9pPr>
          </a:lstStyle>
          <a:p>
            <a:r>
              <a:rPr lang="en-US"/>
              <a:t>Click to edit Master subtitle style</a:t>
            </a:r>
            <a:endParaRPr lang="en-AU"/>
          </a:p>
        </p:txBody>
      </p:sp>
      <p:sp>
        <p:nvSpPr>
          <p:cNvPr id="19" name="Google Shape;723;g2dc0e050917_1_518">
            <a:extLst>
              <a:ext uri="{FF2B5EF4-FFF2-40B4-BE49-F238E27FC236}">
                <a16:creationId xmlns:a16="http://schemas.microsoft.com/office/drawing/2014/main" id="{43B86343-6332-0584-82B0-1AAEA621295E}"/>
              </a:ext>
            </a:extLst>
          </p:cNvPr>
          <p:cNvSpPr txBox="1">
            <a:spLocks noGrp="1"/>
          </p:cNvSpPr>
          <p:nvPr>
            <p:ph type="title"/>
          </p:nvPr>
        </p:nvSpPr>
        <p:spPr>
          <a:xfrm>
            <a:off x="442913" y="430514"/>
            <a:ext cx="113061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accent1"/>
              </a:buClr>
              <a:buSzPts val="2700"/>
              <a:buNone/>
              <a:defRPr sz="2700" b="1" i="0" u="none" strike="noStrike" cap="none">
                <a:solidFill>
                  <a:schemeClr val="tx1"/>
                </a:solidFill>
                <a:latin typeface="MarkOT" panose="020B0504020201010104" pitchFamily="34" charset="0"/>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r>
              <a:rPr lang="en-US"/>
              <a:t>Click to edit Master title style</a:t>
            </a:r>
            <a:endParaRPr lang="en-AU"/>
          </a:p>
        </p:txBody>
      </p:sp>
      <p:pic>
        <p:nvPicPr>
          <p:cNvPr id="20" name="Picture 19">
            <a:extLst>
              <a:ext uri="{FF2B5EF4-FFF2-40B4-BE49-F238E27FC236}">
                <a16:creationId xmlns:a16="http://schemas.microsoft.com/office/drawing/2014/main" id="{ED0F6D80-895E-0BD0-8C6B-9593CE4EB7E7}"/>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150658" y="5961066"/>
            <a:ext cx="598355" cy="600071"/>
          </a:xfrm>
          <a:prstGeom prst="rect">
            <a:avLst/>
          </a:prstGeom>
        </p:spPr>
      </p:pic>
    </p:spTree>
    <p:extLst>
      <p:ext uri="{BB962C8B-B14F-4D97-AF65-F5344CB8AC3E}">
        <p14:creationId xmlns:p14="http://schemas.microsoft.com/office/powerpoint/2010/main" val="918181160"/>
      </p:ext>
    </p:extLst>
  </p:cSld>
  <p:clrMapOvr>
    <a:masterClrMapping/>
  </p:clrMapOvr>
  <p:hf hdr="0" dt="0"/>
</p:sldLayout>
</file>

<file path=ppt/slideLayouts/slideLayout168.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321"/>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A4A6D7A-8A10-4FB9-8E32-FC55D6797CC7}"/>
              </a:ext>
            </a:extLst>
          </p:cNvPr>
          <p:cNvGraphicFramePr>
            <a:graphicFrameLocks noChangeAspect="1"/>
          </p:cNvGraphicFramePr>
          <p:nvPr>
            <p:custDataLst>
              <p:tags r:id="rId1"/>
            </p:custDataLst>
            <p:extLst>
              <p:ext uri="{D42A27DB-BD31-4B8C-83A1-F6EECF244321}">
                <p14:modId xmlns:p14="http://schemas.microsoft.com/office/powerpoint/2010/main" val="21422560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5A4A6D7A-8A10-4FB9-8E32-FC55D6797CC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Google Shape;721;g2dc0e050917_1_518">
            <a:extLst>
              <a:ext uri="{FF2B5EF4-FFF2-40B4-BE49-F238E27FC236}">
                <a16:creationId xmlns:a16="http://schemas.microsoft.com/office/drawing/2014/main" id="{6795795B-8FCD-4C09-677A-B451361FF396}"/>
              </a:ext>
            </a:extLst>
          </p:cNvPr>
          <p:cNvSpPr txBox="1">
            <a:spLocks noGrp="1"/>
          </p:cNvSpPr>
          <p:nvPr>
            <p:ph type="sldNum" idx="12"/>
          </p:nvPr>
        </p:nvSpPr>
        <p:spPr>
          <a:xfrm>
            <a:off x="8218489" y="140722"/>
            <a:ext cx="3530700" cy="1371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MarkOT" panose="020B0504020201010104" pitchFamily="34" charset="0"/>
                <a:ea typeface="MarkOT" panose="020B0504020201010104" pitchFamily="34" charset="0"/>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9pPr>
          </a:lstStyle>
          <a:p>
            <a:fld id="{3E6AC032-1535-134B-A583-D5E1DDD0D167}" type="slidenum">
              <a:rPr lang="en-US" smtClean="0"/>
              <a:pPr/>
              <a:t>‹#›</a:t>
            </a:fld>
            <a:endParaRPr lang="en-US"/>
          </a:p>
        </p:txBody>
      </p:sp>
      <p:sp>
        <p:nvSpPr>
          <p:cNvPr id="13" name="Google Shape;722;g2dc0e050917_1_518">
            <a:extLst>
              <a:ext uri="{FF2B5EF4-FFF2-40B4-BE49-F238E27FC236}">
                <a16:creationId xmlns:a16="http://schemas.microsoft.com/office/drawing/2014/main" id="{4B44D056-8F67-618B-E938-F5FDF51DDCCE}"/>
              </a:ext>
            </a:extLst>
          </p:cNvPr>
          <p:cNvSpPr txBox="1">
            <a:spLocks noGrp="1"/>
          </p:cNvSpPr>
          <p:nvPr>
            <p:ph type="subTitle" idx="1"/>
          </p:nvPr>
        </p:nvSpPr>
        <p:spPr>
          <a:xfrm>
            <a:off x="442900" y="1000593"/>
            <a:ext cx="11306100" cy="3687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SzPts val="1300"/>
              <a:buNone/>
              <a:defRPr sz="1300" b="1" i="0" u="none" strike="noStrike" cap="none">
                <a:latin typeface="MarkOT" panose="020B0504020201010104" pitchFamily="34" charset="0"/>
              </a:defRPr>
            </a:lvl1pPr>
            <a:lvl2pPr marR="0" lvl="1"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2pPr>
            <a:lvl3pPr marR="0" lvl="2"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3pPr>
            <a:lvl4pPr marR="0" lvl="3"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4pPr>
            <a:lvl5pPr marR="0" lvl="4"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5pPr>
            <a:lvl6pPr marR="0" lvl="5"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6pPr>
            <a:lvl7pPr marR="0" lvl="6"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7pPr>
            <a:lvl8pPr marR="0" lvl="7"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8pPr>
            <a:lvl9pPr marR="0" lvl="8"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9pPr>
          </a:lstStyle>
          <a:p>
            <a:r>
              <a:rPr lang="en-US"/>
              <a:t>Click to edit Master subtitle style</a:t>
            </a:r>
            <a:endParaRPr lang="en-AU"/>
          </a:p>
        </p:txBody>
      </p:sp>
      <p:sp>
        <p:nvSpPr>
          <p:cNvPr id="14" name="Google Shape;723;g2dc0e050917_1_518">
            <a:extLst>
              <a:ext uri="{FF2B5EF4-FFF2-40B4-BE49-F238E27FC236}">
                <a16:creationId xmlns:a16="http://schemas.microsoft.com/office/drawing/2014/main" id="{6D95E96F-F185-3637-DBA3-8D7F36BBB52E}"/>
              </a:ext>
            </a:extLst>
          </p:cNvPr>
          <p:cNvSpPr txBox="1">
            <a:spLocks noGrp="1"/>
          </p:cNvSpPr>
          <p:nvPr>
            <p:ph type="title"/>
          </p:nvPr>
        </p:nvSpPr>
        <p:spPr>
          <a:xfrm>
            <a:off x="442913" y="430514"/>
            <a:ext cx="113061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accent1"/>
              </a:buClr>
              <a:buSzPts val="2700"/>
              <a:buNone/>
              <a:defRPr sz="2700" b="1" i="0" u="none" strike="noStrike" cap="none">
                <a:solidFill>
                  <a:schemeClr val="tx1"/>
                </a:solidFill>
                <a:latin typeface="MarkOT" panose="020B0504020201010104" pitchFamily="34" charset="0"/>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r>
              <a:rPr lang="en-US"/>
              <a:t>Click to edit Master title style</a:t>
            </a:r>
            <a:endParaRPr lang="en-AU"/>
          </a:p>
        </p:txBody>
      </p:sp>
      <p:pic>
        <p:nvPicPr>
          <p:cNvPr id="15" name="Picture 14">
            <a:extLst>
              <a:ext uri="{FF2B5EF4-FFF2-40B4-BE49-F238E27FC236}">
                <a16:creationId xmlns:a16="http://schemas.microsoft.com/office/drawing/2014/main" id="{F0BEB392-4845-C336-886C-EA8DEAD47AD6}"/>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150658" y="5961066"/>
            <a:ext cx="598355" cy="600071"/>
          </a:xfrm>
          <a:prstGeom prst="rect">
            <a:avLst/>
          </a:prstGeom>
        </p:spPr>
      </p:pic>
    </p:spTree>
    <p:extLst>
      <p:ext uri="{BB962C8B-B14F-4D97-AF65-F5344CB8AC3E}">
        <p14:creationId xmlns:p14="http://schemas.microsoft.com/office/powerpoint/2010/main" val="2217033373"/>
      </p:ext>
    </p:extLst>
  </p:cSld>
  <p:clrMapOvr>
    <a:masterClrMapping/>
  </p:clrMapOvr>
  <p:hf hdr="0" dt="0"/>
</p:sldLayout>
</file>

<file path=ppt/slideLayouts/slideLayout169.xml><?xml version="1.0" encoding="utf-8"?>
<p:sldLayout xmlns:a="http://schemas.openxmlformats.org/drawingml/2006/main" xmlns:r="http://schemas.openxmlformats.org/officeDocument/2006/relationships" xmlns:p="http://schemas.openxmlformats.org/presentationml/2006/main" matchingName="Title Only" type="titleOnly">
  <p:cSld name="1_Title Only">
    <p:spTree>
      <p:nvGrpSpPr>
        <p:cNvPr id="1" name="Shape 608"/>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BA78698-2C42-5A76-ABAF-711DC7924174}"/>
              </a:ext>
            </a:extLst>
          </p:cNvPr>
          <p:cNvGraphicFramePr>
            <a:graphicFrameLocks noChangeAspect="1"/>
          </p:cNvGraphicFramePr>
          <p:nvPr>
            <p:custDataLst>
              <p:tags r:id="rId1"/>
            </p:custDataLst>
            <p:extLst>
              <p:ext uri="{D42A27DB-BD31-4B8C-83A1-F6EECF244321}">
                <p14:modId xmlns:p14="http://schemas.microsoft.com/office/powerpoint/2010/main" val="11764569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2BA78698-2C42-5A76-ABAF-711DC792417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09" name="Google Shape;609;p110"/>
          <p:cNvSpPr txBox="1">
            <a:spLocks noGrp="1"/>
          </p:cNvSpPr>
          <p:nvPr>
            <p:ph type="title"/>
          </p:nvPr>
        </p:nvSpPr>
        <p:spPr>
          <a:xfrm>
            <a:off x="442913" y="432001"/>
            <a:ext cx="113061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r>
              <a:rPr lang="en-US"/>
              <a:t>Click to edit Master title style</a:t>
            </a:r>
            <a:endParaRPr/>
          </a:p>
        </p:txBody>
      </p:sp>
      <p:sp>
        <p:nvSpPr>
          <p:cNvPr id="610" name="Google Shape;610;p110"/>
          <p:cNvSpPr txBox="1">
            <a:spLocks noGrp="1"/>
          </p:cNvSpPr>
          <p:nvPr>
            <p:ph type="sldNum" idx="12"/>
          </p:nvPr>
        </p:nvSpPr>
        <p:spPr>
          <a:xfrm>
            <a:off x="8218489" y="6492240"/>
            <a:ext cx="3530700" cy="137100"/>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750">
                <a:solidFill>
                  <a:schemeClr val="dk1"/>
                </a:solidFill>
                <a:latin typeface="Arial"/>
                <a:ea typeface="Arial"/>
                <a:cs typeface="Arial"/>
                <a:sym typeface="Arial"/>
              </a:defRPr>
            </a:lvl1pPr>
            <a:lvl2pPr marL="0" marR="0" lvl="1" indent="0" algn="r" rtl="0">
              <a:spcBef>
                <a:spcPts val="0"/>
              </a:spcBef>
              <a:buNone/>
              <a:defRPr sz="750">
                <a:solidFill>
                  <a:schemeClr val="dk1"/>
                </a:solidFill>
                <a:latin typeface="Arial"/>
                <a:ea typeface="Arial"/>
                <a:cs typeface="Arial"/>
                <a:sym typeface="Arial"/>
              </a:defRPr>
            </a:lvl2pPr>
            <a:lvl3pPr marL="0" marR="0" lvl="2" indent="0" algn="r" rtl="0">
              <a:spcBef>
                <a:spcPts val="0"/>
              </a:spcBef>
              <a:buNone/>
              <a:defRPr sz="750">
                <a:solidFill>
                  <a:schemeClr val="dk1"/>
                </a:solidFill>
                <a:latin typeface="Arial"/>
                <a:ea typeface="Arial"/>
                <a:cs typeface="Arial"/>
                <a:sym typeface="Arial"/>
              </a:defRPr>
            </a:lvl3pPr>
            <a:lvl4pPr marL="0" marR="0" lvl="3" indent="0" algn="r" rtl="0">
              <a:spcBef>
                <a:spcPts val="0"/>
              </a:spcBef>
              <a:buNone/>
              <a:defRPr sz="750">
                <a:solidFill>
                  <a:schemeClr val="dk1"/>
                </a:solidFill>
                <a:latin typeface="Arial"/>
                <a:ea typeface="Arial"/>
                <a:cs typeface="Arial"/>
                <a:sym typeface="Arial"/>
              </a:defRPr>
            </a:lvl4pPr>
            <a:lvl5pPr marL="0" marR="0" lvl="4" indent="0" algn="r" rtl="0">
              <a:spcBef>
                <a:spcPts val="0"/>
              </a:spcBef>
              <a:buNone/>
              <a:defRPr sz="750">
                <a:solidFill>
                  <a:schemeClr val="dk1"/>
                </a:solidFill>
                <a:latin typeface="Arial"/>
                <a:ea typeface="Arial"/>
                <a:cs typeface="Arial"/>
                <a:sym typeface="Arial"/>
              </a:defRPr>
            </a:lvl5pPr>
            <a:lvl6pPr marL="0" marR="0" lvl="5" indent="0" algn="r" rtl="0">
              <a:spcBef>
                <a:spcPts val="0"/>
              </a:spcBef>
              <a:buNone/>
              <a:defRPr sz="750">
                <a:solidFill>
                  <a:schemeClr val="dk1"/>
                </a:solidFill>
                <a:latin typeface="Arial"/>
                <a:ea typeface="Arial"/>
                <a:cs typeface="Arial"/>
                <a:sym typeface="Arial"/>
              </a:defRPr>
            </a:lvl6pPr>
            <a:lvl7pPr marL="0" marR="0" lvl="6" indent="0" algn="r" rtl="0">
              <a:spcBef>
                <a:spcPts val="0"/>
              </a:spcBef>
              <a:buNone/>
              <a:defRPr sz="750">
                <a:solidFill>
                  <a:schemeClr val="dk1"/>
                </a:solidFill>
                <a:latin typeface="Arial"/>
                <a:ea typeface="Arial"/>
                <a:cs typeface="Arial"/>
                <a:sym typeface="Arial"/>
              </a:defRPr>
            </a:lvl7pPr>
            <a:lvl8pPr marL="0" marR="0" lvl="7" indent="0" algn="r" rtl="0">
              <a:spcBef>
                <a:spcPts val="0"/>
              </a:spcBef>
              <a:buNone/>
              <a:defRPr sz="750">
                <a:solidFill>
                  <a:schemeClr val="dk1"/>
                </a:solidFill>
                <a:latin typeface="Arial"/>
                <a:ea typeface="Arial"/>
                <a:cs typeface="Arial"/>
                <a:sym typeface="Arial"/>
              </a:defRPr>
            </a:lvl8pPr>
            <a:lvl9pPr marL="0" marR="0" lvl="8" indent="0" algn="r" rtl="0">
              <a:spcBef>
                <a:spcPts val="0"/>
              </a:spcBef>
              <a:buNone/>
              <a:defRPr sz="750">
                <a:solidFill>
                  <a:schemeClr val="dk1"/>
                </a:solidFill>
                <a:latin typeface="Arial"/>
                <a:ea typeface="Arial"/>
                <a:cs typeface="Arial"/>
                <a:sym typeface="Arial"/>
              </a:defRPr>
            </a:lvl9pPr>
          </a:lstStyle>
          <a:p>
            <a:fld id="{3E6AC032-1535-134B-A583-D5E1DDD0D167}" type="slidenum">
              <a:rPr lang="en-US" smtClean="0"/>
              <a:pPr/>
              <a:t>‹#›</a:t>
            </a:fld>
            <a:endParaRPr lang="en-US"/>
          </a:p>
        </p:txBody>
      </p:sp>
    </p:spTree>
    <p:extLst>
      <p:ext uri="{BB962C8B-B14F-4D97-AF65-F5344CB8AC3E}">
        <p14:creationId xmlns:p14="http://schemas.microsoft.com/office/powerpoint/2010/main" val="1235252721"/>
      </p:ext>
    </p:extLst>
  </p:cSld>
  <p:clrMapOvr>
    <a:masterClrMapping/>
  </p:clrMapOvr>
  <p:hf hdr="0" dt="0"/>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p:cSld name="7_Heading + Pullout +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9777E03-A1E6-5C3E-C275-4ED49FD435E8}"/>
              </a:ext>
            </a:extLst>
          </p:cNvPr>
          <p:cNvGraphicFramePr>
            <a:graphicFrameLocks noChangeAspect="1"/>
          </p:cNvGraphicFramePr>
          <p:nvPr>
            <p:custDataLst>
              <p:tags r:id="rId1"/>
            </p:custDataLst>
            <p:extLst>
              <p:ext uri="{D42A27DB-BD31-4B8C-83A1-F6EECF244321}">
                <p14:modId xmlns:p14="http://schemas.microsoft.com/office/powerpoint/2010/main" val="15453959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E9777E03-A1E6-5C3E-C275-4ED49FD435E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04683" y="1438823"/>
            <a:ext cx="4854712" cy="4440238"/>
          </a:xfrm>
        </p:spPr>
        <p:txBody>
          <a:bodyPr/>
          <a:lstStyle>
            <a:lvl1pPr rtl="0">
              <a:spcAft>
                <a:spcPts val="900"/>
              </a:spcAft>
              <a:defRPr sz="3000">
                <a:solidFill>
                  <a:schemeClr val="tx1"/>
                </a:solidFill>
              </a:defRPr>
            </a:lvl1pPr>
            <a:lvl2pPr marL="446088" indent="-446088" rtl="0">
              <a:spcAft>
                <a:spcPts val="900"/>
              </a:spcAft>
              <a:tabLst/>
              <a:defRPr sz="3000">
                <a:solidFill>
                  <a:schemeClr val="tx1"/>
                </a:solidFill>
              </a:defRPr>
            </a:lvl2pPr>
            <a:lvl3pPr marL="892175" indent="-446088" rtl="0">
              <a:spcAft>
                <a:spcPts val="900"/>
              </a:spcAft>
              <a:tabLst/>
              <a:defRPr sz="3000">
                <a:solidFill>
                  <a:schemeClr val="tx1"/>
                </a:solidFill>
              </a:defRPr>
            </a:lvl3pPr>
            <a:lvl4pPr marL="1333500" indent="-441325" rtl="0">
              <a:spcAft>
                <a:spcPts val="900"/>
              </a:spcAft>
              <a:tabLst/>
              <a:defRPr sz="3000">
                <a:solidFill>
                  <a:schemeClr val="tx1"/>
                </a:solidFill>
              </a:defRPr>
            </a:lvl4pPr>
            <a:lvl5pPr marL="1779588" indent="-446088" rtl="0">
              <a:spcAft>
                <a:spcPts val="900"/>
              </a:spcAft>
              <a:tabLst/>
              <a:defRPr sz="3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rtl="0">
              <a:spcAft>
                <a:spcPts val="900"/>
              </a:spcAft>
              <a:defRPr sz="1400" b="1" i="0">
                <a:solidFill>
                  <a:schemeClr val="accent2"/>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8" name="Picture 7">
            <a:extLst>
              <a:ext uri="{FF2B5EF4-FFF2-40B4-BE49-F238E27FC236}">
                <a16:creationId xmlns:a16="http://schemas.microsoft.com/office/drawing/2014/main" id="{D4E23193-8510-4E6E-94D5-48BE6FEAA744}"/>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3958183161"/>
      </p:ext>
    </p:extLst>
  </p:cSld>
  <p:clrMapOvr>
    <a:masterClrMapping/>
  </p:clrMapOvr>
  <p:hf hdr="0" dt="0"/>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p:cSld name="9_Heading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90870D9-FB4B-FDF9-5700-F73F3E0B61D6}"/>
              </a:ext>
            </a:extLst>
          </p:cNvPr>
          <p:cNvGraphicFramePr>
            <a:graphicFrameLocks noChangeAspect="1"/>
          </p:cNvGraphicFramePr>
          <p:nvPr>
            <p:custDataLst>
              <p:tags r:id="rId1"/>
            </p:custDataLst>
            <p:extLst>
              <p:ext uri="{D42A27DB-BD31-4B8C-83A1-F6EECF244321}">
                <p14:modId xmlns:p14="http://schemas.microsoft.com/office/powerpoint/2010/main" val="11030590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890870D9-FB4B-FDF9-5700-F73F3E0B61D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rtl="0">
              <a:spcAft>
                <a:spcPts val="900"/>
              </a:spcAft>
              <a:defRPr sz="1400" b="1" i="0">
                <a:solidFill>
                  <a:schemeClr val="accent2"/>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7" y="1481215"/>
            <a:ext cx="5349981" cy="4440238"/>
          </a:xfrm>
        </p:spPr>
        <p:txBody>
          <a:bodyPr/>
          <a:lstStyle>
            <a:lvl1pPr rtl="0">
              <a:spcAft>
                <a:spcPts val="900"/>
              </a:spcAft>
              <a:defRPr sz="1400" b="1" i="0">
                <a:solidFill>
                  <a:schemeClr val="accent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4" name="Picture 13">
            <a:extLst>
              <a:ext uri="{FF2B5EF4-FFF2-40B4-BE49-F238E27FC236}">
                <a16:creationId xmlns:a16="http://schemas.microsoft.com/office/drawing/2014/main" id="{1E60E352-9507-43AC-9205-1FAC73C5631C}"/>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3173557620"/>
      </p:ext>
    </p:extLst>
  </p:cSld>
  <p:clrMapOvr>
    <a:masterClrMapping/>
  </p:clrMapOvr>
  <p:hf hdr="0" dt="0"/>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p:cSld name="7_Heading + 3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0C004C1-7564-38A5-061A-57943E9EF33E}"/>
              </a:ext>
            </a:extLst>
          </p:cNvPr>
          <p:cNvGraphicFramePr>
            <a:graphicFrameLocks noChangeAspect="1"/>
          </p:cNvGraphicFramePr>
          <p:nvPr>
            <p:custDataLst>
              <p:tags r:id="rId1"/>
            </p:custDataLst>
            <p:extLst>
              <p:ext uri="{D42A27DB-BD31-4B8C-83A1-F6EECF244321}">
                <p14:modId xmlns:p14="http://schemas.microsoft.com/office/powerpoint/2010/main" val="38867013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00C004C1-7564-38A5-061A-57943E9EF33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89719" y="1481215"/>
            <a:ext cx="3708000" cy="4440238"/>
          </a:xfrm>
        </p:spPr>
        <p:txBody>
          <a:bodyPr/>
          <a:lstStyle>
            <a:lvl1pPr rtl="0">
              <a:spcAft>
                <a:spcPts val="900"/>
              </a:spcAft>
              <a:defRPr sz="1400" b="1" i="0">
                <a:solidFill>
                  <a:schemeClr val="accent2"/>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4440238"/>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4440238"/>
          </a:xfrm>
        </p:spPr>
        <p:txBody>
          <a:bodyPr/>
          <a:lstStyle>
            <a:lvl1pPr rtl="0">
              <a:spcAft>
                <a:spcPts val="900"/>
              </a:spcAft>
              <a:defRPr sz="1400" b="1" i="0">
                <a:solidFill>
                  <a:schemeClr val="accent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5" name="Picture 14">
            <a:extLst>
              <a:ext uri="{FF2B5EF4-FFF2-40B4-BE49-F238E27FC236}">
                <a16:creationId xmlns:a16="http://schemas.microsoft.com/office/drawing/2014/main" id="{CABA0A6C-82A1-46C0-B600-58ECDDE1E9A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2760707732"/>
      </p:ext>
    </p:extLst>
  </p:cSld>
  <p:clrMapOvr>
    <a:masterClrMapping/>
  </p:clrMapOvr>
  <p:hf hdr="0" dt="0"/>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7_Heading + Pullout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4034995-798C-6CBF-DD79-4DDADDCA8CEF}"/>
              </a:ext>
            </a:extLst>
          </p:cNvPr>
          <p:cNvGraphicFramePr>
            <a:graphicFrameLocks noChangeAspect="1"/>
          </p:cNvGraphicFramePr>
          <p:nvPr>
            <p:custDataLst>
              <p:tags r:id="rId1"/>
            </p:custDataLst>
            <p:extLst>
              <p:ext uri="{D42A27DB-BD31-4B8C-83A1-F6EECF244321}">
                <p14:modId xmlns:p14="http://schemas.microsoft.com/office/powerpoint/2010/main" val="10822635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24034995-798C-6CBF-DD79-4DDADDCA8CE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24338" y="1481215"/>
            <a:ext cx="3610800" cy="4440238"/>
          </a:xfrm>
        </p:spPr>
        <p:txBody>
          <a:bodyPr/>
          <a:lstStyle>
            <a:lvl1pPr rtl="0">
              <a:spcAft>
                <a:spcPts val="900"/>
              </a:spcAft>
              <a:defRPr sz="1400" b="1" i="0">
                <a:solidFill>
                  <a:schemeClr val="accent2"/>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6795" y="1450935"/>
            <a:ext cx="3692031" cy="4440238"/>
          </a:xfrm>
        </p:spPr>
        <p:txBody>
          <a:bodyPr/>
          <a:lstStyle>
            <a:lvl1pPr rtl="0">
              <a:spcAft>
                <a:spcPts val="900"/>
              </a:spcAft>
              <a:defRPr sz="2400" b="1" i="0">
                <a:solidFill>
                  <a:schemeClr val="tx1"/>
                </a:solidFill>
                <a:latin typeface="MarkOT" panose="020B0504020201010104" pitchFamily="34" charset="0"/>
              </a:defRPr>
            </a:lvl1pPr>
            <a:lvl2pPr marL="0" indent="0" rtl="0">
              <a:spcAft>
                <a:spcPts val="900"/>
              </a:spcAft>
              <a:buNone/>
              <a:tabLst/>
              <a:defRPr sz="2400">
                <a:solidFill>
                  <a:schemeClr val="tx1"/>
                </a:solidFill>
              </a:defRPr>
            </a:lvl2pPr>
            <a:lvl3pPr marL="180975" indent="-180975" rtl="0">
              <a:spcAft>
                <a:spcPts val="900"/>
              </a:spcAft>
              <a:tabLst/>
              <a:defRPr sz="2400">
                <a:solidFill>
                  <a:schemeClr val="tx1"/>
                </a:solidFill>
              </a:defRPr>
            </a:lvl3pPr>
            <a:lvl4pPr marL="355600" indent="-180975" rtl="0">
              <a:spcAft>
                <a:spcPts val="900"/>
              </a:spcAft>
              <a:tabLst/>
              <a:defRPr sz="2400">
                <a:solidFill>
                  <a:schemeClr val="tx1"/>
                </a:solidFill>
              </a:defRPr>
            </a:lvl4pPr>
            <a:lvl5pPr marL="579438" indent="-217488" rtl="0">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09" y="1481215"/>
            <a:ext cx="3610800" cy="4440238"/>
          </a:xfrm>
        </p:spPr>
        <p:txBody>
          <a:bodyPr/>
          <a:lstStyle>
            <a:lvl1pPr rtl="0">
              <a:spcAft>
                <a:spcPts val="900"/>
              </a:spcAft>
              <a:defRPr sz="1400" b="1" i="0">
                <a:solidFill>
                  <a:schemeClr val="accent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5" name="Picture 14">
            <a:extLst>
              <a:ext uri="{FF2B5EF4-FFF2-40B4-BE49-F238E27FC236}">
                <a16:creationId xmlns:a16="http://schemas.microsoft.com/office/drawing/2014/main" id="{FA1E011C-3930-43B0-8EBC-930337F6B32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3966735639"/>
      </p:ext>
    </p:extLst>
  </p:cSld>
  <p:clrMapOvr>
    <a:masterClrMapping/>
  </p:clrMapOvr>
  <p:hf hdr="0" dt="0"/>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p:cSld name="7_Heading + 3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2A7D918-DBF6-2EED-1312-CC8ED351F497}"/>
              </a:ext>
            </a:extLst>
          </p:cNvPr>
          <p:cNvGraphicFramePr>
            <a:graphicFrameLocks noChangeAspect="1"/>
          </p:cNvGraphicFramePr>
          <p:nvPr>
            <p:custDataLst>
              <p:tags r:id="rId1"/>
            </p:custDataLst>
            <p:extLst>
              <p:ext uri="{D42A27DB-BD31-4B8C-83A1-F6EECF244321}">
                <p14:modId xmlns:p14="http://schemas.microsoft.com/office/powerpoint/2010/main" val="17325083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B2A7D918-DBF6-2EED-1312-CC8ED351F49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Tree>
    <p:extLst>
      <p:ext uri="{BB962C8B-B14F-4D97-AF65-F5344CB8AC3E}">
        <p14:creationId xmlns:p14="http://schemas.microsoft.com/office/powerpoint/2010/main" val="1687923212"/>
      </p:ext>
    </p:extLst>
  </p:cSld>
  <p:clrMapOvr>
    <a:masterClrMapping/>
  </p:clrMapOvr>
  <p:hf hdr="0" dt="0"/>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p:cSld name="7_Heading + 3 column Red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C46355D-FD8E-2856-9799-56BAA84BB0C8}"/>
              </a:ext>
            </a:extLst>
          </p:cNvPr>
          <p:cNvGraphicFramePr>
            <a:graphicFrameLocks noChangeAspect="1"/>
          </p:cNvGraphicFramePr>
          <p:nvPr>
            <p:custDataLst>
              <p:tags r:id="rId1"/>
            </p:custDataLst>
            <p:extLst>
              <p:ext uri="{D42A27DB-BD31-4B8C-83A1-F6EECF244321}">
                <p14:modId xmlns:p14="http://schemas.microsoft.com/office/powerpoint/2010/main" val="21344771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3C46355D-FD8E-2856-9799-56BAA84BB0C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Tree>
    <p:extLst>
      <p:ext uri="{BB962C8B-B14F-4D97-AF65-F5344CB8AC3E}">
        <p14:creationId xmlns:p14="http://schemas.microsoft.com/office/powerpoint/2010/main" val="3389932970"/>
      </p:ext>
    </p:extLst>
  </p:cSld>
  <p:clrMapOvr>
    <a:masterClrMapping/>
  </p:clrMapOvr>
  <p:hf hdr="0" dt="0"/>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7_Heading + 2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C5D1369-C3A7-9206-4979-61F7276BD768}"/>
              </a:ext>
            </a:extLst>
          </p:cNvPr>
          <p:cNvGraphicFramePr>
            <a:graphicFrameLocks noChangeAspect="1"/>
          </p:cNvGraphicFramePr>
          <p:nvPr>
            <p:custDataLst>
              <p:tags r:id="rId1"/>
            </p:custDataLst>
            <p:extLst>
              <p:ext uri="{D42A27DB-BD31-4B8C-83A1-F6EECF244321}">
                <p14:modId xmlns:p14="http://schemas.microsoft.com/office/powerpoint/2010/main" val="18424327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2C5D1369-C3A7-9206-4979-61F7276BD76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BF2C99D4-1D0B-974C-A2CA-E2DFFAFF0C2B}"/>
              </a:ext>
            </a:extLst>
          </p:cNvPr>
          <p:cNvSpPr/>
          <p:nvPr/>
        </p:nvSpPr>
        <p:spPr>
          <a:xfrm>
            <a:off x="0" y="1134478"/>
            <a:ext cx="12192000" cy="58476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0" y="4071131"/>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4363549"/>
            <a:ext cx="5454220" cy="1764602"/>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4363549"/>
            <a:ext cx="5454220" cy="1764602"/>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23" name="Straight Connector 22">
            <a:extLst>
              <a:ext uri="{FF2B5EF4-FFF2-40B4-BE49-F238E27FC236}">
                <a16:creationId xmlns:a16="http://schemas.microsoft.com/office/drawing/2014/main" id="{3CB5FDC6-D9CE-0244-B114-9EF7336BAC0A}"/>
              </a:ext>
            </a:extLst>
          </p:cNvPr>
          <p:cNvCxnSpPr>
            <a:cxnSpLocks/>
            <a:stCxn id="6" idx="0"/>
          </p:cNvCxnSpPr>
          <p:nvPr/>
        </p:nvCxnSpPr>
        <p:spPr>
          <a:xfrm>
            <a:off x="6096000" y="1134478"/>
            <a:ext cx="0" cy="5847662"/>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5898228"/>
      </p:ext>
    </p:extLst>
  </p:cSld>
  <p:clrMapOvr>
    <a:masterClrMapping/>
  </p:clrMapOvr>
  <p:hf hdr="0" dt="0"/>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p:cSld name="8_Heading + 2 column Whit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756F284F-C843-B515-E983-61735E6FEF9D}"/>
              </a:ext>
            </a:extLst>
          </p:cNvPr>
          <p:cNvGraphicFramePr>
            <a:graphicFrameLocks noChangeAspect="1"/>
          </p:cNvGraphicFramePr>
          <p:nvPr>
            <p:custDataLst>
              <p:tags r:id="rId1"/>
            </p:custDataLst>
            <p:extLst>
              <p:ext uri="{D42A27DB-BD31-4B8C-83A1-F6EECF244321}">
                <p14:modId xmlns:p14="http://schemas.microsoft.com/office/powerpoint/2010/main" val="92348155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756F284F-C843-B515-E983-61735E6FEF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824087"/>
            <a:ext cx="5454220" cy="1764602"/>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3824087"/>
            <a:ext cx="5454220" cy="1764602"/>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F194FD55-AE12-458A-948E-6EF3C401242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3201572507"/>
      </p:ext>
    </p:extLst>
  </p:cSld>
  <p:clrMapOvr>
    <a:masterClrMapping/>
  </p:clrMapOvr>
  <p:hf hdr="0" dt="0"/>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p:cSld name="7_Heading + 2 column Blue Pullou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70C47BE-FB02-9DC5-4E8F-241271994489}"/>
              </a:ext>
            </a:extLst>
          </p:cNvPr>
          <p:cNvGraphicFramePr>
            <a:graphicFrameLocks noChangeAspect="1"/>
          </p:cNvGraphicFramePr>
          <p:nvPr>
            <p:custDataLst>
              <p:tags r:id="rId1"/>
            </p:custDataLst>
            <p:extLst>
              <p:ext uri="{D42A27DB-BD31-4B8C-83A1-F6EECF244321}">
                <p14:modId xmlns:p14="http://schemas.microsoft.com/office/powerpoint/2010/main" val="39316662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E70C47BE-FB02-9DC5-4E8F-24127199448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0738" y="1426710"/>
            <a:ext cx="5454220" cy="4356413"/>
          </a:xfrm>
        </p:spPr>
        <p:txBody>
          <a:bodyPr/>
          <a:lstStyle>
            <a:lvl1pPr rtl="0">
              <a:spcAft>
                <a:spcPts val="900"/>
              </a:spcAft>
              <a:defRPr sz="3000" b="1" i="0">
                <a:solidFill>
                  <a:schemeClr val="bg1"/>
                </a:solidFill>
                <a:latin typeface="MarkOT" panose="020B0504020201010104" pitchFamily="34" charset="0"/>
              </a:defRPr>
            </a:lvl1pPr>
            <a:lvl2pPr marL="0" indent="0" rtl="0">
              <a:spcAft>
                <a:spcPts val="900"/>
              </a:spcAft>
              <a:buNone/>
              <a:tabLst/>
              <a:defRPr sz="3000">
                <a:solidFill>
                  <a:schemeClr val="bg1"/>
                </a:solidFill>
              </a:defRPr>
            </a:lvl2pPr>
            <a:lvl3pPr marL="180975" indent="-180975" rtl="0">
              <a:spcAft>
                <a:spcPts val="900"/>
              </a:spcAft>
              <a:tabLst/>
              <a:defRPr sz="3000">
                <a:solidFill>
                  <a:schemeClr val="bg1"/>
                </a:solidFill>
              </a:defRPr>
            </a:lvl3pPr>
            <a:lvl4pPr marL="355600" indent="-180975" rtl="0">
              <a:spcAft>
                <a:spcPts val="900"/>
              </a:spcAft>
              <a:tabLst/>
              <a:defRPr sz="3000">
                <a:solidFill>
                  <a:schemeClr val="bg1"/>
                </a:solidFill>
              </a:defRPr>
            </a:lvl4pPr>
            <a:lvl5pPr marL="579438" indent="-217488" rtl="0">
              <a:spcAft>
                <a:spcPts val="900"/>
              </a:spcAft>
              <a:tabLst/>
              <a:defRPr sz="3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cxnSp>
        <p:nvCxnSpPr>
          <p:cNvPr id="14" name="Straight Connector 13">
            <a:extLst>
              <a:ext uri="{FF2B5EF4-FFF2-40B4-BE49-F238E27FC236}">
                <a16:creationId xmlns:a16="http://schemas.microsoft.com/office/drawing/2014/main" id="{6895D787-4BD7-B34A-8633-D6CE32B01EB0}"/>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0333644"/>
      </p:ext>
    </p:extLst>
  </p:cSld>
  <p:clrMapOvr>
    <a:masterClrMapping/>
  </p:clrMapOvr>
  <p:hf hdr="0" dt="0"/>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p:cSld name="8_Heading + 2 column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44436C8-B01A-B141-FEDC-B0F12BA87BBB}"/>
              </a:ext>
            </a:extLst>
          </p:cNvPr>
          <p:cNvGraphicFramePr>
            <a:graphicFrameLocks noChangeAspect="1"/>
          </p:cNvGraphicFramePr>
          <p:nvPr>
            <p:custDataLst>
              <p:tags r:id="rId1"/>
            </p:custDataLst>
            <p:extLst>
              <p:ext uri="{D42A27DB-BD31-4B8C-83A1-F6EECF244321}">
                <p14:modId xmlns:p14="http://schemas.microsoft.com/office/powerpoint/2010/main" val="33484858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E44436C8-B01A-B141-FEDC-B0F12BA87BB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2864355"/>
      </p:ext>
    </p:extLst>
  </p:cSld>
  <p:clrMapOvr>
    <a:masterClrMapping/>
  </p:clrMapOvr>
  <p:hf hdr="0" dt="0"/>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p:cSld name="7_Heading + 2 column Re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E35EC6C-706C-A230-9F93-07B6A688B920}"/>
              </a:ext>
            </a:extLst>
          </p:cNvPr>
          <p:cNvGraphicFramePr>
            <a:graphicFrameLocks noChangeAspect="1"/>
          </p:cNvGraphicFramePr>
          <p:nvPr>
            <p:custDataLst>
              <p:tags r:id="rId1"/>
            </p:custDataLst>
            <p:extLst>
              <p:ext uri="{D42A27DB-BD31-4B8C-83A1-F6EECF244321}">
                <p14:modId xmlns:p14="http://schemas.microsoft.com/office/powerpoint/2010/main" val="3130705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1E35EC6C-706C-A230-9F93-07B6A688B92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rtl="0">
              <a:defRPr sz="3400">
                <a:solidFill>
                  <a:schemeClr val="bg1"/>
                </a:solidFill>
              </a:defRPr>
            </a:lvl1pPr>
          </a:lstStyle>
          <a:p>
            <a:r>
              <a:rPr lang="en-US"/>
              <a:t>Click to edit Master title style</a:t>
            </a:r>
            <a:endParaRPr lang="en-AU"/>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rtl="0">
              <a:spcAft>
                <a:spcPts val="900"/>
              </a:spcAft>
              <a:defRPr sz="1400" b="1" i="0">
                <a:solidFill>
                  <a:schemeClr val="accent2"/>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74968"/>
      </p:ext>
    </p:extLst>
  </p:cSld>
  <p:clrMapOvr>
    <a:masterClrMapping/>
  </p:clrMapOvr>
  <p:hf hdr="0" dt="0"/>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p:cSld name="7_2 Images + Text">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2552623-1464-6B49-E2A0-716051DA926F}"/>
              </a:ext>
            </a:extLst>
          </p:cNvPr>
          <p:cNvGraphicFramePr>
            <a:graphicFrameLocks noChangeAspect="1"/>
          </p:cNvGraphicFramePr>
          <p:nvPr>
            <p:custDataLst>
              <p:tags r:id="rId1"/>
            </p:custDataLst>
            <p:extLst>
              <p:ext uri="{D42A27DB-BD31-4B8C-83A1-F6EECF244321}">
                <p14:modId xmlns:p14="http://schemas.microsoft.com/office/powerpoint/2010/main" val="27203529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72552623-1464-6B49-E2A0-716051DA92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5">
            <a:extLst>
              <a:ext uri="{FF2B5EF4-FFF2-40B4-BE49-F238E27FC236}">
                <a16:creationId xmlns:a16="http://schemas.microsoft.com/office/drawing/2014/main" id="{3E18DB93-FC6E-0C47-9FB2-C9045133A01C}"/>
              </a:ext>
            </a:extLst>
          </p:cNvPr>
          <p:cNvSpPr>
            <a:spLocks noGrp="1"/>
          </p:cNvSpPr>
          <p:nvPr>
            <p:ph type="pic" sz="quarter" idx="12"/>
          </p:nvPr>
        </p:nvSpPr>
        <p:spPr>
          <a:xfrm>
            <a:off x="6096000" y="0"/>
            <a:ext cx="6125227" cy="3429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rtl="0">
              <a:defRPr sz="1000"/>
            </a:lvl1pPr>
          </a:lstStyle>
          <a:p>
            <a:r>
              <a:rPr lang="en-US"/>
              <a:t>Click icon to add picture</a:t>
            </a:r>
            <a:endParaRPr lang="en-AU"/>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lvl1pPr rtl="0">
              <a:defRPr/>
            </a:lvl1pPr>
          </a:lstStyle>
          <a:p>
            <a:pPr lvl="0"/>
            <a:r>
              <a:rPr lang="en-AU"/>
              <a:t> </a:t>
            </a:r>
          </a:p>
        </p:txBody>
      </p:sp>
      <p:sp>
        <p:nvSpPr>
          <p:cNvPr id="12" name="Text Placeholder 5">
            <a:extLst>
              <a:ext uri="{FF2B5EF4-FFF2-40B4-BE49-F238E27FC236}">
                <a16:creationId xmlns:a16="http://schemas.microsoft.com/office/drawing/2014/main" id="{02A55337-E9FA-8D48-9DB0-66362622AFC6}"/>
              </a:ext>
            </a:extLst>
          </p:cNvPr>
          <p:cNvSpPr>
            <a:spLocks noGrp="1"/>
          </p:cNvSpPr>
          <p:nvPr>
            <p:ph type="body" sz="quarter" idx="14" hasCustomPrompt="1"/>
          </p:nvPr>
        </p:nvSpPr>
        <p:spPr>
          <a:xfrm>
            <a:off x="10902950" y="284163"/>
            <a:ext cx="1001713" cy="336550"/>
          </a:xfrm>
        </p:spPr>
        <p:txBody>
          <a:bodyPr/>
          <a:lstStyle>
            <a:lvl1pPr algn="r" rtl="0">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AU" smtClean="0"/>
              <a:t>‹#›</a:t>
            </a:fld>
            <a:endParaRPr lang="en-AU"/>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rtl="0">
              <a:spcAft>
                <a:spcPts val="600"/>
              </a:spcAft>
              <a:defRPr sz="1200" b="1" i="0">
                <a:solidFill>
                  <a:schemeClr val="tx1"/>
                </a:solidFill>
                <a:latin typeface="MarkOT" panose="020B0504020201010104" pitchFamily="34" charset="0"/>
              </a:defRPr>
            </a:lvl1pPr>
            <a:lvl2pPr marL="0" indent="0" rtl="0">
              <a:spcAft>
                <a:spcPts val="600"/>
              </a:spcAft>
              <a:buNone/>
              <a:tabLst/>
              <a:defRPr sz="1200">
                <a:solidFill>
                  <a:schemeClr val="tx1"/>
                </a:solidFill>
              </a:defRPr>
            </a:lvl2pPr>
            <a:lvl3pPr marL="180975" indent="-180975" rtl="0">
              <a:spcAft>
                <a:spcPts val="600"/>
              </a:spcAft>
              <a:tabLst/>
              <a:defRPr sz="1200">
                <a:solidFill>
                  <a:schemeClr val="tx1"/>
                </a:solidFill>
              </a:defRPr>
            </a:lvl3pPr>
            <a:lvl4pPr marL="355600" indent="-180975" rtl="0">
              <a:spcAft>
                <a:spcPts val="600"/>
              </a:spcAft>
              <a:tabLst/>
              <a:defRPr sz="1200">
                <a:solidFill>
                  <a:schemeClr val="tx1"/>
                </a:solidFill>
              </a:defRPr>
            </a:lvl4pPr>
            <a:lvl5pPr marL="579438" indent="-217488" rtl="0">
              <a:spcAft>
                <a:spcPts val="600"/>
              </a:spcAft>
              <a:tabLs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441638149"/>
      </p:ext>
    </p:extLst>
  </p:cSld>
  <p:clrMapOvr>
    <a:masterClrMapping/>
  </p:clrMapOvr>
  <p:hf hdr="0" dt="0"/>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p:cSld name="7_1Heading + Text + Graphic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27D4740-D2E9-3F2C-FF79-B5D948CB2D36}"/>
              </a:ext>
            </a:extLst>
          </p:cNvPr>
          <p:cNvGraphicFramePr>
            <a:graphicFrameLocks noChangeAspect="1"/>
          </p:cNvGraphicFramePr>
          <p:nvPr>
            <p:custDataLst>
              <p:tags r:id="rId1"/>
            </p:custDataLst>
            <p:extLst>
              <p:ext uri="{D42A27DB-BD31-4B8C-83A1-F6EECF244321}">
                <p14:modId xmlns:p14="http://schemas.microsoft.com/office/powerpoint/2010/main" val="20904357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A27D4740-D2E9-3F2C-FF79-B5D948CB2D3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rtl="0">
              <a:spcAft>
                <a:spcPts val="900"/>
              </a:spcAft>
              <a:defRPr sz="1400" b="1" i="0">
                <a:solidFill>
                  <a:schemeClr val="tx1"/>
                </a:solidFill>
                <a:latin typeface="MarkOT" panose="020B0504020201010104" pitchFamily="34" charset="0"/>
              </a:defRPr>
            </a:lvl1pPr>
            <a:lvl2pPr marL="0" indent="0" rtl="0">
              <a:spcAft>
                <a:spcPts val="900"/>
              </a:spcAft>
              <a:buNone/>
              <a:tabLst/>
              <a:defRPr sz="1400">
                <a:solidFill>
                  <a:schemeClr val="tx1"/>
                </a:solidFill>
              </a:defRPr>
            </a:lvl2pPr>
            <a:lvl3pPr marL="180975" indent="-180975" rtl="0">
              <a:spcAft>
                <a:spcPts val="900"/>
              </a:spcAft>
              <a:tabLst/>
              <a:defRPr sz="1400">
                <a:solidFill>
                  <a:schemeClr val="tx1"/>
                </a:solidFill>
              </a:defRPr>
            </a:lvl3pPr>
            <a:lvl4pPr marL="355600" indent="-180975" rtl="0">
              <a:spcAft>
                <a:spcPts val="900"/>
              </a:spcAft>
              <a:tabLst/>
              <a:defRPr sz="1400">
                <a:solidFill>
                  <a:schemeClr val="tx1"/>
                </a:solidFill>
              </a:defRPr>
            </a:lvl4pPr>
            <a:lvl5pPr marL="579438" indent="-217488" rtl="0">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pic>
        <p:nvPicPr>
          <p:cNvPr id="7" name="Picture 6">
            <a:extLst>
              <a:ext uri="{FF2B5EF4-FFF2-40B4-BE49-F238E27FC236}">
                <a16:creationId xmlns:a16="http://schemas.microsoft.com/office/drawing/2014/main" id="{E69A4D32-00C7-4E48-A080-0F06A8C32A2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262882289"/>
      </p:ext>
    </p:extLst>
  </p:cSld>
  <p:clrMapOvr>
    <a:masterClrMapping/>
  </p:clrMapOvr>
  <p:hf hdr="0" dt="0"/>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p:cSld name="7_Heading + Text + Graphics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21A09A9-7715-A441-ADC9-B6390ECED1BA}"/>
              </a:ext>
            </a:extLst>
          </p:cNvPr>
          <p:cNvGraphicFramePr>
            <a:graphicFrameLocks noChangeAspect="1"/>
          </p:cNvGraphicFramePr>
          <p:nvPr>
            <p:custDataLst>
              <p:tags r:id="rId1"/>
            </p:custDataLst>
            <p:extLst>
              <p:ext uri="{D42A27DB-BD31-4B8C-83A1-F6EECF244321}">
                <p14:modId xmlns:p14="http://schemas.microsoft.com/office/powerpoint/2010/main" val="2782244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F21A09A9-7715-A441-ADC9-B6390ECED1B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9C3D6F18-9B22-784C-9480-84E4008C0A54}"/>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rtl="0">
              <a:spcAft>
                <a:spcPts val="900"/>
              </a:spcAft>
              <a:defRPr sz="1400" b="1" i="0">
                <a:solidFill>
                  <a:schemeClr val="bg1"/>
                </a:solidFill>
                <a:latin typeface="MarkOT" panose="020B0504020201010104" pitchFamily="34" charset="0"/>
              </a:defRPr>
            </a:lvl1pPr>
            <a:lvl2pPr marL="0" indent="0" rtl="0">
              <a:spcAft>
                <a:spcPts val="900"/>
              </a:spcAft>
              <a:buNone/>
              <a:tabLst/>
              <a:defRPr sz="1400">
                <a:solidFill>
                  <a:schemeClr val="bg1"/>
                </a:solidFill>
              </a:defRPr>
            </a:lvl2pPr>
            <a:lvl3pPr marL="180975" indent="-180975" rtl="0">
              <a:spcAft>
                <a:spcPts val="900"/>
              </a:spcAft>
              <a:tabLst/>
              <a:defRPr sz="1400">
                <a:solidFill>
                  <a:schemeClr val="bg1"/>
                </a:solidFill>
              </a:defRPr>
            </a:lvl3pPr>
            <a:lvl4pPr marL="355600" indent="-180975" rtl="0">
              <a:spcAft>
                <a:spcPts val="900"/>
              </a:spcAft>
              <a:tabLst/>
              <a:defRPr sz="1400">
                <a:solidFill>
                  <a:schemeClr val="bg1"/>
                </a:solidFill>
              </a:defRPr>
            </a:lvl4pPr>
            <a:lvl5pPr marL="579438" indent="-217488" rtl="0">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47070" cy="713230"/>
          </a:xfrm>
        </p:spPr>
        <p:txBody>
          <a:bodyPr vert="horz"/>
          <a:lstStyle>
            <a:lvl1pPr rtl="0">
              <a:defRPr sz="3400">
                <a:solidFill>
                  <a:schemeClr val="bg1"/>
                </a:solidFill>
              </a:defRPr>
            </a:lvl1pPr>
          </a:lstStyle>
          <a:p>
            <a:r>
              <a:rPr lang="en-US"/>
              <a:t>Click to edit Master title style</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4707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pic>
        <p:nvPicPr>
          <p:cNvPr id="14" name="Picture 13">
            <a:extLst>
              <a:ext uri="{FF2B5EF4-FFF2-40B4-BE49-F238E27FC236}">
                <a16:creationId xmlns:a16="http://schemas.microsoft.com/office/drawing/2014/main" id="{5326D22B-2854-4441-B691-DDCD04F7072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Tree>
    <p:extLst>
      <p:ext uri="{BB962C8B-B14F-4D97-AF65-F5344CB8AC3E}">
        <p14:creationId xmlns:p14="http://schemas.microsoft.com/office/powerpoint/2010/main" val="153419543"/>
      </p:ext>
    </p:extLst>
  </p:cSld>
  <p:clrMapOvr>
    <a:masterClrMapping/>
  </p:clrMapOvr>
  <p:hf hdr="0" dt="0"/>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p:cSld name="7_2 Panel Text + Chart Blue">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4AECA27-C8CE-FF90-BB94-AFBD9BCFA26F}"/>
              </a:ext>
            </a:extLst>
          </p:cNvPr>
          <p:cNvGraphicFramePr>
            <a:graphicFrameLocks noChangeAspect="1"/>
          </p:cNvGraphicFramePr>
          <p:nvPr>
            <p:custDataLst>
              <p:tags r:id="rId1"/>
            </p:custDataLst>
            <p:extLst>
              <p:ext uri="{D42A27DB-BD31-4B8C-83A1-F6EECF244321}">
                <p14:modId xmlns:p14="http://schemas.microsoft.com/office/powerpoint/2010/main" val="33400094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C4AECA27-C8CE-FF90-BB94-AFBD9BCFA2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45A67307-9816-4E4C-80AE-6BEDE1207DB2}"/>
              </a:ext>
            </a:extLst>
          </p:cNvPr>
          <p:cNvSpPr/>
          <p:nvPr/>
        </p:nvSpPr>
        <p:spPr>
          <a:xfrm>
            <a:off x="609600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AU">
              <a:latin typeface="MarkOT" panose="020B0504020201010104" pitchFamily="34" charset="0"/>
            </a:endParaRPr>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rtl="0">
              <a:spcAft>
                <a:spcPts val="600"/>
              </a:spcAft>
              <a:defRPr sz="1200" b="1" i="0">
                <a:solidFill>
                  <a:schemeClr val="bg1"/>
                </a:solidFill>
                <a:latin typeface="MarkOT" panose="020B0504020201010104" pitchFamily="34" charset="0"/>
              </a:defRPr>
            </a:lvl1pPr>
            <a:lvl2pPr marL="0" indent="0" rtl="0">
              <a:spcAft>
                <a:spcPts val="600"/>
              </a:spcAft>
              <a:buNone/>
              <a:tabLst/>
              <a:defRPr sz="1200">
                <a:solidFill>
                  <a:schemeClr val="bg1"/>
                </a:solidFill>
              </a:defRPr>
            </a:lvl2pPr>
            <a:lvl3pPr marL="180975" indent="-180975" rtl="0">
              <a:spcAft>
                <a:spcPts val="600"/>
              </a:spcAft>
              <a:tabLst/>
              <a:defRPr sz="1200">
                <a:solidFill>
                  <a:schemeClr val="bg1"/>
                </a:solidFill>
              </a:defRPr>
            </a:lvl3pPr>
            <a:lvl4pPr marL="355600" indent="-180975" rtl="0">
              <a:spcAft>
                <a:spcPts val="600"/>
              </a:spcAft>
              <a:tabLst/>
              <a:defRPr sz="1200">
                <a:solidFill>
                  <a:schemeClr val="bg1"/>
                </a:solidFill>
              </a:defRPr>
            </a:lvl4pPr>
            <a:lvl5pPr marL="579438" indent="-217488" rtl="0">
              <a:spcAft>
                <a:spcPts val="600"/>
              </a:spcAft>
              <a:tabLst/>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bg1"/>
                </a:solidFill>
                <a:latin typeface="MarkOT" panose="020B0504020201010104" pitchFamily="34" charset="0"/>
              </a:rPr>
              <a:pPr algn="r" rtl="0"/>
              <a:t>‹#›</a:t>
            </a:fld>
            <a:endParaRPr lang="en-AU" sz="1000" b="0" i="0">
              <a:solidFill>
                <a:schemeClr val="bg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544707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rtl="0">
              <a:defRPr sz="1000"/>
            </a:lvl1pPr>
          </a:lstStyle>
          <a:p>
            <a:r>
              <a:rPr lang="en-US"/>
              <a:t>Click icon to add chart</a:t>
            </a:r>
            <a:endParaRPr lang="en-AU"/>
          </a:p>
        </p:txBody>
      </p:sp>
    </p:spTree>
    <p:extLst>
      <p:ext uri="{BB962C8B-B14F-4D97-AF65-F5344CB8AC3E}">
        <p14:creationId xmlns:p14="http://schemas.microsoft.com/office/powerpoint/2010/main" val="960344596"/>
      </p:ext>
    </p:extLst>
  </p:cSld>
  <p:clrMapOvr>
    <a:masterClrMapping/>
  </p:clrMapOvr>
  <p:hf hdr="0" dt="0"/>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p:cSld name="7_1 Panel Text + Chart Lef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916149-23A7-BAC8-04D8-A0B527D2F094}"/>
              </a:ext>
            </a:extLst>
          </p:cNvPr>
          <p:cNvGraphicFramePr>
            <a:graphicFrameLocks noChangeAspect="1"/>
          </p:cNvGraphicFramePr>
          <p:nvPr>
            <p:custDataLst>
              <p:tags r:id="rId1"/>
            </p:custDataLst>
            <p:extLst>
              <p:ext uri="{D42A27DB-BD31-4B8C-83A1-F6EECF244321}">
                <p14:modId xmlns:p14="http://schemas.microsoft.com/office/powerpoint/2010/main" val="5162345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1C916149-23A7-BAC8-04D8-A0B527D2F09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6564314" y="1520825"/>
            <a:ext cx="5327649" cy="5040301"/>
          </a:xfrm>
        </p:spPr>
        <p:txBody>
          <a:bodyPr/>
          <a:lstStyle>
            <a:lvl1pPr rtl="0">
              <a:spcAft>
                <a:spcPts val="600"/>
              </a:spcAft>
              <a:defRPr sz="1400" b="1" i="0">
                <a:solidFill>
                  <a:schemeClr val="tx1"/>
                </a:solidFill>
                <a:latin typeface="MarkOT" panose="020B0504020201010104" pitchFamily="34" charset="0"/>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rtl="0">
              <a:defRPr sz="1000"/>
            </a:lvl1pPr>
          </a:lstStyle>
          <a:p>
            <a:r>
              <a:rPr lang="en-US"/>
              <a:t>Click icon to add chart</a:t>
            </a:r>
            <a:endParaRPr lang="en-AU"/>
          </a:p>
        </p:txBody>
      </p:sp>
      <p:pic>
        <p:nvPicPr>
          <p:cNvPr id="8" name="Picture 7">
            <a:extLst>
              <a:ext uri="{FF2B5EF4-FFF2-40B4-BE49-F238E27FC236}">
                <a16:creationId xmlns:a16="http://schemas.microsoft.com/office/drawing/2014/main" id="{3B6DF5B5-C373-4E55-A4A7-C3AFC2624B0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3105096846"/>
      </p:ext>
    </p:extLst>
  </p:cSld>
  <p:clrMapOvr>
    <a:masterClrMapping/>
  </p:clrMapOvr>
  <p:hf hdr="0" dt="0"/>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p:cSld name="7_1 Panel Text + Chart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1A2BE3-2E6F-ACD8-8B5E-9CEA4E8C6739}"/>
              </a:ext>
            </a:extLst>
          </p:cNvPr>
          <p:cNvGraphicFramePr>
            <a:graphicFrameLocks noChangeAspect="1"/>
          </p:cNvGraphicFramePr>
          <p:nvPr>
            <p:custDataLst>
              <p:tags r:id="rId1"/>
            </p:custDataLst>
            <p:extLst>
              <p:ext uri="{D42A27DB-BD31-4B8C-83A1-F6EECF244321}">
                <p14:modId xmlns:p14="http://schemas.microsoft.com/office/powerpoint/2010/main" val="6477617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A71A2BE3-2E6F-ACD8-8B5E-9CEA4E8C673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1520825"/>
            <a:ext cx="5327649" cy="4202697"/>
          </a:xfrm>
        </p:spPr>
        <p:txBody>
          <a:bodyPr/>
          <a:lstStyle>
            <a:lvl1pPr rtl="0">
              <a:spcAft>
                <a:spcPts val="600"/>
              </a:spcAft>
              <a:defRPr sz="1400" b="1" i="0">
                <a:solidFill>
                  <a:schemeClr val="tx1"/>
                </a:solidFill>
                <a:latin typeface="MarkOT" panose="020B0504020201010104" pitchFamily="34" charset="0"/>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6564313" y="1134478"/>
            <a:ext cx="5327650" cy="5439741"/>
          </a:xfrm>
        </p:spPr>
        <p:txBody>
          <a:bodyPr anchor="ctr" anchorCtr="0"/>
          <a:lstStyle>
            <a:lvl1pPr algn="ctr" rtl="0">
              <a:defRPr sz="1000"/>
            </a:lvl1pPr>
          </a:lstStyle>
          <a:p>
            <a:r>
              <a:rPr lang="en-AU"/>
              <a:t>H</a:t>
            </a:r>
          </a:p>
        </p:txBody>
      </p:sp>
      <p:pic>
        <p:nvPicPr>
          <p:cNvPr id="8" name="Picture 7">
            <a:extLst>
              <a:ext uri="{FF2B5EF4-FFF2-40B4-BE49-F238E27FC236}">
                <a16:creationId xmlns:a16="http://schemas.microsoft.com/office/drawing/2014/main" id="{5DF87350-8312-462F-8F27-17F46762F139}"/>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1713448060"/>
      </p:ext>
    </p:extLst>
  </p:cSld>
  <p:clrMapOvr>
    <a:masterClrMapping/>
  </p:clrMapOvr>
  <p:hf hdr="0" dt="0"/>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7_3 Chart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C5B7F24-F4D6-B076-B837-B5E205703AB3}"/>
              </a:ext>
            </a:extLst>
          </p:cNvPr>
          <p:cNvGraphicFramePr>
            <a:graphicFrameLocks noChangeAspect="1"/>
          </p:cNvGraphicFramePr>
          <p:nvPr>
            <p:custDataLst>
              <p:tags r:id="rId1"/>
            </p:custDataLst>
            <p:extLst>
              <p:ext uri="{D42A27DB-BD31-4B8C-83A1-F6EECF244321}">
                <p14:modId xmlns:p14="http://schemas.microsoft.com/office/powerpoint/2010/main" val="38018084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EC5B7F24-F4D6-B076-B837-B5E205703AB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MarkOT" panose="020B0504020201010104" pitchFamily="34" charset="0"/>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rtl="0">
              <a:defRPr sz="3400">
                <a:solidFill>
                  <a:schemeClr val="tx1"/>
                </a:solidFill>
              </a:defRPr>
            </a:lvl1pPr>
          </a:lstStyle>
          <a:p>
            <a:r>
              <a:rPr lang="en-US"/>
              <a:t>Click to edit Master title style</a:t>
            </a:r>
            <a:endParaRPr lang="en-AU"/>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6"/>
            <a:ext cx="3732291" cy="2567152"/>
          </a:xfrm>
        </p:spPr>
        <p:txBody>
          <a:bodyPr anchor="ctr" anchorCtr="0"/>
          <a:lstStyle>
            <a:lvl1pPr algn="ctr" rtl="0">
              <a:defRPr sz="1000"/>
            </a:lvl1pPr>
          </a:lstStyle>
          <a:p>
            <a:r>
              <a:rPr lang="en-AU"/>
              <a:t>H</a:t>
            </a:r>
          </a:p>
        </p:txBody>
      </p:sp>
      <p:sp>
        <p:nvSpPr>
          <p:cNvPr id="12" name="Text Placeholder 14">
            <a:extLst>
              <a:ext uri="{FF2B5EF4-FFF2-40B4-BE49-F238E27FC236}">
                <a16:creationId xmlns:a16="http://schemas.microsoft.com/office/drawing/2014/main" id="{E49C82BB-40C5-7B4F-A88F-AD41B1301F3A}"/>
              </a:ext>
            </a:extLst>
          </p:cNvPr>
          <p:cNvSpPr>
            <a:spLocks noGrp="1"/>
          </p:cNvSpPr>
          <p:nvPr>
            <p:ph type="body" sz="quarter" idx="21"/>
          </p:nvPr>
        </p:nvSpPr>
        <p:spPr>
          <a:xfrm>
            <a:off x="4247654"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MarkOT" panose="020B0504020201010104" pitchFamily="34" charset="0"/>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3" name="Text Placeholder 14">
            <a:extLst>
              <a:ext uri="{FF2B5EF4-FFF2-40B4-BE49-F238E27FC236}">
                <a16:creationId xmlns:a16="http://schemas.microsoft.com/office/drawing/2014/main" id="{9E8EA932-8B25-BC44-A1CE-CE4B99DC61CE}"/>
              </a:ext>
            </a:extLst>
          </p:cNvPr>
          <p:cNvSpPr>
            <a:spLocks noGrp="1"/>
          </p:cNvSpPr>
          <p:nvPr>
            <p:ph type="body" sz="quarter" idx="22"/>
          </p:nvPr>
        </p:nvSpPr>
        <p:spPr>
          <a:xfrm>
            <a:off x="8166941" y="4186988"/>
            <a:ext cx="3732291" cy="1564106"/>
          </a:xfrm>
          <a:solidFill>
            <a:schemeClr val="accent4"/>
          </a:solidFill>
        </p:spPr>
        <p:txBody>
          <a:bodyPr lIns="144000" tIns="144000" rIns="144000" bIns="144000"/>
          <a:lstStyle>
            <a:lvl1pPr rtl="0">
              <a:spcAft>
                <a:spcPts val="600"/>
              </a:spcAft>
              <a:defRPr sz="1400" b="1" i="0">
                <a:solidFill>
                  <a:schemeClr val="tx1"/>
                </a:solidFill>
                <a:latin typeface="MarkOT" panose="020B0504020201010104" pitchFamily="34" charset="0"/>
              </a:defRPr>
            </a:lvl1pPr>
            <a:lvl2pPr marL="0" indent="0" rtl="0">
              <a:spcAft>
                <a:spcPts val="600"/>
              </a:spcAft>
              <a:buNone/>
              <a:tabLst/>
              <a:defRPr sz="1400">
                <a:solidFill>
                  <a:schemeClr val="tx1"/>
                </a:solidFill>
              </a:defRPr>
            </a:lvl2pPr>
            <a:lvl3pPr marL="180975" indent="-180975" rtl="0">
              <a:spcAft>
                <a:spcPts val="600"/>
              </a:spcAft>
              <a:tabLst/>
              <a:defRPr sz="1400">
                <a:solidFill>
                  <a:schemeClr val="tx1"/>
                </a:solidFill>
              </a:defRPr>
            </a:lvl3pPr>
            <a:lvl4pPr marL="355600" indent="-180975" rtl="0">
              <a:spcAft>
                <a:spcPts val="600"/>
              </a:spcAft>
              <a:tabLst/>
              <a:defRPr sz="1400">
                <a:solidFill>
                  <a:schemeClr val="tx1"/>
                </a:solidFill>
              </a:defRPr>
            </a:lvl4pPr>
            <a:lvl5pPr marL="579438" indent="-217488" rtl="0">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6" name="Chart Placeholder 3">
            <a:extLst>
              <a:ext uri="{FF2B5EF4-FFF2-40B4-BE49-F238E27FC236}">
                <a16:creationId xmlns:a16="http://schemas.microsoft.com/office/drawing/2014/main" id="{1C8F9151-E430-9E48-BC52-ECDD1C4DFB70}"/>
              </a:ext>
            </a:extLst>
          </p:cNvPr>
          <p:cNvSpPr>
            <a:spLocks noGrp="1"/>
          </p:cNvSpPr>
          <p:nvPr>
            <p:ph type="chart" sz="quarter" idx="23" hasCustomPrompt="1"/>
          </p:nvPr>
        </p:nvSpPr>
        <p:spPr>
          <a:xfrm>
            <a:off x="4245226" y="1520826"/>
            <a:ext cx="3732291" cy="2567152"/>
          </a:xfrm>
        </p:spPr>
        <p:txBody>
          <a:bodyPr anchor="ctr" anchorCtr="0"/>
          <a:lstStyle>
            <a:lvl1pPr algn="ctr" rtl="0">
              <a:defRPr sz="1000"/>
            </a:lvl1pPr>
          </a:lstStyle>
          <a:p>
            <a:r>
              <a:rPr lang="en-AU"/>
              <a:t>H</a:t>
            </a:r>
          </a:p>
        </p:txBody>
      </p:sp>
      <p:sp>
        <p:nvSpPr>
          <p:cNvPr id="17" name="Chart Placeholder 3">
            <a:extLst>
              <a:ext uri="{FF2B5EF4-FFF2-40B4-BE49-F238E27FC236}">
                <a16:creationId xmlns:a16="http://schemas.microsoft.com/office/drawing/2014/main" id="{FF79B36D-D641-744B-BA4C-687E6D90E7C5}"/>
              </a:ext>
            </a:extLst>
          </p:cNvPr>
          <p:cNvSpPr>
            <a:spLocks noGrp="1"/>
          </p:cNvSpPr>
          <p:nvPr>
            <p:ph type="chart" sz="quarter" idx="24" hasCustomPrompt="1"/>
          </p:nvPr>
        </p:nvSpPr>
        <p:spPr>
          <a:xfrm>
            <a:off x="8167520" y="1520826"/>
            <a:ext cx="3732291" cy="2567152"/>
          </a:xfrm>
        </p:spPr>
        <p:txBody>
          <a:bodyPr anchor="ctr" anchorCtr="0"/>
          <a:lstStyle>
            <a:lvl1pPr algn="ctr" rtl="0">
              <a:defRPr sz="1000"/>
            </a:lvl1pPr>
          </a:lstStyle>
          <a:p>
            <a:r>
              <a:rPr lang="en-AU"/>
              <a:t>H</a:t>
            </a:r>
          </a:p>
        </p:txBody>
      </p:sp>
      <p:pic>
        <p:nvPicPr>
          <p:cNvPr id="18" name="Picture 17">
            <a:extLst>
              <a:ext uri="{FF2B5EF4-FFF2-40B4-BE49-F238E27FC236}">
                <a16:creationId xmlns:a16="http://schemas.microsoft.com/office/drawing/2014/main" id="{6F229A43-7FBA-4C08-A782-FC6CC708206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391009" y="6088284"/>
            <a:ext cx="500954" cy="502391"/>
          </a:xfrm>
          <a:prstGeom prst="rect">
            <a:avLst/>
          </a:prstGeom>
        </p:spPr>
      </p:pic>
    </p:spTree>
    <p:extLst>
      <p:ext uri="{BB962C8B-B14F-4D97-AF65-F5344CB8AC3E}">
        <p14:creationId xmlns:p14="http://schemas.microsoft.com/office/powerpoint/2010/main" val="3284593275"/>
      </p:ext>
    </p:extLst>
  </p:cSld>
  <p:clrMapOvr>
    <a:masterClrMapping/>
  </p:clrMapOvr>
  <p:hf hdr="0" dt="0"/>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4_Heading + Conten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AAB89B2-72F5-037D-0E80-50245CD630B6}"/>
              </a:ext>
            </a:extLst>
          </p:cNvPr>
          <p:cNvGraphicFramePr>
            <a:graphicFrameLocks noChangeAspect="1"/>
          </p:cNvGraphicFramePr>
          <p:nvPr>
            <p:custDataLst>
              <p:tags r:id="rId1"/>
            </p:custDataLst>
            <p:extLst>
              <p:ext uri="{D42A27DB-BD31-4B8C-83A1-F6EECF244321}">
                <p14:modId xmlns:p14="http://schemas.microsoft.com/office/powerpoint/2010/main" val="33339171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EAAB89B2-72F5-037D-0E80-50245CD630B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399">
                <a:solidFill>
                  <a:srgbClr val="004455"/>
                </a:solidFill>
              </a:defRPr>
            </a:lvl1pPr>
          </a:lstStyle>
          <a:p>
            <a:r>
              <a:rPr lang="en-US"/>
              <a:t>Click to edit Master title style</a:t>
            </a:r>
            <a:endParaRPr lang="en-AU"/>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2" y="5961068"/>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rgbClr val="004455"/>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1641959601"/>
      </p:ext>
    </p:extLst>
  </p:cSld>
  <p:clrMapOvr>
    <a:masterClrMapping/>
  </p:clrMapOvr>
  <p:hf hdr="0" dt="0"/>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2_Title and Content">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B02668D3-FB35-472E-8773-B92244EF57CC}"/>
              </a:ext>
            </a:extLst>
          </p:cNvPr>
          <p:cNvGraphicFramePr>
            <a:graphicFrameLocks noChangeAspect="1"/>
          </p:cNvGraphicFramePr>
          <p:nvPr>
            <p:custDataLst>
              <p:tags r:id="rId1"/>
            </p:custDataLst>
            <p:extLst>
              <p:ext uri="{D42A27DB-BD31-4B8C-83A1-F6EECF244321}">
                <p14:modId xmlns:p14="http://schemas.microsoft.com/office/powerpoint/2010/main" val="3303310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B02668D3-FB35-472E-8773-B92244EF57C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p:cNvSpPr>
            <a:spLocks noGrp="1"/>
          </p:cNvSpPr>
          <p:nvPr>
            <p:ph idx="1"/>
          </p:nvPr>
        </p:nvSpPr>
        <p:spPr>
          <a:xfrm>
            <a:off x="549417" y="1277019"/>
            <a:ext cx="5367149" cy="2331369"/>
          </a:xfrm>
          <a:prstGeom prst="rect">
            <a:avLst/>
          </a:prstGeom>
        </p:spPr>
        <p:txBody>
          <a:bodyPr/>
          <a:lstStyle>
            <a:lvl1pPr rtl="0">
              <a:defRPr sz="1800">
                <a:latin typeface="Arial" panose="020B0604020202020204" pitchFamily="34" charset="0"/>
                <a:cs typeface="Arial" panose="020B0604020202020204" pitchFamily="34" charset="0"/>
              </a:defRPr>
            </a:lvl1pPr>
            <a:lvl2pPr rtl="0">
              <a:defRPr sz="1800">
                <a:latin typeface="Arial" panose="020B0604020202020204" pitchFamily="34" charset="0"/>
                <a:cs typeface="Arial" panose="020B0604020202020204" pitchFamily="34" charset="0"/>
              </a:defRPr>
            </a:lvl2pPr>
            <a:lvl3pPr rtl="0">
              <a:defRPr sz="1800">
                <a:latin typeface="Arial" panose="020B0604020202020204" pitchFamily="34" charset="0"/>
                <a:cs typeface="Arial" panose="020B0604020202020204" pitchFamily="34" charset="0"/>
              </a:defRPr>
            </a:lvl3pPr>
            <a:lvl4pPr rtl="0">
              <a:defRPr sz="1800">
                <a:latin typeface="Arial" panose="020B0604020202020204" pitchFamily="34" charset="0"/>
                <a:cs typeface="Arial" panose="020B0604020202020204" pitchFamily="34" charset="0"/>
              </a:defRPr>
            </a:lvl4pPr>
            <a:lvl5pPr rtl="0">
              <a:defRPr sz="1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8" name="Text Placeholder 2"/>
          <p:cNvSpPr>
            <a:spLocks noGrp="1"/>
          </p:cNvSpPr>
          <p:nvPr>
            <p:ph type="body" sz="quarter" idx="11" hasCustomPrompt="1"/>
          </p:nvPr>
        </p:nvSpPr>
        <p:spPr>
          <a:xfrm>
            <a:off x="549417" y="850329"/>
            <a:ext cx="5367149" cy="391430"/>
          </a:xfrm>
          <a:prstGeom prst="rect">
            <a:avLst/>
          </a:prstGeom>
        </p:spPr>
        <p:txBody>
          <a:bodyPr wrap="square" anchor="ctr">
            <a:normAutofit/>
          </a:bodyPr>
          <a:lstStyle>
            <a:lvl1pPr marL="0" marR="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sz="1400" i="1">
                <a:solidFill>
                  <a:schemeClr val="bg1">
                    <a:lumMod val="50000"/>
                  </a:schemeClr>
                </a:solidFill>
              </a:defRPr>
            </a:lvl1pPr>
          </a:lstStyle>
          <a:p>
            <a:pPr marL="0" marR="0" lvl="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a:pPr>
            <a:r>
              <a:rPr lang="en-AU"/>
              <a:t>Click to add title</a:t>
            </a:r>
          </a:p>
        </p:txBody>
      </p:sp>
      <p:sp>
        <p:nvSpPr>
          <p:cNvPr id="9" name="Content Placeholder 2"/>
          <p:cNvSpPr>
            <a:spLocks noGrp="1"/>
          </p:cNvSpPr>
          <p:nvPr>
            <p:ph idx="12"/>
          </p:nvPr>
        </p:nvSpPr>
        <p:spPr>
          <a:xfrm>
            <a:off x="6338541" y="1277019"/>
            <a:ext cx="5294659" cy="2331369"/>
          </a:xfrm>
          <a:prstGeom prst="rect">
            <a:avLst/>
          </a:prstGeom>
        </p:spPr>
        <p:txBody>
          <a:bodyPr/>
          <a:lstStyle>
            <a:lvl1pPr rtl="0">
              <a:defRPr sz="1800">
                <a:latin typeface="Arial" panose="020B0604020202020204" pitchFamily="34" charset="0"/>
                <a:cs typeface="Arial" panose="020B0604020202020204" pitchFamily="34" charset="0"/>
              </a:defRPr>
            </a:lvl1pPr>
            <a:lvl2pPr rtl="0">
              <a:defRPr sz="1800">
                <a:latin typeface="Arial" panose="020B0604020202020204" pitchFamily="34" charset="0"/>
                <a:cs typeface="Arial" panose="020B0604020202020204" pitchFamily="34" charset="0"/>
              </a:defRPr>
            </a:lvl2pPr>
            <a:lvl3pPr rtl="0">
              <a:defRPr sz="1800">
                <a:latin typeface="Arial" panose="020B0604020202020204" pitchFamily="34" charset="0"/>
                <a:cs typeface="Arial" panose="020B0604020202020204" pitchFamily="34" charset="0"/>
              </a:defRPr>
            </a:lvl3pPr>
            <a:lvl4pPr rtl="0">
              <a:defRPr sz="1800">
                <a:latin typeface="Arial" panose="020B0604020202020204" pitchFamily="34" charset="0"/>
                <a:cs typeface="Arial" panose="020B0604020202020204" pitchFamily="34" charset="0"/>
              </a:defRPr>
            </a:lvl4pPr>
            <a:lvl5pPr rtl="0">
              <a:defRPr sz="1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 name="Text Placeholder 2"/>
          <p:cNvSpPr>
            <a:spLocks noGrp="1"/>
          </p:cNvSpPr>
          <p:nvPr>
            <p:ph type="body" sz="quarter" idx="13" hasCustomPrompt="1"/>
          </p:nvPr>
        </p:nvSpPr>
        <p:spPr>
          <a:xfrm>
            <a:off x="6338541" y="850329"/>
            <a:ext cx="5304041" cy="391430"/>
          </a:xfrm>
          <a:prstGeom prst="rect">
            <a:avLst/>
          </a:prstGeom>
        </p:spPr>
        <p:txBody>
          <a:bodyPr wrap="square" anchor="ctr">
            <a:normAutofit/>
          </a:bodyPr>
          <a:lstStyle>
            <a:lvl1pPr marL="0" marR="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sz="1400" i="1">
                <a:solidFill>
                  <a:schemeClr val="bg1">
                    <a:lumMod val="50000"/>
                  </a:schemeClr>
                </a:solidFill>
              </a:defRPr>
            </a:lvl1pPr>
          </a:lstStyle>
          <a:p>
            <a:pPr marL="0" marR="0" lvl="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a:pPr>
            <a:r>
              <a:rPr lang="en-AU"/>
              <a:t>Click to add title</a:t>
            </a:r>
          </a:p>
        </p:txBody>
      </p:sp>
      <p:sp>
        <p:nvSpPr>
          <p:cNvPr id="11" name="Content Placeholder 2"/>
          <p:cNvSpPr>
            <a:spLocks noGrp="1"/>
          </p:cNvSpPr>
          <p:nvPr>
            <p:ph idx="14"/>
          </p:nvPr>
        </p:nvSpPr>
        <p:spPr>
          <a:xfrm>
            <a:off x="549417" y="4216053"/>
            <a:ext cx="5340566" cy="2331369"/>
          </a:xfrm>
          <a:prstGeom prst="rect">
            <a:avLst/>
          </a:prstGeom>
        </p:spPr>
        <p:txBody>
          <a:bodyPr/>
          <a:lstStyle>
            <a:lvl1pPr rtl="0">
              <a:defRPr sz="1800">
                <a:latin typeface="Arial" panose="020B0604020202020204" pitchFamily="34" charset="0"/>
                <a:cs typeface="Arial" panose="020B0604020202020204" pitchFamily="34" charset="0"/>
              </a:defRPr>
            </a:lvl1pPr>
            <a:lvl2pPr rtl="0">
              <a:defRPr sz="1800">
                <a:latin typeface="Arial" panose="020B0604020202020204" pitchFamily="34" charset="0"/>
                <a:cs typeface="Arial" panose="020B0604020202020204" pitchFamily="34" charset="0"/>
              </a:defRPr>
            </a:lvl2pPr>
            <a:lvl3pPr rtl="0">
              <a:defRPr sz="1800">
                <a:latin typeface="Arial" panose="020B0604020202020204" pitchFamily="34" charset="0"/>
                <a:cs typeface="Arial" panose="020B0604020202020204" pitchFamily="34" charset="0"/>
              </a:defRPr>
            </a:lvl3pPr>
            <a:lvl4pPr rtl="0">
              <a:defRPr sz="1800">
                <a:latin typeface="Arial" panose="020B0604020202020204" pitchFamily="34" charset="0"/>
                <a:cs typeface="Arial" panose="020B0604020202020204" pitchFamily="34" charset="0"/>
              </a:defRPr>
            </a:lvl4pPr>
            <a:lvl5pPr rtl="0">
              <a:defRPr sz="1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2" name="Text Placeholder 2"/>
          <p:cNvSpPr>
            <a:spLocks noGrp="1"/>
          </p:cNvSpPr>
          <p:nvPr>
            <p:ph type="body" sz="quarter" idx="15" hasCustomPrompt="1"/>
          </p:nvPr>
        </p:nvSpPr>
        <p:spPr>
          <a:xfrm>
            <a:off x="549417" y="3789363"/>
            <a:ext cx="5340566" cy="391430"/>
          </a:xfrm>
          <a:prstGeom prst="rect">
            <a:avLst/>
          </a:prstGeom>
        </p:spPr>
        <p:txBody>
          <a:bodyPr wrap="square" anchor="ctr">
            <a:normAutofit/>
          </a:bodyPr>
          <a:lstStyle>
            <a:lvl1pPr marL="0" marR="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sz="1400" i="1">
                <a:solidFill>
                  <a:schemeClr val="bg1">
                    <a:lumMod val="50000"/>
                  </a:schemeClr>
                </a:solidFill>
              </a:defRPr>
            </a:lvl1pPr>
          </a:lstStyle>
          <a:p>
            <a:pPr marL="0" marR="0" lvl="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a:pPr>
            <a:r>
              <a:rPr lang="en-AU"/>
              <a:t>Click to add title</a:t>
            </a:r>
          </a:p>
        </p:txBody>
      </p:sp>
      <p:sp>
        <p:nvSpPr>
          <p:cNvPr id="13" name="Content Placeholder 2"/>
          <p:cNvSpPr>
            <a:spLocks noGrp="1"/>
          </p:cNvSpPr>
          <p:nvPr>
            <p:ph idx="16"/>
          </p:nvPr>
        </p:nvSpPr>
        <p:spPr>
          <a:xfrm>
            <a:off x="6338539" y="4216053"/>
            <a:ext cx="5304042" cy="2331369"/>
          </a:xfrm>
          <a:prstGeom prst="rect">
            <a:avLst/>
          </a:prstGeom>
        </p:spPr>
        <p:txBody>
          <a:bodyPr/>
          <a:lstStyle>
            <a:lvl1pPr rtl="0">
              <a:defRPr sz="1800">
                <a:latin typeface="Arial" panose="020B0604020202020204" pitchFamily="34" charset="0"/>
                <a:cs typeface="Arial" panose="020B0604020202020204" pitchFamily="34" charset="0"/>
              </a:defRPr>
            </a:lvl1pPr>
            <a:lvl2pPr rtl="0">
              <a:defRPr sz="1800">
                <a:latin typeface="Arial" panose="020B0604020202020204" pitchFamily="34" charset="0"/>
                <a:cs typeface="Arial" panose="020B0604020202020204" pitchFamily="34" charset="0"/>
              </a:defRPr>
            </a:lvl2pPr>
            <a:lvl3pPr rtl="0">
              <a:defRPr sz="1800">
                <a:latin typeface="Arial" panose="020B0604020202020204" pitchFamily="34" charset="0"/>
                <a:cs typeface="Arial" panose="020B0604020202020204" pitchFamily="34" charset="0"/>
              </a:defRPr>
            </a:lvl3pPr>
            <a:lvl4pPr rtl="0">
              <a:defRPr sz="1800">
                <a:latin typeface="Arial" panose="020B0604020202020204" pitchFamily="34" charset="0"/>
                <a:cs typeface="Arial" panose="020B0604020202020204" pitchFamily="34" charset="0"/>
              </a:defRPr>
            </a:lvl4pPr>
            <a:lvl5pPr rtl="0">
              <a:defRPr sz="1800">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4" name="Text Placeholder 2"/>
          <p:cNvSpPr>
            <a:spLocks noGrp="1"/>
          </p:cNvSpPr>
          <p:nvPr>
            <p:ph type="body" sz="quarter" idx="17" hasCustomPrompt="1"/>
          </p:nvPr>
        </p:nvSpPr>
        <p:spPr>
          <a:xfrm>
            <a:off x="6338540" y="3789363"/>
            <a:ext cx="5304041" cy="391430"/>
          </a:xfrm>
          <a:prstGeom prst="rect">
            <a:avLst/>
          </a:prstGeom>
        </p:spPr>
        <p:txBody>
          <a:bodyPr wrap="square" anchor="ctr">
            <a:normAutofit/>
          </a:bodyPr>
          <a:lstStyle>
            <a:lvl1pPr marL="0" marR="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sz="1400" i="1">
                <a:solidFill>
                  <a:schemeClr val="bg1">
                    <a:lumMod val="50000"/>
                  </a:schemeClr>
                </a:solidFill>
              </a:defRPr>
            </a:lvl1pPr>
          </a:lstStyle>
          <a:p>
            <a:pPr marL="0" marR="0" lvl="0" indent="0" algn="l" defTabSz="914081" rtl="0" eaLnBrk="1" fontAlgn="auto" latinLnBrk="0" hangingPunct="1">
              <a:lnSpc>
                <a:spcPct val="100000"/>
              </a:lnSpc>
              <a:spcBef>
                <a:spcPts val="1000"/>
              </a:spcBef>
              <a:spcAft>
                <a:spcPts val="0"/>
              </a:spcAft>
              <a:buClrTx/>
              <a:buSzTx/>
              <a:buFont typeface="Arial" panose="020B0604020202020204" pitchFamily="34" charset="0"/>
              <a:buNone/>
              <a:tabLst/>
              <a:defRPr/>
            </a:pPr>
            <a:r>
              <a:rPr lang="en-AU"/>
              <a:t>Click to add title</a:t>
            </a:r>
          </a:p>
        </p:txBody>
      </p:sp>
      <p:sp>
        <p:nvSpPr>
          <p:cNvPr id="7" name="Title 1"/>
          <p:cNvSpPr txBox="1">
            <a:spLocks/>
          </p:cNvSpPr>
          <p:nvPr/>
        </p:nvSpPr>
        <p:spPr>
          <a:xfrm>
            <a:off x="549417" y="225277"/>
            <a:ext cx="11093164" cy="589793"/>
          </a:xfrm>
          <a:prstGeom prst="rect">
            <a:avLst/>
          </a:prstGeom>
        </p:spPr>
        <p:txBody>
          <a:bodyPr anchor="ctr">
            <a:normAutofit/>
          </a:bodyPr>
          <a:lstStyle>
            <a:lvl1pPr algn="l" defTabSz="914081" rtl="0" eaLnBrk="1" latinLnBrk="0" hangingPunct="1">
              <a:lnSpc>
                <a:spcPct val="100000"/>
              </a:lnSpc>
              <a:spcBef>
                <a:spcPct val="0"/>
              </a:spcBef>
              <a:buNone/>
              <a:defRPr sz="2800" b="1" i="0" kern="1200">
                <a:solidFill>
                  <a:schemeClr val="accent2"/>
                </a:solidFill>
                <a:latin typeface="+mj-lt"/>
                <a:ea typeface="Maax" charset="0"/>
                <a:cs typeface="Maax" charset="0"/>
              </a:defRPr>
            </a:lvl1pPr>
          </a:lstStyle>
          <a:p>
            <a:pPr rtl="0"/>
            <a:r>
              <a:rPr lang="en-AU" sz="2800">
                <a:latin typeface="MarkOT" panose="020B0504020201010104" pitchFamily="34" charset="0"/>
              </a:rPr>
              <a:t>Click to edit title</a:t>
            </a:r>
          </a:p>
        </p:txBody>
      </p:sp>
      <p:pic>
        <p:nvPicPr>
          <p:cNvPr id="15" name="Picture 14">
            <a:extLst>
              <a:ext uri="{FF2B5EF4-FFF2-40B4-BE49-F238E27FC236}">
                <a16:creationId xmlns:a16="http://schemas.microsoft.com/office/drawing/2014/main" id="{574308FE-B815-488E-849B-F3817B7AA31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2" y="5961068"/>
            <a:ext cx="598355" cy="600071"/>
          </a:xfrm>
          <a:prstGeom prst="rect">
            <a:avLst/>
          </a:prstGeom>
        </p:spPr>
      </p:pic>
      <p:sp>
        <p:nvSpPr>
          <p:cNvPr id="16" name="TextBox 15">
            <a:extLst>
              <a:ext uri="{FF2B5EF4-FFF2-40B4-BE49-F238E27FC236}">
                <a16:creationId xmlns:a16="http://schemas.microsoft.com/office/drawing/2014/main" id="{8D5E4E96-5CC1-4BEF-B419-F2404C526271}"/>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Tree>
    <p:extLst>
      <p:ext uri="{BB962C8B-B14F-4D97-AF65-F5344CB8AC3E}">
        <p14:creationId xmlns:p14="http://schemas.microsoft.com/office/powerpoint/2010/main" val="1404786079"/>
      </p:ext>
    </p:extLst>
  </p:cSld>
  <p:clrMapOvr>
    <a:masterClrMapping/>
  </p:clrMapOvr>
  <p:hf hdr="0" dt="0"/>
  <p:extLst>
    <p:ext uri="{DCECCB84-F9BA-43D5-87BE-67443E8EF086}">
      <p15:sldGuideLst xmlns:p15="http://schemas.microsoft.com/office/powerpoint/2012/main">
        <p15:guide id="1" orient="horz" pos="2614">
          <p15:clr>
            <a:srgbClr val="FBAE40"/>
          </p15:clr>
        </p15:guide>
        <p15:guide id="2" pos="346">
          <p15:clr>
            <a:srgbClr val="FBAE40"/>
          </p15:clr>
        </p15:guide>
        <p15:guide id="3" pos="7332">
          <p15:clr>
            <a:srgbClr val="FBAE40"/>
          </p15:clr>
        </p15:guide>
        <p15:guide id="4" pos="3839">
          <p15:clr>
            <a:srgbClr val="FBAE40"/>
          </p15:clr>
        </p15:guide>
        <p15:guide id="5" pos="3726">
          <p15:clr>
            <a:srgbClr val="FBAE40"/>
          </p15:clr>
        </p15:guide>
        <p15:guide id="6" pos="3975">
          <p15:clr>
            <a:srgbClr val="FBAE40"/>
          </p15:clr>
        </p15:guide>
        <p15:guide id="7" orient="horz" pos="2387">
          <p15:clr>
            <a:srgbClr val="FBAE40"/>
          </p15:clr>
        </p15:guide>
        <p15:guide id="8" orient="horz" pos="2273">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matchingName="Content">
  <p:cSld name="Content">
    <p:spTree>
      <p:nvGrpSpPr>
        <p:cNvPr id="1" name="Shape 393"/>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F0CFB91D-799D-166B-8F79-E2608B818C33}"/>
              </a:ext>
            </a:extLst>
          </p:cNvPr>
          <p:cNvGraphicFramePr>
            <a:graphicFrameLocks noChangeAspect="1"/>
          </p:cNvGraphicFramePr>
          <p:nvPr>
            <p:custDataLst>
              <p:tags r:id="rId1"/>
            </p:custDataLst>
            <p:extLst>
              <p:ext uri="{D42A27DB-BD31-4B8C-83A1-F6EECF244321}">
                <p14:modId xmlns:p14="http://schemas.microsoft.com/office/powerpoint/2010/main" val="3195199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F0CFB91D-799D-166B-8F79-E2608B818C3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94" name="Google Shape;394;p69"/>
          <p:cNvSpPr txBox="1">
            <a:spLocks noGrp="1"/>
          </p:cNvSpPr>
          <p:nvPr>
            <p:ph type="title"/>
          </p:nvPr>
        </p:nvSpPr>
        <p:spPr>
          <a:xfrm>
            <a:off x="480000" y="378001"/>
            <a:ext cx="11216100" cy="619200"/>
          </a:xfrm>
          <a:prstGeom prst="rect">
            <a:avLst/>
          </a:prstGeom>
          <a:noFill/>
          <a:ln>
            <a:noFill/>
          </a:ln>
        </p:spPr>
        <p:txBody>
          <a:bodyPr spcFirstLastPara="1" wrap="square" lIns="0" tIns="0" rIns="0" bIns="0" anchor="t" anchorCtr="0">
            <a:noAutofit/>
          </a:bodyPr>
          <a:lstStyle>
            <a:lvl1pPr lvl="0" algn="l" rtl="0">
              <a:lnSpc>
                <a:spcPct val="90000"/>
              </a:lnSpc>
              <a:spcBef>
                <a:spcPts val="0"/>
              </a:spcBef>
              <a:spcAft>
                <a:spcPts val="0"/>
              </a:spcAft>
              <a:buClr>
                <a:schemeClr val="dk1"/>
              </a:buClr>
              <a:buSzPts val="2600"/>
              <a:buFont typeface="Arial"/>
              <a:buNone/>
              <a:defRPr sz="2600">
                <a:solidFill>
                  <a:schemeClr val="dk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r>
              <a:rPr lang="en-US"/>
              <a:t>Click to edit Master title style</a:t>
            </a:r>
            <a:endParaRPr/>
          </a:p>
        </p:txBody>
      </p:sp>
      <p:sp>
        <p:nvSpPr>
          <p:cNvPr id="395" name="Google Shape;395;p69"/>
          <p:cNvSpPr txBox="1">
            <a:spLocks noGrp="1"/>
          </p:cNvSpPr>
          <p:nvPr>
            <p:ph type="body" idx="1"/>
          </p:nvPr>
        </p:nvSpPr>
        <p:spPr>
          <a:xfrm>
            <a:off x="480001" y="1368000"/>
            <a:ext cx="11222700" cy="45360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600"/>
              </a:spcBef>
              <a:spcAft>
                <a:spcPts val="0"/>
              </a:spcAft>
              <a:buClr>
                <a:schemeClr val="lt2"/>
              </a:buClr>
              <a:buSzPts val="1400"/>
              <a:buNone/>
              <a:defRPr>
                <a:solidFill>
                  <a:schemeClr val="lt2"/>
                </a:solidFill>
              </a:defRPr>
            </a:lvl1pPr>
            <a:lvl2pPr marL="914400" lvl="1" indent="-228600" algn="l" rtl="0">
              <a:lnSpc>
                <a:spcPct val="100000"/>
              </a:lnSpc>
              <a:spcBef>
                <a:spcPts val="600"/>
              </a:spcBef>
              <a:spcAft>
                <a:spcPts val="0"/>
              </a:spcAft>
              <a:buClr>
                <a:schemeClr val="dk1"/>
              </a:buClr>
              <a:buSzPts val="1400"/>
              <a:buNone/>
              <a:defRPr>
                <a:solidFill>
                  <a:schemeClr val="dk1"/>
                </a:solidFill>
              </a:defRPr>
            </a:lvl2pPr>
            <a:lvl3pPr marL="1371600" lvl="2" indent="-228600" algn="l" rtl="0">
              <a:lnSpc>
                <a:spcPct val="100000"/>
              </a:lnSpc>
              <a:spcBef>
                <a:spcPts val="600"/>
              </a:spcBef>
              <a:spcAft>
                <a:spcPts val="0"/>
              </a:spcAft>
              <a:buClr>
                <a:schemeClr val="dk1"/>
              </a:buClr>
              <a:buSzPts val="1400"/>
              <a:buNone/>
              <a:defRPr>
                <a:solidFill>
                  <a:schemeClr val="dk1"/>
                </a:solidFill>
              </a:defRPr>
            </a:lvl3pPr>
            <a:lvl4pPr marL="1828800" lvl="3" indent="-228600" algn="l" rtl="0">
              <a:lnSpc>
                <a:spcPct val="100000"/>
              </a:lnSpc>
              <a:spcBef>
                <a:spcPts val="600"/>
              </a:spcBef>
              <a:spcAft>
                <a:spcPts val="0"/>
              </a:spcAft>
              <a:buClr>
                <a:schemeClr val="dk1"/>
              </a:buClr>
              <a:buSzPts val="1400"/>
              <a:buNone/>
              <a:defRPr>
                <a:solidFill>
                  <a:schemeClr val="dk1"/>
                </a:solidFill>
              </a:defRPr>
            </a:lvl4pPr>
            <a:lvl5pPr marL="2286000" lvl="4" indent="-228600" algn="l" rtl="0">
              <a:lnSpc>
                <a:spcPct val="100000"/>
              </a:lnSpc>
              <a:spcBef>
                <a:spcPts val="600"/>
              </a:spcBef>
              <a:spcAft>
                <a:spcPts val="0"/>
              </a:spcAft>
              <a:buClr>
                <a:schemeClr val="dk1"/>
              </a:buClr>
              <a:buSzPts val="1400"/>
              <a:buNone/>
              <a:defRPr>
                <a:solidFill>
                  <a:schemeClr val="dk1"/>
                </a:solidFill>
              </a:defRPr>
            </a:lvl5pPr>
            <a:lvl6pPr marL="2743200" lvl="5" indent="-342900" algn="l" rtl="0">
              <a:lnSpc>
                <a:spcPct val="100000"/>
              </a:lnSpc>
              <a:spcBef>
                <a:spcPts val="600"/>
              </a:spcBef>
              <a:spcAft>
                <a:spcPts val="0"/>
              </a:spcAft>
              <a:buClr>
                <a:schemeClr val="dk1"/>
              </a:buClr>
              <a:buSzPts val="1800"/>
              <a:buChar char="•"/>
              <a:defRPr/>
            </a:lvl6pPr>
            <a:lvl7pPr marL="3200400" lvl="6" indent="-342900" algn="l" rtl="0">
              <a:lnSpc>
                <a:spcPct val="100000"/>
              </a:lnSpc>
              <a:spcBef>
                <a:spcPts val="360"/>
              </a:spcBef>
              <a:spcAft>
                <a:spcPts val="0"/>
              </a:spcAft>
              <a:buClr>
                <a:schemeClr val="dk1"/>
              </a:buClr>
              <a:buSzPts val="1800"/>
              <a:buChar char="•"/>
              <a:defRPr/>
            </a:lvl7pPr>
            <a:lvl8pPr marL="3657600" lvl="7" indent="-342900" algn="l" rtl="0">
              <a:lnSpc>
                <a:spcPct val="100000"/>
              </a:lnSpc>
              <a:spcBef>
                <a:spcPts val="360"/>
              </a:spcBef>
              <a:spcAft>
                <a:spcPts val="0"/>
              </a:spcAft>
              <a:buClr>
                <a:schemeClr val="dk1"/>
              </a:buClr>
              <a:buSzPts val="1800"/>
              <a:buChar char="•"/>
              <a:defRPr/>
            </a:lvl8pPr>
            <a:lvl9pPr marL="4114800" lvl="8" indent="-342900" algn="l" rtl="0">
              <a:lnSpc>
                <a:spcPct val="100000"/>
              </a:lnSpc>
              <a:spcBef>
                <a:spcPts val="360"/>
              </a:spcBef>
              <a:spcAft>
                <a:spcPts val="0"/>
              </a:spcAft>
              <a:buClr>
                <a:schemeClr val="dk1"/>
              </a:buClr>
              <a:buSzPts val="1800"/>
              <a:buChar char="•"/>
              <a:defRPr/>
            </a:lvl9pPr>
          </a:lstStyle>
          <a:p>
            <a:pPr lvl="0"/>
            <a:r>
              <a:rPr lang="en-US"/>
              <a:t>Click to edit Master text styles</a:t>
            </a:r>
          </a:p>
        </p:txBody>
      </p:sp>
      <p:sp>
        <p:nvSpPr>
          <p:cNvPr id="396" name="Google Shape;396;p69"/>
          <p:cNvSpPr txBox="1">
            <a:spLocks noGrp="1"/>
          </p:cNvSpPr>
          <p:nvPr>
            <p:ph type="sldNum" idx="12"/>
          </p:nvPr>
        </p:nvSpPr>
        <p:spPr>
          <a:xfrm>
            <a:off x="5844119" y="6282268"/>
            <a:ext cx="505800" cy="366000"/>
          </a:xfrm>
          <a:prstGeom prst="rect">
            <a:avLst/>
          </a:prstGeom>
          <a:noFill/>
          <a:ln>
            <a:noFill/>
          </a:ln>
        </p:spPr>
        <p:txBody>
          <a:bodyPr spcFirstLastPara="1" wrap="square" lIns="0" tIns="0" rIns="0" bIns="0" anchor="b" anchorCtr="0">
            <a:noAutofit/>
          </a:bodyPr>
          <a:lstStyle>
            <a:lvl1pPr marL="0" marR="0" lvl="0" indent="0" algn="ctr" rtl="0">
              <a:lnSpc>
                <a:spcPct val="100000"/>
              </a:lnSpc>
              <a:spcBef>
                <a:spcPts val="0"/>
              </a:spcBef>
              <a:spcAft>
                <a:spcPts val="0"/>
              </a:spcAft>
              <a:buClr>
                <a:srgbClr val="000000"/>
              </a:buClr>
              <a:buSzPts val="1000"/>
              <a:buFont typeface="Arial"/>
              <a:buNone/>
              <a:defRPr sz="1000" b="1" i="0" u="none" strike="noStrike" cap="none">
                <a:solidFill>
                  <a:srgbClr val="476475"/>
                </a:solidFill>
                <a:latin typeface="Arial"/>
                <a:ea typeface="Arial"/>
                <a:cs typeface="Arial"/>
                <a:sym typeface="Arial"/>
              </a:defRPr>
            </a:lvl1pPr>
            <a:lvl2pPr marL="0" marR="0" lvl="1" indent="0" algn="ctr" rtl="0">
              <a:lnSpc>
                <a:spcPct val="100000"/>
              </a:lnSpc>
              <a:spcBef>
                <a:spcPts val="0"/>
              </a:spcBef>
              <a:spcAft>
                <a:spcPts val="0"/>
              </a:spcAft>
              <a:buClr>
                <a:srgbClr val="000000"/>
              </a:buClr>
              <a:buSzPts val="1000"/>
              <a:buFont typeface="Arial"/>
              <a:buNone/>
              <a:defRPr sz="1000" b="1" i="0" u="none" strike="noStrike" cap="none">
                <a:solidFill>
                  <a:srgbClr val="476475"/>
                </a:solidFill>
                <a:latin typeface="Arial"/>
                <a:ea typeface="Arial"/>
                <a:cs typeface="Arial"/>
                <a:sym typeface="Arial"/>
              </a:defRPr>
            </a:lvl2pPr>
            <a:lvl3pPr marL="0" marR="0" lvl="2" indent="0" algn="ctr" rtl="0">
              <a:lnSpc>
                <a:spcPct val="100000"/>
              </a:lnSpc>
              <a:spcBef>
                <a:spcPts val="0"/>
              </a:spcBef>
              <a:spcAft>
                <a:spcPts val="0"/>
              </a:spcAft>
              <a:buClr>
                <a:srgbClr val="000000"/>
              </a:buClr>
              <a:buSzPts val="1000"/>
              <a:buFont typeface="Arial"/>
              <a:buNone/>
              <a:defRPr sz="1000" b="1" i="0" u="none" strike="noStrike" cap="none">
                <a:solidFill>
                  <a:srgbClr val="476475"/>
                </a:solidFill>
                <a:latin typeface="Arial"/>
                <a:ea typeface="Arial"/>
                <a:cs typeface="Arial"/>
                <a:sym typeface="Arial"/>
              </a:defRPr>
            </a:lvl3pPr>
            <a:lvl4pPr marL="0" marR="0" lvl="3" indent="0" algn="ctr" rtl="0">
              <a:lnSpc>
                <a:spcPct val="100000"/>
              </a:lnSpc>
              <a:spcBef>
                <a:spcPts val="0"/>
              </a:spcBef>
              <a:spcAft>
                <a:spcPts val="0"/>
              </a:spcAft>
              <a:buClr>
                <a:srgbClr val="000000"/>
              </a:buClr>
              <a:buSzPts val="1000"/>
              <a:buFont typeface="Arial"/>
              <a:buNone/>
              <a:defRPr sz="1000" b="1" i="0" u="none" strike="noStrike" cap="none">
                <a:solidFill>
                  <a:srgbClr val="476475"/>
                </a:solidFill>
                <a:latin typeface="Arial"/>
                <a:ea typeface="Arial"/>
                <a:cs typeface="Arial"/>
                <a:sym typeface="Arial"/>
              </a:defRPr>
            </a:lvl4pPr>
            <a:lvl5pPr marL="0" marR="0" lvl="4" indent="0" algn="ctr" rtl="0">
              <a:lnSpc>
                <a:spcPct val="100000"/>
              </a:lnSpc>
              <a:spcBef>
                <a:spcPts val="0"/>
              </a:spcBef>
              <a:spcAft>
                <a:spcPts val="0"/>
              </a:spcAft>
              <a:buClr>
                <a:srgbClr val="000000"/>
              </a:buClr>
              <a:buSzPts val="1000"/>
              <a:buFont typeface="Arial"/>
              <a:buNone/>
              <a:defRPr sz="1000" b="1" i="0" u="none" strike="noStrike" cap="none">
                <a:solidFill>
                  <a:srgbClr val="476475"/>
                </a:solidFill>
                <a:latin typeface="Arial"/>
                <a:ea typeface="Arial"/>
                <a:cs typeface="Arial"/>
                <a:sym typeface="Arial"/>
              </a:defRPr>
            </a:lvl5pPr>
            <a:lvl6pPr marL="0" marR="0" lvl="5" indent="0" algn="ctr" rtl="0">
              <a:lnSpc>
                <a:spcPct val="100000"/>
              </a:lnSpc>
              <a:spcBef>
                <a:spcPts val="0"/>
              </a:spcBef>
              <a:spcAft>
                <a:spcPts val="0"/>
              </a:spcAft>
              <a:buClr>
                <a:srgbClr val="000000"/>
              </a:buClr>
              <a:buSzPts val="1000"/>
              <a:buFont typeface="Arial"/>
              <a:buNone/>
              <a:defRPr sz="1000" b="1" i="0" u="none" strike="noStrike" cap="none">
                <a:solidFill>
                  <a:srgbClr val="476475"/>
                </a:solidFill>
                <a:latin typeface="Arial"/>
                <a:ea typeface="Arial"/>
                <a:cs typeface="Arial"/>
                <a:sym typeface="Arial"/>
              </a:defRPr>
            </a:lvl6pPr>
            <a:lvl7pPr marL="0" marR="0" lvl="6" indent="0" algn="ctr" rtl="0">
              <a:lnSpc>
                <a:spcPct val="100000"/>
              </a:lnSpc>
              <a:spcBef>
                <a:spcPts val="0"/>
              </a:spcBef>
              <a:spcAft>
                <a:spcPts val="0"/>
              </a:spcAft>
              <a:buClr>
                <a:srgbClr val="000000"/>
              </a:buClr>
              <a:buSzPts val="1000"/>
              <a:buFont typeface="Arial"/>
              <a:buNone/>
              <a:defRPr sz="1000" b="1" i="0" u="none" strike="noStrike" cap="none">
                <a:solidFill>
                  <a:srgbClr val="476475"/>
                </a:solidFill>
                <a:latin typeface="Arial"/>
                <a:ea typeface="Arial"/>
                <a:cs typeface="Arial"/>
                <a:sym typeface="Arial"/>
              </a:defRPr>
            </a:lvl7pPr>
            <a:lvl8pPr marL="0" marR="0" lvl="7" indent="0" algn="ctr" rtl="0">
              <a:lnSpc>
                <a:spcPct val="100000"/>
              </a:lnSpc>
              <a:spcBef>
                <a:spcPts val="0"/>
              </a:spcBef>
              <a:spcAft>
                <a:spcPts val="0"/>
              </a:spcAft>
              <a:buClr>
                <a:srgbClr val="000000"/>
              </a:buClr>
              <a:buSzPts val="1000"/>
              <a:buFont typeface="Arial"/>
              <a:buNone/>
              <a:defRPr sz="1000" b="1" i="0" u="none" strike="noStrike" cap="none">
                <a:solidFill>
                  <a:srgbClr val="476475"/>
                </a:solidFill>
                <a:latin typeface="Arial"/>
                <a:ea typeface="Arial"/>
                <a:cs typeface="Arial"/>
                <a:sym typeface="Arial"/>
              </a:defRPr>
            </a:lvl8pPr>
            <a:lvl9pPr marL="0" marR="0" lvl="8" indent="0" algn="ctr" rtl="0">
              <a:lnSpc>
                <a:spcPct val="100000"/>
              </a:lnSpc>
              <a:spcBef>
                <a:spcPts val="0"/>
              </a:spcBef>
              <a:spcAft>
                <a:spcPts val="0"/>
              </a:spcAft>
              <a:buClr>
                <a:srgbClr val="000000"/>
              </a:buClr>
              <a:buSzPts val="1000"/>
              <a:buFont typeface="Arial"/>
              <a:buNone/>
              <a:defRPr sz="1000" b="1" i="0" u="none" strike="noStrike" cap="none">
                <a:solidFill>
                  <a:srgbClr val="476475"/>
                </a:solidFill>
                <a:latin typeface="Arial"/>
                <a:ea typeface="Arial"/>
                <a:cs typeface="Arial"/>
                <a:sym typeface="Arial"/>
              </a:defRPr>
            </a:lvl9pPr>
          </a:lstStyle>
          <a:p>
            <a:fld id="{3E6AC032-1535-134B-A583-D5E1DDD0D167}" type="slidenum">
              <a:rPr lang="en-US" smtClean="0"/>
              <a:pPr/>
              <a:t>‹#›</a:t>
            </a:fld>
            <a:endParaRPr lang="en-US"/>
          </a:p>
        </p:txBody>
      </p:sp>
      <p:sp>
        <p:nvSpPr>
          <p:cNvPr id="397" name="Google Shape;397;p69"/>
          <p:cNvSpPr txBox="1">
            <a:spLocks noGrp="1"/>
          </p:cNvSpPr>
          <p:nvPr>
            <p:ph type="dt" idx="10"/>
          </p:nvPr>
        </p:nvSpPr>
        <p:spPr>
          <a:xfrm>
            <a:off x="479425" y="6463263"/>
            <a:ext cx="2894400" cy="1836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lang="en-US"/>
          </a:p>
        </p:txBody>
      </p:sp>
      <p:sp>
        <p:nvSpPr>
          <p:cNvPr id="398" name="Google Shape;398;p69"/>
          <p:cNvSpPr txBox="1">
            <a:spLocks noGrp="1"/>
          </p:cNvSpPr>
          <p:nvPr>
            <p:ph type="ftr" idx="11"/>
          </p:nvPr>
        </p:nvSpPr>
        <p:spPr>
          <a:xfrm>
            <a:off x="487414" y="6274874"/>
            <a:ext cx="2894400" cy="183600"/>
          </a:xfrm>
          <a:prstGeom prst="rect">
            <a:avLst/>
          </a:prstGeom>
          <a:noFill/>
          <a:ln>
            <a:noFill/>
          </a:ln>
        </p:spPr>
        <p:txBody>
          <a:bodyPr spcFirstLastPara="1" wrap="square" lIns="91425" tIns="45700" rIns="91425" bIns="4570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r>
              <a:rPr lang="en-US"/>
              <a:t>Presentation Title   |   Section Title</a:t>
            </a:r>
          </a:p>
        </p:txBody>
      </p:sp>
    </p:spTree>
    <p:extLst>
      <p:ext uri="{BB962C8B-B14F-4D97-AF65-F5344CB8AC3E}">
        <p14:creationId xmlns:p14="http://schemas.microsoft.com/office/powerpoint/2010/main" val="632931550"/>
      </p:ext>
    </p:extLst>
  </p:cSld>
  <p:clrMapOvr>
    <a:masterClrMapping/>
  </p:clrMapOvr>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4_Heading + 2 column Text">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96DF405-433D-C9F6-E7EA-58C4C49C0549}"/>
              </a:ext>
            </a:extLst>
          </p:cNvPr>
          <p:cNvGraphicFramePr>
            <a:graphicFrameLocks noChangeAspect="1"/>
          </p:cNvGraphicFramePr>
          <p:nvPr>
            <p:custDataLst>
              <p:tags r:id="rId1"/>
            </p:custDataLst>
            <p:extLst>
              <p:ext uri="{D42A27DB-BD31-4B8C-83A1-F6EECF244321}">
                <p14:modId xmlns:p14="http://schemas.microsoft.com/office/powerpoint/2010/main" val="19467089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696DF405-433D-C9F6-E7EA-58C4C49C05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a:spcAft>
                <a:spcPts val="900"/>
              </a:spcAft>
              <a:defRPr sz="1400" b="1" i="0">
                <a:solidFill>
                  <a:schemeClr val="accent2"/>
                </a:solidFill>
                <a:latin typeface="Arial" panose="020B06040202020202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Arial" panose="020B0604020202020204" pitchFamily="34" charset="0"/>
              </a:rPr>
              <a:t>‹#›</a:t>
            </a:fld>
            <a:endParaRPr lang="en-US" sz="1000" b="0" i="0">
              <a:solidFill>
                <a:schemeClr val="tx1"/>
              </a:solidFill>
              <a:latin typeface="Arial" panose="020B0604020202020204" pitchFamily="34" charset="0"/>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7" y="1481215"/>
            <a:ext cx="5349981" cy="4440238"/>
          </a:xfrm>
        </p:spPr>
        <p:txBody>
          <a:bodyPr/>
          <a:lstStyle>
            <a:lvl1pPr>
              <a:spcAft>
                <a:spcPts val="900"/>
              </a:spcAft>
              <a:defRPr sz="1400" b="1" i="0">
                <a:solidFill>
                  <a:schemeClr val="accent1"/>
                </a:solidFill>
                <a:latin typeface="Arial" panose="020B06040202020202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14">
            <a:extLst>
              <a:ext uri="{FF2B5EF4-FFF2-40B4-BE49-F238E27FC236}">
                <a16:creationId xmlns:a16="http://schemas.microsoft.com/office/drawing/2014/main" id="{B1621486-794B-F9AE-ED80-8118996F5477}"/>
              </a:ext>
            </a:extLst>
          </p:cNvPr>
          <p:cNvSpPr>
            <a:spLocks noGrp="1"/>
          </p:cNvSpPr>
          <p:nvPr>
            <p:ph type="body" sz="quarter" idx="16"/>
          </p:nvPr>
        </p:nvSpPr>
        <p:spPr>
          <a:xfrm>
            <a:off x="334964" y="1233489"/>
            <a:ext cx="11569612" cy="287334"/>
          </a:xfrm>
        </p:spPr>
        <p:txBody>
          <a:bodyPr/>
          <a:lstStyle>
            <a:lvl1pPr>
              <a:spcAft>
                <a:spcPts val="900"/>
              </a:spcAft>
              <a:defRPr sz="1400" b="0" i="0">
                <a:solidFill>
                  <a:schemeClr val="accent1"/>
                </a:solidFill>
                <a:latin typeface="Arial" panose="020B06040202020202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p:txBody>
      </p:sp>
    </p:spTree>
    <p:extLst>
      <p:ext uri="{BB962C8B-B14F-4D97-AF65-F5344CB8AC3E}">
        <p14:creationId xmlns:p14="http://schemas.microsoft.com/office/powerpoint/2010/main" val="2481456720"/>
      </p:ext>
    </p:extLst>
  </p:cSld>
  <p:clrMapOvr>
    <a:masterClrMapping/>
  </p:clrMapOvr>
  <p:hf hdr="0" dt="0"/>
</p:sldLayout>
</file>

<file path=ppt/slideLayouts/slideLayout192.xml><?xml version="1.0" encoding="utf-8"?>
<p:sldLayout xmlns:a="http://schemas.openxmlformats.org/drawingml/2006/main" xmlns:r="http://schemas.openxmlformats.org/officeDocument/2006/relationships" xmlns:p="http://schemas.openxmlformats.org/presentationml/2006/main" matchingName="Title and Full Content - Subtitle 1">
  <p:cSld name="Title and Full Content - Subtitle 1">
    <p:spTree>
      <p:nvGrpSpPr>
        <p:cNvPr id="1" name="Shape 720"/>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C570E30B-1FB2-8800-0E0F-ED34D12E8A82}"/>
              </a:ext>
            </a:extLst>
          </p:cNvPr>
          <p:cNvGraphicFramePr>
            <a:graphicFrameLocks noChangeAspect="1"/>
          </p:cNvGraphicFramePr>
          <p:nvPr>
            <p:custDataLst>
              <p:tags r:id="rId1"/>
            </p:custDataLst>
            <p:extLst>
              <p:ext uri="{D42A27DB-BD31-4B8C-83A1-F6EECF244321}">
                <p14:modId xmlns:p14="http://schemas.microsoft.com/office/powerpoint/2010/main" val="7707467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C570E30B-1FB2-8800-0E0F-ED34D12E8A8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22" name="Google Shape;722;g2dc0e050917_1_518"/>
          <p:cNvSpPr txBox="1">
            <a:spLocks noGrp="1"/>
          </p:cNvSpPr>
          <p:nvPr>
            <p:ph type="subTitle" idx="1"/>
          </p:nvPr>
        </p:nvSpPr>
        <p:spPr>
          <a:xfrm>
            <a:off x="442900" y="872998"/>
            <a:ext cx="11306100" cy="3687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SzPts val="1300"/>
              <a:buNone/>
              <a:defRPr sz="1300" b="1" i="0" u="none" strike="noStrike" cap="none"/>
            </a:lvl1pPr>
            <a:lvl2pPr marR="0" lvl="1"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2pPr>
            <a:lvl3pPr marR="0" lvl="2"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3pPr>
            <a:lvl4pPr marR="0" lvl="3"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4pPr>
            <a:lvl5pPr marR="0" lvl="4"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5pPr>
            <a:lvl6pPr marR="0" lvl="5"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6pPr>
            <a:lvl7pPr marR="0" lvl="6"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7pPr>
            <a:lvl8pPr marR="0" lvl="7"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8pPr>
            <a:lvl9pPr marR="0" lvl="8"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9pPr>
          </a:lstStyle>
          <a:p>
            <a:r>
              <a:rPr lang="en-US"/>
              <a:t>Click to edit Master subtitle style</a:t>
            </a:r>
            <a:endParaRPr lang="en-AU"/>
          </a:p>
        </p:txBody>
      </p:sp>
      <p:sp>
        <p:nvSpPr>
          <p:cNvPr id="723" name="Google Shape;723;g2dc0e050917_1_518"/>
          <p:cNvSpPr txBox="1">
            <a:spLocks noGrp="1"/>
          </p:cNvSpPr>
          <p:nvPr>
            <p:ph type="title"/>
          </p:nvPr>
        </p:nvSpPr>
        <p:spPr>
          <a:xfrm>
            <a:off x="442913" y="430514"/>
            <a:ext cx="113061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accent1"/>
              </a:buClr>
              <a:buSzPts val="2700"/>
              <a:buNone/>
              <a:defRPr sz="2700" b="1" i="0" u="none" strike="noStrike" cap="none">
                <a:solidFill>
                  <a:schemeClr val="accent1"/>
                </a:solidFill>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r>
              <a:rPr lang="en-US"/>
              <a:t>Click to edit Master title style</a:t>
            </a:r>
            <a:endParaRPr lang="en-AU"/>
          </a:p>
        </p:txBody>
      </p:sp>
    </p:spTree>
    <p:extLst>
      <p:ext uri="{BB962C8B-B14F-4D97-AF65-F5344CB8AC3E}">
        <p14:creationId xmlns:p14="http://schemas.microsoft.com/office/powerpoint/2010/main" val="2951565171"/>
      </p:ext>
    </p:extLst>
  </p:cSld>
  <p:clrMapOvr>
    <a:masterClrMapping/>
  </p:clrMapOvr>
  <p:hf hdr="0" dt="0"/>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5_Heading and Large text siz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691A1E9-1170-93FF-5B5B-FD1CC10EFE7D}"/>
              </a:ext>
            </a:extLst>
          </p:cNvPr>
          <p:cNvGraphicFramePr>
            <a:graphicFrameLocks noChangeAspect="1"/>
          </p:cNvGraphicFramePr>
          <p:nvPr>
            <p:custDataLst>
              <p:tags r:id="rId1"/>
            </p:custDataLst>
            <p:extLst>
              <p:ext uri="{D42A27DB-BD31-4B8C-83A1-F6EECF244321}">
                <p14:modId xmlns:p14="http://schemas.microsoft.com/office/powerpoint/2010/main" val="5956542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3691A1E9-1170-93FF-5B5B-FD1CC10EFE7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2" y="1450935"/>
            <a:ext cx="10444057" cy="4440238"/>
          </a:xfrm>
        </p:spPr>
        <p:txBody>
          <a:bodyPr/>
          <a:lstStyle>
            <a:lvl1pPr rtl="0">
              <a:spcAft>
                <a:spcPts val="900"/>
              </a:spcAft>
              <a:defRPr sz="2400">
                <a:solidFill>
                  <a:schemeClr val="tx1"/>
                </a:solidFill>
              </a:defRPr>
            </a:lvl1pPr>
            <a:lvl2pPr marL="446088" indent="-446088" rtl="0">
              <a:spcAft>
                <a:spcPts val="900"/>
              </a:spcAft>
              <a:tabLst/>
              <a:defRPr sz="2400">
                <a:solidFill>
                  <a:schemeClr val="tx1"/>
                </a:solidFill>
              </a:defRPr>
            </a:lvl2pPr>
            <a:lvl3pPr marL="892175" indent="-446088" rtl="0">
              <a:spcAft>
                <a:spcPts val="900"/>
              </a:spcAft>
              <a:tabLst/>
              <a:defRPr sz="2400">
                <a:solidFill>
                  <a:schemeClr val="tx1"/>
                </a:solidFill>
              </a:defRPr>
            </a:lvl3pPr>
            <a:lvl4pPr marL="1333500" indent="-441325" rtl="0">
              <a:spcAft>
                <a:spcPts val="900"/>
              </a:spcAft>
              <a:tabLst/>
              <a:defRPr sz="2400">
                <a:solidFill>
                  <a:schemeClr val="tx1"/>
                </a:solidFill>
              </a:defRPr>
            </a:lvl4pPr>
            <a:lvl5pPr marL="1779588" indent="-446088" rtl="0">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Tree>
    <p:extLst>
      <p:ext uri="{BB962C8B-B14F-4D97-AF65-F5344CB8AC3E}">
        <p14:creationId xmlns:p14="http://schemas.microsoft.com/office/powerpoint/2010/main" val="2634404658"/>
      </p:ext>
    </p:extLst>
  </p:cSld>
  <p:clrMapOvr>
    <a:masterClrMapping/>
  </p:clrMapOvr>
  <p:hf hdr="0" dt="0"/>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8_Heading and Medium text siz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BF730AD-6C14-16FC-1F5D-2E916447165D}"/>
              </a:ext>
            </a:extLst>
          </p:cNvPr>
          <p:cNvGraphicFramePr>
            <a:graphicFrameLocks noChangeAspect="1"/>
          </p:cNvGraphicFramePr>
          <p:nvPr>
            <p:custDataLst>
              <p:tags r:id="rId1"/>
            </p:custDataLst>
            <p:extLst>
              <p:ext uri="{D42A27DB-BD31-4B8C-83A1-F6EECF244321}">
                <p14:modId xmlns:p14="http://schemas.microsoft.com/office/powerpoint/2010/main" val="67583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5BF730AD-6C14-16FC-1F5D-2E916447165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rtl="0">
              <a:defRPr sz="3400">
                <a:solidFill>
                  <a:schemeClr val="tx1"/>
                </a:solidFill>
              </a:defRPr>
            </a:lvl1pPr>
          </a:lstStyle>
          <a:p>
            <a:r>
              <a:rPr lang="en-US"/>
              <a:t>Click to edit Master title style</a:t>
            </a:r>
            <a:endParaRPr lang="en-AU"/>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50935"/>
            <a:ext cx="9915636" cy="4440238"/>
          </a:xfrm>
        </p:spPr>
        <p:txBody>
          <a:bodyPr/>
          <a:lstStyle>
            <a:lvl1pPr rtl="0">
              <a:spcAft>
                <a:spcPts val="600"/>
              </a:spcAft>
              <a:defRPr sz="2200">
                <a:solidFill>
                  <a:schemeClr val="tx1"/>
                </a:solidFill>
              </a:defRPr>
            </a:lvl1pPr>
            <a:lvl2pPr marL="446088" indent="-446088" rtl="0">
              <a:spcAft>
                <a:spcPts val="600"/>
              </a:spcAft>
              <a:tabLst/>
              <a:defRPr sz="2200">
                <a:solidFill>
                  <a:schemeClr val="tx1"/>
                </a:solidFill>
              </a:defRPr>
            </a:lvl2pPr>
            <a:lvl3pPr marL="892175" indent="-446088" rtl="0">
              <a:spcAft>
                <a:spcPts val="600"/>
              </a:spcAft>
              <a:tabLst/>
              <a:defRPr sz="2200">
                <a:solidFill>
                  <a:schemeClr val="tx1"/>
                </a:solidFill>
              </a:defRPr>
            </a:lvl3pPr>
            <a:lvl4pPr marL="1333500" indent="-441325" rtl="0">
              <a:spcAft>
                <a:spcPts val="600"/>
              </a:spcAft>
              <a:tabLst/>
              <a:defRPr sz="2200">
                <a:solidFill>
                  <a:schemeClr val="tx1"/>
                </a:solidFill>
              </a:defRPr>
            </a:lvl4pPr>
            <a:lvl5pPr marL="1779588" indent="-446088" rtl="0">
              <a:spcAft>
                <a:spcPts val="600"/>
              </a:spcAft>
              <a:tabLs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MarkOT" panose="020B0504020201010104" pitchFamily="34" charset="0"/>
              </a:rPr>
              <a:pPr algn="r" rtl="0"/>
              <a:t>‹#›</a:t>
            </a:fld>
            <a:endParaRPr lang="en-AU" sz="1000" b="0" i="0">
              <a:solidFill>
                <a:schemeClr val="tx1"/>
              </a:solidFill>
              <a:latin typeface="MarkOT" panose="020B0504020201010104" pitchFamily="34" charset="0"/>
            </a:endParaRPr>
          </a:p>
        </p:txBody>
      </p:sp>
    </p:spTree>
    <p:extLst>
      <p:ext uri="{BB962C8B-B14F-4D97-AF65-F5344CB8AC3E}">
        <p14:creationId xmlns:p14="http://schemas.microsoft.com/office/powerpoint/2010/main" val="1446244150"/>
      </p:ext>
    </p:extLst>
  </p:cSld>
  <p:clrMapOvr>
    <a:masterClrMapping/>
  </p:clrMapOvr>
  <p:hf hdr="0" dt="0"/>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4_Contents White BG">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E3DC7FE-87D9-FD98-4976-9094B4797095}"/>
              </a:ext>
            </a:extLst>
          </p:cNvPr>
          <p:cNvGraphicFramePr>
            <a:graphicFrameLocks noChangeAspect="1"/>
          </p:cNvGraphicFramePr>
          <p:nvPr>
            <p:custDataLst>
              <p:tags r:id="rId1"/>
            </p:custDataLst>
            <p:extLst>
              <p:ext uri="{D42A27DB-BD31-4B8C-83A1-F6EECF244321}">
                <p14:modId xmlns:p14="http://schemas.microsoft.com/office/powerpoint/2010/main" val="30478230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5E3DC7FE-87D9-FD98-4976-9094B479709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rtl="0">
              <a:defRPr sz="3999">
                <a:solidFill>
                  <a:schemeClr val="tx1"/>
                </a:solidFill>
              </a:defRPr>
            </a:lvl1pPr>
          </a:lstStyle>
          <a:p>
            <a:r>
              <a:rPr lang="en-US"/>
              <a:t>Click to edit Master title style</a:t>
            </a:r>
            <a:endParaRPr lang="en-AU"/>
          </a:p>
        </p:txBody>
      </p:sp>
      <p:sp>
        <p:nvSpPr>
          <p:cNvPr id="11" name="TextBox 10">
            <a:extLst>
              <a:ext uri="{FF2B5EF4-FFF2-40B4-BE49-F238E27FC236}">
                <a16:creationId xmlns:a16="http://schemas.microsoft.com/office/drawing/2014/main" id="{16ECB6AB-28A4-A24D-94AC-8F8437843BE3}"/>
              </a:ext>
            </a:extLst>
          </p:cNvPr>
          <p:cNvSpPr txBox="1"/>
          <p:nvPr/>
        </p:nvSpPr>
        <p:spPr>
          <a:xfrm>
            <a:off x="11275499" y="283780"/>
            <a:ext cx="629077" cy="336935"/>
          </a:xfrm>
          <a:prstGeom prst="rect">
            <a:avLst/>
          </a:prstGeom>
          <a:noFill/>
        </p:spPr>
        <p:txBody>
          <a:bodyPr wrap="square" lIns="0" tIns="0" rIns="0" bIns="0" rtlCol="0">
            <a:noAutofit/>
          </a:bodyPr>
          <a:lstStyle/>
          <a:p>
            <a:pPr algn="r" rtl="0"/>
            <a:fld id="{1B32090C-CC2E-3B4F-9C1D-7EA32A791E04}" type="slidenum">
              <a:rPr lang="en-AU" sz="1000" b="0" i="0" smtClean="0">
                <a:solidFill>
                  <a:schemeClr val="tx1"/>
                </a:solidFill>
                <a:latin typeface="Arial" panose="020B0604020202020204" pitchFamily="34" charset="0"/>
              </a:rPr>
              <a:pPr algn="r" rtl="0"/>
              <a:t>‹#›</a:t>
            </a:fld>
            <a:endParaRPr lang="en-AU" sz="1000" b="0" i="0">
              <a:solidFill>
                <a:schemeClr val="tx1"/>
              </a:solidFill>
              <a:latin typeface="Arial" panose="020B06040202020202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4" y="1485883"/>
            <a:ext cx="5292725" cy="3668713"/>
          </a:xfrm>
        </p:spPr>
        <p:txBody>
          <a:bodyPr/>
          <a:lstStyle>
            <a:lvl1pPr>
              <a:defRPr>
                <a:solidFill>
                  <a:schemeClr val="tx1"/>
                </a:solidFill>
              </a:defRPr>
            </a:lvl1pPr>
          </a:lstStyle>
          <a:p>
            <a:r>
              <a:rPr lang="en-US"/>
              <a:t>Click icon to add table</a:t>
            </a:r>
          </a:p>
        </p:txBody>
      </p:sp>
    </p:spTree>
    <p:extLst>
      <p:ext uri="{BB962C8B-B14F-4D97-AF65-F5344CB8AC3E}">
        <p14:creationId xmlns:p14="http://schemas.microsoft.com/office/powerpoint/2010/main" val="2721289690"/>
      </p:ext>
    </p:extLst>
  </p:cSld>
  <p:clrMapOvr>
    <a:masterClrMapping/>
  </p:clrMapOvr>
  <p:hf hdr="0" dt="0"/>
</p:sldLayout>
</file>

<file path=ppt/slideLayouts/slideLayout196.xml><?xml version="1.0" encoding="utf-8"?>
<p:sldLayout xmlns:a="http://schemas.openxmlformats.org/drawingml/2006/main" xmlns:r="http://schemas.openxmlformats.org/officeDocument/2006/relationships" xmlns:p="http://schemas.openxmlformats.org/presentationml/2006/main">
  <p:cSld name="5_Heading and Medium text size">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98C8AE73-4B14-B952-35D4-E0B1E3663A5F}"/>
              </a:ext>
            </a:extLst>
          </p:cNvPr>
          <p:cNvGraphicFramePr>
            <a:graphicFrameLocks noChangeAspect="1"/>
          </p:cNvGraphicFramePr>
          <p:nvPr>
            <p:custDataLst>
              <p:tags r:id="rId1"/>
            </p:custDataLst>
            <p:extLst>
              <p:ext uri="{D42A27DB-BD31-4B8C-83A1-F6EECF244321}">
                <p14:modId xmlns:p14="http://schemas.microsoft.com/office/powerpoint/2010/main" val="17082826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98C8AE73-4B14-B952-35D4-E0B1E3663A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7" name="Google Shape;721;g2dc0e050917_1_518">
            <a:extLst>
              <a:ext uri="{FF2B5EF4-FFF2-40B4-BE49-F238E27FC236}">
                <a16:creationId xmlns:a16="http://schemas.microsoft.com/office/drawing/2014/main" id="{68B27D17-1A4A-CA4B-F0FA-26A6A867DEAA}"/>
              </a:ext>
            </a:extLst>
          </p:cNvPr>
          <p:cNvSpPr txBox="1">
            <a:spLocks noGrp="1"/>
          </p:cNvSpPr>
          <p:nvPr>
            <p:ph type="sldNum" idx="12"/>
          </p:nvPr>
        </p:nvSpPr>
        <p:spPr>
          <a:xfrm>
            <a:off x="8218489" y="140722"/>
            <a:ext cx="3530700" cy="1371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MarkOT" panose="020B0504020201010104" pitchFamily="34" charset="0"/>
                <a:ea typeface="MarkOT" panose="020B0504020201010104" pitchFamily="34" charset="0"/>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9pPr>
          </a:lstStyle>
          <a:p>
            <a:fld id="{3E6AC032-1535-134B-A583-D5E1DDD0D167}" type="slidenum">
              <a:rPr lang="en-US" smtClean="0"/>
              <a:pPr/>
              <a:t>‹#›</a:t>
            </a:fld>
            <a:endParaRPr lang="en-US"/>
          </a:p>
        </p:txBody>
      </p:sp>
      <p:sp>
        <p:nvSpPr>
          <p:cNvPr id="18" name="Google Shape;722;g2dc0e050917_1_518">
            <a:extLst>
              <a:ext uri="{FF2B5EF4-FFF2-40B4-BE49-F238E27FC236}">
                <a16:creationId xmlns:a16="http://schemas.microsoft.com/office/drawing/2014/main" id="{873E0545-E325-0B45-EF10-5E9C79695CC3}"/>
              </a:ext>
            </a:extLst>
          </p:cNvPr>
          <p:cNvSpPr txBox="1">
            <a:spLocks noGrp="1"/>
          </p:cNvSpPr>
          <p:nvPr>
            <p:ph type="subTitle" idx="1"/>
          </p:nvPr>
        </p:nvSpPr>
        <p:spPr>
          <a:xfrm>
            <a:off x="442900" y="1000593"/>
            <a:ext cx="11306100" cy="3687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SzPts val="1300"/>
              <a:buNone/>
              <a:defRPr sz="1300" b="1" i="0" u="none" strike="noStrike" cap="none">
                <a:latin typeface="MarkOT" panose="020B0504020201010104" pitchFamily="34" charset="0"/>
              </a:defRPr>
            </a:lvl1pPr>
            <a:lvl2pPr marR="0" lvl="1"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2pPr>
            <a:lvl3pPr marR="0" lvl="2"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3pPr>
            <a:lvl4pPr marR="0" lvl="3"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4pPr>
            <a:lvl5pPr marR="0" lvl="4"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5pPr>
            <a:lvl6pPr marR="0" lvl="5"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6pPr>
            <a:lvl7pPr marR="0" lvl="6"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7pPr>
            <a:lvl8pPr marR="0" lvl="7"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8pPr>
            <a:lvl9pPr marR="0" lvl="8"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9pPr>
          </a:lstStyle>
          <a:p>
            <a:r>
              <a:rPr lang="en-US"/>
              <a:t>Click to edit Master subtitle style</a:t>
            </a:r>
            <a:endParaRPr lang="en-AU"/>
          </a:p>
        </p:txBody>
      </p:sp>
      <p:sp>
        <p:nvSpPr>
          <p:cNvPr id="19" name="Google Shape;723;g2dc0e050917_1_518">
            <a:extLst>
              <a:ext uri="{FF2B5EF4-FFF2-40B4-BE49-F238E27FC236}">
                <a16:creationId xmlns:a16="http://schemas.microsoft.com/office/drawing/2014/main" id="{43B86343-6332-0584-82B0-1AAEA621295E}"/>
              </a:ext>
            </a:extLst>
          </p:cNvPr>
          <p:cNvSpPr txBox="1">
            <a:spLocks noGrp="1"/>
          </p:cNvSpPr>
          <p:nvPr>
            <p:ph type="title"/>
          </p:nvPr>
        </p:nvSpPr>
        <p:spPr>
          <a:xfrm>
            <a:off x="442913" y="430514"/>
            <a:ext cx="113061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accent1"/>
              </a:buClr>
              <a:buSzPts val="2700"/>
              <a:buNone/>
              <a:defRPr sz="2700" b="1" i="0" u="none" strike="noStrike" cap="none">
                <a:solidFill>
                  <a:schemeClr val="tx1"/>
                </a:solidFill>
                <a:latin typeface="MarkOT" panose="020B0504020201010104" pitchFamily="34" charset="0"/>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r>
              <a:rPr lang="en-US"/>
              <a:t>Click to edit Master title style</a:t>
            </a:r>
            <a:endParaRPr lang="en-AU"/>
          </a:p>
        </p:txBody>
      </p:sp>
    </p:spTree>
    <p:extLst>
      <p:ext uri="{BB962C8B-B14F-4D97-AF65-F5344CB8AC3E}">
        <p14:creationId xmlns:p14="http://schemas.microsoft.com/office/powerpoint/2010/main" val="2869735471"/>
      </p:ext>
    </p:extLst>
  </p:cSld>
  <p:clrMapOvr>
    <a:masterClrMapping/>
  </p:clrMapOvr>
  <p:hf hdr="0" dt="0"/>
</p:sldLayout>
</file>

<file path=ppt/slideLayouts/slideLayout197.xml><?xml version="1.0" encoding="utf-8"?>
<p:sldLayout xmlns:a="http://schemas.openxmlformats.org/drawingml/2006/main" xmlns:r="http://schemas.openxmlformats.org/officeDocument/2006/relationships" xmlns:p="http://schemas.openxmlformats.org/presentationml/2006/main" matchingName="Title Only">
  <p:cSld name="2_Title Only">
    <p:spTree>
      <p:nvGrpSpPr>
        <p:cNvPr id="1" name="Shape 1321"/>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A493A2F-77C9-10B4-6991-76D96DCBEBD6}"/>
              </a:ext>
            </a:extLst>
          </p:cNvPr>
          <p:cNvGraphicFramePr>
            <a:graphicFrameLocks noChangeAspect="1"/>
          </p:cNvGraphicFramePr>
          <p:nvPr>
            <p:custDataLst>
              <p:tags r:id="rId1"/>
            </p:custDataLst>
            <p:extLst>
              <p:ext uri="{D42A27DB-BD31-4B8C-83A1-F6EECF244321}">
                <p14:modId xmlns:p14="http://schemas.microsoft.com/office/powerpoint/2010/main" val="31084465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0A493A2F-77C9-10B4-6991-76D96DCBEBD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Google Shape;721;g2dc0e050917_1_518">
            <a:extLst>
              <a:ext uri="{FF2B5EF4-FFF2-40B4-BE49-F238E27FC236}">
                <a16:creationId xmlns:a16="http://schemas.microsoft.com/office/drawing/2014/main" id="{6795795B-8FCD-4C09-677A-B451361FF396}"/>
              </a:ext>
            </a:extLst>
          </p:cNvPr>
          <p:cNvSpPr txBox="1">
            <a:spLocks noGrp="1"/>
          </p:cNvSpPr>
          <p:nvPr>
            <p:ph type="sldNum" idx="12"/>
          </p:nvPr>
        </p:nvSpPr>
        <p:spPr>
          <a:xfrm>
            <a:off x="8218489" y="140722"/>
            <a:ext cx="3530700" cy="1371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MarkOT" panose="020B0504020201010104" pitchFamily="34" charset="0"/>
                <a:ea typeface="MarkOT" panose="020B0504020201010104" pitchFamily="34" charset="0"/>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AU" smtClean="0"/>
              <a:pPr/>
              <a:t>‹#›</a:t>
            </a:fld>
            <a:endParaRPr lang="en-AU"/>
          </a:p>
        </p:txBody>
      </p:sp>
      <p:sp>
        <p:nvSpPr>
          <p:cNvPr id="13" name="Google Shape;722;g2dc0e050917_1_518">
            <a:extLst>
              <a:ext uri="{FF2B5EF4-FFF2-40B4-BE49-F238E27FC236}">
                <a16:creationId xmlns:a16="http://schemas.microsoft.com/office/drawing/2014/main" id="{4B44D056-8F67-618B-E938-F5FDF51DDCCE}"/>
              </a:ext>
            </a:extLst>
          </p:cNvPr>
          <p:cNvSpPr txBox="1">
            <a:spLocks noGrp="1"/>
          </p:cNvSpPr>
          <p:nvPr>
            <p:ph type="subTitle" idx="1"/>
          </p:nvPr>
        </p:nvSpPr>
        <p:spPr>
          <a:xfrm>
            <a:off x="442900" y="1000593"/>
            <a:ext cx="11306100" cy="3687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SzPts val="1300"/>
              <a:buNone/>
              <a:defRPr sz="1300" b="1" i="0" u="none" strike="noStrike" cap="none">
                <a:latin typeface="MarkOT" panose="020B0504020201010104" pitchFamily="34" charset="0"/>
              </a:defRPr>
            </a:lvl1pPr>
            <a:lvl2pPr marR="0" lvl="1"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2pPr>
            <a:lvl3pPr marR="0" lvl="2"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3pPr>
            <a:lvl4pPr marR="0" lvl="3"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4pPr>
            <a:lvl5pPr marR="0" lvl="4"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5pPr>
            <a:lvl6pPr marR="0" lvl="5"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6pPr>
            <a:lvl7pPr marR="0" lvl="6"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7pPr>
            <a:lvl8pPr marR="0" lvl="7"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8pPr>
            <a:lvl9pPr marR="0" lvl="8"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9pPr>
          </a:lstStyle>
          <a:p>
            <a:r>
              <a:rPr lang="en-US"/>
              <a:t>Click to edit Master subtitle style</a:t>
            </a:r>
            <a:endParaRPr lang="en-AU"/>
          </a:p>
        </p:txBody>
      </p:sp>
      <p:sp>
        <p:nvSpPr>
          <p:cNvPr id="14" name="Google Shape;723;g2dc0e050917_1_518">
            <a:extLst>
              <a:ext uri="{FF2B5EF4-FFF2-40B4-BE49-F238E27FC236}">
                <a16:creationId xmlns:a16="http://schemas.microsoft.com/office/drawing/2014/main" id="{6D95E96F-F185-3637-DBA3-8D7F36BBB52E}"/>
              </a:ext>
            </a:extLst>
          </p:cNvPr>
          <p:cNvSpPr txBox="1">
            <a:spLocks noGrp="1"/>
          </p:cNvSpPr>
          <p:nvPr>
            <p:ph type="title"/>
          </p:nvPr>
        </p:nvSpPr>
        <p:spPr>
          <a:xfrm>
            <a:off x="442913" y="430514"/>
            <a:ext cx="113061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accent1"/>
              </a:buClr>
              <a:buSzPts val="2700"/>
              <a:buNone/>
              <a:defRPr sz="2700" b="1" i="0" u="none" strike="noStrike" cap="none">
                <a:solidFill>
                  <a:schemeClr val="tx1"/>
                </a:solidFill>
                <a:latin typeface="MarkOT" panose="020B0504020201010104" pitchFamily="34" charset="0"/>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r>
              <a:rPr lang="en-US"/>
              <a:t>Click to edit Master title style</a:t>
            </a:r>
            <a:endParaRPr lang="en-AU"/>
          </a:p>
        </p:txBody>
      </p:sp>
    </p:spTree>
    <p:extLst>
      <p:ext uri="{BB962C8B-B14F-4D97-AF65-F5344CB8AC3E}">
        <p14:creationId xmlns:p14="http://schemas.microsoft.com/office/powerpoint/2010/main" val="1360435398"/>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matchingName="Agenda">
  <p:cSld name="2_Agenda">
    <p:spTree>
      <p:nvGrpSpPr>
        <p:cNvPr id="1" name="Shape 708"/>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E8C41B68-AEDA-BF3F-EBCA-1E2739E13406}"/>
              </a:ext>
            </a:extLst>
          </p:cNvPr>
          <p:cNvGraphicFramePr>
            <a:graphicFrameLocks noChangeAspect="1"/>
          </p:cNvGraphicFramePr>
          <p:nvPr>
            <p:custDataLst>
              <p:tags r:id="rId1"/>
            </p:custDataLst>
            <p:extLst>
              <p:ext uri="{D42A27DB-BD31-4B8C-83A1-F6EECF244321}">
                <p14:modId xmlns:p14="http://schemas.microsoft.com/office/powerpoint/2010/main" val="2600943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E8C41B68-AEDA-BF3F-EBCA-1E2739E1340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Google Shape;721;g2dc0e050917_1_518">
            <a:extLst>
              <a:ext uri="{FF2B5EF4-FFF2-40B4-BE49-F238E27FC236}">
                <a16:creationId xmlns:a16="http://schemas.microsoft.com/office/drawing/2014/main" id="{942842CD-EEA8-19F0-D401-F826769D8CD2}"/>
              </a:ext>
            </a:extLst>
          </p:cNvPr>
          <p:cNvSpPr txBox="1">
            <a:spLocks noGrp="1"/>
          </p:cNvSpPr>
          <p:nvPr>
            <p:ph type="sldNum" idx="12"/>
          </p:nvPr>
        </p:nvSpPr>
        <p:spPr>
          <a:xfrm>
            <a:off x="8218489" y="140722"/>
            <a:ext cx="3530700" cy="1371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MarkOT" panose="020B0504020201010104" pitchFamily="34" charset="0"/>
                <a:ea typeface="MarkOT" panose="020B0504020201010104" pitchFamily="34" charset="0"/>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AU" smtClean="0"/>
              <a:pPr/>
              <a:t>‹#›</a:t>
            </a:fld>
            <a:endParaRPr lang="en-AU"/>
          </a:p>
        </p:txBody>
      </p:sp>
      <p:sp>
        <p:nvSpPr>
          <p:cNvPr id="4" name="Google Shape;722;g2dc0e050917_1_518">
            <a:extLst>
              <a:ext uri="{FF2B5EF4-FFF2-40B4-BE49-F238E27FC236}">
                <a16:creationId xmlns:a16="http://schemas.microsoft.com/office/drawing/2014/main" id="{D339B6E1-BBA0-EEF8-EEA2-38A4DFAE023C}"/>
              </a:ext>
            </a:extLst>
          </p:cNvPr>
          <p:cNvSpPr txBox="1">
            <a:spLocks noGrp="1"/>
          </p:cNvSpPr>
          <p:nvPr>
            <p:ph type="subTitle" idx="1"/>
          </p:nvPr>
        </p:nvSpPr>
        <p:spPr>
          <a:xfrm>
            <a:off x="442900" y="872998"/>
            <a:ext cx="11306100" cy="3687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SzPts val="1300"/>
              <a:buNone/>
              <a:defRPr sz="1300" b="1" i="0" u="none" strike="noStrike" cap="none"/>
            </a:lvl1pPr>
            <a:lvl2pPr marR="0" lvl="1"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2pPr>
            <a:lvl3pPr marR="0" lvl="2"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3pPr>
            <a:lvl4pPr marR="0" lvl="3"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4pPr>
            <a:lvl5pPr marR="0" lvl="4"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5pPr>
            <a:lvl6pPr marR="0" lvl="5"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6pPr>
            <a:lvl7pPr marR="0" lvl="6"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7pPr>
            <a:lvl8pPr marR="0" lvl="7"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8pPr>
            <a:lvl9pPr marR="0" lvl="8"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9pPr>
          </a:lstStyle>
          <a:p>
            <a:r>
              <a:rPr lang="en-US"/>
              <a:t>Click to edit Master subtitle style</a:t>
            </a:r>
            <a:endParaRPr lang="en-AU"/>
          </a:p>
        </p:txBody>
      </p:sp>
      <p:sp>
        <p:nvSpPr>
          <p:cNvPr id="5" name="Google Shape;723;g2dc0e050917_1_518">
            <a:extLst>
              <a:ext uri="{FF2B5EF4-FFF2-40B4-BE49-F238E27FC236}">
                <a16:creationId xmlns:a16="http://schemas.microsoft.com/office/drawing/2014/main" id="{F6058343-4614-B084-3357-B96408293530}"/>
              </a:ext>
            </a:extLst>
          </p:cNvPr>
          <p:cNvSpPr txBox="1">
            <a:spLocks noGrp="1"/>
          </p:cNvSpPr>
          <p:nvPr>
            <p:ph type="title"/>
          </p:nvPr>
        </p:nvSpPr>
        <p:spPr>
          <a:xfrm>
            <a:off x="442913" y="430514"/>
            <a:ext cx="113061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accent1"/>
              </a:buClr>
              <a:buSzPts val="2700"/>
              <a:buNone/>
              <a:defRPr sz="2700" b="1" i="0" u="none" strike="noStrike" cap="none">
                <a:solidFill>
                  <a:schemeClr val="accent1"/>
                </a:solidFill>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r>
              <a:rPr lang="en-US"/>
              <a:t>Click to edit Master title style</a:t>
            </a:r>
            <a:endParaRPr lang="en-AU"/>
          </a:p>
        </p:txBody>
      </p:sp>
    </p:spTree>
    <p:extLst>
      <p:ext uri="{BB962C8B-B14F-4D97-AF65-F5344CB8AC3E}">
        <p14:creationId xmlns:p14="http://schemas.microsoft.com/office/powerpoint/2010/main" val="2431364147"/>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p:cSld name="2_Title Slide Blue BG">
    <p:bg>
      <p:bgPr>
        <a:solidFill>
          <a:schemeClr val="accent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B72B6FD-8E97-87A6-4106-24EEA915B78F}"/>
              </a:ext>
            </a:extLst>
          </p:cNvPr>
          <p:cNvGraphicFramePr>
            <a:graphicFrameLocks noChangeAspect="1"/>
          </p:cNvGraphicFramePr>
          <p:nvPr>
            <p:custDataLst>
              <p:tags r:id="rId1"/>
            </p:custDataLst>
            <p:extLst>
              <p:ext uri="{D42A27DB-BD31-4B8C-83A1-F6EECF244321}">
                <p14:modId xmlns:p14="http://schemas.microsoft.com/office/powerpoint/2010/main" val="12655779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5B72B6FD-8E97-87A6-4106-24EEA915B78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3" y="1564967"/>
            <a:ext cx="11603979" cy="751988"/>
          </a:xfrm>
        </p:spPr>
        <p:txBody>
          <a:bodyPr vert="horz" anchor="t" anchorCtr="0"/>
          <a:lstStyle>
            <a:lvl1pPr algn="l">
              <a:defRPr sz="44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5" y="2316955"/>
            <a:ext cx="6955012" cy="3257732"/>
          </a:xfrm>
        </p:spPr>
        <p:txBody>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1" y="5946511"/>
            <a:ext cx="5761037" cy="652463"/>
          </a:xfrm>
        </p:spPr>
        <p:txBody>
          <a:bodyPr anchor="b" anchorCtr="0"/>
          <a:lstStyle>
            <a:lvl1pPr>
              <a:defRPr sz="1400">
                <a:solidFill>
                  <a:schemeClr val="bg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34963" y="0"/>
            <a:ext cx="1235283" cy="1235283"/>
          </a:xfrm>
          <a:prstGeom prst="rect">
            <a:avLst/>
          </a:prstGeom>
        </p:spPr>
      </p:pic>
    </p:spTree>
    <p:extLst>
      <p:ext uri="{BB962C8B-B14F-4D97-AF65-F5344CB8AC3E}">
        <p14:creationId xmlns:p14="http://schemas.microsoft.com/office/powerpoint/2010/main" val="3081014078"/>
      </p:ext>
    </p:extLst>
  </p:cSld>
  <p:clrMapOvr>
    <a:masterClrMapping/>
  </p:clrMapOvr>
  <p:hf hdr="0" dt="0"/>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2_Title Slide Image BG">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CB5A557A-F427-FDED-80E3-B7DD5323341D}"/>
              </a:ext>
            </a:extLst>
          </p:cNvPr>
          <p:cNvGraphicFramePr>
            <a:graphicFrameLocks noChangeAspect="1"/>
          </p:cNvGraphicFramePr>
          <p:nvPr>
            <p:custDataLst>
              <p:tags r:id="rId1"/>
            </p:custDataLst>
            <p:extLst>
              <p:ext uri="{D42A27DB-BD31-4B8C-83A1-F6EECF244321}">
                <p14:modId xmlns:p14="http://schemas.microsoft.com/office/powerpoint/2010/main" val="33584684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CB5A557A-F427-FDED-80E3-B7DD5323341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4" y="1564966"/>
            <a:ext cx="6983074" cy="1341311"/>
          </a:xfrm>
        </p:spPr>
        <p:txBody>
          <a:bodyPr vert="horz" anchor="t" anchorCtr="0"/>
          <a:lstStyle>
            <a:lvl1pPr algn="l">
              <a:defRPr sz="44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5" y="2935397"/>
            <a:ext cx="6955012" cy="2668410"/>
          </a:xfrm>
        </p:spPr>
        <p:txBody>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1" y="5946511"/>
            <a:ext cx="5761037" cy="652463"/>
          </a:xfrm>
        </p:spPr>
        <p:txBody>
          <a:bodyPr anchor="b" anchorCtr="0"/>
          <a:lstStyle>
            <a:lvl1pPr>
              <a:defRPr sz="140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696727139"/>
      </p:ext>
    </p:extLst>
  </p:cSld>
  <p:clrMapOvr>
    <a:masterClrMapping/>
  </p:clrMapOvr>
  <p:hf hdr="0" dt="0"/>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p:cSld name="2_Title Slide White BG">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E746CC6-FEF7-66E4-1B4D-EC4D21833DB0}"/>
              </a:ext>
            </a:extLst>
          </p:cNvPr>
          <p:cNvGraphicFramePr>
            <a:graphicFrameLocks noChangeAspect="1"/>
          </p:cNvGraphicFramePr>
          <p:nvPr>
            <p:custDataLst>
              <p:tags r:id="rId1"/>
            </p:custDataLst>
            <p:extLst>
              <p:ext uri="{D42A27DB-BD31-4B8C-83A1-F6EECF244321}">
                <p14:modId xmlns:p14="http://schemas.microsoft.com/office/powerpoint/2010/main" val="12854921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EE746CC6-FEF7-66E4-1B4D-EC4D21833DB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4" y="1564966"/>
            <a:ext cx="6983074" cy="1341311"/>
          </a:xfrm>
        </p:spPr>
        <p:txBody>
          <a:bodyPr vert="horz" anchor="t" anchorCtr="0"/>
          <a:lstStyle>
            <a:lvl1pPr algn="l">
              <a:defRPr sz="4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5" y="2935397"/>
            <a:ext cx="6955012" cy="266841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1" y="5946511"/>
            <a:ext cx="5761037" cy="652463"/>
          </a:xfrm>
        </p:spPr>
        <p:txBody>
          <a:bodyPr anchor="b" anchorCtr="0"/>
          <a:lstStyle>
            <a:lvl1pPr>
              <a:defRPr sz="1400">
                <a:solidFill>
                  <a:schemeClr val="tx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0087521" y="4753521"/>
            <a:ext cx="2104479" cy="2104479"/>
          </a:xfrm>
          <a:prstGeom prst="rect">
            <a:avLst/>
          </a:prstGeom>
        </p:spPr>
      </p:pic>
    </p:spTree>
    <p:extLst>
      <p:ext uri="{BB962C8B-B14F-4D97-AF65-F5344CB8AC3E}">
        <p14:creationId xmlns:p14="http://schemas.microsoft.com/office/powerpoint/2010/main" val="1431374250"/>
      </p:ext>
    </p:extLst>
  </p:cSld>
  <p:clrMapOvr>
    <a:masterClrMapping/>
  </p:clrMapOvr>
  <p:hf hdr="0" dt="0"/>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p:cSld name="4_Contents Blue BG">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9E085D34-60A1-4BB4-A829-9D11F97AD400}"/>
              </a:ext>
            </a:extLst>
          </p:cNvPr>
          <p:cNvGraphicFramePr>
            <a:graphicFrameLocks noChangeAspect="1"/>
          </p:cNvGraphicFramePr>
          <p:nvPr>
            <p:custDataLst>
              <p:tags r:id="rId1"/>
            </p:custDataLst>
            <p:extLst>
              <p:ext uri="{D42A27DB-BD31-4B8C-83A1-F6EECF244321}">
                <p14:modId xmlns:p14="http://schemas.microsoft.com/office/powerpoint/2010/main" val="2960823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9E085D34-60A1-4BB4-A829-9D11F97AD40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a:defRPr sz="400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Tree>
    <p:extLst>
      <p:ext uri="{BB962C8B-B14F-4D97-AF65-F5344CB8AC3E}">
        <p14:creationId xmlns:p14="http://schemas.microsoft.com/office/powerpoint/2010/main" val="472918748"/>
      </p:ext>
    </p:extLst>
  </p:cSld>
  <p:clrMapOvr>
    <a:masterClrMapping/>
  </p:clrMapOvr>
  <p:hf hdr="0" dt="0"/>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p:cSld name="3_Contents Red BG">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CF67C4A-45B3-2C5C-1924-C862D4712EB6}"/>
              </a:ext>
            </a:extLst>
          </p:cNvPr>
          <p:cNvGraphicFramePr>
            <a:graphicFrameLocks noChangeAspect="1"/>
          </p:cNvGraphicFramePr>
          <p:nvPr>
            <p:custDataLst>
              <p:tags r:id="rId1"/>
            </p:custDataLst>
            <p:extLst>
              <p:ext uri="{D42A27DB-BD31-4B8C-83A1-F6EECF244321}">
                <p14:modId xmlns:p14="http://schemas.microsoft.com/office/powerpoint/2010/main" val="22702104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BCF67C4A-45B3-2C5C-1924-C862D4712EB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a:defRPr sz="400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Tree>
    <p:extLst>
      <p:ext uri="{BB962C8B-B14F-4D97-AF65-F5344CB8AC3E}">
        <p14:creationId xmlns:p14="http://schemas.microsoft.com/office/powerpoint/2010/main" val="861735344"/>
      </p:ext>
    </p:extLst>
  </p:cSld>
  <p:clrMapOvr>
    <a:masterClrMapping/>
  </p:clrMapOvr>
  <p:hf hdr="0" dt="0"/>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p:cSld name="5_Contents White BG">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6F05993-58AC-BA6E-EDFF-9EBF4A73F9B7}"/>
              </a:ext>
            </a:extLst>
          </p:cNvPr>
          <p:cNvGraphicFramePr>
            <a:graphicFrameLocks noChangeAspect="1"/>
          </p:cNvGraphicFramePr>
          <p:nvPr>
            <p:custDataLst>
              <p:tags r:id="rId1"/>
            </p:custDataLst>
            <p:extLst>
              <p:ext uri="{D42A27DB-BD31-4B8C-83A1-F6EECF244321}">
                <p14:modId xmlns:p14="http://schemas.microsoft.com/office/powerpoint/2010/main" val="1134782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06F05993-58AC-BA6E-EDFF-9EBF4A73F9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vert="horz"/>
          <a:lstStyle>
            <a:lvl1pPr>
              <a:defRPr sz="4000">
                <a:solidFill>
                  <a:schemeClr val="tx1"/>
                </a:solidFill>
              </a:defRPr>
            </a:lvl1pPr>
          </a:lstStyle>
          <a:p>
            <a:r>
              <a:rPr lang="en-US"/>
              <a:t>Click to edit Master title style</a:t>
            </a:r>
          </a:p>
        </p:txBody>
      </p:sp>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OT" panose="020B0504020201010104" pitchFamily="34" charset="0"/>
              </a:rPr>
              <a:t>‹#›</a:t>
            </a:fld>
            <a:endParaRPr lang="en-US" sz="1000" b="0" i="0">
              <a:solidFill>
                <a:schemeClr val="tx1"/>
              </a:solidFill>
              <a:latin typeface="MarkOT" panose="020B0504020201010104" pitchFamily="34" charset="0"/>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tx1"/>
                </a:solidFill>
              </a:defRPr>
            </a:lvl1pPr>
          </a:lstStyle>
          <a:p>
            <a:r>
              <a:rPr lang="en-US"/>
              <a:t>Click icon to add table</a:t>
            </a:r>
          </a:p>
        </p:txBody>
      </p:sp>
      <p:pic>
        <p:nvPicPr>
          <p:cNvPr id="8" name="Picture 7">
            <a:extLst>
              <a:ext uri="{FF2B5EF4-FFF2-40B4-BE49-F238E27FC236}">
                <a16:creationId xmlns:a16="http://schemas.microsoft.com/office/drawing/2014/main" id="{CB060DD0-848A-C048-B5DA-AAFFE761418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Tree>
    <p:extLst>
      <p:ext uri="{BB962C8B-B14F-4D97-AF65-F5344CB8AC3E}">
        <p14:creationId xmlns:p14="http://schemas.microsoft.com/office/powerpoint/2010/main" val="2085414163"/>
      </p:ext>
    </p:extLst>
  </p:cSld>
  <p:clrMapOvr>
    <a:masterClrMapping/>
  </p:clrMapOvr>
  <p:hf hdr="0" dt="0"/>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p:cSld name="3_Contents Blue Image">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A91DBB7A-FA56-0B3E-0CF5-6FB5868EB068}"/>
              </a:ext>
            </a:extLst>
          </p:cNvPr>
          <p:cNvGraphicFramePr>
            <a:graphicFrameLocks noChangeAspect="1"/>
          </p:cNvGraphicFramePr>
          <p:nvPr>
            <p:custDataLst>
              <p:tags r:id="rId1"/>
            </p:custDataLst>
            <p:extLst>
              <p:ext uri="{D42A27DB-BD31-4B8C-83A1-F6EECF244321}">
                <p14:modId xmlns:p14="http://schemas.microsoft.com/office/powerpoint/2010/main" val="3374852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A91DBB7A-FA56-0B3E-0CF5-6FB5868EB06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8"/>
            <a:ext cx="5330561" cy="1081397"/>
          </a:xfrm>
        </p:spPr>
        <p:txBody>
          <a:bodyPr vert="horz"/>
          <a:lstStyle>
            <a:lvl1pPr>
              <a:defRPr sz="400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
        <p:nvSpPr>
          <p:cNvPr id="6" name="Picture Placeholder 3">
            <a:extLst>
              <a:ext uri="{FF2B5EF4-FFF2-40B4-BE49-F238E27FC236}">
                <a16:creationId xmlns:a16="http://schemas.microsoft.com/office/drawing/2014/main" id="{97D64D56-A207-B64C-8FA9-1EF5091E7842}"/>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8" name="Text Placeholder 5">
            <a:extLst>
              <a:ext uri="{FF2B5EF4-FFF2-40B4-BE49-F238E27FC236}">
                <a16:creationId xmlns:a16="http://schemas.microsoft.com/office/drawing/2014/main" id="{3639925A-8566-B142-9D58-36B99C9AE3C5}"/>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spTree>
    <p:extLst>
      <p:ext uri="{BB962C8B-B14F-4D97-AF65-F5344CB8AC3E}">
        <p14:creationId xmlns:p14="http://schemas.microsoft.com/office/powerpoint/2010/main" val="717686516"/>
      </p:ext>
    </p:extLst>
  </p:cSld>
  <p:clrMapOvr>
    <a:masterClrMapping/>
  </p:clrMapOvr>
  <p:hf hdr="0" dt="0"/>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p:cSld name="3_Contents Red Image">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E0CC1AA-4D5A-534B-AE52-3589F6064C85}"/>
              </a:ext>
            </a:extLst>
          </p:cNvPr>
          <p:cNvGraphicFramePr>
            <a:graphicFrameLocks noChangeAspect="1"/>
          </p:cNvGraphicFramePr>
          <p:nvPr>
            <p:custDataLst>
              <p:tags r:id="rId1"/>
            </p:custDataLst>
            <p:extLst>
              <p:ext uri="{D42A27DB-BD31-4B8C-83A1-F6EECF244321}">
                <p14:modId xmlns:p14="http://schemas.microsoft.com/office/powerpoint/2010/main" val="8834302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DE0CC1AA-4D5A-534B-AE52-3589F6064C8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9"/>
            <a:ext cx="5330561" cy="1000566"/>
          </a:xfrm>
        </p:spPr>
        <p:txBody>
          <a:bodyPr vert="horz"/>
          <a:lstStyle>
            <a:lvl1pPr>
              <a:defRPr sz="400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
        <p:nvSpPr>
          <p:cNvPr id="6" name="Picture Placeholder 3">
            <a:extLst>
              <a:ext uri="{FF2B5EF4-FFF2-40B4-BE49-F238E27FC236}">
                <a16:creationId xmlns:a16="http://schemas.microsoft.com/office/drawing/2014/main" id="{24BFAA4C-ED30-0547-81D9-54EB7AD7A18B}"/>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8" name="Text Placeholder 5">
            <a:extLst>
              <a:ext uri="{FF2B5EF4-FFF2-40B4-BE49-F238E27FC236}">
                <a16:creationId xmlns:a16="http://schemas.microsoft.com/office/drawing/2014/main" id="{48FE9D90-7B35-7D48-AB56-70E03C10BFA9}"/>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spTree>
    <p:extLst>
      <p:ext uri="{BB962C8B-B14F-4D97-AF65-F5344CB8AC3E}">
        <p14:creationId xmlns:p14="http://schemas.microsoft.com/office/powerpoint/2010/main" val="3388360214"/>
      </p:ext>
    </p:extLst>
  </p:cSld>
  <p:clrMapOvr>
    <a:masterClrMapping/>
  </p:clrMapOvr>
  <p:hf hdr="0" dt="0"/>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p:cSld name="3_Contents White Image">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ACD2974C-3FB4-DE42-93CF-39C3E2CCADD4}"/>
              </a:ext>
            </a:extLst>
          </p:cNvPr>
          <p:cNvGraphicFramePr>
            <a:graphicFrameLocks noChangeAspect="1"/>
          </p:cNvGraphicFramePr>
          <p:nvPr>
            <p:custDataLst>
              <p:tags r:id="rId1"/>
            </p:custDataLst>
            <p:extLst>
              <p:ext uri="{D42A27DB-BD31-4B8C-83A1-F6EECF244321}">
                <p14:modId xmlns:p14="http://schemas.microsoft.com/office/powerpoint/2010/main" val="15127032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ACD2974C-3FB4-DE42-93CF-39C3E2CCADD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Picture Placeholder 3">
            <a:extLst>
              <a:ext uri="{FF2B5EF4-FFF2-40B4-BE49-F238E27FC236}">
                <a16:creationId xmlns:a16="http://schemas.microsoft.com/office/drawing/2014/main" id="{F3A10909-DB1D-8D44-AC6F-6E573117A402}"/>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9"/>
            <a:ext cx="5330561" cy="1000566"/>
          </a:xfrm>
        </p:spPr>
        <p:txBody>
          <a:bodyPr vert="horz"/>
          <a:lstStyle>
            <a:lvl1pPr>
              <a:defRPr sz="400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tx1"/>
                </a:solidFill>
              </a:defRPr>
            </a:lvl1pPr>
          </a:lstStyle>
          <a:p>
            <a:r>
              <a:rPr lang="en-US"/>
              <a:t>Click icon to add table</a:t>
            </a:r>
          </a:p>
        </p:txBody>
      </p:sp>
      <p:pic>
        <p:nvPicPr>
          <p:cNvPr id="8" name="Picture 7">
            <a:extLst>
              <a:ext uri="{FF2B5EF4-FFF2-40B4-BE49-F238E27FC236}">
                <a16:creationId xmlns:a16="http://schemas.microsoft.com/office/drawing/2014/main" id="{CB060DD0-848A-C048-B5DA-AAFFE7614181}"/>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6" name="Text Placeholder 5">
            <a:extLst>
              <a:ext uri="{FF2B5EF4-FFF2-40B4-BE49-F238E27FC236}">
                <a16:creationId xmlns:a16="http://schemas.microsoft.com/office/drawing/2014/main" id="{0FDB0AF8-6E47-414D-8E34-56606A126527}"/>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spTree>
    <p:extLst>
      <p:ext uri="{BB962C8B-B14F-4D97-AF65-F5344CB8AC3E}">
        <p14:creationId xmlns:p14="http://schemas.microsoft.com/office/powerpoint/2010/main" val="2789090554"/>
      </p:ext>
    </p:extLst>
  </p:cSld>
  <p:clrMapOvr>
    <a:masterClrMapping/>
  </p:clrMapOvr>
  <p:hf hdr="0" dt="0"/>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p:cSld name="4_Section Title Boxed Right + Image Light">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45E05BB-C89C-7BCE-2EE4-C050FBECAE17}"/>
              </a:ext>
            </a:extLst>
          </p:cNvPr>
          <p:cNvGraphicFramePr>
            <a:graphicFrameLocks noChangeAspect="1"/>
          </p:cNvGraphicFramePr>
          <p:nvPr>
            <p:custDataLst>
              <p:tags r:id="rId1"/>
            </p:custDataLst>
            <p:extLst>
              <p:ext uri="{D42A27DB-BD31-4B8C-83A1-F6EECF244321}">
                <p14:modId xmlns:p14="http://schemas.microsoft.com/office/powerpoint/2010/main" val="29108967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445E05BB-C89C-7BCE-2EE4-C050FBECAE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7979159"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vert="horz" anchor="t" anchorCtr="0"/>
          <a:lstStyle>
            <a:lvl1pPr algn="l">
              <a:defRPr sz="4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3"/>
            <a:ext cx="3606274" cy="2029899"/>
          </a:xfrm>
        </p:spPr>
        <p:txBody>
          <a:bodyPr/>
          <a:lstStyle>
            <a:lvl1pPr marL="0" indent="0" algn="l">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4590" y="5961066"/>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Tree>
    <p:extLst>
      <p:ext uri="{BB962C8B-B14F-4D97-AF65-F5344CB8AC3E}">
        <p14:creationId xmlns:p14="http://schemas.microsoft.com/office/powerpoint/2010/main" val="1270929914"/>
      </p:ext>
    </p:extLst>
  </p:cSld>
  <p:clrMapOvr>
    <a:masterClrMapping/>
  </p:clrMapOvr>
  <p:hf hdr="0" dt="0"/>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p:cSld name="3_Section Title Boxed Right + Image Dark">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E675B2B-0C25-3129-9583-924D2C238B5F}"/>
              </a:ext>
            </a:extLst>
          </p:cNvPr>
          <p:cNvGraphicFramePr>
            <a:graphicFrameLocks noChangeAspect="1"/>
          </p:cNvGraphicFramePr>
          <p:nvPr>
            <p:custDataLst>
              <p:tags r:id="rId1"/>
            </p:custDataLst>
            <p:extLst>
              <p:ext uri="{D42A27DB-BD31-4B8C-83A1-F6EECF244321}">
                <p14:modId xmlns:p14="http://schemas.microsoft.com/office/powerpoint/2010/main" val="10878646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5E675B2B-0C25-3129-9583-924D2C238B5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7979159"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vert="horz" anchor="t" anchorCtr="0"/>
          <a:lstStyle>
            <a:lvl1pPr algn="l">
              <a:defRPr sz="4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3"/>
            <a:ext cx="3606274" cy="2029899"/>
          </a:xfrm>
        </p:spPr>
        <p:txBody>
          <a:bodyPr/>
          <a:lstStyle>
            <a:lvl1pPr marL="0" indent="0" algn="l">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11294590" y="5961066"/>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Tree>
    <p:extLst>
      <p:ext uri="{BB962C8B-B14F-4D97-AF65-F5344CB8AC3E}">
        <p14:creationId xmlns:p14="http://schemas.microsoft.com/office/powerpoint/2010/main" val="586125367"/>
      </p:ext>
    </p:extLst>
  </p:cSld>
  <p:clrMapOvr>
    <a:masterClrMapping/>
  </p:clrMapOvr>
  <p:hf hdr="0" dt="0"/>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p:cSld name="3_Section Title Boxed Left + Image Dark">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81C7BA36-AA6A-5278-8B0E-1966886EB56C}"/>
              </a:ext>
            </a:extLst>
          </p:cNvPr>
          <p:cNvGraphicFramePr>
            <a:graphicFrameLocks noChangeAspect="1"/>
          </p:cNvGraphicFramePr>
          <p:nvPr>
            <p:custDataLst>
              <p:tags r:id="rId1"/>
            </p:custDataLst>
            <p:extLst>
              <p:ext uri="{D42A27DB-BD31-4B8C-83A1-F6EECF244321}">
                <p14:modId xmlns:p14="http://schemas.microsoft.com/office/powerpoint/2010/main" val="3174769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81C7BA36-AA6A-5278-8B0E-1966886EB56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5E2CA2B8-275D-754E-AB89-33E9D4CB5563}"/>
              </a:ext>
            </a:extLst>
          </p:cNvPr>
          <p:cNvSpPr/>
          <p:nvPr/>
        </p:nvSpPr>
        <p:spPr>
          <a:xfrm>
            <a:off x="0" y="0"/>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5385" y="312762"/>
            <a:ext cx="3640032" cy="683178"/>
          </a:xfrm>
          <a:noFill/>
        </p:spPr>
        <p:txBody>
          <a:bodyPr vert="horz" anchor="t" anchorCtr="0"/>
          <a:lstStyle>
            <a:lvl1pPr algn="l">
              <a:defRPr sz="4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06530" y="995939"/>
            <a:ext cx="3606274" cy="2029899"/>
          </a:xfrm>
        </p:spPr>
        <p:txBody>
          <a:bodyPr/>
          <a:lstStyle>
            <a:lvl1pPr marL="0" indent="0" algn="l">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34963" y="3322702"/>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Tree>
    <p:extLst>
      <p:ext uri="{BB962C8B-B14F-4D97-AF65-F5344CB8AC3E}">
        <p14:creationId xmlns:p14="http://schemas.microsoft.com/office/powerpoint/2010/main" val="505337567"/>
      </p:ext>
    </p:extLst>
  </p:cSld>
  <p:clrMapOvr>
    <a:masterClrMapping/>
  </p:clrMapOvr>
  <p:hf hdr="0" dt="0"/>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p:cSld name="3_Section Title + Image">
    <p:bg>
      <p:bgPr>
        <a:solidFill>
          <a:schemeClr val="accent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57A0A50-997F-5676-1571-46E36711339B}"/>
              </a:ext>
            </a:extLst>
          </p:cNvPr>
          <p:cNvGraphicFramePr>
            <a:graphicFrameLocks noChangeAspect="1"/>
          </p:cNvGraphicFramePr>
          <p:nvPr>
            <p:custDataLst>
              <p:tags r:id="rId1"/>
            </p:custDataLst>
            <p:extLst>
              <p:ext uri="{D42A27DB-BD31-4B8C-83A1-F6EECF244321}">
                <p14:modId xmlns:p14="http://schemas.microsoft.com/office/powerpoint/2010/main" val="312866111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C57A0A50-997F-5676-1571-46E36711339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8"/>
            <a:ext cx="5330561" cy="1081397"/>
          </a:xfrm>
        </p:spPr>
        <p:txBody>
          <a:bodyPr vert="horz"/>
          <a:lstStyle>
            <a:lvl1pPr>
              <a:defRPr sz="4000">
                <a:solidFill>
                  <a:schemeClr val="bg1"/>
                </a:solidFill>
              </a:defRPr>
            </a:lvl1pPr>
          </a:lstStyle>
          <a:p>
            <a:r>
              <a:rPr lang="en-US"/>
              <a:t>Click to edit Master title style</a:t>
            </a:r>
          </a:p>
        </p:txBody>
      </p:sp>
      <p:sp>
        <p:nvSpPr>
          <p:cNvPr id="13" name="Picture Placeholder 3">
            <a:extLst>
              <a:ext uri="{FF2B5EF4-FFF2-40B4-BE49-F238E27FC236}">
                <a16:creationId xmlns:a16="http://schemas.microsoft.com/office/drawing/2014/main" id="{157BC42C-9907-CB41-B0B6-E072DBC5B2DF}"/>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14" name="Text Placeholder 5">
            <a:extLst>
              <a:ext uri="{FF2B5EF4-FFF2-40B4-BE49-F238E27FC236}">
                <a16:creationId xmlns:a16="http://schemas.microsoft.com/office/drawing/2014/main" id="{058970AF-5177-F742-88AA-569E9331B713}"/>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pic>
        <p:nvPicPr>
          <p:cNvPr id="10" name="Picture 9">
            <a:extLst>
              <a:ext uri="{FF2B5EF4-FFF2-40B4-BE49-F238E27FC236}">
                <a16:creationId xmlns:a16="http://schemas.microsoft.com/office/drawing/2014/main" id="{11418AF1-1700-434B-B0C1-075C68E249F0}"/>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5881"/>
            <a:ext cx="5292725" cy="4440238"/>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6008492"/>
      </p:ext>
    </p:extLst>
  </p:cSld>
  <p:clrMapOvr>
    <a:masterClrMapping/>
  </p:clrMapOvr>
  <p:hf hdr="0" dt="0"/>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p:cSld name="4_Section Title White BG">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DC5DED7-628C-D343-1DE8-0E84A04077F9}"/>
              </a:ext>
            </a:extLst>
          </p:cNvPr>
          <p:cNvGraphicFramePr>
            <a:graphicFrameLocks noChangeAspect="1"/>
          </p:cNvGraphicFramePr>
          <p:nvPr>
            <p:custDataLst>
              <p:tags r:id="rId1"/>
            </p:custDataLst>
            <p:extLst>
              <p:ext uri="{D42A27DB-BD31-4B8C-83A1-F6EECF244321}">
                <p14:modId xmlns:p14="http://schemas.microsoft.com/office/powerpoint/2010/main" val="32598867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DDC5DED7-628C-D343-1DE8-0E84A04077F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8"/>
            <a:ext cx="11594836" cy="1081397"/>
          </a:xfrm>
        </p:spPr>
        <p:txBody>
          <a:bodyPr vert="horz"/>
          <a:lstStyle>
            <a:lvl1pPr>
              <a:defRPr sz="40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200493"/>
            <a:ext cx="5292725" cy="4440238"/>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A872C399-A78F-744D-BB2A-F1FB5BE756D8}"/>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OT" panose="020B0504020201010104" pitchFamily="34" charset="0"/>
              </a:rPr>
              <a:t>‹#›</a:t>
            </a:fld>
            <a:endParaRPr lang="en-US" sz="1000" b="0" i="0">
              <a:solidFill>
                <a:schemeClr val="tx1"/>
              </a:solidFill>
              <a:latin typeface="MarkOT" panose="020B0504020201010104" pitchFamily="34" charset="0"/>
            </a:endParaRP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Tree>
    <p:extLst>
      <p:ext uri="{BB962C8B-B14F-4D97-AF65-F5344CB8AC3E}">
        <p14:creationId xmlns:p14="http://schemas.microsoft.com/office/powerpoint/2010/main" val="304239362"/>
      </p:ext>
    </p:extLst>
  </p:cSld>
  <p:clrMapOvr>
    <a:masterClrMapping/>
  </p:clrMapOvr>
  <p:hf hdr="0" dt="0"/>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p:cSld name="3_Text + 1 Image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7F74C6B-D788-D20F-C008-A8F28734F2C3}"/>
              </a:ext>
            </a:extLst>
          </p:cNvPr>
          <p:cNvGraphicFramePr>
            <a:graphicFrameLocks noChangeAspect="1"/>
          </p:cNvGraphicFramePr>
          <p:nvPr>
            <p:custDataLst>
              <p:tags r:id="rId1"/>
            </p:custDataLst>
            <p:extLst>
              <p:ext uri="{D42A27DB-BD31-4B8C-83A1-F6EECF244321}">
                <p14:modId xmlns:p14="http://schemas.microsoft.com/office/powerpoint/2010/main" val="38474098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D7F74C6B-D788-D20F-C008-A8F28734F2C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330561" cy="713230"/>
          </a:xfrm>
        </p:spPr>
        <p:txBody>
          <a:bodyPr vert="horz"/>
          <a:lstStyle>
            <a:lvl1pPr>
              <a:defRPr sz="34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0055"/>
            <a:ext cx="5292725" cy="4440238"/>
          </a:xfrm>
        </p:spPr>
        <p:txBody>
          <a:bodyPr/>
          <a:lstStyle>
            <a:lvl1pPr>
              <a:spcAft>
                <a:spcPts val="900"/>
              </a:spcAft>
              <a:defRPr sz="1400">
                <a:solidFill>
                  <a:schemeClr val="tx1"/>
                </a:solidFill>
              </a:defRPr>
            </a:lvl1pPr>
            <a:lvl2pPr marL="179388" indent="-179388">
              <a:spcAft>
                <a:spcPts val="900"/>
              </a:spcAft>
              <a:tabLst/>
              <a:defRPr sz="1400">
                <a:solidFill>
                  <a:schemeClr val="tx1"/>
                </a:solidFill>
              </a:defRPr>
            </a:lvl2pPr>
            <a:lvl3pPr marL="358775" indent="-179388">
              <a:spcAft>
                <a:spcPts val="900"/>
              </a:spcAft>
              <a:tabLst/>
              <a:defRPr sz="1400">
                <a:solidFill>
                  <a:schemeClr val="tx1"/>
                </a:solidFill>
              </a:defRPr>
            </a:lvl3pPr>
            <a:lvl4pPr marL="533400" indent="-174625">
              <a:spcAft>
                <a:spcPts val="900"/>
              </a:spcAft>
              <a:tabLst/>
              <a:defRPr sz="1400">
                <a:solidFill>
                  <a:schemeClr val="tx1"/>
                </a:solidFill>
              </a:defRPr>
            </a:lvl4pPr>
            <a:lvl5pPr marL="712788" indent="-1793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8" name="Picture Placeholder 3">
            <a:extLst>
              <a:ext uri="{FF2B5EF4-FFF2-40B4-BE49-F238E27FC236}">
                <a16:creationId xmlns:a16="http://schemas.microsoft.com/office/drawing/2014/main" id="{6B49B172-DE75-7040-A3C8-A907AEAC6240}"/>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10" name="Text Placeholder 5">
            <a:extLst>
              <a:ext uri="{FF2B5EF4-FFF2-40B4-BE49-F238E27FC236}">
                <a16:creationId xmlns:a16="http://schemas.microsoft.com/office/drawing/2014/main" id="{118C51A5-DE2B-F24D-A4CA-597DFAB15BFE}"/>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601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984428"/>
      </p:ext>
    </p:extLst>
  </p:cSld>
  <p:clrMapOvr>
    <a:masterClrMapping/>
  </p:clrMapOvr>
  <p:hf hdr="0" dt="0"/>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p:cSld name="3_Text + 2 Image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9739EF1-9D1B-E7B7-7DB8-5309589F0E05}"/>
              </a:ext>
            </a:extLst>
          </p:cNvPr>
          <p:cNvGraphicFramePr>
            <a:graphicFrameLocks noChangeAspect="1"/>
          </p:cNvGraphicFramePr>
          <p:nvPr>
            <p:custDataLst>
              <p:tags r:id="rId1"/>
            </p:custDataLst>
            <p:extLst>
              <p:ext uri="{D42A27DB-BD31-4B8C-83A1-F6EECF244321}">
                <p14:modId xmlns:p14="http://schemas.microsoft.com/office/powerpoint/2010/main" val="30230512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39739EF1-9D1B-E7B7-7DB8-5309589F0E0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330561" cy="713230"/>
          </a:xfrm>
        </p:spPr>
        <p:txBody>
          <a:bodyPr vert="horz"/>
          <a:lstStyle>
            <a:lvl1pPr>
              <a:defRPr sz="34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0055"/>
            <a:ext cx="5292725" cy="4440238"/>
          </a:xfrm>
        </p:spPr>
        <p:txBody>
          <a:bodyPr/>
          <a:lstStyle>
            <a:lvl1pPr>
              <a:spcAft>
                <a:spcPts val="900"/>
              </a:spcAft>
              <a:defRPr sz="1400">
                <a:solidFill>
                  <a:schemeClr val="tx1"/>
                </a:solidFill>
              </a:defRPr>
            </a:lvl1pPr>
            <a:lvl2pPr marL="179388" indent="-179388">
              <a:spcAft>
                <a:spcPts val="900"/>
              </a:spcAft>
              <a:tabLst/>
              <a:defRPr sz="1400">
                <a:solidFill>
                  <a:schemeClr val="tx1"/>
                </a:solidFill>
              </a:defRPr>
            </a:lvl2pPr>
            <a:lvl3pPr marL="358775" indent="-179388">
              <a:spcAft>
                <a:spcPts val="900"/>
              </a:spcAft>
              <a:tabLst/>
              <a:defRPr sz="1400">
                <a:solidFill>
                  <a:schemeClr val="tx1"/>
                </a:solidFill>
              </a:defRPr>
            </a:lvl3pPr>
            <a:lvl4pPr marL="533400" indent="-174625">
              <a:spcAft>
                <a:spcPts val="900"/>
              </a:spcAft>
              <a:tabLst/>
              <a:defRPr sz="1400">
                <a:solidFill>
                  <a:schemeClr val="tx1"/>
                </a:solidFill>
              </a:defRPr>
            </a:lvl4pPr>
            <a:lvl5pPr marL="712788" indent="-1793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8" name="Picture Placeholder 3">
            <a:extLst>
              <a:ext uri="{FF2B5EF4-FFF2-40B4-BE49-F238E27FC236}">
                <a16:creationId xmlns:a16="http://schemas.microsoft.com/office/drawing/2014/main" id="{6B49B172-DE75-7040-A3C8-A907AEAC6240}"/>
              </a:ext>
            </a:extLst>
          </p:cNvPr>
          <p:cNvSpPr>
            <a:spLocks noGrp="1"/>
          </p:cNvSpPr>
          <p:nvPr>
            <p:ph type="pic" sz="quarter" idx="11"/>
          </p:nvPr>
        </p:nvSpPr>
        <p:spPr>
          <a:xfrm>
            <a:off x="6096000" y="0"/>
            <a:ext cx="6096000" cy="3434822"/>
          </a:xfrm>
          <a:solidFill>
            <a:schemeClr val="bg1">
              <a:lumMod val="85000"/>
            </a:schemeClr>
          </a:solidFill>
        </p:spPr>
        <p:txBody>
          <a:bodyPr anchor="ctr" anchorCtr="0"/>
          <a:lstStyle>
            <a:lvl1pPr algn="ctr">
              <a:defRPr sz="900"/>
            </a:lvl1pPr>
          </a:lstStyle>
          <a:p>
            <a:r>
              <a:rPr lang="en-US"/>
              <a:t>Click icon to add picture</a:t>
            </a:r>
          </a:p>
        </p:txBody>
      </p:sp>
      <p:sp>
        <p:nvSpPr>
          <p:cNvPr id="10" name="Text Placeholder 5">
            <a:extLst>
              <a:ext uri="{FF2B5EF4-FFF2-40B4-BE49-F238E27FC236}">
                <a16:creationId xmlns:a16="http://schemas.microsoft.com/office/drawing/2014/main" id="{118C51A5-DE2B-F24D-A4CA-597DFAB15BFE}"/>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601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3">
            <a:extLst>
              <a:ext uri="{FF2B5EF4-FFF2-40B4-BE49-F238E27FC236}">
                <a16:creationId xmlns:a16="http://schemas.microsoft.com/office/drawing/2014/main" id="{DED31D23-7D71-8A49-B472-DF3B00270EE9}"/>
              </a:ext>
            </a:extLst>
          </p:cNvPr>
          <p:cNvSpPr>
            <a:spLocks noGrp="1"/>
          </p:cNvSpPr>
          <p:nvPr>
            <p:ph type="pic" sz="quarter" idx="14"/>
          </p:nvPr>
        </p:nvSpPr>
        <p:spPr>
          <a:xfrm>
            <a:off x="6096000" y="3430456"/>
            <a:ext cx="6096000" cy="3427544"/>
          </a:xfrm>
          <a:solidFill>
            <a:schemeClr val="bg1">
              <a:lumMod val="85000"/>
            </a:schemeClr>
          </a:solidFill>
        </p:spPr>
        <p:txBody>
          <a:bodyPr anchor="ctr" anchorCtr="0"/>
          <a:lstStyle>
            <a:lvl1pPr algn="ctr">
              <a:defRPr sz="900"/>
            </a:lvl1pPr>
          </a:lstStyle>
          <a:p>
            <a:r>
              <a:rPr lang="en-US"/>
              <a:t>Click icon to add picture</a:t>
            </a:r>
          </a:p>
        </p:txBody>
      </p:sp>
    </p:spTree>
    <p:extLst>
      <p:ext uri="{BB962C8B-B14F-4D97-AF65-F5344CB8AC3E}">
        <p14:creationId xmlns:p14="http://schemas.microsoft.com/office/powerpoint/2010/main" val="1716818693"/>
      </p:ext>
    </p:extLst>
  </p:cSld>
  <p:clrMapOvr>
    <a:masterClrMapping/>
  </p:clrMapOvr>
  <p:hf hdr="0" dt="0"/>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p:cSld name="3_Quote Red BG">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BE70DC7F-909A-76F1-9E04-CD3DD627561A}"/>
              </a:ext>
            </a:extLst>
          </p:cNvPr>
          <p:cNvGraphicFramePr>
            <a:graphicFrameLocks noChangeAspect="1"/>
          </p:cNvGraphicFramePr>
          <p:nvPr>
            <p:custDataLst>
              <p:tags r:id="rId1"/>
            </p:custDataLst>
            <p:extLst>
              <p:ext uri="{D42A27DB-BD31-4B8C-83A1-F6EECF244321}">
                <p14:modId xmlns:p14="http://schemas.microsoft.com/office/powerpoint/2010/main" val="41673773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BE70DC7F-909A-76F1-9E04-CD3DD627561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8"/>
            <a:ext cx="9836988" cy="5193285"/>
          </a:xfrm>
        </p:spPr>
        <p:txBody>
          <a:bodyPr vert="horz"/>
          <a:lstStyle>
            <a:lvl1pPr>
              <a:defRPr sz="360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Tree>
    <p:extLst>
      <p:ext uri="{BB962C8B-B14F-4D97-AF65-F5344CB8AC3E}">
        <p14:creationId xmlns:p14="http://schemas.microsoft.com/office/powerpoint/2010/main" val="3953546278"/>
      </p:ext>
    </p:extLst>
  </p:cSld>
  <p:clrMapOvr>
    <a:masterClrMapping/>
  </p:clrMapOvr>
  <p:hf hdr="0" dt="0"/>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p:cSld name="3_Heading and Large text siz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DF4328D-0180-5B1E-AF60-B57EED03FD0D}"/>
              </a:ext>
            </a:extLst>
          </p:cNvPr>
          <p:cNvGraphicFramePr>
            <a:graphicFrameLocks noChangeAspect="1"/>
          </p:cNvGraphicFramePr>
          <p:nvPr>
            <p:custDataLst>
              <p:tags r:id="rId1"/>
            </p:custDataLst>
            <p:extLst>
              <p:ext uri="{D42A27DB-BD31-4B8C-83A1-F6EECF244321}">
                <p14:modId xmlns:p14="http://schemas.microsoft.com/office/powerpoint/2010/main" val="20068984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5DF4328D-0180-5B1E-AF60-B57EED03FD0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2" y="1450935"/>
            <a:ext cx="10444057" cy="4440238"/>
          </a:xfrm>
        </p:spPr>
        <p:txBody>
          <a:bodyPr/>
          <a:lstStyle>
            <a:lvl1pPr>
              <a:spcAft>
                <a:spcPts val="900"/>
              </a:spcAft>
              <a:defRPr sz="2400">
                <a:solidFill>
                  <a:schemeClr val="tx1"/>
                </a:solidFill>
              </a:defRPr>
            </a:lvl1pPr>
            <a:lvl2pPr marL="446088" indent="-446088">
              <a:spcAft>
                <a:spcPts val="900"/>
              </a:spcAft>
              <a:tabLst/>
              <a:defRPr sz="2400">
                <a:solidFill>
                  <a:schemeClr val="tx1"/>
                </a:solidFill>
              </a:defRPr>
            </a:lvl2pPr>
            <a:lvl3pPr marL="892175" indent="-446088">
              <a:spcAft>
                <a:spcPts val="900"/>
              </a:spcAft>
              <a:tabLst/>
              <a:defRPr sz="2400">
                <a:solidFill>
                  <a:schemeClr val="tx1"/>
                </a:solidFill>
              </a:defRPr>
            </a:lvl3pPr>
            <a:lvl4pPr marL="1333500" indent="-441325">
              <a:spcAft>
                <a:spcPts val="900"/>
              </a:spcAft>
              <a:tabLst/>
              <a:defRPr sz="2400">
                <a:solidFill>
                  <a:schemeClr val="tx1"/>
                </a:solidFill>
              </a:defRPr>
            </a:lvl4pPr>
            <a:lvl5pPr marL="1779588" indent="-446088">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Tree>
    <p:extLst>
      <p:ext uri="{BB962C8B-B14F-4D97-AF65-F5344CB8AC3E}">
        <p14:creationId xmlns:p14="http://schemas.microsoft.com/office/powerpoint/2010/main" val="988088369"/>
      </p:ext>
    </p:extLst>
  </p:cSld>
  <p:clrMapOvr>
    <a:masterClrMapping/>
  </p:clrMapOvr>
  <p:hf hdr="0" dt="0"/>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p:cSld name="4_Heading and Medium text siz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BC2C124-53FA-E09A-B3F8-3F11C59B4E36}"/>
              </a:ext>
            </a:extLst>
          </p:cNvPr>
          <p:cNvGraphicFramePr>
            <a:graphicFrameLocks noChangeAspect="1"/>
          </p:cNvGraphicFramePr>
          <p:nvPr>
            <p:custDataLst>
              <p:tags r:id="rId1"/>
            </p:custDataLst>
            <p:extLst>
              <p:ext uri="{D42A27DB-BD31-4B8C-83A1-F6EECF244321}">
                <p14:modId xmlns:p14="http://schemas.microsoft.com/office/powerpoint/2010/main" val="23097231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0BC2C124-53FA-E09A-B3F8-3F11C59B4E3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50935"/>
            <a:ext cx="9915636" cy="4440238"/>
          </a:xfrm>
        </p:spPr>
        <p:txBody>
          <a:bodyPr/>
          <a:lstStyle>
            <a:lvl1pPr>
              <a:spcAft>
                <a:spcPts val="600"/>
              </a:spcAft>
              <a:defRPr sz="2200">
                <a:solidFill>
                  <a:schemeClr val="tx1"/>
                </a:solidFill>
              </a:defRPr>
            </a:lvl1pPr>
            <a:lvl2pPr marL="446088" indent="-446088">
              <a:spcAft>
                <a:spcPts val="600"/>
              </a:spcAft>
              <a:tabLst/>
              <a:defRPr sz="2200">
                <a:solidFill>
                  <a:schemeClr val="tx1"/>
                </a:solidFill>
              </a:defRPr>
            </a:lvl2pPr>
            <a:lvl3pPr marL="892175" indent="-446088">
              <a:spcAft>
                <a:spcPts val="600"/>
              </a:spcAft>
              <a:tabLst/>
              <a:defRPr sz="2200">
                <a:solidFill>
                  <a:schemeClr val="tx1"/>
                </a:solidFill>
              </a:defRPr>
            </a:lvl3pPr>
            <a:lvl4pPr marL="1333500" indent="-441325">
              <a:spcAft>
                <a:spcPts val="600"/>
              </a:spcAft>
              <a:tabLst/>
              <a:defRPr sz="2200">
                <a:solidFill>
                  <a:schemeClr val="tx1"/>
                </a:solidFill>
              </a:defRPr>
            </a:lvl4pPr>
            <a:lvl5pPr marL="1779588" indent="-446088">
              <a:spcAft>
                <a:spcPts val="600"/>
              </a:spcAft>
              <a:tabLs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Tree>
    <p:extLst>
      <p:ext uri="{BB962C8B-B14F-4D97-AF65-F5344CB8AC3E}">
        <p14:creationId xmlns:p14="http://schemas.microsoft.com/office/powerpoint/2010/main" val="3016343264"/>
      </p:ext>
    </p:extLst>
  </p:cSld>
  <p:clrMapOvr>
    <a:masterClrMapping/>
  </p:clrMapOvr>
  <p:hf hdr="0" dt="0"/>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p:cSld name="3_Heading + Pullout +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AC571AF-9B79-9CD1-C257-C5404457CDB5}"/>
              </a:ext>
            </a:extLst>
          </p:cNvPr>
          <p:cNvGraphicFramePr>
            <a:graphicFrameLocks noChangeAspect="1"/>
          </p:cNvGraphicFramePr>
          <p:nvPr>
            <p:custDataLst>
              <p:tags r:id="rId1"/>
            </p:custDataLst>
            <p:extLst>
              <p:ext uri="{D42A27DB-BD31-4B8C-83A1-F6EECF244321}">
                <p14:modId xmlns:p14="http://schemas.microsoft.com/office/powerpoint/2010/main" val="266130537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8AC571AF-9B79-9CD1-C257-C5404457CDB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04683" y="1438823"/>
            <a:ext cx="4854712" cy="4440238"/>
          </a:xfrm>
        </p:spPr>
        <p:txBody>
          <a:bodyPr/>
          <a:lstStyle>
            <a:lvl1pPr>
              <a:spcAft>
                <a:spcPts val="900"/>
              </a:spcAft>
              <a:defRPr sz="3000">
                <a:solidFill>
                  <a:schemeClr val="tx1"/>
                </a:solidFill>
              </a:defRPr>
            </a:lvl1pPr>
            <a:lvl2pPr marL="446088" indent="-446088">
              <a:spcAft>
                <a:spcPts val="900"/>
              </a:spcAft>
              <a:tabLst/>
              <a:defRPr sz="3000">
                <a:solidFill>
                  <a:schemeClr val="tx1"/>
                </a:solidFill>
              </a:defRPr>
            </a:lvl2pPr>
            <a:lvl3pPr marL="892175" indent="-446088">
              <a:spcAft>
                <a:spcPts val="900"/>
              </a:spcAft>
              <a:tabLst/>
              <a:defRPr sz="3000">
                <a:solidFill>
                  <a:schemeClr val="tx1"/>
                </a:solidFill>
              </a:defRPr>
            </a:lvl3pPr>
            <a:lvl4pPr marL="1333500" indent="-441325">
              <a:spcAft>
                <a:spcPts val="900"/>
              </a:spcAft>
              <a:tabLst/>
              <a:defRPr sz="3000">
                <a:solidFill>
                  <a:schemeClr val="tx1"/>
                </a:solidFill>
              </a:defRPr>
            </a:lvl4pPr>
            <a:lvl5pPr marL="1779588" indent="-446088">
              <a:spcAft>
                <a:spcPts val="900"/>
              </a:spcAft>
              <a:tabLst/>
              <a:defRPr sz="3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a:spcAft>
                <a:spcPts val="900"/>
              </a:spcAft>
              <a:defRPr sz="1400" b="1" i="0">
                <a:solidFill>
                  <a:schemeClr val="accent2"/>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01840492"/>
      </p:ext>
    </p:extLst>
  </p:cSld>
  <p:clrMapOvr>
    <a:masterClrMapping/>
  </p:clrMapOvr>
  <p:hf hdr="0" dt="0"/>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p:cSld name="6_Heading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244272A7-D3B1-368E-406D-8516C8B9C55E}"/>
              </a:ext>
            </a:extLst>
          </p:cNvPr>
          <p:cNvGraphicFramePr>
            <a:graphicFrameLocks noChangeAspect="1"/>
          </p:cNvGraphicFramePr>
          <p:nvPr>
            <p:custDataLst>
              <p:tags r:id="rId1"/>
            </p:custDataLst>
            <p:extLst>
              <p:ext uri="{D42A27DB-BD31-4B8C-83A1-F6EECF244321}">
                <p14:modId xmlns:p14="http://schemas.microsoft.com/office/powerpoint/2010/main" val="26502477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244272A7-D3B1-368E-406D-8516C8B9C55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a:spcAft>
                <a:spcPts val="900"/>
              </a:spcAft>
              <a:defRPr sz="1400" b="1" i="0">
                <a:solidFill>
                  <a:schemeClr val="accent2"/>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7" y="1481215"/>
            <a:ext cx="5349981" cy="4440238"/>
          </a:xfrm>
        </p:spPr>
        <p:txBody>
          <a:bodyPr/>
          <a:lstStyle>
            <a:lvl1pPr>
              <a:spcAft>
                <a:spcPts val="900"/>
              </a:spcAft>
              <a:defRPr sz="1400" b="1" i="0">
                <a:solidFill>
                  <a:schemeClr val="accent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301554"/>
      </p:ext>
    </p:extLst>
  </p:cSld>
  <p:clrMapOvr>
    <a:masterClrMapping/>
  </p:clrMapOvr>
  <p:hf hdr="0" dt="0"/>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p:cSld name="3_Heading + 3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D34A7F4-DD9B-C23E-C7EE-E60498C6F04C}"/>
              </a:ext>
            </a:extLst>
          </p:cNvPr>
          <p:cNvGraphicFramePr>
            <a:graphicFrameLocks noChangeAspect="1"/>
          </p:cNvGraphicFramePr>
          <p:nvPr>
            <p:custDataLst>
              <p:tags r:id="rId1"/>
            </p:custDataLst>
            <p:extLst>
              <p:ext uri="{D42A27DB-BD31-4B8C-83A1-F6EECF244321}">
                <p14:modId xmlns:p14="http://schemas.microsoft.com/office/powerpoint/2010/main" val="28910310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AD34A7F4-DD9B-C23E-C7EE-E60498C6F04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89719" y="1481215"/>
            <a:ext cx="3708000" cy="4440238"/>
          </a:xfrm>
        </p:spPr>
        <p:txBody>
          <a:bodyPr/>
          <a:lstStyle>
            <a:lvl1pPr>
              <a:spcAft>
                <a:spcPts val="900"/>
              </a:spcAft>
              <a:defRPr sz="1400" b="1" i="0">
                <a:solidFill>
                  <a:schemeClr val="accent2"/>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4440238"/>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4440238"/>
          </a:xfrm>
        </p:spPr>
        <p:txBody>
          <a:bodyPr/>
          <a:lstStyle>
            <a:lvl1pPr>
              <a:spcAft>
                <a:spcPts val="900"/>
              </a:spcAft>
              <a:defRPr sz="1400" b="1" i="0">
                <a:solidFill>
                  <a:schemeClr val="accent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44397762"/>
      </p:ext>
    </p:extLst>
  </p:cSld>
  <p:clrMapOvr>
    <a:masterClrMapping/>
  </p:clrMapOvr>
  <p:hf hdr="0" dt="0"/>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p:cSld name="3_Heading + Pullout + 2 column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656FD806-7665-820B-AD4F-3FAC8EC478D9}"/>
              </a:ext>
            </a:extLst>
          </p:cNvPr>
          <p:cNvGraphicFramePr>
            <a:graphicFrameLocks noChangeAspect="1"/>
          </p:cNvGraphicFramePr>
          <p:nvPr>
            <p:custDataLst>
              <p:tags r:id="rId1"/>
            </p:custDataLst>
            <p:extLst>
              <p:ext uri="{D42A27DB-BD31-4B8C-83A1-F6EECF244321}">
                <p14:modId xmlns:p14="http://schemas.microsoft.com/office/powerpoint/2010/main" val="41465062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656FD806-7665-820B-AD4F-3FAC8EC478D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24338" y="1481215"/>
            <a:ext cx="3610800" cy="4440238"/>
          </a:xfrm>
        </p:spPr>
        <p:txBody>
          <a:bodyPr/>
          <a:lstStyle>
            <a:lvl1pPr>
              <a:spcAft>
                <a:spcPts val="900"/>
              </a:spcAft>
              <a:defRPr sz="1400" b="1" i="0">
                <a:solidFill>
                  <a:schemeClr val="accent2"/>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6795" y="1450935"/>
            <a:ext cx="3692031" cy="4440238"/>
          </a:xfrm>
        </p:spPr>
        <p:txBody>
          <a:bodyPr/>
          <a:lstStyle>
            <a:lvl1pPr>
              <a:spcAft>
                <a:spcPts val="900"/>
              </a:spcAft>
              <a:defRPr sz="2400" b="1" i="0">
                <a:solidFill>
                  <a:schemeClr val="tx1"/>
                </a:solidFill>
                <a:latin typeface="MarkOT" panose="020B0504020201010104" pitchFamily="34" charset="0"/>
              </a:defRPr>
            </a:lvl1pPr>
            <a:lvl2pPr marL="0" indent="0">
              <a:spcAft>
                <a:spcPts val="900"/>
              </a:spcAft>
              <a:buNone/>
              <a:tabLst/>
              <a:defRPr sz="2400">
                <a:solidFill>
                  <a:schemeClr val="tx1"/>
                </a:solidFill>
              </a:defRPr>
            </a:lvl2pPr>
            <a:lvl3pPr marL="180975" indent="-180975">
              <a:spcAft>
                <a:spcPts val="900"/>
              </a:spcAft>
              <a:tabLst/>
              <a:defRPr sz="2400">
                <a:solidFill>
                  <a:schemeClr val="tx1"/>
                </a:solidFill>
              </a:defRPr>
            </a:lvl3pPr>
            <a:lvl4pPr marL="355600" indent="-180975">
              <a:spcAft>
                <a:spcPts val="900"/>
              </a:spcAft>
              <a:tabLst/>
              <a:defRPr sz="2400">
                <a:solidFill>
                  <a:schemeClr val="tx1"/>
                </a:solidFill>
              </a:defRPr>
            </a:lvl4pPr>
            <a:lvl5pPr marL="579438" indent="-217488">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09" y="1481215"/>
            <a:ext cx="3610800" cy="4440238"/>
          </a:xfrm>
        </p:spPr>
        <p:txBody>
          <a:bodyPr/>
          <a:lstStyle>
            <a:lvl1pPr>
              <a:spcAft>
                <a:spcPts val="900"/>
              </a:spcAft>
              <a:defRPr sz="1400" b="1" i="0">
                <a:solidFill>
                  <a:schemeClr val="accent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5203580"/>
      </p:ext>
    </p:extLst>
  </p:cSld>
  <p:clrMapOvr>
    <a:masterClrMapping/>
  </p:clrMapOvr>
  <p:hf hdr="0" dt="0"/>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p:cSld name="3_Heading + 3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158D310-05EE-5090-A87B-19F81A6B4109}"/>
              </a:ext>
            </a:extLst>
          </p:cNvPr>
          <p:cNvGraphicFramePr>
            <a:graphicFrameLocks noChangeAspect="1"/>
          </p:cNvGraphicFramePr>
          <p:nvPr>
            <p:custDataLst>
              <p:tags r:id="rId1"/>
            </p:custDataLst>
            <p:extLst>
              <p:ext uri="{D42A27DB-BD31-4B8C-83A1-F6EECF244321}">
                <p14:modId xmlns:p14="http://schemas.microsoft.com/office/powerpoint/2010/main" val="24566555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C158D310-05EE-5090-A87B-19F81A6B410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4927584"/>
      </p:ext>
    </p:extLst>
  </p:cSld>
  <p:clrMapOvr>
    <a:masterClrMapping/>
  </p:clrMapOvr>
  <p:hf hdr="0" dt="0"/>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p:cSld name="3_Heading + 3 column Red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14B409B-0466-499A-8172-52786E393838}"/>
              </a:ext>
            </a:extLst>
          </p:cNvPr>
          <p:cNvGraphicFramePr>
            <a:graphicFrameLocks noChangeAspect="1"/>
          </p:cNvGraphicFramePr>
          <p:nvPr>
            <p:custDataLst>
              <p:tags r:id="rId1"/>
            </p:custDataLst>
            <p:extLst>
              <p:ext uri="{D42A27DB-BD31-4B8C-83A1-F6EECF244321}">
                <p14:modId xmlns:p14="http://schemas.microsoft.com/office/powerpoint/2010/main" val="3952454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C14B409B-0466-499A-8172-52786E39383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0871683"/>
      </p:ext>
    </p:extLst>
  </p:cSld>
  <p:clrMapOvr>
    <a:masterClrMapping/>
  </p:clrMapOvr>
  <p:hf hdr="0" dt="0"/>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p:cSld name="3_Heading + 2 column Blu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2631827-A4BC-D0CD-42F1-04A7F8A1CE62}"/>
              </a:ext>
            </a:extLst>
          </p:cNvPr>
          <p:cNvGraphicFramePr>
            <a:graphicFrameLocks noChangeAspect="1"/>
          </p:cNvGraphicFramePr>
          <p:nvPr>
            <p:custDataLst>
              <p:tags r:id="rId1"/>
            </p:custDataLst>
            <p:extLst>
              <p:ext uri="{D42A27DB-BD31-4B8C-83A1-F6EECF244321}">
                <p14:modId xmlns:p14="http://schemas.microsoft.com/office/powerpoint/2010/main" val="24998080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D2631827-A4BC-D0CD-42F1-04A7F8A1CE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BF2C99D4-1D0B-974C-A2CA-E2DFFAFF0C2B}"/>
              </a:ext>
            </a:extLst>
          </p:cNvPr>
          <p:cNvSpPr/>
          <p:nvPr/>
        </p:nvSpPr>
        <p:spPr>
          <a:xfrm>
            <a:off x="0" y="1134478"/>
            <a:ext cx="12192000" cy="58476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0" y="4071131"/>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4363549"/>
            <a:ext cx="5454220" cy="1764602"/>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4363549"/>
            <a:ext cx="5454220" cy="1764602"/>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Straight Connector 22">
            <a:extLst>
              <a:ext uri="{FF2B5EF4-FFF2-40B4-BE49-F238E27FC236}">
                <a16:creationId xmlns:a16="http://schemas.microsoft.com/office/drawing/2014/main" id="{3CB5FDC6-D9CE-0244-B114-9EF7336BAC0A}"/>
              </a:ext>
            </a:extLst>
          </p:cNvPr>
          <p:cNvCxnSpPr>
            <a:cxnSpLocks/>
            <a:stCxn id="6" idx="0"/>
          </p:cNvCxnSpPr>
          <p:nvPr/>
        </p:nvCxnSpPr>
        <p:spPr>
          <a:xfrm>
            <a:off x="6096000" y="1134478"/>
            <a:ext cx="0" cy="5847662"/>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2813450"/>
      </p:ext>
    </p:extLst>
  </p:cSld>
  <p:clrMapOvr>
    <a:masterClrMapping/>
  </p:clrMapOvr>
  <p:hf hdr="0" dt="0"/>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p:cSld name="4_Heading + 2 column White Split Tex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57BA7D6-4184-161E-9A5D-4C6589501C16}"/>
              </a:ext>
            </a:extLst>
          </p:cNvPr>
          <p:cNvGraphicFramePr>
            <a:graphicFrameLocks noChangeAspect="1"/>
          </p:cNvGraphicFramePr>
          <p:nvPr>
            <p:custDataLst>
              <p:tags r:id="rId1"/>
            </p:custDataLst>
            <p:extLst>
              <p:ext uri="{D42A27DB-BD31-4B8C-83A1-F6EECF244321}">
                <p14:modId xmlns:p14="http://schemas.microsoft.com/office/powerpoint/2010/main" val="2155606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C57BA7D6-4184-161E-9A5D-4C6589501C1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824087"/>
            <a:ext cx="5454220" cy="1764602"/>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3824087"/>
            <a:ext cx="5454220" cy="1764602"/>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FC62012A-DDC0-4642-8314-C0470B70EEB8}"/>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Tree>
    <p:extLst>
      <p:ext uri="{BB962C8B-B14F-4D97-AF65-F5344CB8AC3E}">
        <p14:creationId xmlns:p14="http://schemas.microsoft.com/office/powerpoint/2010/main" val="1669141056"/>
      </p:ext>
    </p:extLst>
  </p:cSld>
  <p:clrMapOvr>
    <a:masterClrMapping/>
  </p:clrMapOvr>
  <p:hf hdr="0" dt="0"/>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p:cSld name="3_Heading + 2 column Blue Pullou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1B428E8-AA09-629C-021B-250CBA8DEE94}"/>
              </a:ext>
            </a:extLst>
          </p:cNvPr>
          <p:cNvGraphicFramePr>
            <a:graphicFrameLocks noChangeAspect="1"/>
          </p:cNvGraphicFramePr>
          <p:nvPr>
            <p:custDataLst>
              <p:tags r:id="rId1"/>
            </p:custDataLst>
            <p:extLst>
              <p:ext uri="{D42A27DB-BD31-4B8C-83A1-F6EECF244321}">
                <p14:modId xmlns:p14="http://schemas.microsoft.com/office/powerpoint/2010/main" val="389071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51B428E8-AA09-629C-021B-250CBA8DEE9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a:defRPr sz="3400">
                <a:solidFill>
                  <a:schemeClr val="bg1"/>
                </a:solidFill>
              </a:defRPr>
            </a:lvl1pPr>
          </a:lstStyle>
          <a:p>
            <a:r>
              <a:rPr lang="en-US"/>
              <a:t>Click to edit Master title style</a:t>
            </a:r>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0738" y="1426710"/>
            <a:ext cx="5454220" cy="4356413"/>
          </a:xfrm>
        </p:spPr>
        <p:txBody>
          <a:bodyPr/>
          <a:lstStyle>
            <a:lvl1pPr>
              <a:spcAft>
                <a:spcPts val="900"/>
              </a:spcAft>
              <a:defRPr sz="3000" b="1" i="0">
                <a:solidFill>
                  <a:schemeClr val="bg1"/>
                </a:solidFill>
                <a:latin typeface="MarkOT" panose="020B0504020201010104" pitchFamily="34" charset="0"/>
              </a:defRPr>
            </a:lvl1pPr>
            <a:lvl2pPr marL="0" indent="0">
              <a:spcAft>
                <a:spcPts val="900"/>
              </a:spcAft>
              <a:buNone/>
              <a:tabLst/>
              <a:defRPr sz="3000">
                <a:solidFill>
                  <a:schemeClr val="bg1"/>
                </a:solidFill>
              </a:defRPr>
            </a:lvl2pPr>
            <a:lvl3pPr marL="180975" indent="-180975">
              <a:spcAft>
                <a:spcPts val="900"/>
              </a:spcAft>
              <a:tabLst/>
              <a:defRPr sz="3000">
                <a:solidFill>
                  <a:schemeClr val="bg1"/>
                </a:solidFill>
              </a:defRPr>
            </a:lvl3pPr>
            <a:lvl4pPr marL="355600" indent="-180975">
              <a:spcAft>
                <a:spcPts val="900"/>
              </a:spcAft>
              <a:tabLst/>
              <a:defRPr sz="3000">
                <a:solidFill>
                  <a:schemeClr val="bg1"/>
                </a:solidFill>
              </a:defRPr>
            </a:lvl4pPr>
            <a:lvl5pPr marL="579438" indent="-217488">
              <a:spcAft>
                <a:spcPts val="900"/>
              </a:spcAft>
              <a:tabLst/>
              <a:defRPr sz="3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a:spcAft>
                <a:spcPts val="900"/>
              </a:spcAft>
              <a:defRPr sz="1400" b="1" i="0">
                <a:solidFill>
                  <a:schemeClr val="accent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cxnSp>
        <p:nvCxnSpPr>
          <p:cNvPr id="14" name="Straight Connector 13">
            <a:extLst>
              <a:ext uri="{FF2B5EF4-FFF2-40B4-BE49-F238E27FC236}">
                <a16:creationId xmlns:a16="http://schemas.microsoft.com/office/drawing/2014/main" id="{6895D787-4BD7-B34A-8633-D6CE32B01EB0}"/>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4104284"/>
      </p:ext>
    </p:extLst>
  </p:cSld>
  <p:clrMapOvr>
    <a:masterClrMapping/>
  </p:clrMapOvr>
  <p:hf hdr="0" dt="0"/>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p:cSld name="4_Heading + 2 column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7564EDD-371C-367F-DBE2-13EDDE9BC762}"/>
              </a:ext>
            </a:extLst>
          </p:cNvPr>
          <p:cNvGraphicFramePr>
            <a:graphicFrameLocks noChangeAspect="1"/>
          </p:cNvGraphicFramePr>
          <p:nvPr>
            <p:custDataLst>
              <p:tags r:id="rId1"/>
            </p:custDataLst>
            <p:extLst>
              <p:ext uri="{D42A27DB-BD31-4B8C-83A1-F6EECF244321}">
                <p14:modId xmlns:p14="http://schemas.microsoft.com/office/powerpoint/2010/main" val="36424775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F7564EDD-371C-367F-DBE2-13EDDE9BC76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a:defRPr sz="3400">
                <a:solidFill>
                  <a:schemeClr val="bg1"/>
                </a:solidFill>
              </a:defRPr>
            </a:lvl1pPr>
          </a:lstStyle>
          <a:p>
            <a:r>
              <a:rPr lang="en-US"/>
              <a:t>Click to edit Master title style</a:t>
            </a:r>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a:spcAft>
                <a:spcPts val="900"/>
              </a:spcAft>
              <a:defRPr sz="1400" b="1" i="0">
                <a:solidFill>
                  <a:schemeClr val="accent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4251886"/>
      </p:ext>
    </p:extLst>
  </p:cSld>
  <p:clrMapOvr>
    <a:masterClrMapping/>
  </p:clrMapOvr>
  <p:hf hdr="0" dt="0"/>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p:cSld name="3_Heading + 2 column Re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F2AFB7E-ED4D-6266-F55D-E55BCE0A0E94}"/>
              </a:ext>
            </a:extLst>
          </p:cNvPr>
          <p:cNvGraphicFramePr>
            <a:graphicFrameLocks noChangeAspect="1"/>
          </p:cNvGraphicFramePr>
          <p:nvPr>
            <p:custDataLst>
              <p:tags r:id="rId1"/>
            </p:custDataLst>
            <p:extLst>
              <p:ext uri="{D42A27DB-BD31-4B8C-83A1-F6EECF244321}">
                <p14:modId xmlns:p14="http://schemas.microsoft.com/office/powerpoint/2010/main" val="36751386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4F2AFB7E-ED4D-6266-F55D-E55BCE0A0E9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vert="horz"/>
          <a:lstStyle>
            <a:lvl1pPr>
              <a:defRPr sz="3400">
                <a:solidFill>
                  <a:schemeClr val="bg1"/>
                </a:solidFill>
              </a:defRPr>
            </a:lvl1pPr>
          </a:lstStyle>
          <a:p>
            <a:r>
              <a:rPr lang="en-US"/>
              <a:t>Click to edit Master title style</a:t>
            </a:r>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a:spcAft>
                <a:spcPts val="900"/>
              </a:spcAft>
              <a:defRPr sz="1400" b="1" i="0">
                <a:solidFill>
                  <a:schemeClr val="accent2"/>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4451967"/>
      </p:ext>
    </p:extLst>
  </p:cSld>
  <p:clrMapOvr>
    <a:masterClrMapping/>
  </p:clrMapOvr>
  <p:hf hdr="0" dt="0"/>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p:cSld name="2_Long Heading and Imag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B9DD853-F2F1-6594-EF4A-FCC237F0FD63}"/>
              </a:ext>
            </a:extLst>
          </p:cNvPr>
          <p:cNvGraphicFramePr>
            <a:graphicFrameLocks noChangeAspect="1"/>
          </p:cNvGraphicFramePr>
          <p:nvPr>
            <p:custDataLst>
              <p:tags r:id="rId1"/>
            </p:custDataLst>
            <p:extLst>
              <p:ext uri="{D42A27DB-BD31-4B8C-83A1-F6EECF244321}">
                <p14:modId xmlns:p14="http://schemas.microsoft.com/office/powerpoint/2010/main" val="40128055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FB9DD853-F2F1-6594-EF4A-FCC237F0FD6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1708150"/>
            <a:ext cx="12192000" cy="5149850"/>
          </a:xfrm>
          <a:solidFill>
            <a:schemeClr val="bg1">
              <a:lumMod val="85000"/>
            </a:schemeClr>
          </a:solidFill>
        </p:spPr>
        <p:txBody>
          <a:bodyPr anchor="ctr" anchorCtr="0"/>
          <a:lstStyle>
            <a:lvl1pPr algn="ctr">
              <a:defRPr sz="1000"/>
            </a:lvl1pPr>
          </a:lstStyle>
          <a:p>
            <a:r>
              <a:rPr lang="en-US"/>
              <a:t>Click icon to add picture</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296863"/>
            <a:ext cx="6043117" cy="1223962"/>
          </a:xfrm>
        </p:spPr>
        <p:txBody>
          <a:bodyPr vert="horz"/>
          <a:lstStyle>
            <a:lvl1pPr>
              <a:defRPr sz="1400">
                <a:solidFill>
                  <a:schemeClr val="tx1"/>
                </a:solidFill>
              </a:defRPr>
            </a:lvl1pPr>
          </a:lstStyle>
          <a:p>
            <a:r>
              <a:rPr lang="en-US"/>
              <a:t>Click to edit Master title style</a:t>
            </a:r>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p>
            <a:pPr lvl="0"/>
            <a:r>
              <a:rPr lang="en-GB"/>
              <a:t> </a:t>
            </a:r>
            <a:endParaRPr lang="en-US"/>
          </a:p>
        </p:txBody>
      </p:sp>
    </p:spTree>
    <p:extLst>
      <p:ext uri="{BB962C8B-B14F-4D97-AF65-F5344CB8AC3E}">
        <p14:creationId xmlns:p14="http://schemas.microsoft.com/office/powerpoint/2010/main" val="3858811688"/>
      </p:ext>
    </p:extLst>
  </p:cSld>
  <p:clrMapOvr>
    <a:masterClrMapping/>
  </p:clrMapOvr>
  <p:hf hdr="0" dt="0"/>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p:cSld name="2_3 Images no Text">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E9A2AAA-2C31-01D6-6896-38ACBC36B160}"/>
              </a:ext>
            </a:extLst>
          </p:cNvPr>
          <p:cNvGraphicFramePr>
            <a:graphicFrameLocks noChangeAspect="1"/>
          </p:cNvGraphicFramePr>
          <p:nvPr>
            <p:custDataLst>
              <p:tags r:id="rId1"/>
            </p:custDataLst>
            <p:extLst>
              <p:ext uri="{D42A27DB-BD31-4B8C-83A1-F6EECF244321}">
                <p14:modId xmlns:p14="http://schemas.microsoft.com/office/powerpoint/2010/main" val="17013074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7E9A2AAA-2C31-01D6-6896-38ACBC36B16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5">
            <a:extLst>
              <a:ext uri="{FF2B5EF4-FFF2-40B4-BE49-F238E27FC236}">
                <a16:creationId xmlns:a16="http://schemas.microsoft.com/office/drawing/2014/main" id="{3E18DB93-FC6E-0C47-9FB2-C9045133A01C}"/>
              </a:ext>
            </a:extLst>
          </p:cNvPr>
          <p:cNvSpPr>
            <a:spLocks noGrp="1"/>
          </p:cNvSpPr>
          <p:nvPr>
            <p:ph type="pic" sz="quarter" idx="12"/>
          </p:nvPr>
        </p:nvSpPr>
        <p:spPr>
          <a:xfrm>
            <a:off x="6096000" y="0"/>
            <a:ext cx="6125227" cy="3429000"/>
          </a:xfrm>
          <a:solidFill>
            <a:schemeClr val="bg1">
              <a:lumMod val="85000"/>
            </a:schemeClr>
          </a:solidFill>
        </p:spPr>
        <p:txBody>
          <a:bodyPr anchor="ctr" anchorCtr="0"/>
          <a:lstStyle>
            <a:lvl1pPr algn="ctr">
              <a:defRPr sz="1000"/>
            </a:lvl1pPr>
          </a:lstStyle>
          <a:p>
            <a:r>
              <a:rPr lang="en-US"/>
              <a:t>Click icon to add picture</a:t>
            </a:r>
          </a:p>
        </p:txBody>
      </p:sp>
      <p:sp>
        <p:nvSpPr>
          <p:cNvPr id="10" name="Picture Placeholder 5">
            <a:extLst>
              <a:ext uri="{FF2B5EF4-FFF2-40B4-BE49-F238E27FC236}">
                <a16:creationId xmlns:a16="http://schemas.microsoft.com/office/drawing/2014/main" id="{B7931B3D-9252-BE49-A66E-A9234FAC891B}"/>
              </a:ext>
            </a:extLst>
          </p:cNvPr>
          <p:cNvSpPr>
            <a:spLocks noGrp="1"/>
          </p:cNvSpPr>
          <p:nvPr>
            <p:ph type="pic" sz="quarter" idx="13"/>
          </p:nvPr>
        </p:nvSpPr>
        <p:spPr>
          <a:xfrm>
            <a:off x="6096000" y="3429001"/>
            <a:ext cx="6125227" cy="3429000"/>
          </a:xfrm>
          <a:solidFill>
            <a:schemeClr val="bg1">
              <a:lumMod val="85000"/>
            </a:schemeClr>
          </a:solidFill>
        </p:spPr>
        <p:txBody>
          <a:bodyPr anchor="ctr" anchorCtr="0"/>
          <a:lstStyle>
            <a:lvl1pPr algn="ctr">
              <a:defRPr sz="1000"/>
            </a:lvl1pPr>
          </a:lstStyle>
          <a:p>
            <a:r>
              <a:rPr lang="en-US"/>
              <a:t>Click icon to add picture</a:t>
            </a:r>
          </a:p>
        </p:txBody>
      </p:sp>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p>
            <a:pPr lvl="0"/>
            <a:r>
              <a:rPr lang="en-GB"/>
              <a:t> </a:t>
            </a:r>
            <a:endParaRPr lang="en-US"/>
          </a:p>
        </p:txBody>
      </p:sp>
      <p:sp>
        <p:nvSpPr>
          <p:cNvPr id="12" name="Text Placeholder 5">
            <a:extLst>
              <a:ext uri="{FF2B5EF4-FFF2-40B4-BE49-F238E27FC236}">
                <a16:creationId xmlns:a16="http://schemas.microsoft.com/office/drawing/2014/main" id="{02A55337-E9FA-8D48-9DB0-66362622AFC6}"/>
              </a:ext>
            </a:extLst>
          </p:cNvPr>
          <p:cNvSpPr>
            <a:spLocks noGrp="1"/>
          </p:cNvSpPr>
          <p:nvPr>
            <p:ph type="body" sz="quarter" idx="14"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spTree>
    <p:extLst>
      <p:ext uri="{BB962C8B-B14F-4D97-AF65-F5344CB8AC3E}">
        <p14:creationId xmlns:p14="http://schemas.microsoft.com/office/powerpoint/2010/main" val="3308930263"/>
      </p:ext>
    </p:extLst>
  </p:cSld>
  <p:clrMapOvr>
    <a:masterClrMapping/>
  </p:clrMapOvr>
  <p:hf hdr="0" dt="0"/>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p:cSld name="3_2 Images + Text">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51C85EDF-1E7A-F065-E8E1-3E4EFA26FC3E}"/>
              </a:ext>
            </a:extLst>
          </p:cNvPr>
          <p:cNvGraphicFramePr>
            <a:graphicFrameLocks noChangeAspect="1"/>
          </p:cNvGraphicFramePr>
          <p:nvPr>
            <p:custDataLst>
              <p:tags r:id="rId1"/>
            </p:custDataLst>
            <p:extLst>
              <p:ext uri="{D42A27DB-BD31-4B8C-83A1-F6EECF244321}">
                <p14:modId xmlns:p14="http://schemas.microsoft.com/office/powerpoint/2010/main" val="25250959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51C85EDF-1E7A-F065-E8E1-3E4EFA26FC3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Picture Placeholder 5">
            <a:extLst>
              <a:ext uri="{FF2B5EF4-FFF2-40B4-BE49-F238E27FC236}">
                <a16:creationId xmlns:a16="http://schemas.microsoft.com/office/drawing/2014/main" id="{3E18DB93-FC6E-0C47-9FB2-C9045133A01C}"/>
              </a:ext>
            </a:extLst>
          </p:cNvPr>
          <p:cNvSpPr>
            <a:spLocks noGrp="1"/>
          </p:cNvSpPr>
          <p:nvPr>
            <p:ph type="pic" sz="quarter" idx="12"/>
          </p:nvPr>
        </p:nvSpPr>
        <p:spPr>
          <a:xfrm>
            <a:off x="6096000" y="0"/>
            <a:ext cx="6125227" cy="3429000"/>
          </a:xfrm>
          <a:solidFill>
            <a:schemeClr val="bg1">
              <a:lumMod val="85000"/>
            </a:schemeClr>
          </a:solidFill>
        </p:spPr>
        <p:txBody>
          <a:bodyPr anchor="ctr" anchorCtr="0"/>
          <a:lstStyle>
            <a:lvl1pPr algn="ctr">
              <a:defRPr sz="1000"/>
            </a:lvl1pPr>
          </a:lstStyle>
          <a:p>
            <a:r>
              <a:rPr lang="en-US"/>
              <a:t>Click icon to add picture</a:t>
            </a:r>
          </a:p>
        </p:txBody>
      </p:sp>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p>
            <a:pPr lvl="0"/>
            <a:r>
              <a:rPr lang="en-GB"/>
              <a:t> </a:t>
            </a:r>
            <a:endParaRPr lang="en-US"/>
          </a:p>
        </p:txBody>
      </p:sp>
      <p:sp>
        <p:nvSpPr>
          <p:cNvPr id="12" name="Text Placeholder 5">
            <a:extLst>
              <a:ext uri="{FF2B5EF4-FFF2-40B4-BE49-F238E27FC236}">
                <a16:creationId xmlns:a16="http://schemas.microsoft.com/office/drawing/2014/main" id="{02A55337-E9FA-8D48-9DB0-66362622AFC6}"/>
              </a:ext>
            </a:extLst>
          </p:cNvPr>
          <p:cNvSpPr>
            <a:spLocks noGrp="1"/>
          </p:cNvSpPr>
          <p:nvPr>
            <p:ph type="body" sz="quarter" idx="14"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a:spcAft>
                <a:spcPts val="600"/>
              </a:spcAft>
              <a:defRPr sz="1200" b="1" i="0">
                <a:solidFill>
                  <a:schemeClr val="tx1"/>
                </a:solidFill>
                <a:latin typeface="MarkOT" panose="020B0504020201010104" pitchFamily="34" charset="0"/>
              </a:defRPr>
            </a:lvl1pPr>
            <a:lvl2pPr marL="0" indent="0">
              <a:spcAft>
                <a:spcPts val="600"/>
              </a:spcAft>
              <a:buNone/>
              <a:tabLst/>
              <a:defRPr sz="1200">
                <a:solidFill>
                  <a:schemeClr val="tx1"/>
                </a:solidFill>
              </a:defRPr>
            </a:lvl2pPr>
            <a:lvl3pPr marL="180975" indent="-180975">
              <a:spcAft>
                <a:spcPts val="600"/>
              </a:spcAft>
              <a:tabLst/>
              <a:defRPr sz="1200">
                <a:solidFill>
                  <a:schemeClr val="tx1"/>
                </a:solidFill>
              </a:defRPr>
            </a:lvl3pPr>
            <a:lvl4pPr marL="355600" indent="-180975">
              <a:spcAft>
                <a:spcPts val="600"/>
              </a:spcAft>
              <a:tabLst/>
              <a:defRPr sz="1200">
                <a:solidFill>
                  <a:schemeClr val="tx1"/>
                </a:solidFill>
              </a:defRPr>
            </a:lvl4pPr>
            <a:lvl5pPr marL="579438" indent="-217488">
              <a:spcAft>
                <a:spcPts val="600"/>
              </a:spcAft>
              <a:tabLs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6753860"/>
      </p:ext>
    </p:extLst>
  </p:cSld>
  <p:clrMapOvr>
    <a:masterClrMapping/>
  </p:clrMapOvr>
  <p:hf hdr="0" dt="0"/>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p:cSld name="3_1 Image + Pullout Blue">
    <p:bg>
      <p:bgPr>
        <a:solidFill>
          <a:schemeClr val="accent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00BFC8B-2961-971F-FB62-301604AFF535}"/>
              </a:ext>
            </a:extLst>
          </p:cNvPr>
          <p:cNvGraphicFramePr>
            <a:graphicFrameLocks noChangeAspect="1"/>
          </p:cNvGraphicFramePr>
          <p:nvPr>
            <p:custDataLst>
              <p:tags r:id="rId1"/>
            </p:custDataLst>
            <p:extLst>
              <p:ext uri="{D42A27DB-BD31-4B8C-83A1-F6EECF244321}">
                <p14:modId xmlns:p14="http://schemas.microsoft.com/office/powerpoint/2010/main" val="29536410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800BFC8B-2961-971F-FB62-301604AFF53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p>
            <a:pPr lvl="0"/>
            <a:r>
              <a:rPr lang="en-GB"/>
              <a:t> </a:t>
            </a:r>
            <a:endParaRPr lang="en-US"/>
          </a:p>
        </p:txBody>
      </p:sp>
      <p:sp>
        <p:nvSpPr>
          <p:cNvPr id="10" name="TextBox 9">
            <a:extLst>
              <a:ext uri="{FF2B5EF4-FFF2-40B4-BE49-F238E27FC236}">
                <a16:creationId xmlns:a16="http://schemas.microsoft.com/office/drawing/2014/main" id="{0844611E-6F17-6F4B-85B5-8121A82E39E0}"/>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
        <p:nvSpPr>
          <p:cNvPr id="5" name="Title 4">
            <a:extLst>
              <a:ext uri="{FF2B5EF4-FFF2-40B4-BE49-F238E27FC236}">
                <a16:creationId xmlns:a16="http://schemas.microsoft.com/office/drawing/2014/main" id="{0545F618-606A-2D4B-97A0-5A6D7E11E3A4}"/>
              </a:ext>
            </a:extLst>
          </p:cNvPr>
          <p:cNvSpPr>
            <a:spLocks noGrp="1"/>
          </p:cNvSpPr>
          <p:nvPr>
            <p:ph type="title"/>
          </p:nvPr>
        </p:nvSpPr>
        <p:spPr>
          <a:xfrm>
            <a:off x="7234118" y="620714"/>
            <a:ext cx="3819764" cy="5616574"/>
          </a:xfrm>
        </p:spPr>
        <p:txBody>
          <a:bodyPr vert="horz" anchor="ctr" anchorCtr="0"/>
          <a:lstStyle>
            <a:lvl1pPr algn="ctr">
              <a:defRPr sz="2400">
                <a:solidFill>
                  <a:schemeClr val="bg1"/>
                </a:solidFill>
              </a:defRPr>
            </a:lvl1pPr>
          </a:lstStyle>
          <a:p>
            <a:r>
              <a:rPr lang="en-US"/>
              <a:t>Click to edit Master title style</a:t>
            </a:r>
          </a:p>
        </p:txBody>
      </p:sp>
    </p:spTree>
    <p:extLst>
      <p:ext uri="{BB962C8B-B14F-4D97-AF65-F5344CB8AC3E}">
        <p14:creationId xmlns:p14="http://schemas.microsoft.com/office/powerpoint/2010/main" val="199432746"/>
      </p:ext>
    </p:extLst>
  </p:cSld>
  <p:clrMapOvr>
    <a:masterClrMapping/>
  </p:clrMapOvr>
  <p:hf hdr="0" dt="0"/>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p:cSld name="2_Image + Graphics">
    <p:bg>
      <p:bgPr>
        <a:solidFill>
          <a:schemeClr val="bg1"/>
        </a:solidFill>
        <a:effectLst/>
      </p:bgPr>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0EC73885-2695-0FC3-880B-38B65D8B75E6}"/>
              </a:ext>
            </a:extLst>
          </p:cNvPr>
          <p:cNvGraphicFramePr>
            <a:graphicFrameLocks noChangeAspect="1"/>
          </p:cNvGraphicFramePr>
          <p:nvPr>
            <p:custDataLst>
              <p:tags r:id="rId1"/>
            </p:custDataLst>
            <p:extLst>
              <p:ext uri="{D42A27DB-BD31-4B8C-83A1-F6EECF244321}">
                <p14:modId xmlns:p14="http://schemas.microsoft.com/office/powerpoint/2010/main" val="36609006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0EC73885-2695-0FC3-880B-38B65D8B75E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8956110"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5" cstate="screen">
              <a:extLst>
                <a:ext uri="{28A0092B-C50C-407E-A947-70E740481C1C}">
                  <a14:useLocalDpi xmlns:a14="http://schemas.microsoft.com/office/drawing/2010/main"/>
                </a:ext>
              </a:extLst>
            </a:blip>
            <a:stretch>
              <a:fillRect/>
            </a:stretch>
          </a:blipFill>
        </p:spPr>
        <p:txBody>
          <a:bodyPr/>
          <a:lstStyle/>
          <a:p>
            <a:pPr lvl="0"/>
            <a:r>
              <a:rPr lang="en-GB"/>
              <a:t> </a:t>
            </a:r>
            <a:endParaRPr lang="en-US"/>
          </a:p>
        </p:txBody>
      </p:sp>
      <p:sp>
        <p:nvSpPr>
          <p:cNvPr id="10" name="TextBox 9">
            <a:extLst>
              <a:ext uri="{FF2B5EF4-FFF2-40B4-BE49-F238E27FC236}">
                <a16:creationId xmlns:a16="http://schemas.microsoft.com/office/drawing/2014/main" id="{0844611E-6F17-6F4B-85B5-8121A82E39E0}"/>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7" name="Text Placeholder 6">
            <a:extLst>
              <a:ext uri="{FF2B5EF4-FFF2-40B4-BE49-F238E27FC236}">
                <a16:creationId xmlns:a16="http://schemas.microsoft.com/office/drawing/2014/main" id="{BB474675-2B4E-C64F-A2C6-2DF06865030A}"/>
              </a:ext>
            </a:extLst>
          </p:cNvPr>
          <p:cNvSpPr>
            <a:spLocks noGrp="1"/>
          </p:cNvSpPr>
          <p:nvPr>
            <p:ph type="body" sz="quarter" idx="12"/>
          </p:nvPr>
        </p:nvSpPr>
        <p:spPr>
          <a:xfrm>
            <a:off x="9720197" y="1484334"/>
            <a:ext cx="1702040" cy="988817"/>
          </a:xfrm>
        </p:spPr>
        <p:txBody>
          <a:bodyPr/>
          <a:lstStyle>
            <a:lvl1pPr algn="ctr">
              <a:defRPr sz="1050"/>
            </a:lvl1pPr>
            <a:lvl2pPr algn="ctr">
              <a:defRPr sz="1050"/>
            </a:lvl2pPr>
            <a:lvl3pPr algn="ctr">
              <a:defRPr sz="1050"/>
            </a:lvl3pPr>
            <a:lvl4pPr algn="ctr">
              <a:defRPr sz="1050"/>
            </a:lvl4pPr>
            <a:lvl5pPr algn="ct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0818945"/>
      </p:ext>
    </p:extLst>
  </p:cSld>
  <p:clrMapOvr>
    <a:masterClrMapping/>
  </p:clrMapOvr>
  <p:hf hdr="0" dt="0"/>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p:cSld name="2_Heading + Conten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969A42D0-DBBA-A5FD-3D1E-FA3E5D832FB8}"/>
              </a:ext>
            </a:extLst>
          </p:cNvPr>
          <p:cNvGraphicFramePr>
            <a:graphicFrameLocks noChangeAspect="1"/>
          </p:cNvGraphicFramePr>
          <p:nvPr>
            <p:custDataLst>
              <p:tags r:id="rId1"/>
            </p:custDataLst>
            <p:extLst>
              <p:ext uri="{D42A27DB-BD31-4B8C-83A1-F6EECF244321}">
                <p14:modId xmlns:p14="http://schemas.microsoft.com/office/powerpoint/2010/main" val="41601256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969A42D0-DBBA-A5FD-3D1E-FA3E5D832FB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Tree>
    <p:extLst>
      <p:ext uri="{BB962C8B-B14F-4D97-AF65-F5344CB8AC3E}">
        <p14:creationId xmlns:p14="http://schemas.microsoft.com/office/powerpoint/2010/main" val="160957367"/>
      </p:ext>
    </p:extLst>
  </p:cSld>
  <p:clrMapOvr>
    <a:masterClrMapping/>
  </p:clrMapOvr>
  <p:hf hdr="0" dt="0"/>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p:cSld name="3_1Heading + Text + Graphic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1B860D5-3061-F2E9-CF6E-98E2C45B6549}"/>
              </a:ext>
            </a:extLst>
          </p:cNvPr>
          <p:cNvGraphicFramePr>
            <a:graphicFrameLocks noChangeAspect="1"/>
          </p:cNvGraphicFramePr>
          <p:nvPr>
            <p:custDataLst>
              <p:tags r:id="rId1"/>
            </p:custDataLst>
            <p:extLst>
              <p:ext uri="{D42A27DB-BD31-4B8C-83A1-F6EECF244321}">
                <p14:modId xmlns:p14="http://schemas.microsoft.com/office/powerpoint/2010/main" val="12138314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A1B860D5-3061-F2E9-CF6E-98E2C45B65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a:spcAft>
                <a:spcPts val="900"/>
              </a:spcAft>
              <a:defRPr sz="1400" b="1" i="0">
                <a:solidFill>
                  <a:schemeClr val="tx1"/>
                </a:solidFill>
                <a:latin typeface="MarkOT" panose="020B0504020201010104" pitchFamily="34" charset="0"/>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vert="horz"/>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Tree>
    <p:extLst>
      <p:ext uri="{BB962C8B-B14F-4D97-AF65-F5344CB8AC3E}">
        <p14:creationId xmlns:p14="http://schemas.microsoft.com/office/powerpoint/2010/main" val="1654473084"/>
      </p:ext>
    </p:extLst>
  </p:cSld>
  <p:clrMapOvr>
    <a:masterClrMapping/>
  </p:clrMapOvr>
  <p:hf hdr="0" dt="0"/>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p:cSld name="3_Heading + Text + Graphics Blue">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C4A13EE2-E292-284A-13DE-E4B53155A6EE}"/>
              </a:ext>
            </a:extLst>
          </p:cNvPr>
          <p:cNvGraphicFramePr>
            <a:graphicFrameLocks noChangeAspect="1"/>
          </p:cNvGraphicFramePr>
          <p:nvPr>
            <p:custDataLst>
              <p:tags r:id="rId1"/>
            </p:custDataLst>
            <p:extLst>
              <p:ext uri="{D42A27DB-BD31-4B8C-83A1-F6EECF244321}">
                <p14:modId xmlns:p14="http://schemas.microsoft.com/office/powerpoint/2010/main" val="33791016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C4A13EE2-E292-284A-13DE-E4B53155A6E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Rectangle 4">
            <a:extLst>
              <a:ext uri="{FF2B5EF4-FFF2-40B4-BE49-F238E27FC236}">
                <a16:creationId xmlns:a16="http://schemas.microsoft.com/office/drawing/2014/main" id="{9C3D6F18-9B22-784C-9480-84E4008C0A54}"/>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a:spcAft>
                <a:spcPts val="900"/>
              </a:spcAft>
              <a:defRPr sz="1400" b="1" i="0">
                <a:solidFill>
                  <a:schemeClr val="bg1"/>
                </a:solidFill>
                <a:latin typeface="MarkOT" panose="020B0504020201010104" pitchFamily="34" charset="0"/>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47070" cy="713230"/>
          </a:xfrm>
        </p:spPr>
        <p:txBody>
          <a:bodyPr vert="horz"/>
          <a:lstStyle>
            <a:lvl1pPr>
              <a:defRPr sz="3400">
                <a:solidFill>
                  <a:schemeClr val="bg1"/>
                </a:solidFill>
              </a:defRPr>
            </a:lvl1pPr>
          </a:lstStyle>
          <a:p>
            <a:r>
              <a:rPr lang="en-US"/>
              <a:t>Click to edit Master title style</a:t>
            </a:r>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4707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pic>
        <p:nvPicPr>
          <p:cNvPr id="14" name="Picture 13">
            <a:extLst>
              <a:ext uri="{FF2B5EF4-FFF2-40B4-BE49-F238E27FC236}">
                <a16:creationId xmlns:a16="http://schemas.microsoft.com/office/drawing/2014/main" id="{5326D22B-2854-4441-B691-DDCD04F7072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Tree>
    <p:extLst>
      <p:ext uri="{BB962C8B-B14F-4D97-AF65-F5344CB8AC3E}">
        <p14:creationId xmlns:p14="http://schemas.microsoft.com/office/powerpoint/2010/main" val="1052207537"/>
      </p:ext>
    </p:extLst>
  </p:cSld>
  <p:clrMapOvr>
    <a:masterClrMapping/>
  </p:clrMapOvr>
  <p:hf hdr="0" dt="0"/>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3_2 Panel Text + Chart Blue">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EA0D4E52-3661-C9BB-C798-8B8C92639B8B}"/>
              </a:ext>
            </a:extLst>
          </p:cNvPr>
          <p:cNvGraphicFramePr>
            <a:graphicFrameLocks noChangeAspect="1"/>
          </p:cNvGraphicFramePr>
          <p:nvPr>
            <p:custDataLst>
              <p:tags r:id="rId1"/>
            </p:custDataLst>
            <p:extLst>
              <p:ext uri="{D42A27DB-BD31-4B8C-83A1-F6EECF244321}">
                <p14:modId xmlns:p14="http://schemas.microsoft.com/office/powerpoint/2010/main" val="3427961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5" name="think-cell data - do not delete" hidden="1">
                        <a:extLst>
                          <a:ext uri="{FF2B5EF4-FFF2-40B4-BE49-F238E27FC236}">
                            <a16:creationId xmlns:a16="http://schemas.microsoft.com/office/drawing/2014/main" id="{EA0D4E52-3661-C9BB-C798-8B8C92639B8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45A67307-9816-4E4C-80AE-6BEDE1207DB2}"/>
              </a:ext>
            </a:extLst>
          </p:cNvPr>
          <p:cNvSpPr/>
          <p:nvPr/>
        </p:nvSpPr>
        <p:spPr>
          <a:xfrm>
            <a:off x="609600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a:spcAft>
                <a:spcPts val="600"/>
              </a:spcAft>
              <a:defRPr sz="1200" b="1" i="0">
                <a:solidFill>
                  <a:schemeClr val="bg1"/>
                </a:solidFill>
                <a:latin typeface="MarkOT" panose="020B0504020201010104" pitchFamily="34" charset="0"/>
              </a:defRPr>
            </a:lvl1pPr>
            <a:lvl2pPr marL="0" indent="0">
              <a:spcAft>
                <a:spcPts val="600"/>
              </a:spcAft>
              <a:buNone/>
              <a:tabLst/>
              <a:defRPr sz="1200">
                <a:solidFill>
                  <a:schemeClr val="bg1"/>
                </a:solidFill>
              </a:defRPr>
            </a:lvl2pPr>
            <a:lvl3pPr marL="180975" indent="-180975">
              <a:spcAft>
                <a:spcPts val="600"/>
              </a:spcAft>
              <a:tabLst/>
              <a:defRPr sz="1200">
                <a:solidFill>
                  <a:schemeClr val="bg1"/>
                </a:solidFill>
              </a:defRPr>
            </a:lvl3pPr>
            <a:lvl4pPr marL="355600" indent="-180975">
              <a:spcAft>
                <a:spcPts val="600"/>
              </a:spcAft>
              <a:tabLst/>
              <a:defRPr sz="1200">
                <a:solidFill>
                  <a:schemeClr val="bg1"/>
                </a:solidFill>
              </a:defRPr>
            </a:lvl4pPr>
            <a:lvl5pPr marL="579438" indent="-217488">
              <a:spcAft>
                <a:spcPts val="600"/>
              </a:spcAft>
              <a:tabLst/>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544707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a:defRPr sz="1000"/>
            </a:lvl1pPr>
          </a:lstStyle>
          <a:p>
            <a:r>
              <a:rPr lang="en-US"/>
              <a:t>Click icon to add chart</a:t>
            </a:r>
          </a:p>
        </p:txBody>
      </p:sp>
    </p:spTree>
    <p:extLst>
      <p:ext uri="{BB962C8B-B14F-4D97-AF65-F5344CB8AC3E}">
        <p14:creationId xmlns:p14="http://schemas.microsoft.com/office/powerpoint/2010/main" val="3251858130"/>
      </p:ext>
    </p:extLst>
  </p:cSld>
  <p:clrMapOvr>
    <a:masterClrMapping/>
  </p:clrMapOvr>
  <p:hf hdr="0" dt="0"/>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3_1 Panel Text + Chart Lef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5B60BB9-3848-1A35-247A-5515CC398A3A}"/>
              </a:ext>
            </a:extLst>
          </p:cNvPr>
          <p:cNvGraphicFramePr>
            <a:graphicFrameLocks noChangeAspect="1"/>
          </p:cNvGraphicFramePr>
          <p:nvPr>
            <p:custDataLst>
              <p:tags r:id="rId1"/>
            </p:custDataLst>
            <p:extLst>
              <p:ext uri="{D42A27DB-BD31-4B8C-83A1-F6EECF244321}">
                <p14:modId xmlns:p14="http://schemas.microsoft.com/office/powerpoint/2010/main" val="1819746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35B60BB9-3848-1A35-247A-5515CC398A3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6564314" y="1520825"/>
            <a:ext cx="5327649" cy="5040301"/>
          </a:xfrm>
        </p:spPr>
        <p:txBody>
          <a:bodyPr/>
          <a:lstStyle>
            <a:lvl1pPr>
              <a:spcAft>
                <a:spcPts val="600"/>
              </a:spcAft>
              <a:defRPr sz="1400" b="1" i="0">
                <a:solidFill>
                  <a:schemeClr val="tx1"/>
                </a:solidFill>
                <a:latin typeface="MarkOT" panose="020B0504020201010104" pitchFamily="34" charset="0"/>
              </a:defRPr>
            </a:lvl1pPr>
            <a:lvl2pPr marL="0" indent="0">
              <a:spcAft>
                <a:spcPts val="600"/>
              </a:spcAft>
              <a:buNone/>
              <a:tabLst/>
              <a:defRPr sz="1400">
                <a:solidFill>
                  <a:schemeClr val="tx1"/>
                </a:solidFill>
              </a:defRPr>
            </a:lvl2pPr>
            <a:lvl3pPr marL="180975" indent="-180975">
              <a:spcAft>
                <a:spcPts val="600"/>
              </a:spcAft>
              <a:tabLst/>
              <a:defRPr sz="1400">
                <a:solidFill>
                  <a:schemeClr val="tx1"/>
                </a:solidFill>
              </a:defRPr>
            </a:lvl3pPr>
            <a:lvl4pPr marL="355600" indent="-180975">
              <a:spcAft>
                <a:spcPts val="600"/>
              </a:spcAft>
              <a:tabLst/>
              <a:defRPr sz="1400">
                <a:solidFill>
                  <a:schemeClr val="tx1"/>
                </a:solidFill>
              </a:defRPr>
            </a:lvl4pPr>
            <a:lvl5pPr marL="579438" indent="-217488">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a:defRPr sz="1000"/>
            </a:lvl1pPr>
          </a:lstStyle>
          <a:p>
            <a:r>
              <a:rPr lang="en-US"/>
              <a:t>Click icon to add chart</a:t>
            </a:r>
          </a:p>
        </p:txBody>
      </p:sp>
    </p:spTree>
    <p:extLst>
      <p:ext uri="{BB962C8B-B14F-4D97-AF65-F5344CB8AC3E}">
        <p14:creationId xmlns:p14="http://schemas.microsoft.com/office/powerpoint/2010/main" val="2511247336"/>
      </p:ext>
    </p:extLst>
  </p:cSld>
  <p:clrMapOvr>
    <a:masterClrMapping/>
  </p:clrMapOvr>
  <p:hf hdr="0" dt="0"/>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p:cSld name="3_1 Panel Text + Chart Righ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0F404EE-FB33-072A-D992-36906DA0BC7D}"/>
              </a:ext>
            </a:extLst>
          </p:cNvPr>
          <p:cNvGraphicFramePr>
            <a:graphicFrameLocks noChangeAspect="1"/>
          </p:cNvGraphicFramePr>
          <p:nvPr>
            <p:custDataLst>
              <p:tags r:id="rId1"/>
            </p:custDataLst>
            <p:extLst>
              <p:ext uri="{D42A27DB-BD31-4B8C-83A1-F6EECF244321}">
                <p14:modId xmlns:p14="http://schemas.microsoft.com/office/powerpoint/2010/main" val="42316187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40F404EE-FB33-072A-D992-36906DA0BC7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1520825"/>
            <a:ext cx="5327649" cy="5040301"/>
          </a:xfrm>
        </p:spPr>
        <p:txBody>
          <a:bodyPr/>
          <a:lstStyle>
            <a:lvl1pPr>
              <a:spcAft>
                <a:spcPts val="600"/>
              </a:spcAft>
              <a:defRPr sz="1400" b="1" i="0">
                <a:solidFill>
                  <a:schemeClr val="tx1"/>
                </a:solidFill>
                <a:latin typeface="MarkOT" panose="020B0504020201010104" pitchFamily="34" charset="0"/>
              </a:defRPr>
            </a:lvl1pPr>
            <a:lvl2pPr marL="0" indent="0">
              <a:spcAft>
                <a:spcPts val="600"/>
              </a:spcAft>
              <a:buNone/>
              <a:tabLst/>
              <a:defRPr sz="1400">
                <a:solidFill>
                  <a:schemeClr val="tx1"/>
                </a:solidFill>
              </a:defRPr>
            </a:lvl2pPr>
            <a:lvl3pPr marL="180975" indent="-180975">
              <a:spcAft>
                <a:spcPts val="600"/>
              </a:spcAft>
              <a:tabLst/>
              <a:defRPr sz="1400">
                <a:solidFill>
                  <a:schemeClr val="tx1"/>
                </a:solidFill>
              </a:defRPr>
            </a:lvl3pPr>
            <a:lvl4pPr marL="355600" indent="-180975">
              <a:spcAft>
                <a:spcPts val="600"/>
              </a:spcAft>
              <a:tabLst/>
              <a:defRPr sz="1400">
                <a:solidFill>
                  <a:schemeClr val="tx1"/>
                </a:solidFill>
              </a:defRPr>
            </a:lvl4pPr>
            <a:lvl5pPr marL="579438" indent="-217488">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6564313" y="1134478"/>
            <a:ext cx="5327650" cy="5439741"/>
          </a:xfrm>
        </p:spPr>
        <p:txBody>
          <a:bodyPr anchor="ctr" anchorCtr="0"/>
          <a:lstStyle>
            <a:lvl1pPr algn="ctr">
              <a:defRPr sz="1000"/>
            </a:lvl1pPr>
          </a:lstStyle>
          <a:p>
            <a:r>
              <a:rPr lang="en-US"/>
              <a:t>H</a:t>
            </a:r>
          </a:p>
        </p:txBody>
      </p:sp>
    </p:spTree>
    <p:extLst>
      <p:ext uri="{BB962C8B-B14F-4D97-AF65-F5344CB8AC3E}">
        <p14:creationId xmlns:p14="http://schemas.microsoft.com/office/powerpoint/2010/main" val="1021997154"/>
      </p:ext>
    </p:extLst>
  </p:cSld>
  <p:clrMapOvr>
    <a:masterClrMapping/>
  </p:clrMapOvr>
  <p:hf hdr="0" dt="0"/>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p:cSld name="3_1 Chart">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6799CFF-1952-496F-E9C7-1D7B05665486}"/>
              </a:ext>
            </a:extLst>
          </p:cNvPr>
          <p:cNvGraphicFramePr>
            <a:graphicFrameLocks noChangeAspect="1"/>
          </p:cNvGraphicFramePr>
          <p:nvPr>
            <p:custDataLst>
              <p:tags r:id="rId1"/>
            </p:custDataLst>
            <p:extLst>
              <p:ext uri="{D42A27DB-BD31-4B8C-83A1-F6EECF244321}">
                <p14:modId xmlns:p14="http://schemas.microsoft.com/office/powerpoint/2010/main" val="22058257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36799CFF-1952-496F-E9C7-1D7B0566548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5"/>
            <a:ext cx="11557000" cy="5053394"/>
          </a:xfrm>
        </p:spPr>
        <p:txBody>
          <a:bodyPr anchor="ctr" anchorCtr="0"/>
          <a:lstStyle>
            <a:lvl1pPr algn="ctr">
              <a:defRPr sz="1000"/>
            </a:lvl1pPr>
          </a:lstStyle>
          <a:p>
            <a:r>
              <a:rPr lang="en-US"/>
              <a:t>H</a:t>
            </a:r>
          </a:p>
        </p:txBody>
      </p:sp>
    </p:spTree>
    <p:extLst>
      <p:ext uri="{BB962C8B-B14F-4D97-AF65-F5344CB8AC3E}">
        <p14:creationId xmlns:p14="http://schemas.microsoft.com/office/powerpoint/2010/main" val="1768497747"/>
      </p:ext>
    </p:extLst>
  </p:cSld>
  <p:clrMapOvr>
    <a:masterClrMapping/>
  </p:clrMapOvr>
  <p:hf hdr="0" dt="0"/>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p:cSld name="3_3 Charts">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967EC30-4B00-4F4F-97E5-10E350B3FF70}"/>
              </a:ext>
            </a:extLst>
          </p:cNvPr>
          <p:cNvGraphicFramePr>
            <a:graphicFrameLocks noChangeAspect="1"/>
          </p:cNvGraphicFramePr>
          <p:nvPr>
            <p:custDataLst>
              <p:tags r:id="rId1"/>
            </p:custDataLst>
            <p:extLst>
              <p:ext uri="{D42A27DB-BD31-4B8C-83A1-F6EECF244321}">
                <p14:modId xmlns:p14="http://schemas.microsoft.com/office/powerpoint/2010/main" val="26876402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3" name="think-cell data - do not delete" hidden="1">
                        <a:extLst>
                          <a:ext uri="{FF2B5EF4-FFF2-40B4-BE49-F238E27FC236}">
                            <a16:creationId xmlns:a16="http://schemas.microsoft.com/office/drawing/2014/main" id="{5967EC30-4B00-4F4F-97E5-10E350B3FF7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4186988"/>
            <a:ext cx="3732291" cy="1564106"/>
          </a:xfrm>
          <a:solidFill>
            <a:schemeClr val="accent4"/>
          </a:solidFill>
        </p:spPr>
        <p:txBody>
          <a:bodyPr lIns="144000" tIns="144000" rIns="144000" bIns="144000"/>
          <a:lstStyle>
            <a:lvl1pPr>
              <a:spcAft>
                <a:spcPts val="600"/>
              </a:spcAft>
              <a:defRPr sz="1400" b="1" i="0">
                <a:solidFill>
                  <a:schemeClr val="tx1"/>
                </a:solidFill>
                <a:latin typeface="MarkOT" panose="020B0504020201010104" pitchFamily="34" charset="0"/>
              </a:defRPr>
            </a:lvl1pPr>
            <a:lvl2pPr marL="0" indent="0">
              <a:spcAft>
                <a:spcPts val="600"/>
              </a:spcAft>
              <a:buNone/>
              <a:tabLst/>
              <a:defRPr sz="1400">
                <a:solidFill>
                  <a:schemeClr val="tx1"/>
                </a:solidFill>
              </a:defRPr>
            </a:lvl2pPr>
            <a:lvl3pPr marL="180975" indent="-180975">
              <a:spcAft>
                <a:spcPts val="600"/>
              </a:spcAft>
              <a:tabLst/>
              <a:defRPr sz="1400">
                <a:solidFill>
                  <a:schemeClr val="tx1"/>
                </a:solidFill>
              </a:defRPr>
            </a:lvl3pPr>
            <a:lvl4pPr marL="355600" indent="-180975">
              <a:spcAft>
                <a:spcPts val="600"/>
              </a:spcAft>
              <a:tabLst/>
              <a:defRPr sz="1400">
                <a:solidFill>
                  <a:schemeClr val="tx1"/>
                </a:solidFill>
              </a:defRPr>
            </a:lvl4pPr>
            <a:lvl5pPr marL="579438" indent="-217488">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6"/>
            <a:ext cx="3732291" cy="2567152"/>
          </a:xfrm>
        </p:spPr>
        <p:txBody>
          <a:bodyPr anchor="ctr" anchorCtr="0"/>
          <a:lstStyle>
            <a:lvl1pPr algn="ctr">
              <a:defRPr sz="1000"/>
            </a:lvl1pPr>
          </a:lstStyle>
          <a:p>
            <a:r>
              <a:rPr lang="en-US"/>
              <a:t>H</a:t>
            </a:r>
          </a:p>
        </p:txBody>
      </p:sp>
      <p:sp>
        <p:nvSpPr>
          <p:cNvPr id="12" name="Text Placeholder 14">
            <a:extLst>
              <a:ext uri="{FF2B5EF4-FFF2-40B4-BE49-F238E27FC236}">
                <a16:creationId xmlns:a16="http://schemas.microsoft.com/office/drawing/2014/main" id="{E49C82BB-40C5-7B4F-A88F-AD41B1301F3A}"/>
              </a:ext>
            </a:extLst>
          </p:cNvPr>
          <p:cNvSpPr>
            <a:spLocks noGrp="1"/>
          </p:cNvSpPr>
          <p:nvPr>
            <p:ph type="body" sz="quarter" idx="21"/>
          </p:nvPr>
        </p:nvSpPr>
        <p:spPr>
          <a:xfrm>
            <a:off x="4247654" y="4186988"/>
            <a:ext cx="3732291" cy="1564106"/>
          </a:xfrm>
          <a:solidFill>
            <a:schemeClr val="accent4"/>
          </a:solidFill>
        </p:spPr>
        <p:txBody>
          <a:bodyPr lIns="144000" tIns="144000" rIns="144000" bIns="144000"/>
          <a:lstStyle>
            <a:lvl1pPr>
              <a:spcAft>
                <a:spcPts val="600"/>
              </a:spcAft>
              <a:defRPr sz="1400" b="1" i="0">
                <a:solidFill>
                  <a:schemeClr val="tx1"/>
                </a:solidFill>
                <a:latin typeface="MarkOT" panose="020B0504020201010104" pitchFamily="34" charset="0"/>
              </a:defRPr>
            </a:lvl1pPr>
            <a:lvl2pPr marL="0" indent="0">
              <a:spcAft>
                <a:spcPts val="600"/>
              </a:spcAft>
              <a:buNone/>
              <a:tabLst/>
              <a:defRPr sz="1400">
                <a:solidFill>
                  <a:schemeClr val="tx1"/>
                </a:solidFill>
              </a:defRPr>
            </a:lvl2pPr>
            <a:lvl3pPr marL="180975" indent="-180975">
              <a:spcAft>
                <a:spcPts val="600"/>
              </a:spcAft>
              <a:tabLst/>
              <a:defRPr sz="1400">
                <a:solidFill>
                  <a:schemeClr val="tx1"/>
                </a:solidFill>
              </a:defRPr>
            </a:lvl3pPr>
            <a:lvl4pPr marL="355600" indent="-180975">
              <a:spcAft>
                <a:spcPts val="600"/>
              </a:spcAft>
              <a:tabLst/>
              <a:defRPr sz="1400">
                <a:solidFill>
                  <a:schemeClr val="tx1"/>
                </a:solidFill>
              </a:defRPr>
            </a:lvl4pPr>
            <a:lvl5pPr marL="579438" indent="-217488">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4">
            <a:extLst>
              <a:ext uri="{FF2B5EF4-FFF2-40B4-BE49-F238E27FC236}">
                <a16:creationId xmlns:a16="http://schemas.microsoft.com/office/drawing/2014/main" id="{9E8EA932-8B25-BC44-A1CE-CE4B99DC61CE}"/>
              </a:ext>
            </a:extLst>
          </p:cNvPr>
          <p:cNvSpPr>
            <a:spLocks noGrp="1"/>
          </p:cNvSpPr>
          <p:nvPr>
            <p:ph type="body" sz="quarter" idx="22"/>
          </p:nvPr>
        </p:nvSpPr>
        <p:spPr>
          <a:xfrm>
            <a:off x="8166941" y="4186988"/>
            <a:ext cx="3732291" cy="1564106"/>
          </a:xfrm>
          <a:solidFill>
            <a:schemeClr val="accent4"/>
          </a:solidFill>
        </p:spPr>
        <p:txBody>
          <a:bodyPr lIns="144000" tIns="144000" rIns="144000" bIns="144000"/>
          <a:lstStyle>
            <a:lvl1pPr>
              <a:spcAft>
                <a:spcPts val="600"/>
              </a:spcAft>
              <a:defRPr sz="1400" b="1" i="0">
                <a:solidFill>
                  <a:schemeClr val="tx1"/>
                </a:solidFill>
                <a:latin typeface="MarkOT" panose="020B0504020201010104" pitchFamily="34" charset="0"/>
              </a:defRPr>
            </a:lvl1pPr>
            <a:lvl2pPr marL="0" indent="0">
              <a:spcAft>
                <a:spcPts val="600"/>
              </a:spcAft>
              <a:buNone/>
              <a:tabLst/>
              <a:defRPr sz="1400">
                <a:solidFill>
                  <a:schemeClr val="tx1"/>
                </a:solidFill>
              </a:defRPr>
            </a:lvl2pPr>
            <a:lvl3pPr marL="180975" indent="-180975">
              <a:spcAft>
                <a:spcPts val="600"/>
              </a:spcAft>
              <a:tabLst/>
              <a:defRPr sz="1400">
                <a:solidFill>
                  <a:schemeClr val="tx1"/>
                </a:solidFill>
              </a:defRPr>
            </a:lvl3pPr>
            <a:lvl4pPr marL="355600" indent="-180975">
              <a:spcAft>
                <a:spcPts val="600"/>
              </a:spcAft>
              <a:tabLst/>
              <a:defRPr sz="1400">
                <a:solidFill>
                  <a:schemeClr val="tx1"/>
                </a:solidFill>
              </a:defRPr>
            </a:lvl4pPr>
            <a:lvl5pPr marL="579438" indent="-217488">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rt Placeholder 3">
            <a:extLst>
              <a:ext uri="{FF2B5EF4-FFF2-40B4-BE49-F238E27FC236}">
                <a16:creationId xmlns:a16="http://schemas.microsoft.com/office/drawing/2014/main" id="{1C8F9151-E430-9E48-BC52-ECDD1C4DFB70}"/>
              </a:ext>
            </a:extLst>
          </p:cNvPr>
          <p:cNvSpPr>
            <a:spLocks noGrp="1"/>
          </p:cNvSpPr>
          <p:nvPr>
            <p:ph type="chart" sz="quarter" idx="23" hasCustomPrompt="1"/>
          </p:nvPr>
        </p:nvSpPr>
        <p:spPr>
          <a:xfrm>
            <a:off x="4245226" y="1520826"/>
            <a:ext cx="3732291" cy="2567152"/>
          </a:xfrm>
        </p:spPr>
        <p:txBody>
          <a:bodyPr anchor="ctr" anchorCtr="0"/>
          <a:lstStyle>
            <a:lvl1pPr algn="ctr">
              <a:defRPr sz="1000"/>
            </a:lvl1pPr>
          </a:lstStyle>
          <a:p>
            <a:r>
              <a:rPr lang="en-US"/>
              <a:t>H</a:t>
            </a:r>
          </a:p>
        </p:txBody>
      </p:sp>
      <p:sp>
        <p:nvSpPr>
          <p:cNvPr id="17" name="Chart Placeholder 3">
            <a:extLst>
              <a:ext uri="{FF2B5EF4-FFF2-40B4-BE49-F238E27FC236}">
                <a16:creationId xmlns:a16="http://schemas.microsoft.com/office/drawing/2014/main" id="{FF79B36D-D641-744B-BA4C-687E6D90E7C5}"/>
              </a:ext>
            </a:extLst>
          </p:cNvPr>
          <p:cNvSpPr>
            <a:spLocks noGrp="1"/>
          </p:cNvSpPr>
          <p:nvPr>
            <p:ph type="chart" sz="quarter" idx="24" hasCustomPrompt="1"/>
          </p:nvPr>
        </p:nvSpPr>
        <p:spPr>
          <a:xfrm>
            <a:off x="8167520" y="1520826"/>
            <a:ext cx="3732291" cy="2567152"/>
          </a:xfrm>
        </p:spPr>
        <p:txBody>
          <a:bodyPr anchor="ctr" anchorCtr="0"/>
          <a:lstStyle>
            <a:lvl1pPr algn="ctr">
              <a:defRPr sz="1000"/>
            </a:lvl1pPr>
          </a:lstStyle>
          <a:p>
            <a:r>
              <a:rPr lang="en-US"/>
              <a:t>H</a:t>
            </a:r>
          </a:p>
        </p:txBody>
      </p:sp>
    </p:spTree>
    <p:extLst>
      <p:ext uri="{BB962C8B-B14F-4D97-AF65-F5344CB8AC3E}">
        <p14:creationId xmlns:p14="http://schemas.microsoft.com/office/powerpoint/2010/main" val="2204760393"/>
      </p:ext>
    </p:extLst>
  </p:cSld>
  <p:clrMapOvr>
    <a:masterClrMapping/>
  </p:clrMapOvr>
  <p:hf hdr="0" dt="0"/>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p:cSld name="3_1 Table">
    <p:bg>
      <p:bgPr>
        <a:solidFill>
          <a:schemeClr val="bg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558E82CE-2041-3C97-AAE3-BB8D869ABB51}"/>
              </a:ext>
            </a:extLst>
          </p:cNvPr>
          <p:cNvGraphicFramePr>
            <a:graphicFrameLocks noChangeAspect="1"/>
          </p:cNvGraphicFramePr>
          <p:nvPr>
            <p:custDataLst>
              <p:tags r:id="rId1"/>
            </p:custDataLst>
            <p:extLst>
              <p:ext uri="{D42A27DB-BD31-4B8C-83A1-F6EECF244321}">
                <p14:modId xmlns:p14="http://schemas.microsoft.com/office/powerpoint/2010/main" val="23931807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558E82CE-2041-3C97-AAE3-BB8D869ABB5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vert="horz"/>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able Placeholder 2">
            <a:extLst>
              <a:ext uri="{FF2B5EF4-FFF2-40B4-BE49-F238E27FC236}">
                <a16:creationId xmlns:a16="http://schemas.microsoft.com/office/drawing/2014/main" id="{42E67822-7E9C-2749-81BF-4DBDF5EDDF0F}"/>
              </a:ext>
            </a:extLst>
          </p:cNvPr>
          <p:cNvSpPr>
            <a:spLocks noGrp="1"/>
          </p:cNvSpPr>
          <p:nvPr>
            <p:ph type="tbl" sz="quarter" idx="10"/>
          </p:nvPr>
        </p:nvSpPr>
        <p:spPr>
          <a:xfrm>
            <a:off x="334963" y="1520825"/>
            <a:ext cx="11569700" cy="4276229"/>
          </a:xfrm>
        </p:spPr>
        <p:txBody>
          <a:bodyPr/>
          <a:lstStyle/>
          <a:p>
            <a:r>
              <a:rPr lang="en-US"/>
              <a:t>Click icon to add table</a:t>
            </a:r>
          </a:p>
        </p:txBody>
      </p:sp>
    </p:spTree>
    <p:extLst>
      <p:ext uri="{BB962C8B-B14F-4D97-AF65-F5344CB8AC3E}">
        <p14:creationId xmlns:p14="http://schemas.microsoft.com/office/powerpoint/2010/main" val="1101674564"/>
      </p:ext>
    </p:extLst>
  </p:cSld>
  <p:clrMapOvr>
    <a:masterClrMapping/>
  </p:clrMapOvr>
  <p:hf hdr="0" dt="0"/>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p:cSld name="2_Closing Slide Blue">
    <p:bg>
      <p:bgPr>
        <a:solidFill>
          <a:schemeClr val="accent1"/>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09195A7-471C-D745-07B3-08CCF179A14E}"/>
              </a:ext>
            </a:extLst>
          </p:cNvPr>
          <p:cNvGraphicFramePr>
            <a:graphicFrameLocks noChangeAspect="1"/>
          </p:cNvGraphicFramePr>
          <p:nvPr>
            <p:custDataLst>
              <p:tags r:id="rId1"/>
            </p:custDataLst>
            <p:extLst>
              <p:ext uri="{D42A27DB-BD31-4B8C-83A1-F6EECF244321}">
                <p14:modId xmlns:p14="http://schemas.microsoft.com/office/powerpoint/2010/main" val="29431550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D09195A7-471C-D745-07B3-08CCF179A1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334963" y="5946802"/>
            <a:ext cx="11557000" cy="662782"/>
          </a:xfrm>
        </p:spPr>
        <p:txBody>
          <a:bodyPr vert="horz" anchor="b" anchorCtr="0"/>
          <a:lstStyle>
            <a:lvl1pPr algn="ctr">
              <a:defRPr sz="145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5314055" y="2650331"/>
            <a:ext cx="1558142" cy="1562613"/>
          </a:xfrm>
          <a:prstGeom prst="rect">
            <a:avLst/>
          </a:prstGeom>
        </p:spPr>
      </p:pic>
    </p:spTree>
    <p:extLst>
      <p:ext uri="{BB962C8B-B14F-4D97-AF65-F5344CB8AC3E}">
        <p14:creationId xmlns:p14="http://schemas.microsoft.com/office/powerpoint/2010/main" val="4056087925"/>
      </p:ext>
    </p:extLst>
  </p:cSld>
  <p:clrMapOvr>
    <a:masterClrMapping/>
  </p:clrMapOvr>
  <p:hf hdr="0" dt="0"/>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p:cSld name="1_Closing Slide Red">
    <p:bg>
      <p:bgPr>
        <a:solidFill>
          <a:schemeClr val="accent2"/>
        </a:solidFill>
        <a:effectLst/>
      </p:bgPr>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DBEB3B0F-E6A4-23B2-1E5C-4D2632B44D0C}"/>
              </a:ext>
            </a:extLst>
          </p:cNvPr>
          <p:cNvGraphicFramePr>
            <a:graphicFrameLocks noChangeAspect="1"/>
          </p:cNvGraphicFramePr>
          <p:nvPr>
            <p:custDataLst>
              <p:tags r:id="rId1"/>
            </p:custDataLst>
            <p:extLst>
              <p:ext uri="{D42A27DB-BD31-4B8C-83A1-F6EECF244321}">
                <p14:modId xmlns:p14="http://schemas.microsoft.com/office/powerpoint/2010/main" val="40836126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DBEB3B0F-E6A4-23B2-1E5C-4D2632B44D0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334963" y="5946802"/>
            <a:ext cx="11557000" cy="662782"/>
          </a:xfrm>
        </p:spPr>
        <p:txBody>
          <a:bodyPr vert="horz" anchor="b" anchorCtr="0"/>
          <a:lstStyle>
            <a:lvl1pPr algn="ctr">
              <a:defRPr sz="145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5314055" y="2650331"/>
            <a:ext cx="1558142" cy="1562613"/>
          </a:xfrm>
          <a:prstGeom prst="rect">
            <a:avLst/>
          </a:prstGeom>
        </p:spPr>
      </p:pic>
    </p:spTree>
    <p:extLst>
      <p:ext uri="{BB962C8B-B14F-4D97-AF65-F5344CB8AC3E}">
        <p14:creationId xmlns:p14="http://schemas.microsoft.com/office/powerpoint/2010/main" val="3823205893"/>
      </p:ext>
    </p:extLst>
  </p:cSld>
  <p:clrMapOvr>
    <a:masterClrMapping/>
  </p:clrMapOvr>
  <p:hf hdr="0" dt="0"/>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p:cSld name="1_Closing Slide">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24648238-AC01-C62C-C2A3-32FC04B68AD0}"/>
              </a:ext>
            </a:extLst>
          </p:cNvPr>
          <p:cNvGraphicFramePr>
            <a:graphicFrameLocks noChangeAspect="1"/>
          </p:cNvGraphicFramePr>
          <p:nvPr>
            <p:custDataLst>
              <p:tags r:id="rId1"/>
            </p:custDataLst>
            <p:extLst>
              <p:ext uri="{D42A27DB-BD31-4B8C-83A1-F6EECF244321}">
                <p14:modId xmlns:p14="http://schemas.microsoft.com/office/powerpoint/2010/main" val="36054262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4" name="think-cell data - do not delete" hidden="1">
                        <a:extLst>
                          <a:ext uri="{FF2B5EF4-FFF2-40B4-BE49-F238E27FC236}">
                            <a16:creationId xmlns:a16="http://schemas.microsoft.com/office/drawing/2014/main" id="{24648238-AC01-C62C-C2A3-32FC04B68AD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334963" y="5946802"/>
            <a:ext cx="11557000" cy="662782"/>
          </a:xfrm>
        </p:spPr>
        <p:txBody>
          <a:bodyPr vert="horz" anchor="b" anchorCtr="0"/>
          <a:lstStyle>
            <a:lvl1pPr algn="ctr">
              <a:defRPr sz="1450">
                <a:solidFill>
                  <a:schemeClr val="tx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5" cstate="screen">
            <a:extLst>
              <a:ext uri="{28A0092B-C50C-407E-A947-70E740481C1C}">
                <a14:useLocalDpi xmlns:a14="http://schemas.microsoft.com/office/drawing/2010/main"/>
              </a:ext>
            </a:extLst>
          </a:blip>
          <a:srcRect/>
          <a:stretch/>
        </p:blipFill>
        <p:spPr>
          <a:xfrm>
            <a:off x="5314055" y="2650331"/>
            <a:ext cx="1558143" cy="1562613"/>
          </a:xfrm>
          <a:prstGeom prst="rect">
            <a:avLst/>
          </a:prstGeom>
        </p:spPr>
      </p:pic>
    </p:spTree>
    <p:extLst>
      <p:ext uri="{BB962C8B-B14F-4D97-AF65-F5344CB8AC3E}">
        <p14:creationId xmlns:p14="http://schemas.microsoft.com/office/powerpoint/2010/main" val="348397548"/>
      </p:ext>
    </p:extLst>
  </p:cSld>
  <p:clrMapOvr>
    <a:masterClrMapping/>
  </p:clrMapOvr>
  <p:hf hdr="0" dt="0"/>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p:cSld name="3_Title Slide Blue BG">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3" y="1564967"/>
            <a:ext cx="11603979" cy="751988"/>
          </a:xfrm>
        </p:spPr>
        <p:txBody>
          <a:bodyPr anchor="t" anchorCtr="0"/>
          <a:lstStyle>
            <a:lvl1pPr algn="l">
              <a:defRPr sz="44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5" y="2316955"/>
            <a:ext cx="6955012" cy="3257732"/>
          </a:xfrm>
        </p:spPr>
        <p:txBody>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1" y="5946511"/>
            <a:ext cx="5761037" cy="652463"/>
          </a:xfrm>
        </p:spPr>
        <p:txBody>
          <a:bodyPr anchor="b" anchorCtr="0"/>
          <a:lstStyle>
            <a:lvl1pPr>
              <a:defRPr sz="1400">
                <a:solidFill>
                  <a:schemeClr val="bg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34963" y="0"/>
            <a:ext cx="1235283" cy="1235283"/>
          </a:xfrm>
          <a:prstGeom prst="rect">
            <a:avLst/>
          </a:prstGeom>
        </p:spPr>
      </p:pic>
    </p:spTree>
    <p:extLst>
      <p:ext uri="{BB962C8B-B14F-4D97-AF65-F5344CB8AC3E}">
        <p14:creationId xmlns:p14="http://schemas.microsoft.com/office/powerpoint/2010/main" val="12274378"/>
      </p:ext>
    </p:extLst>
  </p:cSld>
  <p:clrMapOvr>
    <a:masterClrMapping/>
  </p:clrMapOvr>
  <p:hf hdr="0" dt="0"/>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p:cSld name="3_Title Slide Image BG">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4" y="1564966"/>
            <a:ext cx="6983074" cy="1341311"/>
          </a:xfrm>
        </p:spPr>
        <p:txBody>
          <a:bodyPr anchor="t" anchorCtr="0"/>
          <a:lstStyle>
            <a:lvl1pPr algn="l">
              <a:defRPr sz="44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5" y="2935397"/>
            <a:ext cx="6955012" cy="2668410"/>
          </a:xfrm>
        </p:spPr>
        <p:txBody>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1" y="5946511"/>
            <a:ext cx="5761037" cy="652463"/>
          </a:xfrm>
        </p:spPr>
        <p:txBody>
          <a:bodyPr anchor="b" anchorCtr="0"/>
          <a:lstStyle>
            <a:lvl1pPr>
              <a:defRPr sz="1400">
                <a:solidFill>
                  <a:schemeClr val="bg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34963" y="0"/>
            <a:ext cx="1235283" cy="1235283"/>
          </a:xfrm>
          <a:prstGeom prst="rect">
            <a:avLst/>
          </a:prstGeom>
        </p:spPr>
      </p:pic>
    </p:spTree>
    <p:extLst>
      <p:ext uri="{BB962C8B-B14F-4D97-AF65-F5344CB8AC3E}">
        <p14:creationId xmlns:p14="http://schemas.microsoft.com/office/powerpoint/2010/main" val="227651810"/>
      </p:ext>
    </p:extLst>
  </p:cSld>
  <p:clrMapOvr>
    <a:masterClrMapping/>
  </p:clrMapOvr>
  <p:hf hdr="0" dt="0"/>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p:cSld name="3_Title Slide White BG">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7984" y="1564966"/>
            <a:ext cx="6983074" cy="1341311"/>
          </a:xfrm>
        </p:spPr>
        <p:txBody>
          <a:bodyPr anchor="t" anchorCtr="0"/>
          <a:lstStyle>
            <a:lvl1pPr algn="l">
              <a:defRPr sz="44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16045" y="2935397"/>
            <a:ext cx="6955012" cy="2668410"/>
          </a:xfrm>
        </p:spPr>
        <p:txBody>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p:nvPr>
        </p:nvSpPr>
        <p:spPr>
          <a:xfrm>
            <a:off x="322351" y="5946511"/>
            <a:ext cx="5761037" cy="652463"/>
          </a:xfrm>
        </p:spPr>
        <p:txBody>
          <a:bodyPr anchor="b" anchorCtr="0"/>
          <a:lstStyle>
            <a:lvl1pPr>
              <a:defRPr sz="1400">
                <a:solidFill>
                  <a:schemeClr val="tx1"/>
                </a:solidFill>
              </a:defRPr>
            </a:lvl1pPr>
          </a:lstStyle>
          <a:p>
            <a:pPr lvl="0"/>
            <a:r>
              <a:rPr lang="en-US"/>
              <a:t>Click to edit Master text styles</a:t>
            </a:r>
          </a:p>
        </p:txBody>
      </p:sp>
      <p:pic>
        <p:nvPicPr>
          <p:cNvPr id="12" name="Picture 11">
            <a:extLst>
              <a:ext uri="{FF2B5EF4-FFF2-40B4-BE49-F238E27FC236}">
                <a16:creationId xmlns:a16="http://schemas.microsoft.com/office/drawing/2014/main" id="{D5960896-2855-FA40-912B-6905B25FEAF8}"/>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0087521" y="4753521"/>
            <a:ext cx="2104479" cy="2104479"/>
          </a:xfrm>
          <a:prstGeom prst="rect">
            <a:avLst/>
          </a:prstGeom>
        </p:spPr>
      </p:pic>
    </p:spTree>
    <p:extLst>
      <p:ext uri="{BB962C8B-B14F-4D97-AF65-F5344CB8AC3E}">
        <p14:creationId xmlns:p14="http://schemas.microsoft.com/office/powerpoint/2010/main" val="744962050"/>
      </p:ext>
    </p:extLst>
  </p:cSld>
  <p:clrMapOvr>
    <a:masterClrMapping/>
  </p:clrMapOvr>
  <p:hf hdr="0" dt="0"/>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p:cSld name="5_Contents Blue BG">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a:lstStyle>
            <a:lvl1pPr>
              <a:defRPr sz="400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Tree>
    <p:extLst>
      <p:ext uri="{BB962C8B-B14F-4D97-AF65-F5344CB8AC3E}">
        <p14:creationId xmlns:p14="http://schemas.microsoft.com/office/powerpoint/2010/main" val="1647445583"/>
      </p:ext>
    </p:extLst>
  </p:cSld>
  <p:clrMapOvr>
    <a:masterClrMapping/>
  </p:clrMapOvr>
  <p:hf hdr="0" dt="0"/>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p:cSld name="4_Contents Red B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a:lstStyle>
            <a:lvl1pPr>
              <a:defRPr sz="400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Tree>
    <p:extLst>
      <p:ext uri="{BB962C8B-B14F-4D97-AF65-F5344CB8AC3E}">
        <p14:creationId xmlns:p14="http://schemas.microsoft.com/office/powerpoint/2010/main" val="3670664156"/>
      </p:ext>
    </p:extLst>
  </p:cSld>
  <p:clrMapOvr>
    <a:masterClrMapping/>
  </p:clrMapOvr>
  <p:hf hdr="0" dt="0"/>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p:cSld name="6_Contents White BG">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p:txBody>
          <a:bodyPr/>
          <a:lstStyle>
            <a:lvl1pPr>
              <a:defRPr sz="4000">
                <a:solidFill>
                  <a:schemeClr val="tx1"/>
                </a:solidFill>
              </a:defRPr>
            </a:lvl1pPr>
          </a:lstStyle>
          <a:p>
            <a:r>
              <a:rPr lang="en-US"/>
              <a:t>Click to edit Master title style</a:t>
            </a:r>
          </a:p>
        </p:txBody>
      </p:sp>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tx1"/>
                </a:solidFill>
              </a:defRPr>
            </a:lvl1pPr>
          </a:lstStyle>
          <a:p>
            <a:r>
              <a:rPr lang="en-US"/>
              <a:t>Click icon to add table</a:t>
            </a:r>
          </a:p>
        </p:txBody>
      </p:sp>
      <p:pic>
        <p:nvPicPr>
          <p:cNvPr id="8" name="Picture 7">
            <a:extLst>
              <a:ext uri="{FF2B5EF4-FFF2-40B4-BE49-F238E27FC236}">
                <a16:creationId xmlns:a16="http://schemas.microsoft.com/office/drawing/2014/main" id="{CB060DD0-848A-C048-B5DA-AAFFE76141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Tree>
    <p:extLst>
      <p:ext uri="{BB962C8B-B14F-4D97-AF65-F5344CB8AC3E}">
        <p14:creationId xmlns:p14="http://schemas.microsoft.com/office/powerpoint/2010/main" val="432892935"/>
      </p:ext>
    </p:extLst>
  </p:cSld>
  <p:clrMapOvr>
    <a:masterClrMapping/>
  </p:clrMapOvr>
  <p:hf hdr="0" dt="0"/>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p:cSld name="4_Contents Blue Imag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8"/>
            <a:ext cx="5330561" cy="1081397"/>
          </a:xfrm>
        </p:spPr>
        <p:txBody>
          <a:bodyPr/>
          <a:lstStyle>
            <a:lvl1pPr>
              <a:defRPr sz="400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
        <p:nvSpPr>
          <p:cNvPr id="6" name="Picture Placeholder 3">
            <a:extLst>
              <a:ext uri="{FF2B5EF4-FFF2-40B4-BE49-F238E27FC236}">
                <a16:creationId xmlns:a16="http://schemas.microsoft.com/office/drawing/2014/main" id="{97D64D56-A207-B64C-8FA9-1EF5091E7842}"/>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8" name="Text Placeholder 5">
            <a:extLst>
              <a:ext uri="{FF2B5EF4-FFF2-40B4-BE49-F238E27FC236}">
                <a16:creationId xmlns:a16="http://schemas.microsoft.com/office/drawing/2014/main" id="{3639925A-8566-B142-9D58-36B99C9AE3C5}"/>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spTree>
    <p:extLst>
      <p:ext uri="{BB962C8B-B14F-4D97-AF65-F5344CB8AC3E}">
        <p14:creationId xmlns:p14="http://schemas.microsoft.com/office/powerpoint/2010/main" val="3728763026"/>
      </p:ext>
    </p:extLst>
  </p:cSld>
  <p:clrMapOvr>
    <a:masterClrMapping/>
  </p:clrMapOvr>
  <p:hf hdr="0" dt="0"/>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p:cSld name="4_Contents Red Imag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9"/>
            <a:ext cx="5330561" cy="1000566"/>
          </a:xfrm>
        </p:spPr>
        <p:txBody>
          <a:bodyPr/>
          <a:lstStyle>
            <a:lvl1pPr>
              <a:defRPr sz="400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bg1"/>
                </a:solidFill>
              </a:defRPr>
            </a:lvl1pPr>
          </a:lstStyle>
          <a:p>
            <a:r>
              <a:rPr lang="en-US"/>
              <a:t>Click icon to add table</a:t>
            </a:r>
          </a:p>
        </p:txBody>
      </p:sp>
      <p:sp>
        <p:nvSpPr>
          <p:cNvPr id="6" name="Picture Placeholder 3">
            <a:extLst>
              <a:ext uri="{FF2B5EF4-FFF2-40B4-BE49-F238E27FC236}">
                <a16:creationId xmlns:a16="http://schemas.microsoft.com/office/drawing/2014/main" id="{24BFAA4C-ED30-0547-81D9-54EB7AD7A18B}"/>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8" name="Text Placeholder 5">
            <a:extLst>
              <a:ext uri="{FF2B5EF4-FFF2-40B4-BE49-F238E27FC236}">
                <a16:creationId xmlns:a16="http://schemas.microsoft.com/office/drawing/2014/main" id="{48FE9D90-7B35-7D48-AB56-70E03C10BFA9}"/>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spTree>
    <p:extLst>
      <p:ext uri="{BB962C8B-B14F-4D97-AF65-F5344CB8AC3E}">
        <p14:creationId xmlns:p14="http://schemas.microsoft.com/office/powerpoint/2010/main" val="1335142327"/>
      </p:ext>
    </p:extLst>
  </p:cSld>
  <p:clrMapOvr>
    <a:masterClrMapping/>
  </p:clrMapOvr>
  <p:hf hdr="0" dt="0"/>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p:cSld name="4_Contents White Image">
    <p:bg>
      <p:bgPr>
        <a:solidFill>
          <a:schemeClr val="bg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3A10909-DB1D-8D44-AC6F-6E573117A402}"/>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9"/>
            <a:ext cx="5330561" cy="1000566"/>
          </a:xfrm>
        </p:spPr>
        <p:txBody>
          <a:bodyPr/>
          <a:lstStyle>
            <a:lvl1pPr>
              <a:defRPr sz="4000">
                <a:solidFill>
                  <a:schemeClr val="tx1"/>
                </a:solidFill>
              </a:defRPr>
            </a:lvl1pPr>
          </a:lstStyle>
          <a:p>
            <a:r>
              <a:rPr lang="en-US"/>
              <a:t>Click to edit Master title style</a:t>
            </a:r>
          </a:p>
        </p:txBody>
      </p:sp>
      <p:sp>
        <p:nvSpPr>
          <p:cNvPr id="7" name="Table Placeholder 6">
            <a:extLst>
              <a:ext uri="{FF2B5EF4-FFF2-40B4-BE49-F238E27FC236}">
                <a16:creationId xmlns:a16="http://schemas.microsoft.com/office/drawing/2014/main" id="{3AE62144-B54A-C844-8720-22F9660B077D}"/>
              </a:ext>
            </a:extLst>
          </p:cNvPr>
          <p:cNvSpPr>
            <a:spLocks noGrp="1"/>
          </p:cNvSpPr>
          <p:nvPr>
            <p:ph type="tbl" sz="quarter" idx="10"/>
          </p:nvPr>
        </p:nvSpPr>
        <p:spPr>
          <a:xfrm>
            <a:off x="334963" y="1485881"/>
            <a:ext cx="5292725" cy="3668713"/>
          </a:xfrm>
        </p:spPr>
        <p:txBody>
          <a:bodyPr/>
          <a:lstStyle>
            <a:lvl1pPr>
              <a:defRPr>
                <a:solidFill>
                  <a:schemeClr val="tx1"/>
                </a:solidFill>
              </a:defRPr>
            </a:lvl1pPr>
          </a:lstStyle>
          <a:p>
            <a:r>
              <a:rPr lang="en-US"/>
              <a:t>Click icon to add table</a:t>
            </a:r>
          </a:p>
        </p:txBody>
      </p:sp>
      <p:pic>
        <p:nvPicPr>
          <p:cNvPr id="8" name="Picture 7">
            <a:extLst>
              <a:ext uri="{FF2B5EF4-FFF2-40B4-BE49-F238E27FC236}">
                <a16:creationId xmlns:a16="http://schemas.microsoft.com/office/drawing/2014/main" id="{CB060DD0-848A-C048-B5DA-AAFFE7614181}"/>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6" name="Text Placeholder 5">
            <a:extLst>
              <a:ext uri="{FF2B5EF4-FFF2-40B4-BE49-F238E27FC236}">
                <a16:creationId xmlns:a16="http://schemas.microsoft.com/office/drawing/2014/main" id="{0FDB0AF8-6E47-414D-8E34-56606A126527}"/>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spTree>
    <p:extLst>
      <p:ext uri="{BB962C8B-B14F-4D97-AF65-F5344CB8AC3E}">
        <p14:creationId xmlns:p14="http://schemas.microsoft.com/office/powerpoint/2010/main" val="2485997921"/>
      </p:ext>
    </p:extLst>
  </p:cSld>
  <p:clrMapOvr>
    <a:masterClrMapping/>
  </p:clrMapOvr>
  <p:hf hdr="0" dt="0"/>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p:cSld name="5_Section Title Boxed Right + Image Light">
    <p:bg>
      <p:bgPr>
        <a:solidFill>
          <a:schemeClr val="bg1">
            <a:lumMod val="8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E2CA2B8-275D-754E-AB89-33E9D4CB5563}"/>
              </a:ext>
            </a:extLst>
          </p:cNvPr>
          <p:cNvSpPr/>
          <p:nvPr/>
        </p:nvSpPr>
        <p:spPr>
          <a:xfrm>
            <a:off x="7979159"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anchor="t" anchorCtr="0"/>
          <a:lstStyle>
            <a:lvl1pPr algn="l">
              <a:defRPr sz="4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3"/>
            <a:ext cx="3606274" cy="2029899"/>
          </a:xfrm>
        </p:spPr>
        <p:txBody>
          <a:bodyPr/>
          <a:lstStyle>
            <a:lvl1pPr marL="0" indent="0" algn="l">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1294590" y="5961066"/>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Tree>
    <p:extLst>
      <p:ext uri="{BB962C8B-B14F-4D97-AF65-F5344CB8AC3E}">
        <p14:creationId xmlns:p14="http://schemas.microsoft.com/office/powerpoint/2010/main" val="1265688855"/>
      </p:ext>
    </p:extLst>
  </p:cSld>
  <p:clrMapOvr>
    <a:masterClrMapping/>
  </p:clrMapOvr>
  <p:hf hdr="0" dt="0"/>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p:cSld name="4_Section Title Boxed Right + Image Dark">
    <p:bg>
      <p:bgPr>
        <a:solidFill>
          <a:schemeClr val="bg1">
            <a:lumMod val="8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E2CA2B8-275D-754E-AB89-33E9D4CB5563}"/>
              </a:ext>
            </a:extLst>
          </p:cNvPr>
          <p:cNvSpPr/>
          <p:nvPr/>
        </p:nvSpPr>
        <p:spPr>
          <a:xfrm>
            <a:off x="7979159" y="2638364"/>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8264544" y="2951126"/>
            <a:ext cx="3640032" cy="683178"/>
          </a:xfrm>
          <a:noFill/>
        </p:spPr>
        <p:txBody>
          <a:bodyPr anchor="t" anchorCtr="0"/>
          <a:lstStyle>
            <a:lvl1pPr algn="l">
              <a:defRPr sz="4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8285689" y="3634303"/>
            <a:ext cx="3606274" cy="2029899"/>
          </a:xfrm>
        </p:spPr>
        <p:txBody>
          <a:bodyPr/>
          <a:lstStyle>
            <a:lvl1pPr marL="0" indent="0" algn="l">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11294590" y="5961066"/>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Tree>
    <p:extLst>
      <p:ext uri="{BB962C8B-B14F-4D97-AF65-F5344CB8AC3E}">
        <p14:creationId xmlns:p14="http://schemas.microsoft.com/office/powerpoint/2010/main" val="3665057725"/>
      </p:ext>
    </p:extLst>
  </p:cSld>
  <p:clrMapOvr>
    <a:masterClrMapping/>
  </p:clrMapOvr>
  <p:hf hdr="0" dt="0"/>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p:cSld name="4_Section Title Boxed Left + Image Dark">
    <p:bg>
      <p:bgPr>
        <a:solidFill>
          <a:schemeClr val="bg1">
            <a:lumMod val="85000"/>
          </a:schemeClr>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E2CA2B8-275D-754E-AB89-33E9D4CB5563}"/>
              </a:ext>
            </a:extLst>
          </p:cNvPr>
          <p:cNvSpPr/>
          <p:nvPr/>
        </p:nvSpPr>
        <p:spPr>
          <a:xfrm>
            <a:off x="0" y="0"/>
            <a:ext cx="4212841" cy="421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795E4D-1836-1349-9C6D-E9BFB94DDC61}"/>
              </a:ext>
            </a:extLst>
          </p:cNvPr>
          <p:cNvSpPr>
            <a:spLocks noGrp="1"/>
          </p:cNvSpPr>
          <p:nvPr>
            <p:ph type="ctrTitle"/>
          </p:nvPr>
        </p:nvSpPr>
        <p:spPr>
          <a:xfrm>
            <a:off x="285385" y="312762"/>
            <a:ext cx="3640032" cy="683178"/>
          </a:xfrm>
          <a:noFill/>
        </p:spPr>
        <p:txBody>
          <a:bodyPr anchor="t" anchorCtr="0"/>
          <a:lstStyle>
            <a:lvl1pPr algn="l">
              <a:defRPr sz="40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FB2D902-E039-FA41-B52F-8A106AF91FA2}"/>
              </a:ext>
            </a:extLst>
          </p:cNvPr>
          <p:cNvSpPr>
            <a:spLocks noGrp="1"/>
          </p:cNvSpPr>
          <p:nvPr>
            <p:ph type="subTitle" idx="1"/>
          </p:nvPr>
        </p:nvSpPr>
        <p:spPr>
          <a:xfrm>
            <a:off x="306530" y="995939"/>
            <a:ext cx="3606274" cy="2029899"/>
          </a:xfrm>
        </p:spPr>
        <p:txBody>
          <a:bodyPr/>
          <a:lstStyle>
            <a:lvl1pPr marL="0" indent="0" algn="l">
              <a:buNone/>
              <a:defRPr sz="1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Picture 7">
            <a:extLst>
              <a:ext uri="{FF2B5EF4-FFF2-40B4-BE49-F238E27FC236}">
                <a16:creationId xmlns:a16="http://schemas.microsoft.com/office/drawing/2014/main" id="{CCA483D6-EDDD-AD47-ADE5-48CD2A37CDD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34963" y="3322702"/>
            <a:ext cx="598355" cy="600071"/>
          </a:xfrm>
          <a:prstGeom prst="rect">
            <a:avLst/>
          </a:prstGeom>
        </p:spPr>
      </p:pic>
      <p:sp>
        <p:nvSpPr>
          <p:cNvPr id="9" name="TextBox 8">
            <a:extLst>
              <a:ext uri="{FF2B5EF4-FFF2-40B4-BE49-F238E27FC236}">
                <a16:creationId xmlns:a16="http://schemas.microsoft.com/office/drawing/2014/main" id="{0660285C-C0FE-FC47-B7D4-D0BCB02B7E50}"/>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Tree>
    <p:extLst>
      <p:ext uri="{BB962C8B-B14F-4D97-AF65-F5344CB8AC3E}">
        <p14:creationId xmlns:p14="http://schemas.microsoft.com/office/powerpoint/2010/main" val="145434053"/>
      </p:ext>
    </p:extLst>
  </p:cSld>
  <p:clrMapOvr>
    <a:masterClrMapping/>
  </p:clrMapOvr>
  <p:hf hdr="0" dt="0"/>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p:cSld name="4_Section Title + Image">
    <p:bg>
      <p:bgPr>
        <a:solidFill>
          <a:schemeClr val="accent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8"/>
            <a:ext cx="5330561" cy="1081397"/>
          </a:xfrm>
        </p:spPr>
        <p:txBody>
          <a:bodyPr/>
          <a:lstStyle>
            <a:lvl1pPr>
              <a:defRPr sz="4000">
                <a:solidFill>
                  <a:schemeClr val="bg1"/>
                </a:solidFill>
              </a:defRPr>
            </a:lvl1pPr>
          </a:lstStyle>
          <a:p>
            <a:r>
              <a:rPr lang="en-US"/>
              <a:t>Click to edit Master title style</a:t>
            </a:r>
          </a:p>
        </p:txBody>
      </p:sp>
      <p:sp>
        <p:nvSpPr>
          <p:cNvPr id="13" name="Picture Placeholder 3">
            <a:extLst>
              <a:ext uri="{FF2B5EF4-FFF2-40B4-BE49-F238E27FC236}">
                <a16:creationId xmlns:a16="http://schemas.microsoft.com/office/drawing/2014/main" id="{157BC42C-9907-CB41-B0B6-E072DBC5B2DF}"/>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14" name="Text Placeholder 5">
            <a:extLst>
              <a:ext uri="{FF2B5EF4-FFF2-40B4-BE49-F238E27FC236}">
                <a16:creationId xmlns:a16="http://schemas.microsoft.com/office/drawing/2014/main" id="{058970AF-5177-F742-88AA-569E9331B713}"/>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pic>
        <p:nvPicPr>
          <p:cNvPr id="10" name="Picture 9">
            <a:extLst>
              <a:ext uri="{FF2B5EF4-FFF2-40B4-BE49-F238E27FC236}">
                <a16:creationId xmlns:a16="http://schemas.microsoft.com/office/drawing/2014/main" id="{11418AF1-1700-434B-B0C1-075C68E249F0}"/>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5881"/>
            <a:ext cx="5292725" cy="4440238"/>
          </a:xfrm>
        </p:spPr>
        <p:txBody>
          <a:bodyPr/>
          <a:lstStyle>
            <a:lvl1pPr>
              <a:defRPr sz="14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7132165"/>
      </p:ext>
    </p:extLst>
  </p:cSld>
  <p:clrMapOvr>
    <a:masterClrMapping/>
  </p:clrMapOvr>
  <p:hf hdr="0" dt="0"/>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p:cSld name="5_Section Title White BG">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8"/>
            <a:ext cx="11594836" cy="1081397"/>
          </a:xfrm>
        </p:spPr>
        <p:txBody>
          <a:bodyPr/>
          <a:lstStyle>
            <a:lvl1pPr>
              <a:defRPr sz="40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200493"/>
            <a:ext cx="5292725" cy="4440238"/>
          </a:xfrm>
        </p:spPr>
        <p:txBody>
          <a:bodyPr/>
          <a:lstStyle>
            <a:lvl1pPr>
              <a:defRPr sz="1400">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Box 8">
            <a:extLst>
              <a:ext uri="{FF2B5EF4-FFF2-40B4-BE49-F238E27FC236}">
                <a16:creationId xmlns:a16="http://schemas.microsoft.com/office/drawing/2014/main" id="{A872C399-A78F-744D-BB2A-F1FB5BE756D8}"/>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Tree>
    <p:extLst>
      <p:ext uri="{BB962C8B-B14F-4D97-AF65-F5344CB8AC3E}">
        <p14:creationId xmlns:p14="http://schemas.microsoft.com/office/powerpoint/2010/main" val="1804856949"/>
      </p:ext>
    </p:extLst>
  </p:cSld>
  <p:clrMapOvr>
    <a:masterClrMapping/>
  </p:clrMapOvr>
  <p:hf hdr="0" dt="0"/>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p:cSld name="4_Text + 1 Image Right">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330561" cy="713230"/>
          </a:xfrm>
        </p:spPr>
        <p:txBody>
          <a:bodyPr/>
          <a:lstStyle>
            <a:lvl1pPr>
              <a:defRPr sz="34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0055"/>
            <a:ext cx="5292725" cy="4440238"/>
          </a:xfrm>
        </p:spPr>
        <p:txBody>
          <a:bodyPr/>
          <a:lstStyle>
            <a:lvl1pPr>
              <a:spcAft>
                <a:spcPts val="900"/>
              </a:spcAft>
              <a:defRPr sz="1400">
                <a:solidFill>
                  <a:schemeClr val="tx1"/>
                </a:solidFill>
              </a:defRPr>
            </a:lvl1pPr>
            <a:lvl2pPr marL="179388" indent="-179388">
              <a:spcAft>
                <a:spcPts val="900"/>
              </a:spcAft>
              <a:tabLst/>
              <a:defRPr sz="1400">
                <a:solidFill>
                  <a:schemeClr val="tx1"/>
                </a:solidFill>
              </a:defRPr>
            </a:lvl2pPr>
            <a:lvl3pPr marL="358775" indent="-179388">
              <a:spcAft>
                <a:spcPts val="900"/>
              </a:spcAft>
              <a:tabLst/>
              <a:defRPr sz="1400">
                <a:solidFill>
                  <a:schemeClr val="tx1"/>
                </a:solidFill>
              </a:defRPr>
            </a:lvl3pPr>
            <a:lvl4pPr marL="533400" indent="-174625">
              <a:spcAft>
                <a:spcPts val="900"/>
              </a:spcAft>
              <a:tabLst/>
              <a:defRPr sz="1400">
                <a:solidFill>
                  <a:schemeClr val="tx1"/>
                </a:solidFill>
              </a:defRPr>
            </a:lvl4pPr>
            <a:lvl5pPr marL="712788" indent="-1793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8" name="Picture Placeholder 3">
            <a:extLst>
              <a:ext uri="{FF2B5EF4-FFF2-40B4-BE49-F238E27FC236}">
                <a16:creationId xmlns:a16="http://schemas.microsoft.com/office/drawing/2014/main" id="{6B49B172-DE75-7040-A3C8-A907AEAC6240}"/>
              </a:ext>
            </a:extLst>
          </p:cNvPr>
          <p:cNvSpPr>
            <a:spLocks noGrp="1"/>
          </p:cNvSpPr>
          <p:nvPr>
            <p:ph type="pic" sz="quarter" idx="11"/>
          </p:nvPr>
        </p:nvSpPr>
        <p:spPr>
          <a:xfrm>
            <a:off x="6096000" y="0"/>
            <a:ext cx="6096000" cy="6858000"/>
          </a:xfrm>
          <a:solidFill>
            <a:schemeClr val="bg1">
              <a:lumMod val="85000"/>
            </a:schemeClr>
          </a:solidFill>
        </p:spPr>
        <p:txBody>
          <a:bodyPr anchor="ctr" anchorCtr="0"/>
          <a:lstStyle>
            <a:lvl1pPr algn="ctr">
              <a:defRPr sz="900"/>
            </a:lvl1pPr>
          </a:lstStyle>
          <a:p>
            <a:r>
              <a:rPr lang="en-US"/>
              <a:t>Click icon to add picture</a:t>
            </a:r>
          </a:p>
        </p:txBody>
      </p:sp>
      <p:sp>
        <p:nvSpPr>
          <p:cNvPr id="10" name="Text Placeholder 5">
            <a:extLst>
              <a:ext uri="{FF2B5EF4-FFF2-40B4-BE49-F238E27FC236}">
                <a16:creationId xmlns:a16="http://schemas.microsoft.com/office/drawing/2014/main" id="{118C51A5-DE2B-F24D-A4CA-597DFAB15BFE}"/>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601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5008766"/>
      </p:ext>
    </p:extLst>
  </p:cSld>
  <p:clrMapOvr>
    <a:masterClrMapping/>
  </p:clrMapOvr>
  <p:hf hdr="0" dt="0"/>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p:cSld name="4_Text + 2 Image Right">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330561" cy="713230"/>
          </a:xfrm>
        </p:spPr>
        <p:txBody>
          <a:bodyPr/>
          <a:lstStyle>
            <a:lvl1pPr>
              <a:defRPr sz="34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80055"/>
            <a:ext cx="5292725" cy="4440238"/>
          </a:xfrm>
        </p:spPr>
        <p:txBody>
          <a:bodyPr/>
          <a:lstStyle>
            <a:lvl1pPr>
              <a:spcAft>
                <a:spcPts val="900"/>
              </a:spcAft>
              <a:defRPr sz="1400">
                <a:solidFill>
                  <a:schemeClr val="tx1"/>
                </a:solidFill>
              </a:defRPr>
            </a:lvl1pPr>
            <a:lvl2pPr marL="179388" indent="-179388">
              <a:spcAft>
                <a:spcPts val="900"/>
              </a:spcAft>
              <a:tabLst/>
              <a:defRPr sz="1400">
                <a:solidFill>
                  <a:schemeClr val="tx1"/>
                </a:solidFill>
              </a:defRPr>
            </a:lvl2pPr>
            <a:lvl3pPr marL="358775" indent="-179388">
              <a:spcAft>
                <a:spcPts val="900"/>
              </a:spcAft>
              <a:tabLst/>
              <a:defRPr sz="1400">
                <a:solidFill>
                  <a:schemeClr val="tx1"/>
                </a:solidFill>
              </a:defRPr>
            </a:lvl3pPr>
            <a:lvl4pPr marL="533400" indent="-174625">
              <a:spcAft>
                <a:spcPts val="900"/>
              </a:spcAft>
              <a:tabLst/>
              <a:defRPr sz="1400">
                <a:solidFill>
                  <a:schemeClr val="tx1"/>
                </a:solidFill>
              </a:defRPr>
            </a:lvl4pPr>
            <a:lvl5pPr marL="712788" indent="-1793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8" name="Picture Placeholder 3">
            <a:extLst>
              <a:ext uri="{FF2B5EF4-FFF2-40B4-BE49-F238E27FC236}">
                <a16:creationId xmlns:a16="http://schemas.microsoft.com/office/drawing/2014/main" id="{6B49B172-DE75-7040-A3C8-A907AEAC6240}"/>
              </a:ext>
            </a:extLst>
          </p:cNvPr>
          <p:cNvSpPr>
            <a:spLocks noGrp="1"/>
          </p:cNvSpPr>
          <p:nvPr>
            <p:ph type="pic" sz="quarter" idx="11"/>
          </p:nvPr>
        </p:nvSpPr>
        <p:spPr>
          <a:xfrm>
            <a:off x="6096000" y="0"/>
            <a:ext cx="6096000" cy="3434822"/>
          </a:xfrm>
          <a:solidFill>
            <a:schemeClr val="bg1">
              <a:lumMod val="85000"/>
            </a:schemeClr>
          </a:solidFill>
        </p:spPr>
        <p:txBody>
          <a:bodyPr anchor="ctr" anchorCtr="0"/>
          <a:lstStyle>
            <a:lvl1pPr algn="ctr">
              <a:defRPr sz="900"/>
            </a:lvl1pPr>
          </a:lstStyle>
          <a:p>
            <a:r>
              <a:rPr lang="en-US"/>
              <a:t>Click icon to add picture</a:t>
            </a:r>
          </a:p>
        </p:txBody>
      </p:sp>
      <p:sp>
        <p:nvSpPr>
          <p:cNvPr id="10" name="Text Placeholder 5">
            <a:extLst>
              <a:ext uri="{FF2B5EF4-FFF2-40B4-BE49-F238E27FC236}">
                <a16:creationId xmlns:a16="http://schemas.microsoft.com/office/drawing/2014/main" id="{118C51A5-DE2B-F24D-A4CA-597DFAB15BFE}"/>
              </a:ext>
            </a:extLst>
          </p:cNvPr>
          <p:cNvSpPr>
            <a:spLocks noGrp="1"/>
          </p:cNvSpPr>
          <p:nvPr>
            <p:ph type="body" sz="quarter" idx="12"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6012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Picture Placeholder 3">
            <a:extLst>
              <a:ext uri="{FF2B5EF4-FFF2-40B4-BE49-F238E27FC236}">
                <a16:creationId xmlns:a16="http://schemas.microsoft.com/office/drawing/2014/main" id="{DED31D23-7D71-8A49-B472-DF3B00270EE9}"/>
              </a:ext>
            </a:extLst>
          </p:cNvPr>
          <p:cNvSpPr>
            <a:spLocks noGrp="1"/>
          </p:cNvSpPr>
          <p:nvPr>
            <p:ph type="pic" sz="quarter" idx="14"/>
          </p:nvPr>
        </p:nvSpPr>
        <p:spPr>
          <a:xfrm>
            <a:off x="6096000" y="3430456"/>
            <a:ext cx="6096000" cy="3427544"/>
          </a:xfrm>
          <a:solidFill>
            <a:schemeClr val="bg1">
              <a:lumMod val="85000"/>
            </a:schemeClr>
          </a:solidFill>
        </p:spPr>
        <p:txBody>
          <a:bodyPr anchor="ctr" anchorCtr="0"/>
          <a:lstStyle>
            <a:lvl1pPr algn="ctr">
              <a:defRPr sz="900"/>
            </a:lvl1pPr>
          </a:lstStyle>
          <a:p>
            <a:r>
              <a:rPr lang="en-US"/>
              <a:t>Click icon to add picture</a:t>
            </a:r>
          </a:p>
        </p:txBody>
      </p:sp>
    </p:spTree>
    <p:extLst>
      <p:ext uri="{BB962C8B-B14F-4D97-AF65-F5344CB8AC3E}">
        <p14:creationId xmlns:p14="http://schemas.microsoft.com/office/powerpoint/2010/main" val="637467951"/>
      </p:ext>
    </p:extLst>
  </p:cSld>
  <p:clrMapOvr>
    <a:masterClrMapping/>
  </p:clrMapOvr>
  <p:hf hdr="0" dt="0"/>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p:cSld name="4_Quote Red B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297127" y="520258"/>
            <a:ext cx="9836988" cy="5193285"/>
          </a:xfrm>
        </p:spPr>
        <p:txBody>
          <a:bodyPr/>
          <a:lstStyle>
            <a:lvl1pPr>
              <a:defRPr sz="360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1" name="TextBox 10">
            <a:extLst>
              <a:ext uri="{FF2B5EF4-FFF2-40B4-BE49-F238E27FC236}">
                <a16:creationId xmlns:a16="http://schemas.microsoft.com/office/drawing/2014/main" id="{16ECB6AB-28A4-A24D-94AC-8F8437843BE3}"/>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Tree>
    <p:extLst>
      <p:ext uri="{BB962C8B-B14F-4D97-AF65-F5344CB8AC3E}">
        <p14:creationId xmlns:p14="http://schemas.microsoft.com/office/powerpoint/2010/main" val="777984639"/>
      </p:ext>
    </p:extLst>
  </p:cSld>
  <p:clrMapOvr>
    <a:masterClrMapping/>
  </p:clrMapOvr>
  <p:hf hdr="0" dt="0"/>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p:cSld name="4_Heading and Large text size">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2" y="1450935"/>
            <a:ext cx="10444057" cy="4440238"/>
          </a:xfrm>
        </p:spPr>
        <p:txBody>
          <a:bodyPr/>
          <a:lstStyle>
            <a:lvl1pPr>
              <a:spcAft>
                <a:spcPts val="900"/>
              </a:spcAft>
              <a:defRPr sz="2400">
                <a:solidFill>
                  <a:schemeClr val="tx1"/>
                </a:solidFill>
              </a:defRPr>
            </a:lvl1pPr>
            <a:lvl2pPr marL="446088" indent="-446088">
              <a:spcAft>
                <a:spcPts val="900"/>
              </a:spcAft>
              <a:tabLst/>
              <a:defRPr sz="2400">
                <a:solidFill>
                  <a:schemeClr val="tx1"/>
                </a:solidFill>
              </a:defRPr>
            </a:lvl2pPr>
            <a:lvl3pPr marL="892175" indent="-446088">
              <a:spcAft>
                <a:spcPts val="900"/>
              </a:spcAft>
              <a:tabLst/>
              <a:defRPr sz="2400">
                <a:solidFill>
                  <a:schemeClr val="tx1"/>
                </a:solidFill>
              </a:defRPr>
            </a:lvl3pPr>
            <a:lvl4pPr marL="1333500" indent="-441325">
              <a:spcAft>
                <a:spcPts val="900"/>
              </a:spcAft>
              <a:tabLst/>
              <a:defRPr sz="2400">
                <a:solidFill>
                  <a:schemeClr val="tx1"/>
                </a:solidFill>
              </a:defRPr>
            </a:lvl4pPr>
            <a:lvl5pPr marL="1779588" indent="-446088">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Tree>
    <p:extLst>
      <p:ext uri="{BB962C8B-B14F-4D97-AF65-F5344CB8AC3E}">
        <p14:creationId xmlns:p14="http://schemas.microsoft.com/office/powerpoint/2010/main" val="1745623926"/>
      </p:ext>
    </p:extLst>
  </p:cSld>
  <p:clrMapOvr>
    <a:masterClrMapping/>
  </p:clrMapOvr>
  <p:hf hdr="0" dt="0"/>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p:cSld name="7_Heading and Medium text size">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34963" y="1450935"/>
            <a:ext cx="9915636" cy="4440238"/>
          </a:xfrm>
        </p:spPr>
        <p:txBody>
          <a:bodyPr/>
          <a:lstStyle>
            <a:lvl1pPr>
              <a:spcAft>
                <a:spcPts val="600"/>
              </a:spcAft>
              <a:defRPr sz="2200">
                <a:solidFill>
                  <a:schemeClr val="tx1"/>
                </a:solidFill>
              </a:defRPr>
            </a:lvl1pPr>
            <a:lvl2pPr marL="446088" indent="-446088">
              <a:spcAft>
                <a:spcPts val="600"/>
              </a:spcAft>
              <a:tabLst/>
              <a:defRPr sz="2200">
                <a:solidFill>
                  <a:schemeClr val="tx1"/>
                </a:solidFill>
              </a:defRPr>
            </a:lvl2pPr>
            <a:lvl3pPr marL="892175" indent="-446088">
              <a:spcAft>
                <a:spcPts val="600"/>
              </a:spcAft>
              <a:tabLst/>
              <a:defRPr sz="2200">
                <a:solidFill>
                  <a:schemeClr val="tx1"/>
                </a:solidFill>
              </a:defRPr>
            </a:lvl3pPr>
            <a:lvl4pPr marL="1333500" indent="-441325">
              <a:spcAft>
                <a:spcPts val="600"/>
              </a:spcAft>
              <a:tabLst/>
              <a:defRPr sz="2200">
                <a:solidFill>
                  <a:schemeClr val="tx1"/>
                </a:solidFill>
              </a:defRPr>
            </a:lvl4pPr>
            <a:lvl5pPr marL="1779588" indent="-446088">
              <a:spcAft>
                <a:spcPts val="600"/>
              </a:spcAft>
              <a:tabLst/>
              <a:defRPr sz="2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Tree>
    <p:extLst>
      <p:ext uri="{BB962C8B-B14F-4D97-AF65-F5344CB8AC3E}">
        <p14:creationId xmlns:p14="http://schemas.microsoft.com/office/powerpoint/2010/main" val="53126741"/>
      </p:ext>
    </p:extLst>
  </p:cSld>
  <p:clrMapOvr>
    <a:masterClrMapping/>
  </p:clrMapOvr>
  <p:hf hdr="0" dt="0"/>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p:cSld name="4_Heading + Pullout + Text">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sp>
        <p:nvSpPr>
          <p:cNvPr id="15" name="Text Placeholder 14">
            <a:extLst>
              <a:ext uri="{FF2B5EF4-FFF2-40B4-BE49-F238E27FC236}">
                <a16:creationId xmlns:a16="http://schemas.microsoft.com/office/drawing/2014/main" id="{5C816A23-C791-8746-BA3C-D659B07129DC}"/>
              </a:ext>
            </a:extLst>
          </p:cNvPr>
          <p:cNvSpPr>
            <a:spLocks noGrp="1"/>
          </p:cNvSpPr>
          <p:nvPr>
            <p:ph type="body" sz="quarter" idx="13"/>
          </p:nvPr>
        </p:nvSpPr>
        <p:spPr>
          <a:xfrm>
            <a:off x="304683" y="1438823"/>
            <a:ext cx="4854712" cy="4440238"/>
          </a:xfrm>
        </p:spPr>
        <p:txBody>
          <a:bodyPr/>
          <a:lstStyle>
            <a:lvl1pPr>
              <a:spcAft>
                <a:spcPts val="900"/>
              </a:spcAft>
              <a:defRPr sz="3000">
                <a:solidFill>
                  <a:schemeClr val="tx1"/>
                </a:solidFill>
              </a:defRPr>
            </a:lvl1pPr>
            <a:lvl2pPr marL="446088" indent="-446088">
              <a:spcAft>
                <a:spcPts val="900"/>
              </a:spcAft>
              <a:tabLst/>
              <a:defRPr sz="3000">
                <a:solidFill>
                  <a:schemeClr val="tx1"/>
                </a:solidFill>
              </a:defRPr>
            </a:lvl2pPr>
            <a:lvl3pPr marL="892175" indent="-446088">
              <a:spcAft>
                <a:spcPts val="900"/>
              </a:spcAft>
              <a:tabLst/>
              <a:defRPr sz="3000">
                <a:solidFill>
                  <a:schemeClr val="tx1"/>
                </a:solidFill>
              </a:defRPr>
            </a:lvl3pPr>
            <a:lvl4pPr marL="1333500" indent="-441325">
              <a:spcAft>
                <a:spcPts val="900"/>
              </a:spcAft>
              <a:tabLst/>
              <a:defRPr sz="3000">
                <a:solidFill>
                  <a:schemeClr val="tx1"/>
                </a:solidFill>
              </a:defRPr>
            </a:lvl4pPr>
            <a:lvl5pPr marL="1779588" indent="-446088">
              <a:spcAft>
                <a:spcPts val="900"/>
              </a:spcAft>
              <a:tabLst/>
              <a:defRPr sz="3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a:spcAft>
                <a:spcPts val="900"/>
              </a:spcAft>
              <a:defRPr sz="1400" b="1" i="0">
                <a:solidFill>
                  <a:schemeClr val="accent2"/>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1214020"/>
      </p:ext>
    </p:extLst>
  </p:cSld>
  <p:clrMapOvr>
    <a:masterClrMapping/>
  </p:clrMapOvr>
  <p:hf hdr="0" dt="0"/>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p:cSld name="7_Heading + 2 column Text">
    <p:bg>
      <p:bgPr>
        <a:solidFill>
          <a:schemeClr val="bg1"/>
        </a:solidFill>
        <a:effectLst/>
      </p:bgPr>
    </p:bg>
    <p:spTree>
      <p:nvGrpSpPr>
        <p:cNvPr id="1" name=""/>
        <p:cNvGrpSpPr/>
        <p:nvPr/>
      </p:nvGrpSpPr>
      <p:grpSpPr>
        <a:xfrm>
          <a:off x="0" y="0"/>
          <a:ext cx="0" cy="0"/>
          <a:chOff x="0" y="0"/>
          <a:chExt cx="0" cy="0"/>
        </a:xfrm>
      </p:grpSpPr>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6554093" y="1481215"/>
            <a:ext cx="5349981" cy="4440238"/>
          </a:xfrm>
        </p:spPr>
        <p:txBody>
          <a:bodyPr/>
          <a:lstStyle>
            <a:lvl1pPr>
              <a:spcAft>
                <a:spcPts val="900"/>
              </a:spcAft>
              <a:defRPr sz="1400" b="1" i="0">
                <a:solidFill>
                  <a:schemeClr val="accent2"/>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7" y="1481215"/>
            <a:ext cx="5349981" cy="4440238"/>
          </a:xfrm>
        </p:spPr>
        <p:txBody>
          <a:bodyPr/>
          <a:lstStyle>
            <a:lvl1pPr>
              <a:spcAft>
                <a:spcPts val="900"/>
              </a:spcAft>
              <a:defRPr sz="1400" b="1" i="0">
                <a:solidFill>
                  <a:schemeClr val="accent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67308392"/>
      </p:ext>
    </p:extLst>
  </p:cSld>
  <p:clrMapOvr>
    <a:masterClrMapping/>
  </p:clrMapOvr>
  <p:hf hdr="0" dt="0"/>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p:cSld name="4_Heading + 3 column Text">
    <p:bg>
      <p:bgPr>
        <a:solidFill>
          <a:schemeClr val="bg1"/>
        </a:solidFill>
        <a:effectLst/>
      </p:bgPr>
    </p:bg>
    <p:spTree>
      <p:nvGrpSpPr>
        <p:cNvPr id="1" name=""/>
        <p:cNvGrpSpPr/>
        <p:nvPr/>
      </p:nvGrpSpPr>
      <p:grpSpPr>
        <a:xfrm>
          <a:off x="0" y="0"/>
          <a:ext cx="0" cy="0"/>
          <a:chOff x="0" y="0"/>
          <a:chExt cx="0" cy="0"/>
        </a:xfrm>
      </p:grpSpPr>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89719" y="1481215"/>
            <a:ext cx="3708000" cy="4440238"/>
          </a:xfrm>
        </p:spPr>
        <p:txBody>
          <a:bodyPr/>
          <a:lstStyle>
            <a:lvl1pPr>
              <a:spcAft>
                <a:spcPts val="900"/>
              </a:spcAft>
              <a:defRPr sz="1400" b="1" i="0">
                <a:solidFill>
                  <a:schemeClr val="accent2"/>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4440238"/>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4440238"/>
          </a:xfrm>
        </p:spPr>
        <p:txBody>
          <a:bodyPr/>
          <a:lstStyle>
            <a:lvl1pPr>
              <a:spcAft>
                <a:spcPts val="900"/>
              </a:spcAft>
              <a:defRPr sz="1400" b="1" i="0">
                <a:solidFill>
                  <a:schemeClr val="accent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7136127"/>
      </p:ext>
    </p:extLst>
  </p:cSld>
  <p:clrMapOvr>
    <a:masterClrMapping/>
  </p:clrMapOvr>
  <p:hf hdr="0" dt="0"/>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p:cSld name="4_Heading + Pullout + 2 column Text">
    <p:bg>
      <p:bgPr>
        <a:solidFill>
          <a:schemeClr val="bg1"/>
        </a:solidFill>
        <a:effectLst/>
      </p:bgPr>
    </p:bg>
    <p:spTree>
      <p:nvGrpSpPr>
        <p:cNvPr id="1" name=""/>
        <p:cNvGrpSpPr/>
        <p:nvPr/>
      </p:nvGrpSpPr>
      <p:grpSpPr>
        <a:xfrm>
          <a:off x="0" y="0"/>
          <a:ext cx="0" cy="0"/>
          <a:chOff x="0" y="0"/>
          <a:chExt cx="0" cy="0"/>
        </a:xfrm>
      </p:grpSpPr>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224338" y="1481215"/>
            <a:ext cx="3610800" cy="4440238"/>
          </a:xfrm>
        </p:spPr>
        <p:txBody>
          <a:bodyPr/>
          <a:lstStyle>
            <a:lvl1pPr>
              <a:spcAft>
                <a:spcPts val="900"/>
              </a:spcAft>
              <a:defRPr sz="1400" b="1" i="0">
                <a:solidFill>
                  <a:schemeClr val="accent2"/>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6795" y="1450935"/>
            <a:ext cx="3692031" cy="4440238"/>
          </a:xfrm>
        </p:spPr>
        <p:txBody>
          <a:bodyPr/>
          <a:lstStyle>
            <a:lvl1pPr>
              <a:spcAft>
                <a:spcPts val="900"/>
              </a:spcAft>
              <a:defRPr sz="2400" b="1" i="0">
                <a:solidFill>
                  <a:schemeClr val="tx1"/>
                </a:solidFill>
                <a:latin typeface="Mark OT" panose="020B0604020201010104" pitchFamily="34" charset="77"/>
              </a:defRPr>
            </a:lvl1pPr>
            <a:lvl2pPr marL="0" indent="0">
              <a:spcAft>
                <a:spcPts val="900"/>
              </a:spcAft>
              <a:buNone/>
              <a:tabLst/>
              <a:defRPr sz="2400">
                <a:solidFill>
                  <a:schemeClr val="tx1"/>
                </a:solidFill>
              </a:defRPr>
            </a:lvl2pPr>
            <a:lvl3pPr marL="180975" indent="-180975">
              <a:spcAft>
                <a:spcPts val="900"/>
              </a:spcAft>
              <a:tabLst/>
              <a:defRPr sz="2400">
                <a:solidFill>
                  <a:schemeClr val="tx1"/>
                </a:solidFill>
              </a:defRPr>
            </a:lvl3pPr>
            <a:lvl4pPr marL="355600" indent="-180975">
              <a:spcAft>
                <a:spcPts val="900"/>
              </a:spcAft>
              <a:tabLst/>
              <a:defRPr sz="2400">
                <a:solidFill>
                  <a:schemeClr val="tx1"/>
                </a:solidFill>
              </a:defRPr>
            </a:lvl4pPr>
            <a:lvl5pPr marL="579438" indent="-217488">
              <a:spcAft>
                <a:spcPts val="900"/>
              </a:spcAft>
              <a:tabLst/>
              <a:defRPr sz="2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09" y="1481215"/>
            <a:ext cx="3610800" cy="4440238"/>
          </a:xfrm>
        </p:spPr>
        <p:txBody>
          <a:bodyPr/>
          <a:lstStyle>
            <a:lvl1pPr>
              <a:spcAft>
                <a:spcPts val="900"/>
              </a:spcAft>
              <a:defRPr sz="1400" b="1" i="0">
                <a:solidFill>
                  <a:schemeClr val="accent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4248454"/>
      </p:ext>
    </p:extLst>
  </p:cSld>
  <p:clrMapOvr>
    <a:masterClrMapping/>
  </p:clrMapOvr>
  <p:hf hdr="0" dt="0"/>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p:cSld name="4_Heading + 3 column Blue Split Text">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18762868"/>
      </p:ext>
    </p:extLst>
  </p:cSld>
  <p:clrMapOvr>
    <a:masterClrMapping/>
  </p:clrMapOvr>
  <p:hf hdr="0" dt="0"/>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p:cSld name="4_Heading + 3 column Red Split Text">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134F71E-0D1F-A143-A31B-1D92FD353F4E}"/>
              </a:ext>
            </a:extLst>
          </p:cNvPr>
          <p:cNvSpPr/>
          <p:nvPr/>
        </p:nvSpPr>
        <p:spPr>
          <a:xfrm>
            <a:off x="0" y="3429000"/>
            <a:ext cx="12192000" cy="343505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4305258" y="1481215"/>
            <a:ext cx="3708000" cy="1764602"/>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3708000" cy="1764602"/>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DE5608E5-2E0B-154A-9A11-BD6ED2AFEC66}"/>
              </a:ext>
            </a:extLst>
          </p:cNvPr>
          <p:cNvSpPr>
            <a:spLocks noGrp="1"/>
          </p:cNvSpPr>
          <p:nvPr>
            <p:ph type="body" sz="quarter" idx="16"/>
          </p:nvPr>
        </p:nvSpPr>
        <p:spPr>
          <a:xfrm>
            <a:off x="8281610" y="1481215"/>
            <a:ext cx="3708000" cy="1764602"/>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4">
            <a:extLst>
              <a:ext uri="{FF2B5EF4-FFF2-40B4-BE49-F238E27FC236}">
                <a16:creationId xmlns:a16="http://schemas.microsoft.com/office/drawing/2014/main" id="{BC9B137B-1377-C644-AE55-C3ADABAEF9E5}"/>
              </a:ext>
            </a:extLst>
          </p:cNvPr>
          <p:cNvSpPr>
            <a:spLocks noGrp="1"/>
          </p:cNvSpPr>
          <p:nvPr>
            <p:ph type="body" sz="quarter" idx="17"/>
          </p:nvPr>
        </p:nvSpPr>
        <p:spPr>
          <a:xfrm>
            <a:off x="4295775" y="3933745"/>
            <a:ext cx="3708000" cy="1764602"/>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933745"/>
            <a:ext cx="3708000" cy="1764602"/>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14">
            <a:extLst>
              <a:ext uri="{FF2B5EF4-FFF2-40B4-BE49-F238E27FC236}">
                <a16:creationId xmlns:a16="http://schemas.microsoft.com/office/drawing/2014/main" id="{BCB8DE16-C5C7-4A43-8D04-C9129980C8D0}"/>
              </a:ext>
            </a:extLst>
          </p:cNvPr>
          <p:cNvSpPr>
            <a:spLocks noGrp="1"/>
          </p:cNvSpPr>
          <p:nvPr>
            <p:ph type="body" sz="quarter" idx="19"/>
          </p:nvPr>
        </p:nvSpPr>
        <p:spPr>
          <a:xfrm>
            <a:off x="8281610" y="3933745"/>
            <a:ext cx="3708000" cy="1764602"/>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5" name="Triangle 4">
            <a:extLst>
              <a:ext uri="{FF2B5EF4-FFF2-40B4-BE49-F238E27FC236}">
                <a16:creationId xmlns:a16="http://schemas.microsoft.com/office/drawing/2014/main" id="{2675B1E2-17DE-B64A-973B-1501AA580757}"/>
              </a:ext>
            </a:extLst>
          </p:cNvPr>
          <p:cNvSpPr/>
          <p:nvPr/>
        </p:nvSpPr>
        <p:spPr>
          <a:xfrm rot="10800000">
            <a:off x="334963"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riangle 18">
            <a:extLst>
              <a:ext uri="{FF2B5EF4-FFF2-40B4-BE49-F238E27FC236}">
                <a16:creationId xmlns:a16="http://schemas.microsoft.com/office/drawing/2014/main" id="{995A2EEF-4852-D644-8466-7DCE282CBA28}"/>
              </a:ext>
            </a:extLst>
          </p:cNvPr>
          <p:cNvSpPr/>
          <p:nvPr/>
        </p:nvSpPr>
        <p:spPr>
          <a:xfrm rot="10800000">
            <a:off x="4287028"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riangle 19">
            <a:extLst>
              <a:ext uri="{FF2B5EF4-FFF2-40B4-BE49-F238E27FC236}">
                <a16:creationId xmlns:a16="http://schemas.microsoft.com/office/drawing/2014/main" id="{F4136FC5-8390-504F-A7ED-6F1E802AD772}"/>
              </a:ext>
            </a:extLst>
          </p:cNvPr>
          <p:cNvSpPr/>
          <p:nvPr/>
        </p:nvSpPr>
        <p:spPr>
          <a:xfrm rot="10800000">
            <a:off x="8281610" y="3429000"/>
            <a:ext cx="338714" cy="161988"/>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84779486"/>
      </p:ext>
    </p:extLst>
  </p:cSld>
  <p:clrMapOvr>
    <a:masterClrMapping/>
  </p:clrMapOvr>
  <p:hf hdr="0" dt="0"/>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p:cSld name="4_Heading + 2 column Blue Split Text">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F2C99D4-1D0B-974C-A2CA-E2DFFAFF0C2B}"/>
              </a:ext>
            </a:extLst>
          </p:cNvPr>
          <p:cNvSpPr/>
          <p:nvPr/>
        </p:nvSpPr>
        <p:spPr>
          <a:xfrm>
            <a:off x="0" y="1134478"/>
            <a:ext cx="12192000" cy="58476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0" y="4071131"/>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4363549"/>
            <a:ext cx="5454220" cy="1764602"/>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8" name="Picture 17">
            <a:extLst>
              <a:ext uri="{FF2B5EF4-FFF2-40B4-BE49-F238E27FC236}">
                <a16:creationId xmlns:a16="http://schemas.microsoft.com/office/drawing/2014/main" id="{E3B920CD-3BBA-2A4C-8CDB-4B65C66DAC35}"/>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4363549"/>
            <a:ext cx="5454220" cy="1764602"/>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Straight Connector 22">
            <a:extLst>
              <a:ext uri="{FF2B5EF4-FFF2-40B4-BE49-F238E27FC236}">
                <a16:creationId xmlns:a16="http://schemas.microsoft.com/office/drawing/2014/main" id="{3CB5FDC6-D9CE-0244-B114-9EF7336BAC0A}"/>
              </a:ext>
            </a:extLst>
          </p:cNvPr>
          <p:cNvCxnSpPr>
            <a:cxnSpLocks/>
            <a:stCxn id="6" idx="0"/>
          </p:cNvCxnSpPr>
          <p:nvPr/>
        </p:nvCxnSpPr>
        <p:spPr>
          <a:xfrm>
            <a:off x="6096000" y="1134478"/>
            <a:ext cx="0" cy="5847662"/>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5558508"/>
      </p:ext>
    </p:extLst>
  </p:cSld>
  <p:clrMapOvr>
    <a:masterClrMapping/>
  </p:clrMapOvr>
  <p:hf hdr="0" dt="0"/>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p:cSld name="5_Heading + 2 column White Split Text">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28906" y="1481215"/>
            <a:ext cx="5454220" cy="1764602"/>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4">
            <a:extLst>
              <a:ext uri="{FF2B5EF4-FFF2-40B4-BE49-F238E27FC236}">
                <a16:creationId xmlns:a16="http://schemas.microsoft.com/office/drawing/2014/main" id="{BA962D79-D6C9-E745-99E2-56C9CB70E1F9}"/>
              </a:ext>
            </a:extLst>
          </p:cNvPr>
          <p:cNvSpPr>
            <a:spLocks noGrp="1"/>
          </p:cNvSpPr>
          <p:nvPr>
            <p:ph type="body" sz="quarter" idx="18"/>
          </p:nvPr>
        </p:nvSpPr>
        <p:spPr>
          <a:xfrm>
            <a:off x="328906" y="3824087"/>
            <a:ext cx="5454220" cy="1764602"/>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5"/>
            <a:ext cx="5454220" cy="1764602"/>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4">
            <a:extLst>
              <a:ext uri="{FF2B5EF4-FFF2-40B4-BE49-F238E27FC236}">
                <a16:creationId xmlns:a16="http://schemas.microsoft.com/office/drawing/2014/main" id="{8CB96F01-EFE8-A84D-9610-F50F1B0D5B0E}"/>
              </a:ext>
            </a:extLst>
          </p:cNvPr>
          <p:cNvSpPr>
            <a:spLocks noGrp="1"/>
          </p:cNvSpPr>
          <p:nvPr>
            <p:ph type="body" sz="quarter" idx="20"/>
          </p:nvPr>
        </p:nvSpPr>
        <p:spPr>
          <a:xfrm>
            <a:off x="6548037" y="3824087"/>
            <a:ext cx="5454220" cy="1764602"/>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Picture 11">
            <a:extLst>
              <a:ext uri="{FF2B5EF4-FFF2-40B4-BE49-F238E27FC236}">
                <a16:creationId xmlns:a16="http://schemas.microsoft.com/office/drawing/2014/main" id="{FC62012A-DDC0-4642-8314-C0470B70EEB8}"/>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Tree>
    <p:extLst>
      <p:ext uri="{BB962C8B-B14F-4D97-AF65-F5344CB8AC3E}">
        <p14:creationId xmlns:p14="http://schemas.microsoft.com/office/powerpoint/2010/main" val="3473400535"/>
      </p:ext>
    </p:extLst>
  </p:cSld>
  <p:clrMapOvr>
    <a:masterClrMapping/>
  </p:clrMapOvr>
  <p:hf hdr="0" dt="0"/>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p:cSld name="4_Heading + 2 column Blue Pullout">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a:lstStyle>
            <a:lvl1pPr>
              <a:defRPr sz="3400">
                <a:solidFill>
                  <a:schemeClr val="bg1"/>
                </a:solidFill>
              </a:defRPr>
            </a:lvl1pPr>
          </a:lstStyle>
          <a:p>
            <a:r>
              <a:rPr lang="en-US"/>
              <a:t>Click to edit Master title style</a:t>
            </a:r>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14">
            <a:extLst>
              <a:ext uri="{FF2B5EF4-FFF2-40B4-BE49-F238E27FC236}">
                <a16:creationId xmlns:a16="http://schemas.microsoft.com/office/drawing/2014/main" id="{EF0D7346-C00B-9F4F-9E42-AEFCD6125AEC}"/>
              </a:ext>
            </a:extLst>
          </p:cNvPr>
          <p:cNvSpPr>
            <a:spLocks noGrp="1"/>
          </p:cNvSpPr>
          <p:nvPr>
            <p:ph type="body" sz="quarter" idx="15"/>
          </p:nvPr>
        </p:nvSpPr>
        <p:spPr>
          <a:xfrm>
            <a:off x="310738" y="1426710"/>
            <a:ext cx="5454220" cy="4356413"/>
          </a:xfrm>
        </p:spPr>
        <p:txBody>
          <a:bodyPr/>
          <a:lstStyle>
            <a:lvl1pPr>
              <a:spcAft>
                <a:spcPts val="900"/>
              </a:spcAft>
              <a:defRPr sz="3000" b="1" i="0">
                <a:solidFill>
                  <a:schemeClr val="bg1"/>
                </a:solidFill>
                <a:latin typeface="Mark OT" panose="020B0604020201010104" pitchFamily="34" charset="77"/>
              </a:defRPr>
            </a:lvl1pPr>
            <a:lvl2pPr marL="0" indent="0">
              <a:spcAft>
                <a:spcPts val="900"/>
              </a:spcAft>
              <a:buNone/>
              <a:tabLst/>
              <a:defRPr sz="3000">
                <a:solidFill>
                  <a:schemeClr val="bg1"/>
                </a:solidFill>
              </a:defRPr>
            </a:lvl2pPr>
            <a:lvl3pPr marL="180975" indent="-180975">
              <a:spcAft>
                <a:spcPts val="900"/>
              </a:spcAft>
              <a:tabLst/>
              <a:defRPr sz="3000">
                <a:solidFill>
                  <a:schemeClr val="bg1"/>
                </a:solidFill>
              </a:defRPr>
            </a:lvl3pPr>
            <a:lvl4pPr marL="355600" indent="-180975">
              <a:spcAft>
                <a:spcPts val="900"/>
              </a:spcAft>
              <a:tabLst/>
              <a:defRPr sz="3000">
                <a:solidFill>
                  <a:schemeClr val="bg1"/>
                </a:solidFill>
              </a:defRPr>
            </a:lvl4pPr>
            <a:lvl5pPr marL="579438" indent="-217488">
              <a:spcAft>
                <a:spcPts val="900"/>
              </a:spcAft>
              <a:tabLst/>
              <a:defRPr sz="3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a:spcAft>
                <a:spcPts val="900"/>
              </a:spcAft>
              <a:defRPr sz="1400" b="1" i="0">
                <a:solidFill>
                  <a:schemeClr val="accent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cxnSp>
        <p:nvCxnSpPr>
          <p:cNvPr id="14" name="Straight Connector 13">
            <a:extLst>
              <a:ext uri="{FF2B5EF4-FFF2-40B4-BE49-F238E27FC236}">
                <a16:creationId xmlns:a16="http://schemas.microsoft.com/office/drawing/2014/main" id="{6895D787-4BD7-B34A-8633-D6CE32B01EB0}"/>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103635"/>
      </p:ext>
    </p:extLst>
  </p:cSld>
  <p:clrMapOvr>
    <a:masterClrMapping/>
  </p:clrMapOvr>
  <p:hf hdr="0" dt="0"/>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p:cSld name="5_Heading + 2 column Blue">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a:lstStyle>
            <a:lvl1pPr>
              <a:defRPr sz="3400">
                <a:solidFill>
                  <a:schemeClr val="bg1"/>
                </a:solidFill>
              </a:defRPr>
            </a:lvl1pPr>
          </a:lstStyle>
          <a:p>
            <a:r>
              <a:rPr lang="en-US"/>
              <a:t>Click to edit Master title style</a:t>
            </a:r>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a:spcAft>
                <a:spcPts val="900"/>
              </a:spcAft>
              <a:defRPr sz="1400" b="1" i="0">
                <a:solidFill>
                  <a:schemeClr val="accent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3028904"/>
      </p:ext>
    </p:extLst>
  </p:cSld>
  <p:clrMapOvr>
    <a:masterClrMapping/>
  </p:clrMapOvr>
  <p:hf hdr="0" dt="0"/>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p:cSld name="4_Heading + 2 column Re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B218C17-DA9E-5F48-A6D1-BA21CCEE1FB9}"/>
              </a:ext>
            </a:extLst>
          </p:cNvPr>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73887" cy="713230"/>
          </a:xfrm>
        </p:spPr>
        <p:txBody>
          <a:bodyPr/>
          <a:lstStyle>
            <a:lvl1pPr>
              <a:defRPr sz="3400">
                <a:solidFill>
                  <a:schemeClr val="bg1"/>
                </a:solidFill>
              </a:defRPr>
            </a:lvl1pPr>
          </a:lstStyle>
          <a:p>
            <a:r>
              <a:rPr lang="en-US"/>
              <a:t>Click to edit Master title style</a:t>
            </a:r>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21" name="Text Placeholder 14">
            <a:extLst>
              <a:ext uri="{FF2B5EF4-FFF2-40B4-BE49-F238E27FC236}">
                <a16:creationId xmlns:a16="http://schemas.microsoft.com/office/drawing/2014/main" id="{AC4C2915-7E94-5E4B-9142-810362A7742D}"/>
              </a:ext>
            </a:extLst>
          </p:cNvPr>
          <p:cNvSpPr>
            <a:spLocks noGrp="1"/>
          </p:cNvSpPr>
          <p:nvPr>
            <p:ph type="body" sz="quarter" idx="19"/>
          </p:nvPr>
        </p:nvSpPr>
        <p:spPr>
          <a:xfrm>
            <a:off x="6548037" y="1481214"/>
            <a:ext cx="5343926" cy="5079923"/>
          </a:xfrm>
        </p:spPr>
        <p:txBody>
          <a:bodyPr/>
          <a:lstStyle>
            <a:lvl1pPr>
              <a:spcAft>
                <a:spcPts val="900"/>
              </a:spcAft>
              <a:defRPr sz="1400" b="1" i="0">
                <a:solidFill>
                  <a:schemeClr val="accent2"/>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640B97FB-BC96-F74F-873B-1CB9593F01BF}"/>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
        <p:nvSpPr>
          <p:cNvPr id="10" name="Text Placeholder 14">
            <a:extLst>
              <a:ext uri="{FF2B5EF4-FFF2-40B4-BE49-F238E27FC236}">
                <a16:creationId xmlns:a16="http://schemas.microsoft.com/office/drawing/2014/main" id="{DEF2B6BD-C5FA-1D47-8E77-A468F7E3F252}"/>
              </a:ext>
            </a:extLst>
          </p:cNvPr>
          <p:cNvSpPr>
            <a:spLocks noGrp="1"/>
          </p:cNvSpPr>
          <p:nvPr>
            <p:ph type="body" sz="quarter" idx="20"/>
          </p:nvPr>
        </p:nvSpPr>
        <p:spPr>
          <a:xfrm>
            <a:off x="316795" y="1481214"/>
            <a:ext cx="5343926" cy="4277689"/>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884CAAE6-EABA-6549-A8C3-9C487578C3BF}"/>
              </a:ext>
            </a:extLst>
          </p:cNvPr>
          <p:cNvCxnSpPr>
            <a:cxnSpLocks/>
          </p:cNvCxnSpPr>
          <p:nvPr/>
        </p:nvCxnSpPr>
        <p:spPr>
          <a:xfrm>
            <a:off x="334963" y="1134478"/>
            <a:ext cx="5292725"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3443066"/>
      </p:ext>
    </p:extLst>
  </p:cSld>
  <p:clrMapOvr>
    <a:masterClrMapping/>
  </p:clrMapOvr>
  <p:hf hdr="0" dt="0"/>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p:cSld name="3_Long Heading and Image">
    <p:bg>
      <p:bgPr>
        <a:solidFill>
          <a:schemeClr val="bg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1708150"/>
            <a:ext cx="12192000" cy="5149850"/>
          </a:xfrm>
          <a:solidFill>
            <a:schemeClr val="bg1">
              <a:lumMod val="85000"/>
            </a:schemeClr>
          </a:solidFill>
        </p:spPr>
        <p:txBody>
          <a:bodyPr anchor="ctr" anchorCtr="0"/>
          <a:lstStyle>
            <a:lvl1pPr algn="ctr">
              <a:defRPr sz="1000"/>
            </a:lvl1pPr>
          </a:lstStyle>
          <a:p>
            <a:r>
              <a:rPr lang="en-US"/>
              <a:t>Click icon to add picture</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296863"/>
            <a:ext cx="6043117" cy="1223962"/>
          </a:xfrm>
        </p:spPr>
        <p:txBody>
          <a:bodyPr/>
          <a:lstStyle>
            <a:lvl1pPr>
              <a:defRPr sz="1400">
                <a:solidFill>
                  <a:schemeClr val="tx1"/>
                </a:solidFill>
              </a:defRPr>
            </a:lvl1pPr>
          </a:lstStyle>
          <a:p>
            <a:r>
              <a:rPr lang="en-US"/>
              <a:t>Click to edit Master title style</a:t>
            </a:r>
          </a:p>
        </p:txBody>
      </p: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2" cstate="screen">
              <a:extLst>
                <a:ext uri="{28A0092B-C50C-407E-A947-70E740481C1C}">
                  <a14:useLocalDpi xmlns:a14="http://schemas.microsoft.com/office/drawing/2010/main"/>
                </a:ext>
              </a:extLst>
            </a:blip>
            <a:stretch>
              <a:fillRect/>
            </a:stretch>
          </a:blipFill>
        </p:spPr>
        <p:txBody>
          <a:bodyPr/>
          <a:lstStyle/>
          <a:p>
            <a:pPr lvl="0"/>
            <a:r>
              <a:rPr lang="en-GB"/>
              <a:t> </a:t>
            </a:r>
            <a:endParaRPr lang="en-US"/>
          </a:p>
        </p:txBody>
      </p:sp>
    </p:spTree>
    <p:extLst>
      <p:ext uri="{BB962C8B-B14F-4D97-AF65-F5344CB8AC3E}">
        <p14:creationId xmlns:p14="http://schemas.microsoft.com/office/powerpoint/2010/main" val="3188562010"/>
      </p:ext>
    </p:extLst>
  </p:cSld>
  <p:clrMapOvr>
    <a:masterClrMapping/>
  </p:clrMapOvr>
  <p:hf hdr="0" dt="0"/>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p:cSld name="4_2 Images + Text">
    <p:bg>
      <p:bgPr>
        <a:solidFill>
          <a:schemeClr val="bg1"/>
        </a:solidFill>
        <a:effectLst/>
      </p:bgPr>
    </p:bg>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3E18DB93-FC6E-0C47-9FB2-C9045133A01C}"/>
              </a:ext>
            </a:extLst>
          </p:cNvPr>
          <p:cNvSpPr>
            <a:spLocks noGrp="1"/>
          </p:cNvSpPr>
          <p:nvPr>
            <p:ph type="pic" sz="quarter" idx="12"/>
          </p:nvPr>
        </p:nvSpPr>
        <p:spPr>
          <a:xfrm>
            <a:off x="6096000" y="0"/>
            <a:ext cx="6125227" cy="3429000"/>
          </a:xfrm>
          <a:solidFill>
            <a:schemeClr val="bg1">
              <a:lumMod val="85000"/>
            </a:schemeClr>
          </a:solidFill>
        </p:spPr>
        <p:txBody>
          <a:bodyPr anchor="ctr" anchorCtr="0"/>
          <a:lstStyle>
            <a:lvl1pPr algn="ctr">
              <a:defRPr sz="1000"/>
            </a:lvl1pPr>
          </a:lstStyle>
          <a:p>
            <a:r>
              <a:rPr lang="en-US"/>
              <a:t>Click icon to add picture</a:t>
            </a:r>
          </a:p>
        </p:txBody>
      </p:sp>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2" cstate="screen">
              <a:extLst>
                <a:ext uri="{28A0092B-C50C-407E-A947-70E740481C1C}">
                  <a14:useLocalDpi xmlns:a14="http://schemas.microsoft.com/office/drawing/2010/main"/>
                </a:ext>
              </a:extLst>
            </a:blip>
            <a:stretch>
              <a:fillRect/>
            </a:stretch>
          </a:blipFill>
        </p:spPr>
        <p:txBody>
          <a:bodyPr/>
          <a:lstStyle/>
          <a:p>
            <a:pPr lvl="0"/>
            <a:r>
              <a:rPr lang="en-GB"/>
              <a:t> </a:t>
            </a:r>
            <a:endParaRPr lang="en-US"/>
          </a:p>
        </p:txBody>
      </p:sp>
      <p:sp>
        <p:nvSpPr>
          <p:cNvPr id="12" name="Text Placeholder 5">
            <a:extLst>
              <a:ext uri="{FF2B5EF4-FFF2-40B4-BE49-F238E27FC236}">
                <a16:creationId xmlns:a16="http://schemas.microsoft.com/office/drawing/2014/main" id="{02A55337-E9FA-8D48-9DB0-66362622AFC6}"/>
              </a:ext>
            </a:extLst>
          </p:cNvPr>
          <p:cNvSpPr>
            <a:spLocks noGrp="1"/>
          </p:cNvSpPr>
          <p:nvPr>
            <p:ph type="body" sz="quarter" idx="14" hasCustomPrompt="1"/>
          </p:nvPr>
        </p:nvSpPr>
        <p:spPr>
          <a:xfrm>
            <a:off x="10902950" y="284163"/>
            <a:ext cx="1001713" cy="336550"/>
          </a:xfrm>
        </p:spPr>
        <p:txBody>
          <a:bodyPr/>
          <a:lstStyle>
            <a:lvl1pPr algn="r">
              <a:defRPr sz="1000">
                <a:solidFill>
                  <a:schemeClr val="bg1"/>
                </a:solidFill>
              </a:defRPr>
            </a:lvl1pPr>
            <a:lvl2pPr>
              <a:defRPr sz="1000"/>
            </a:lvl2pPr>
            <a:lvl3pPr>
              <a:defRPr sz="1000"/>
            </a:lvl3pPr>
            <a:lvl4pPr>
              <a:defRPr sz="1000"/>
            </a:lvl4pPr>
            <a:lvl5pPr>
              <a:defRPr sz="1000"/>
            </a:lvl5pPr>
          </a:lstStyle>
          <a:p>
            <a:pPr lvl="0"/>
            <a:fld id="{7DF2C070-3B08-0949-922B-61E4EF13CD34}" type="slidenum">
              <a:rPr lang="en-US" smtClean="0"/>
              <a:t>‹#›</a:t>
            </a:fld>
            <a:endParaRPr lang="en-US"/>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a:spcAft>
                <a:spcPts val="600"/>
              </a:spcAft>
              <a:defRPr sz="1200" b="1" i="0">
                <a:solidFill>
                  <a:schemeClr val="tx1"/>
                </a:solidFill>
                <a:latin typeface="Mark OT" panose="020B0604020201010104" pitchFamily="34" charset="77"/>
              </a:defRPr>
            </a:lvl1pPr>
            <a:lvl2pPr marL="0" indent="0">
              <a:spcAft>
                <a:spcPts val="600"/>
              </a:spcAft>
              <a:buNone/>
              <a:tabLst/>
              <a:defRPr sz="1200">
                <a:solidFill>
                  <a:schemeClr val="tx1"/>
                </a:solidFill>
              </a:defRPr>
            </a:lvl2pPr>
            <a:lvl3pPr marL="180975" indent="-180975">
              <a:spcAft>
                <a:spcPts val="600"/>
              </a:spcAft>
              <a:tabLst/>
              <a:defRPr sz="1200">
                <a:solidFill>
                  <a:schemeClr val="tx1"/>
                </a:solidFill>
              </a:defRPr>
            </a:lvl3pPr>
            <a:lvl4pPr marL="355600" indent="-180975">
              <a:spcAft>
                <a:spcPts val="600"/>
              </a:spcAft>
              <a:tabLst/>
              <a:defRPr sz="1200">
                <a:solidFill>
                  <a:schemeClr val="tx1"/>
                </a:solidFill>
              </a:defRPr>
            </a:lvl4pPr>
            <a:lvl5pPr marL="579438" indent="-217488">
              <a:spcAft>
                <a:spcPts val="600"/>
              </a:spcAft>
              <a:tabLst/>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4048449"/>
      </p:ext>
    </p:extLst>
  </p:cSld>
  <p:clrMapOvr>
    <a:masterClrMapping/>
  </p:clrMapOvr>
  <p:hf hdr="0" dt="0"/>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p:cSld name="4_1 Image + Pullout Blue">
    <p:bg>
      <p:bgPr>
        <a:solidFill>
          <a:schemeClr val="accent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E4FE786-7CFC-6948-BBD7-B86E9AD01C2B}"/>
              </a:ext>
            </a:extLst>
          </p:cNvPr>
          <p:cNvSpPr>
            <a:spLocks noGrp="1"/>
          </p:cNvSpPr>
          <p:nvPr>
            <p:ph type="pic" sz="quarter" idx="10"/>
          </p:nvPr>
        </p:nvSpPr>
        <p:spPr>
          <a:xfrm>
            <a:off x="0" y="0"/>
            <a:ext cx="6096000" cy="6858000"/>
          </a:xfrm>
          <a:solidFill>
            <a:schemeClr val="bg1">
              <a:lumMod val="85000"/>
            </a:schemeClr>
          </a:solidFill>
        </p:spPr>
        <p:txBody>
          <a:bodyPr anchor="ctr" anchorCtr="0"/>
          <a:lstStyle>
            <a:lvl1pPr algn="ctr">
              <a:defRPr sz="1000"/>
            </a:lvl1pPr>
          </a:lstStyle>
          <a:p>
            <a:r>
              <a:rPr lang="en-US"/>
              <a:t>Click icon to add picture</a:t>
            </a:r>
          </a:p>
        </p:txBody>
      </p:sp>
      <p:sp>
        <p:nvSpPr>
          <p:cNvPr id="8" name="Text Placeholder 7">
            <a:extLst>
              <a:ext uri="{FF2B5EF4-FFF2-40B4-BE49-F238E27FC236}">
                <a16:creationId xmlns:a16="http://schemas.microsoft.com/office/drawing/2014/main" id="{ACDECB32-94A3-DF46-9DAA-0660A8495A0E}"/>
              </a:ext>
            </a:extLst>
          </p:cNvPr>
          <p:cNvSpPr>
            <a:spLocks noGrp="1"/>
          </p:cNvSpPr>
          <p:nvPr>
            <p:ph type="body" sz="quarter" idx="11" hasCustomPrompt="1"/>
          </p:nvPr>
        </p:nvSpPr>
        <p:spPr>
          <a:xfrm>
            <a:off x="322351" y="5961066"/>
            <a:ext cx="598399" cy="600071"/>
          </a:xfrm>
          <a:blipFill>
            <a:blip r:embed="rId2" cstate="screen">
              <a:extLst>
                <a:ext uri="{28A0092B-C50C-407E-A947-70E740481C1C}">
                  <a14:useLocalDpi xmlns:a14="http://schemas.microsoft.com/office/drawing/2010/main"/>
                </a:ext>
              </a:extLst>
            </a:blip>
            <a:stretch>
              <a:fillRect/>
            </a:stretch>
          </a:blipFill>
        </p:spPr>
        <p:txBody>
          <a:bodyPr/>
          <a:lstStyle/>
          <a:p>
            <a:pPr lvl="0"/>
            <a:r>
              <a:rPr lang="en-GB"/>
              <a:t> </a:t>
            </a:r>
            <a:endParaRPr lang="en-US"/>
          </a:p>
        </p:txBody>
      </p:sp>
      <p:sp>
        <p:nvSpPr>
          <p:cNvPr id="10" name="TextBox 9">
            <a:extLst>
              <a:ext uri="{FF2B5EF4-FFF2-40B4-BE49-F238E27FC236}">
                <a16:creationId xmlns:a16="http://schemas.microsoft.com/office/drawing/2014/main" id="{0844611E-6F17-6F4B-85B5-8121A82E39E0}"/>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
        <p:nvSpPr>
          <p:cNvPr id="5" name="Title 4">
            <a:extLst>
              <a:ext uri="{FF2B5EF4-FFF2-40B4-BE49-F238E27FC236}">
                <a16:creationId xmlns:a16="http://schemas.microsoft.com/office/drawing/2014/main" id="{0545F618-606A-2D4B-97A0-5A6D7E11E3A4}"/>
              </a:ext>
            </a:extLst>
          </p:cNvPr>
          <p:cNvSpPr>
            <a:spLocks noGrp="1"/>
          </p:cNvSpPr>
          <p:nvPr>
            <p:ph type="title"/>
          </p:nvPr>
        </p:nvSpPr>
        <p:spPr>
          <a:xfrm>
            <a:off x="7234118" y="620714"/>
            <a:ext cx="3819764" cy="5616574"/>
          </a:xfrm>
        </p:spPr>
        <p:txBody>
          <a:bodyPr anchor="ctr" anchorCtr="0"/>
          <a:lstStyle>
            <a:lvl1pPr algn="ctr">
              <a:defRPr sz="2400">
                <a:solidFill>
                  <a:schemeClr val="bg1"/>
                </a:solidFill>
              </a:defRPr>
            </a:lvl1pPr>
          </a:lstStyle>
          <a:p>
            <a:r>
              <a:rPr lang="en-US"/>
              <a:t>Click to edit Master title style</a:t>
            </a:r>
          </a:p>
        </p:txBody>
      </p:sp>
    </p:spTree>
    <p:extLst>
      <p:ext uri="{BB962C8B-B14F-4D97-AF65-F5344CB8AC3E}">
        <p14:creationId xmlns:p14="http://schemas.microsoft.com/office/powerpoint/2010/main" val="4085520669"/>
      </p:ext>
    </p:extLst>
  </p:cSld>
  <p:clrMapOvr>
    <a:masterClrMapping/>
  </p:clrMapOvr>
  <p:hf hdr="0" dt="0"/>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p:cSld name="5_Heading + Content">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Tree>
    <p:extLst>
      <p:ext uri="{BB962C8B-B14F-4D97-AF65-F5344CB8AC3E}">
        <p14:creationId xmlns:p14="http://schemas.microsoft.com/office/powerpoint/2010/main" val="4183825927"/>
      </p:ext>
    </p:extLst>
  </p:cSld>
  <p:clrMapOvr>
    <a:masterClrMapping/>
  </p:clrMapOvr>
  <p:hf hdr="0" dt="0"/>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p:cSld name="4_1Heading + Text + Graphics">
    <p:bg>
      <p:bgPr>
        <a:solidFill>
          <a:schemeClr val="bg1"/>
        </a:solidFill>
        <a:effectLst/>
      </p:bgPr>
    </p:bg>
    <p:spTree>
      <p:nvGrpSpPr>
        <p:cNvPr id="1" name=""/>
        <p:cNvGrpSpPr/>
        <p:nvPr/>
      </p:nvGrpSpPr>
      <p:grpSpPr>
        <a:xfrm>
          <a:off x="0" y="0"/>
          <a:ext cx="0" cy="0"/>
          <a:chOff x="0" y="0"/>
          <a:chExt cx="0" cy="0"/>
        </a:xfrm>
      </p:grpSpPr>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a:spcAft>
                <a:spcPts val="900"/>
              </a:spcAft>
              <a:defRPr sz="1400" b="1" i="0">
                <a:solidFill>
                  <a:schemeClr val="tx1"/>
                </a:solidFill>
                <a:latin typeface="Mark OT" panose="020B0604020201010104" pitchFamily="34" charset="77"/>
              </a:defRPr>
            </a:lvl1pPr>
            <a:lvl2pPr marL="0" indent="0">
              <a:spcAft>
                <a:spcPts val="900"/>
              </a:spcAft>
              <a:buNone/>
              <a:tabLst/>
              <a:defRPr sz="1400">
                <a:solidFill>
                  <a:schemeClr val="tx1"/>
                </a:solidFill>
              </a:defRPr>
            </a:lvl2pPr>
            <a:lvl3pPr marL="180975" indent="-180975">
              <a:spcAft>
                <a:spcPts val="900"/>
              </a:spcAft>
              <a:tabLst/>
              <a:defRPr sz="1400">
                <a:solidFill>
                  <a:schemeClr val="tx1"/>
                </a:solidFill>
              </a:defRPr>
            </a:lvl3pPr>
            <a:lvl4pPr marL="355600" indent="-180975">
              <a:spcAft>
                <a:spcPts val="900"/>
              </a:spcAft>
              <a:tabLst/>
              <a:defRPr sz="1400">
                <a:solidFill>
                  <a:schemeClr val="tx1"/>
                </a:solidFill>
              </a:defRPr>
            </a:lvl4pPr>
            <a:lvl5pPr marL="579438" indent="-217488">
              <a:spcAft>
                <a:spcPts val="9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9953472" cy="713230"/>
          </a:xfrm>
        </p:spPr>
        <p:txBody>
          <a:bodyPr/>
          <a:lstStyle>
            <a:lvl1pPr>
              <a:defRPr sz="3400">
                <a:solidFill>
                  <a:schemeClr val="tx1"/>
                </a:solidFill>
              </a:defRPr>
            </a:lvl1pPr>
          </a:lstStyle>
          <a:p>
            <a:r>
              <a:rPr lang="en-US"/>
              <a:t>Click to edit Master title style</a:t>
            </a:r>
          </a:p>
        </p:txBody>
      </p:sp>
      <p:pic>
        <p:nvPicPr>
          <p:cNvPr id="12" name="Picture 11">
            <a:extLst>
              <a:ext uri="{FF2B5EF4-FFF2-40B4-BE49-F238E27FC236}">
                <a16:creationId xmlns:a16="http://schemas.microsoft.com/office/drawing/2014/main" id="{168D4AA5-AE99-D348-9C24-DC627EA46AD3}"/>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Tree>
    <p:extLst>
      <p:ext uri="{BB962C8B-B14F-4D97-AF65-F5344CB8AC3E}">
        <p14:creationId xmlns:p14="http://schemas.microsoft.com/office/powerpoint/2010/main" val="4233368386"/>
      </p:ext>
    </p:extLst>
  </p:cSld>
  <p:clrMapOvr>
    <a:masterClrMapping/>
  </p:clrMapOvr>
  <p:hf hdr="0" dt="0"/>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p:cSld name="4_Heading + Text + Graphics Blue">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C3D6F18-9B22-784C-9480-84E4008C0A54}"/>
              </a:ext>
            </a:extLst>
          </p:cNvPr>
          <p:cNvSpPr/>
          <p:nvPr/>
        </p:nvSpPr>
        <p:spPr>
          <a:xfrm>
            <a:off x="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Text Placeholder 14">
            <a:extLst>
              <a:ext uri="{FF2B5EF4-FFF2-40B4-BE49-F238E27FC236}">
                <a16:creationId xmlns:a16="http://schemas.microsoft.com/office/drawing/2014/main" id="{6C5F6B75-D1B8-E640-98FB-26EDD97223C7}"/>
              </a:ext>
            </a:extLst>
          </p:cNvPr>
          <p:cNvSpPr>
            <a:spLocks noGrp="1"/>
          </p:cNvSpPr>
          <p:nvPr>
            <p:ph type="body" sz="quarter" idx="14"/>
          </p:nvPr>
        </p:nvSpPr>
        <p:spPr>
          <a:xfrm>
            <a:off x="334962" y="1481215"/>
            <a:ext cx="5292725" cy="4440238"/>
          </a:xfrm>
        </p:spPr>
        <p:txBody>
          <a:bodyPr/>
          <a:lstStyle>
            <a:lvl1pPr>
              <a:spcAft>
                <a:spcPts val="900"/>
              </a:spcAft>
              <a:defRPr sz="1400" b="1" i="0">
                <a:solidFill>
                  <a:schemeClr val="bg1"/>
                </a:solidFill>
                <a:latin typeface="Mark OT" panose="020B0604020201010104" pitchFamily="34" charset="77"/>
              </a:defRPr>
            </a:lvl1pPr>
            <a:lvl2pPr marL="0" indent="0">
              <a:spcAft>
                <a:spcPts val="900"/>
              </a:spcAft>
              <a:buNone/>
              <a:tabLst/>
              <a:defRPr sz="1400">
                <a:solidFill>
                  <a:schemeClr val="bg1"/>
                </a:solidFill>
              </a:defRPr>
            </a:lvl2pPr>
            <a:lvl3pPr marL="180975" indent="-180975">
              <a:spcAft>
                <a:spcPts val="900"/>
              </a:spcAft>
              <a:tabLst/>
              <a:defRPr sz="1400">
                <a:solidFill>
                  <a:schemeClr val="bg1"/>
                </a:solidFill>
              </a:defRPr>
            </a:lvl3pPr>
            <a:lvl4pPr marL="355600" indent="-180975">
              <a:spcAft>
                <a:spcPts val="900"/>
              </a:spcAft>
              <a:tabLst/>
              <a:defRPr sz="1400">
                <a:solidFill>
                  <a:schemeClr val="bg1"/>
                </a:solidFill>
              </a:defRPr>
            </a:lvl4pPr>
            <a:lvl5pPr marL="579438" indent="-217488">
              <a:spcAft>
                <a:spcPts val="900"/>
              </a:spcAft>
              <a:tabLst/>
              <a:defRPr sz="14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297127" y="520259"/>
            <a:ext cx="5447070" cy="713230"/>
          </a:xfrm>
        </p:spPr>
        <p:txBody>
          <a:bodyPr/>
          <a:lstStyle>
            <a:lvl1pPr>
              <a:defRPr sz="3400">
                <a:solidFill>
                  <a:schemeClr val="bg1"/>
                </a:solidFill>
              </a:defRPr>
            </a:lvl1pPr>
          </a:lstStyle>
          <a:p>
            <a:r>
              <a:rPr lang="en-US"/>
              <a:t>Click to edit Master title style</a:t>
            </a:r>
          </a:p>
        </p:txBody>
      </p:sp>
      <p:cxnSp>
        <p:nvCxnSpPr>
          <p:cNvPr id="13" name="Straight Connector 12">
            <a:extLst>
              <a:ext uri="{FF2B5EF4-FFF2-40B4-BE49-F238E27FC236}">
                <a16:creationId xmlns:a16="http://schemas.microsoft.com/office/drawing/2014/main" id="{07BDCF00-F1A3-C64D-9FBF-8CA25DF4C4C5}"/>
              </a:ext>
            </a:extLst>
          </p:cNvPr>
          <p:cNvCxnSpPr>
            <a:cxnSpLocks/>
          </p:cNvCxnSpPr>
          <p:nvPr/>
        </p:nvCxnSpPr>
        <p:spPr>
          <a:xfrm>
            <a:off x="334963" y="1134478"/>
            <a:ext cx="544707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00587A97-2A66-B94A-9B63-72A104C41DC7}"/>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pic>
        <p:nvPicPr>
          <p:cNvPr id="14" name="Picture 13">
            <a:extLst>
              <a:ext uri="{FF2B5EF4-FFF2-40B4-BE49-F238E27FC236}">
                <a16:creationId xmlns:a16="http://schemas.microsoft.com/office/drawing/2014/main" id="{5326D22B-2854-4441-B691-DDCD04F7072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4" cy="600071"/>
          </a:xfrm>
          <a:prstGeom prst="rect">
            <a:avLst/>
          </a:prstGeom>
        </p:spPr>
      </p:pic>
    </p:spTree>
    <p:extLst>
      <p:ext uri="{BB962C8B-B14F-4D97-AF65-F5344CB8AC3E}">
        <p14:creationId xmlns:p14="http://schemas.microsoft.com/office/powerpoint/2010/main" val="2206797702"/>
      </p:ext>
    </p:extLst>
  </p:cSld>
  <p:clrMapOvr>
    <a:masterClrMapping/>
  </p:clrMapOvr>
  <p:hf hdr="0" dt="0"/>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p:cSld name="4_2 Panel Text + Chart Blu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A67307-9816-4E4C-80AE-6BEDE1207DB2}"/>
              </a:ext>
            </a:extLst>
          </p:cNvPr>
          <p:cNvSpPr/>
          <p:nvPr/>
        </p:nvSpPr>
        <p:spPr>
          <a:xfrm>
            <a:off x="609600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9093895" y="3757808"/>
            <a:ext cx="2798067" cy="2803329"/>
          </a:xfrm>
        </p:spPr>
        <p:txBody>
          <a:bodyPr/>
          <a:lstStyle>
            <a:lvl1pPr>
              <a:spcAft>
                <a:spcPts val="600"/>
              </a:spcAft>
              <a:defRPr sz="1200" b="1" i="0">
                <a:solidFill>
                  <a:schemeClr val="bg1"/>
                </a:solidFill>
                <a:latin typeface="Mark OT" panose="020B0604020201010104" pitchFamily="34" charset="77"/>
              </a:defRPr>
            </a:lvl1pPr>
            <a:lvl2pPr marL="0" indent="0">
              <a:spcAft>
                <a:spcPts val="600"/>
              </a:spcAft>
              <a:buNone/>
              <a:tabLst/>
              <a:defRPr sz="1200">
                <a:solidFill>
                  <a:schemeClr val="bg1"/>
                </a:solidFill>
              </a:defRPr>
            </a:lvl2pPr>
            <a:lvl3pPr marL="180975" indent="-180975">
              <a:spcAft>
                <a:spcPts val="600"/>
              </a:spcAft>
              <a:tabLst/>
              <a:defRPr sz="1200">
                <a:solidFill>
                  <a:schemeClr val="bg1"/>
                </a:solidFill>
              </a:defRPr>
            </a:lvl3pPr>
            <a:lvl4pPr marL="355600" indent="-180975">
              <a:spcAft>
                <a:spcPts val="600"/>
              </a:spcAft>
              <a:tabLst/>
              <a:defRPr sz="1200">
                <a:solidFill>
                  <a:schemeClr val="bg1"/>
                </a:solidFill>
              </a:defRPr>
            </a:lvl4pPr>
            <a:lvl5pPr marL="579438" indent="-217488">
              <a:spcAft>
                <a:spcPts val="600"/>
              </a:spcAft>
              <a:tabLst/>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bg1"/>
                </a:solidFill>
                <a:latin typeface="Mark OT Book" panose="020B0504020101010102" pitchFamily="34" charset="77"/>
              </a:rPr>
              <a:t>‹#›</a:t>
            </a:fld>
            <a:endParaRPr lang="en-US" sz="1000" b="0" i="0">
              <a:solidFill>
                <a:schemeClr val="bg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544707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a:defRPr sz="1000"/>
            </a:lvl1pPr>
          </a:lstStyle>
          <a:p>
            <a:r>
              <a:rPr lang="en-US"/>
              <a:t>Click icon to add chart</a:t>
            </a:r>
          </a:p>
        </p:txBody>
      </p:sp>
    </p:spTree>
    <p:extLst>
      <p:ext uri="{BB962C8B-B14F-4D97-AF65-F5344CB8AC3E}">
        <p14:creationId xmlns:p14="http://schemas.microsoft.com/office/powerpoint/2010/main" val="3742018456"/>
      </p:ext>
    </p:extLst>
  </p:cSld>
  <p:clrMapOvr>
    <a:masterClrMapping/>
  </p:clrMapOvr>
  <p:hf hdr="0" dt="0"/>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p:cSld name="4_1 Panel Text + Chart Left">
    <p:bg>
      <p:bgPr>
        <a:solidFill>
          <a:schemeClr val="bg1"/>
        </a:solidFill>
        <a:effectLst/>
      </p:bgPr>
    </p:bg>
    <p:spTree>
      <p:nvGrpSpPr>
        <p:cNvPr id="1" name=""/>
        <p:cNvGrpSpPr/>
        <p:nvPr/>
      </p:nvGrpSpPr>
      <p:grpSpPr>
        <a:xfrm>
          <a:off x="0" y="0"/>
          <a:ext cx="0" cy="0"/>
          <a:chOff x="0" y="0"/>
          <a:chExt cx="0" cy="0"/>
        </a:xfrm>
      </p:grpSpPr>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6564314" y="1520825"/>
            <a:ext cx="5327649" cy="5040301"/>
          </a:xfrm>
        </p:spPr>
        <p:txBody>
          <a:bodyPr/>
          <a:lstStyle>
            <a:lvl1pPr>
              <a:spcAft>
                <a:spcPts val="600"/>
              </a:spcAft>
              <a:defRPr sz="1400" b="1" i="0">
                <a:solidFill>
                  <a:schemeClr val="tx1"/>
                </a:solidFill>
                <a:latin typeface="Mark OT" panose="020B0604020201010104" pitchFamily="34" charset="77"/>
              </a:defRPr>
            </a:lvl1pPr>
            <a:lvl2pPr marL="0" indent="0">
              <a:spcAft>
                <a:spcPts val="600"/>
              </a:spcAft>
              <a:buNone/>
              <a:tabLst/>
              <a:defRPr sz="1400">
                <a:solidFill>
                  <a:schemeClr val="tx1"/>
                </a:solidFill>
              </a:defRPr>
            </a:lvl2pPr>
            <a:lvl3pPr marL="180975" indent="-180975">
              <a:spcAft>
                <a:spcPts val="600"/>
              </a:spcAft>
              <a:tabLst/>
              <a:defRPr sz="1400">
                <a:solidFill>
                  <a:schemeClr val="tx1"/>
                </a:solidFill>
              </a:defRPr>
            </a:lvl3pPr>
            <a:lvl4pPr marL="355600" indent="-180975">
              <a:spcAft>
                <a:spcPts val="600"/>
              </a:spcAft>
              <a:tabLst/>
              <a:defRPr sz="1400">
                <a:solidFill>
                  <a:schemeClr val="tx1"/>
                </a:solidFill>
              </a:defRPr>
            </a:lvl4pPr>
            <a:lvl5pPr marL="579438" indent="-217488">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p:nvPr>
        </p:nvSpPr>
        <p:spPr>
          <a:xfrm>
            <a:off x="334963" y="1520825"/>
            <a:ext cx="5292725" cy="4289425"/>
          </a:xfrm>
        </p:spPr>
        <p:txBody>
          <a:bodyPr anchor="ctr" anchorCtr="0"/>
          <a:lstStyle>
            <a:lvl1pPr algn="ctr">
              <a:defRPr sz="1000"/>
            </a:lvl1pPr>
          </a:lstStyle>
          <a:p>
            <a:r>
              <a:rPr lang="en-US"/>
              <a:t>Click icon to add chart</a:t>
            </a:r>
          </a:p>
        </p:txBody>
      </p:sp>
    </p:spTree>
    <p:extLst>
      <p:ext uri="{BB962C8B-B14F-4D97-AF65-F5344CB8AC3E}">
        <p14:creationId xmlns:p14="http://schemas.microsoft.com/office/powerpoint/2010/main" val="904677706"/>
      </p:ext>
    </p:extLst>
  </p:cSld>
  <p:clrMapOvr>
    <a:masterClrMapping/>
  </p:clrMapOvr>
  <p:hf hdr="0" dt="0"/>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p:cSld name="4_1 Panel Text + Chart Right">
    <p:bg>
      <p:bgPr>
        <a:solidFill>
          <a:schemeClr val="bg1"/>
        </a:solidFill>
        <a:effectLst/>
      </p:bgPr>
    </p:bg>
    <p:spTree>
      <p:nvGrpSpPr>
        <p:cNvPr id="1" name=""/>
        <p:cNvGrpSpPr/>
        <p:nvPr/>
      </p:nvGrpSpPr>
      <p:grpSpPr>
        <a:xfrm>
          <a:off x="0" y="0"/>
          <a:ext cx="0" cy="0"/>
          <a:chOff x="0" y="0"/>
          <a:chExt cx="0" cy="0"/>
        </a:xfrm>
      </p:grpSpPr>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1520825"/>
            <a:ext cx="5327649" cy="5040301"/>
          </a:xfrm>
        </p:spPr>
        <p:txBody>
          <a:bodyPr/>
          <a:lstStyle>
            <a:lvl1pPr>
              <a:spcAft>
                <a:spcPts val="600"/>
              </a:spcAft>
              <a:defRPr sz="1400" b="1" i="0">
                <a:solidFill>
                  <a:schemeClr val="tx1"/>
                </a:solidFill>
                <a:latin typeface="Mark OT" panose="020B0604020201010104" pitchFamily="34" charset="77"/>
              </a:defRPr>
            </a:lvl1pPr>
            <a:lvl2pPr marL="0" indent="0">
              <a:spcAft>
                <a:spcPts val="600"/>
              </a:spcAft>
              <a:buNone/>
              <a:tabLst/>
              <a:defRPr sz="1400">
                <a:solidFill>
                  <a:schemeClr val="tx1"/>
                </a:solidFill>
              </a:defRPr>
            </a:lvl2pPr>
            <a:lvl3pPr marL="180975" indent="-180975">
              <a:spcAft>
                <a:spcPts val="600"/>
              </a:spcAft>
              <a:tabLst/>
              <a:defRPr sz="1400">
                <a:solidFill>
                  <a:schemeClr val="tx1"/>
                </a:solidFill>
              </a:defRPr>
            </a:lvl3pPr>
            <a:lvl4pPr marL="355600" indent="-180975">
              <a:spcAft>
                <a:spcPts val="600"/>
              </a:spcAft>
              <a:tabLst/>
              <a:defRPr sz="1400">
                <a:solidFill>
                  <a:schemeClr val="tx1"/>
                </a:solidFill>
              </a:defRPr>
            </a:lvl4pPr>
            <a:lvl5pPr marL="579438" indent="-217488">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6564313" y="1134478"/>
            <a:ext cx="5327650" cy="5439741"/>
          </a:xfrm>
        </p:spPr>
        <p:txBody>
          <a:bodyPr anchor="ctr" anchorCtr="0"/>
          <a:lstStyle>
            <a:lvl1pPr algn="ctr">
              <a:defRPr sz="1000"/>
            </a:lvl1pPr>
          </a:lstStyle>
          <a:p>
            <a:r>
              <a:rPr lang="en-US"/>
              <a:t>H</a:t>
            </a:r>
          </a:p>
        </p:txBody>
      </p:sp>
    </p:spTree>
    <p:extLst>
      <p:ext uri="{BB962C8B-B14F-4D97-AF65-F5344CB8AC3E}">
        <p14:creationId xmlns:p14="http://schemas.microsoft.com/office/powerpoint/2010/main" val="2133340836"/>
      </p:ext>
    </p:extLst>
  </p:cSld>
  <p:clrMapOvr>
    <a:masterClrMapping/>
  </p:clrMapOvr>
  <p:hf hdr="0" dt="0"/>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p:cSld name="4_1 Chart">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5"/>
            <a:ext cx="11557000" cy="5053394"/>
          </a:xfrm>
        </p:spPr>
        <p:txBody>
          <a:bodyPr anchor="ctr" anchorCtr="0"/>
          <a:lstStyle>
            <a:lvl1pPr algn="ctr">
              <a:defRPr sz="1000"/>
            </a:lvl1pPr>
          </a:lstStyle>
          <a:p>
            <a:r>
              <a:rPr lang="en-US"/>
              <a:t>H</a:t>
            </a:r>
          </a:p>
        </p:txBody>
      </p:sp>
    </p:spTree>
    <p:extLst>
      <p:ext uri="{BB962C8B-B14F-4D97-AF65-F5344CB8AC3E}">
        <p14:creationId xmlns:p14="http://schemas.microsoft.com/office/powerpoint/2010/main" val="649710864"/>
      </p:ext>
    </p:extLst>
  </p:cSld>
  <p:clrMapOvr>
    <a:masterClrMapping/>
  </p:clrMapOvr>
  <p:hf hdr="0" dt="0"/>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p:cSld name="4_3 Charts">
    <p:bg>
      <p:bgPr>
        <a:solidFill>
          <a:schemeClr val="bg1"/>
        </a:solidFill>
        <a:effectLst/>
      </p:bgPr>
    </p:bg>
    <p:spTree>
      <p:nvGrpSpPr>
        <p:cNvPr id="1" name=""/>
        <p:cNvGrpSpPr/>
        <p:nvPr/>
      </p:nvGrpSpPr>
      <p:grpSpPr>
        <a:xfrm>
          <a:off x="0" y="0"/>
          <a:ext cx="0" cy="0"/>
          <a:chOff x="0" y="0"/>
          <a:chExt cx="0" cy="0"/>
        </a:xfrm>
      </p:grpSpPr>
      <p:sp>
        <p:nvSpPr>
          <p:cNvPr id="9" name="Text Placeholder 14">
            <a:extLst>
              <a:ext uri="{FF2B5EF4-FFF2-40B4-BE49-F238E27FC236}">
                <a16:creationId xmlns:a16="http://schemas.microsoft.com/office/drawing/2014/main" id="{90C49B86-262C-7B43-8D30-EC059B0C4EEC}"/>
              </a:ext>
            </a:extLst>
          </p:cNvPr>
          <p:cNvSpPr>
            <a:spLocks noGrp="1"/>
          </p:cNvSpPr>
          <p:nvPr>
            <p:ph type="body" sz="quarter" idx="19"/>
          </p:nvPr>
        </p:nvSpPr>
        <p:spPr>
          <a:xfrm>
            <a:off x="328367" y="4186988"/>
            <a:ext cx="3732291" cy="1564106"/>
          </a:xfrm>
          <a:solidFill>
            <a:schemeClr val="accent4"/>
          </a:solidFill>
        </p:spPr>
        <p:txBody>
          <a:bodyPr lIns="144000" tIns="144000" rIns="144000" bIns="144000"/>
          <a:lstStyle>
            <a:lvl1pPr>
              <a:spcAft>
                <a:spcPts val="600"/>
              </a:spcAft>
              <a:defRPr sz="1400" b="1" i="0">
                <a:solidFill>
                  <a:schemeClr val="tx1"/>
                </a:solidFill>
                <a:latin typeface="Mark OT" panose="020B0604020201010104" pitchFamily="34" charset="77"/>
              </a:defRPr>
            </a:lvl1pPr>
            <a:lvl2pPr marL="0" indent="0">
              <a:spcAft>
                <a:spcPts val="600"/>
              </a:spcAft>
              <a:buNone/>
              <a:tabLst/>
              <a:defRPr sz="1400">
                <a:solidFill>
                  <a:schemeClr val="tx1"/>
                </a:solidFill>
              </a:defRPr>
            </a:lvl2pPr>
            <a:lvl3pPr marL="180975" indent="-180975">
              <a:spcAft>
                <a:spcPts val="600"/>
              </a:spcAft>
              <a:tabLst/>
              <a:defRPr sz="1400">
                <a:solidFill>
                  <a:schemeClr val="tx1"/>
                </a:solidFill>
              </a:defRPr>
            </a:lvl3pPr>
            <a:lvl4pPr marL="355600" indent="-180975">
              <a:spcAft>
                <a:spcPts val="600"/>
              </a:spcAft>
              <a:tabLst/>
              <a:defRPr sz="1400">
                <a:solidFill>
                  <a:schemeClr val="tx1"/>
                </a:solidFill>
              </a:defRPr>
            </a:lvl4pPr>
            <a:lvl5pPr marL="579438" indent="-217488">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EA75AA60-DF1C-2441-AEDD-3E663E7A3969}"/>
              </a:ext>
            </a:extLst>
          </p:cNvPr>
          <p:cNvSpPr>
            <a:spLocks noGrp="1"/>
          </p:cNvSpPr>
          <p:nvPr>
            <p:ph type="chart" sz="quarter" idx="20" hasCustomPrompt="1"/>
          </p:nvPr>
        </p:nvSpPr>
        <p:spPr>
          <a:xfrm>
            <a:off x="334963" y="1520826"/>
            <a:ext cx="3732291" cy="2567152"/>
          </a:xfrm>
        </p:spPr>
        <p:txBody>
          <a:bodyPr anchor="ctr" anchorCtr="0"/>
          <a:lstStyle>
            <a:lvl1pPr algn="ctr">
              <a:defRPr sz="1000"/>
            </a:lvl1pPr>
          </a:lstStyle>
          <a:p>
            <a:r>
              <a:rPr lang="en-US"/>
              <a:t>H</a:t>
            </a:r>
          </a:p>
        </p:txBody>
      </p:sp>
      <p:sp>
        <p:nvSpPr>
          <p:cNvPr id="12" name="Text Placeholder 14">
            <a:extLst>
              <a:ext uri="{FF2B5EF4-FFF2-40B4-BE49-F238E27FC236}">
                <a16:creationId xmlns:a16="http://schemas.microsoft.com/office/drawing/2014/main" id="{E49C82BB-40C5-7B4F-A88F-AD41B1301F3A}"/>
              </a:ext>
            </a:extLst>
          </p:cNvPr>
          <p:cNvSpPr>
            <a:spLocks noGrp="1"/>
          </p:cNvSpPr>
          <p:nvPr>
            <p:ph type="body" sz="quarter" idx="21"/>
          </p:nvPr>
        </p:nvSpPr>
        <p:spPr>
          <a:xfrm>
            <a:off x="4247654" y="4186988"/>
            <a:ext cx="3732291" cy="1564106"/>
          </a:xfrm>
          <a:solidFill>
            <a:schemeClr val="accent4"/>
          </a:solidFill>
        </p:spPr>
        <p:txBody>
          <a:bodyPr lIns="144000" tIns="144000" rIns="144000" bIns="144000"/>
          <a:lstStyle>
            <a:lvl1pPr>
              <a:spcAft>
                <a:spcPts val="600"/>
              </a:spcAft>
              <a:defRPr sz="1400" b="1" i="0">
                <a:solidFill>
                  <a:schemeClr val="tx1"/>
                </a:solidFill>
                <a:latin typeface="Mark OT" panose="020B0604020201010104" pitchFamily="34" charset="77"/>
              </a:defRPr>
            </a:lvl1pPr>
            <a:lvl2pPr marL="0" indent="0">
              <a:spcAft>
                <a:spcPts val="600"/>
              </a:spcAft>
              <a:buNone/>
              <a:tabLst/>
              <a:defRPr sz="1400">
                <a:solidFill>
                  <a:schemeClr val="tx1"/>
                </a:solidFill>
              </a:defRPr>
            </a:lvl2pPr>
            <a:lvl3pPr marL="180975" indent="-180975">
              <a:spcAft>
                <a:spcPts val="600"/>
              </a:spcAft>
              <a:tabLst/>
              <a:defRPr sz="1400">
                <a:solidFill>
                  <a:schemeClr val="tx1"/>
                </a:solidFill>
              </a:defRPr>
            </a:lvl3pPr>
            <a:lvl4pPr marL="355600" indent="-180975">
              <a:spcAft>
                <a:spcPts val="600"/>
              </a:spcAft>
              <a:tabLst/>
              <a:defRPr sz="1400">
                <a:solidFill>
                  <a:schemeClr val="tx1"/>
                </a:solidFill>
              </a:defRPr>
            </a:lvl4pPr>
            <a:lvl5pPr marL="579438" indent="-217488">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4">
            <a:extLst>
              <a:ext uri="{FF2B5EF4-FFF2-40B4-BE49-F238E27FC236}">
                <a16:creationId xmlns:a16="http://schemas.microsoft.com/office/drawing/2014/main" id="{9E8EA932-8B25-BC44-A1CE-CE4B99DC61CE}"/>
              </a:ext>
            </a:extLst>
          </p:cNvPr>
          <p:cNvSpPr>
            <a:spLocks noGrp="1"/>
          </p:cNvSpPr>
          <p:nvPr>
            <p:ph type="body" sz="quarter" idx="22"/>
          </p:nvPr>
        </p:nvSpPr>
        <p:spPr>
          <a:xfrm>
            <a:off x="8166941" y="4186988"/>
            <a:ext cx="3732291" cy="1564106"/>
          </a:xfrm>
          <a:solidFill>
            <a:schemeClr val="accent4"/>
          </a:solidFill>
        </p:spPr>
        <p:txBody>
          <a:bodyPr lIns="144000" tIns="144000" rIns="144000" bIns="144000"/>
          <a:lstStyle>
            <a:lvl1pPr>
              <a:spcAft>
                <a:spcPts val="600"/>
              </a:spcAft>
              <a:defRPr sz="1400" b="1" i="0">
                <a:solidFill>
                  <a:schemeClr val="tx1"/>
                </a:solidFill>
                <a:latin typeface="Mark OT" panose="020B0604020201010104" pitchFamily="34" charset="77"/>
              </a:defRPr>
            </a:lvl1pPr>
            <a:lvl2pPr marL="0" indent="0">
              <a:spcAft>
                <a:spcPts val="600"/>
              </a:spcAft>
              <a:buNone/>
              <a:tabLst/>
              <a:defRPr sz="1400">
                <a:solidFill>
                  <a:schemeClr val="tx1"/>
                </a:solidFill>
              </a:defRPr>
            </a:lvl2pPr>
            <a:lvl3pPr marL="180975" indent="-180975">
              <a:spcAft>
                <a:spcPts val="600"/>
              </a:spcAft>
              <a:tabLst/>
              <a:defRPr sz="1400">
                <a:solidFill>
                  <a:schemeClr val="tx1"/>
                </a:solidFill>
              </a:defRPr>
            </a:lvl3pPr>
            <a:lvl4pPr marL="355600" indent="-180975">
              <a:spcAft>
                <a:spcPts val="600"/>
              </a:spcAft>
              <a:tabLst/>
              <a:defRPr sz="1400">
                <a:solidFill>
                  <a:schemeClr val="tx1"/>
                </a:solidFill>
              </a:defRPr>
            </a:lvl4pPr>
            <a:lvl5pPr marL="579438" indent="-217488">
              <a:spcAft>
                <a:spcPts val="600"/>
              </a:spcAft>
              <a:tabLst/>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rt Placeholder 3">
            <a:extLst>
              <a:ext uri="{FF2B5EF4-FFF2-40B4-BE49-F238E27FC236}">
                <a16:creationId xmlns:a16="http://schemas.microsoft.com/office/drawing/2014/main" id="{1C8F9151-E430-9E48-BC52-ECDD1C4DFB70}"/>
              </a:ext>
            </a:extLst>
          </p:cNvPr>
          <p:cNvSpPr>
            <a:spLocks noGrp="1"/>
          </p:cNvSpPr>
          <p:nvPr>
            <p:ph type="chart" sz="quarter" idx="23" hasCustomPrompt="1"/>
          </p:nvPr>
        </p:nvSpPr>
        <p:spPr>
          <a:xfrm>
            <a:off x="4245226" y="1520826"/>
            <a:ext cx="3732291" cy="2567152"/>
          </a:xfrm>
        </p:spPr>
        <p:txBody>
          <a:bodyPr anchor="ctr" anchorCtr="0"/>
          <a:lstStyle>
            <a:lvl1pPr algn="ctr">
              <a:defRPr sz="1000"/>
            </a:lvl1pPr>
          </a:lstStyle>
          <a:p>
            <a:r>
              <a:rPr lang="en-US"/>
              <a:t>H</a:t>
            </a:r>
          </a:p>
        </p:txBody>
      </p:sp>
      <p:sp>
        <p:nvSpPr>
          <p:cNvPr id="17" name="Chart Placeholder 3">
            <a:extLst>
              <a:ext uri="{FF2B5EF4-FFF2-40B4-BE49-F238E27FC236}">
                <a16:creationId xmlns:a16="http://schemas.microsoft.com/office/drawing/2014/main" id="{FF79B36D-D641-744B-BA4C-687E6D90E7C5}"/>
              </a:ext>
            </a:extLst>
          </p:cNvPr>
          <p:cNvSpPr>
            <a:spLocks noGrp="1"/>
          </p:cNvSpPr>
          <p:nvPr>
            <p:ph type="chart" sz="quarter" idx="24" hasCustomPrompt="1"/>
          </p:nvPr>
        </p:nvSpPr>
        <p:spPr>
          <a:xfrm>
            <a:off x="8167520" y="1520826"/>
            <a:ext cx="3732291" cy="2567152"/>
          </a:xfrm>
        </p:spPr>
        <p:txBody>
          <a:bodyPr anchor="ctr" anchorCtr="0"/>
          <a:lstStyle>
            <a:lvl1pPr algn="ctr">
              <a:defRPr sz="1000"/>
            </a:lvl1pPr>
          </a:lstStyle>
          <a:p>
            <a:r>
              <a:rPr lang="en-US"/>
              <a:t>H</a:t>
            </a:r>
          </a:p>
        </p:txBody>
      </p:sp>
    </p:spTree>
    <p:extLst>
      <p:ext uri="{BB962C8B-B14F-4D97-AF65-F5344CB8AC3E}">
        <p14:creationId xmlns:p14="http://schemas.microsoft.com/office/powerpoint/2010/main" val="3451359310"/>
      </p:ext>
    </p:extLst>
  </p:cSld>
  <p:clrMapOvr>
    <a:masterClrMapping/>
  </p:clrMapOvr>
  <p:hf hdr="0" dt="0"/>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p:cSld name="4_1 Table">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245457B-F857-BF46-BD42-D341A0C347BA}"/>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322351" y="5961066"/>
            <a:ext cx="598355" cy="600071"/>
          </a:xfrm>
          <a:prstGeom prst="rect">
            <a:avLst/>
          </a:prstGeom>
        </p:spPr>
      </p:pic>
      <p:sp>
        <p:nvSpPr>
          <p:cNvPr id="11" name="TextBox 10">
            <a:extLst>
              <a:ext uri="{FF2B5EF4-FFF2-40B4-BE49-F238E27FC236}">
                <a16:creationId xmlns:a16="http://schemas.microsoft.com/office/drawing/2014/main" id="{BC304EE2-71AD-F548-B810-9435BF6BC44C}"/>
              </a:ext>
            </a:extLst>
          </p:cNvPr>
          <p:cNvSpPr txBox="1"/>
          <p:nvPr/>
        </p:nvSpPr>
        <p:spPr>
          <a:xfrm>
            <a:off x="11275498" y="283778"/>
            <a:ext cx="629077" cy="336935"/>
          </a:xfrm>
          <a:prstGeom prst="rect">
            <a:avLst/>
          </a:prstGeom>
          <a:noFill/>
        </p:spPr>
        <p:txBody>
          <a:bodyPr wrap="square" lIns="0" tIns="0" rIns="0" bIns="0" rtlCol="0">
            <a:noAutofit/>
          </a:bodyPr>
          <a:lstStyle/>
          <a:p>
            <a:pPr algn="r"/>
            <a:fld id="{1B32090C-CC2E-3B4F-9C1D-7EA32A791E04}" type="slidenum">
              <a:rPr lang="en-US" sz="1000" b="0" i="0" smtClean="0">
                <a:solidFill>
                  <a:schemeClr val="tx1"/>
                </a:solidFill>
                <a:latin typeface="Mark OT Book" panose="020B0504020101010102" pitchFamily="34" charset="77"/>
              </a:rPr>
              <a:t>‹#›</a:t>
            </a:fld>
            <a:endParaRPr lang="en-US" sz="1000" b="0" i="0">
              <a:solidFill>
                <a:schemeClr val="tx1"/>
              </a:solidFill>
              <a:latin typeface="Mark OT Book" panose="020B0504020101010102" pitchFamily="34" charset="77"/>
            </a:endParaRPr>
          </a:p>
        </p:txBody>
      </p:sp>
      <p:sp>
        <p:nvSpPr>
          <p:cNvPr id="14" name="Title 1">
            <a:extLst>
              <a:ext uri="{FF2B5EF4-FFF2-40B4-BE49-F238E27FC236}">
                <a16:creationId xmlns:a16="http://schemas.microsoft.com/office/drawing/2014/main" id="{EC21EA3E-5992-CA4B-95AC-D2D35D7B0445}"/>
              </a:ext>
            </a:extLst>
          </p:cNvPr>
          <p:cNvSpPr>
            <a:spLocks noGrp="1"/>
          </p:cNvSpPr>
          <p:nvPr>
            <p:ph type="title"/>
          </p:nvPr>
        </p:nvSpPr>
        <p:spPr>
          <a:xfrm>
            <a:off x="297127" y="520259"/>
            <a:ext cx="5447070" cy="713230"/>
          </a:xfrm>
        </p:spPr>
        <p:txBody>
          <a:bodyPr/>
          <a:lstStyle>
            <a:lvl1pPr>
              <a:defRPr sz="3400">
                <a:solidFill>
                  <a:schemeClr val="tx1"/>
                </a:solidFill>
              </a:defRPr>
            </a:lvl1pPr>
          </a:lstStyle>
          <a:p>
            <a:r>
              <a:rPr lang="en-US"/>
              <a:t>Click to edit Master title style</a:t>
            </a:r>
          </a:p>
        </p:txBody>
      </p:sp>
      <p:cxnSp>
        <p:nvCxnSpPr>
          <p:cNvPr id="15" name="Straight Connector 14">
            <a:extLst>
              <a:ext uri="{FF2B5EF4-FFF2-40B4-BE49-F238E27FC236}">
                <a16:creationId xmlns:a16="http://schemas.microsoft.com/office/drawing/2014/main" id="{C0114F2C-02A7-C348-B915-FA07819F5631}"/>
              </a:ext>
            </a:extLst>
          </p:cNvPr>
          <p:cNvCxnSpPr>
            <a:cxnSpLocks/>
          </p:cNvCxnSpPr>
          <p:nvPr/>
        </p:nvCxnSpPr>
        <p:spPr>
          <a:xfrm>
            <a:off x="334963" y="1134478"/>
            <a:ext cx="11557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able Placeholder 2">
            <a:extLst>
              <a:ext uri="{FF2B5EF4-FFF2-40B4-BE49-F238E27FC236}">
                <a16:creationId xmlns:a16="http://schemas.microsoft.com/office/drawing/2014/main" id="{42E67822-7E9C-2749-81BF-4DBDF5EDDF0F}"/>
              </a:ext>
            </a:extLst>
          </p:cNvPr>
          <p:cNvSpPr>
            <a:spLocks noGrp="1"/>
          </p:cNvSpPr>
          <p:nvPr>
            <p:ph type="tbl" sz="quarter" idx="10"/>
          </p:nvPr>
        </p:nvSpPr>
        <p:spPr>
          <a:xfrm>
            <a:off x="334963" y="1520825"/>
            <a:ext cx="11569700" cy="4276229"/>
          </a:xfrm>
        </p:spPr>
        <p:txBody>
          <a:bodyPr/>
          <a:lstStyle/>
          <a:p>
            <a:r>
              <a:rPr lang="en-US"/>
              <a:t>Click icon to add table</a:t>
            </a:r>
          </a:p>
        </p:txBody>
      </p:sp>
    </p:spTree>
    <p:extLst>
      <p:ext uri="{BB962C8B-B14F-4D97-AF65-F5344CB8AC3E}">
        <p14:creationId xmlns:p14="http://schemas.microsoft.com/office/powerpoint/2010/main" val="2108970649"/>
      </p:ext>
    </p:extLst>
  </p:cSld>
  <p:clrMapOvr>
    <a:masterClrMapping/>
  </p:clrMapOvr>
  <p:hf hdr="0" dt="0"/>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p:cSld name="3_Closing Slide Blu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334963" y="5946802"/>
            <a:ext cx="11557000" cy="662782"/>
          </a:xfrm>
        </p:spPr>
        <p:txBody>
          <a:bodyPr anchor="b" anchorCtr="0"/>
          <a:lstStyle>
            <a:lvl1pPr algn="ctr">
              <a:defRPr sz="145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5314055" y="2650331"/>
            <a:ext cx="1558142" cy="1562613"/>
          </a:xfrm>
          <a:prstGeom prst="rect">
            <a:avLst/>
          </a:prstGeom>
        </p:spPr>
      </p:pic>
    </p:spTree>
    <p:extLst>
      <p:ext uri="{BB962C8B-B14F-4D97-AF65-F5344CB8AC3E}">
        <p14:creationId xmlns:p14="http://schemas.microsoft.com/office/powerpoint/2010/main" val="1433658834"/>
      </p:ext>
    </p:extLst>
  </p:cSld>
  <p:clrMapOvr>
    <a:masterClrMapping/>
  </p:clrMapOvr>
  <p:hf hdr="0" dt="0"/>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p:cSld name="2_Closing Slide Re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334963" y="5946802"/>
            <a:ext cx="11557000" cy="662782"/>
          </a:xfrm>
        </p:spPr>
        <p:txBody>
          <a:bodyPr anchor="b" anchorCtr="0"/>
          <a:lstStyle>
            <a:lvl1pPr algn="ctr">
              <a:defRPr sz="1450">
                <a:solidFill>
                  <a:schemeClr val="bg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5314055" y="2650331"/>
            <a:ext cx="1558142" cy="1562613"/>
          </a:xfrm>
          <a:prstGeom prst="rect">
            <a:avLst/>
          </a:prstGeom>
        </p:spPr>
      </p:pic>
    </p:spTree>
    <p:extLst>
      <p:ext uri="{BB962C8B-B14F-4D97-AF65-F5344CB8AC3E}">
        <p14:creationId xmlns:p14="http://schemas.microsoft.com/office/powerpoint/2010/main" val="2217211996"/>
      </p:ext>
    </p:extLst>
  </p:cSld>
  <p:clrMapOvr>
    <a:masterClrMapping/>
  </p:clrMapOvr>
  <p:hf hdr="0" dt="0"/>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p:cSld name="2_Closing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E0B71-60B2-984E-9B92-9551E3994530}"/>
              </a:ext>
            </a:extLst>
          </p:cNvPr>
          <p:cNvSpPr>
            <a:spLocks noGrp="1"/>
          </p:cNvSpPr>
          <p:nvPr>
            <p:ph type="title"/>
          </p:nvPr>
        </p:nvSpPr>
        <p:spPr>
          <a:xfrm>
            <a:off x="334963" y="5946802"/>
            <a:ext cx="11557000" cy="662782"/>
          </a:xfrm>
        </p:spPr>
        <p:txBody>
          <a:bodyPr anchor="b" anchorCtr="0"/>
          <a:lstStyle>
            <a:lvl1pPr algn="ctr">
              <a:defRPr sz="1450">
                <a:solidFill>
                  <a:schemeClr val="tx1"/>
                </a:solidFill>
              </a:defRPr>
            </a:lvl1pPr>
          </a:lstStyle>
          <a:p>
            <a:r>
              <a:rPr lang="en-US"/>
              <a:t>Click to edit Master title style</a:t>
            </a:r>
          </a:p>
        </p:txBody>
      </p:sp>
      <p:pic>
        <p:nvPicPr>
          <p:cNvPr id="10" name="Picture 9">
            <a:extLst>
              <a:ext uri="{FF2B5EF4-FFF2-40B4-BE49-F238E27FC236}">
                <a16:creationId xmlns:a16="http://schemas.microsoft.com/office/drawing/2014/main" id="{B2FC6D9A-315B-0A4B-9FBC-6223DDFC0862}"/>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5314055" y="2650331"/>
            <a:ext cx="1558143" cy="1562613"/>
          </a:xfrm>
          <a:prstGeom prst="rect">
            <a:avLst/>
          </a:prstGeom>
        </p:spPr>
      </p:pic>
    </p:spTree>
    <p:extLst>
      <p:ext uri="{BB962C8B-B14F-4D97-AF65-F5344CB8AC3E}">
        <p14:creationId xmlns:p14="http://schemas.microsoft.com/office/powerpoint/2010/main" val="29094425"/>
      </p:ext>
    </p:extLst>
  </p:cSld>
  <p:clrMapOvr>
    <a:masterClrMapping/>
  </p:clrMapOvr>
  <p:hf hdr="0" dt="0"/>
</p:sldLayout>
</file>

<file path=ppt/slideLayouts/slideLayout291.xml><?xml version="1.0" encoding="utf-8"?>
<p:sldLayout xmlns:a="http://schemas.openxmlformats.org/drawingml/2006/main" xmlns:r="http://schemas.openxmlformats.org/officeDocument/2006/relationships" xmlns:p="http://schemas.openxmlformats.org/presentationml/2006/main" matchingName="1_Title only with graphic">
  <p:cSld name="1_Title only with graphic">
    <p:spTree>
      <p:nvGrpSpPr>
        <p:cNvPr id="1" name="Shape 15"/>
        <p:cNvGrpSpPr/>
        <p:nvPr/>
      </p:nvGrpSpPr>
      <p:grpSpPr>
        <a:xfrm>
          <a:off x="0" y="0"/>
          <a:ext cx="0" cy="0"/>
          <a:chOff x="0" y="0"/>
          <a:chExt cx="0" cy="0"/>
        </a:xfrm>
      </p:grpSpPr>
      <p:sp>
        <p:nvSpPr>
          <p:cNvPr id="16" name="Google Shape;16;p2"/>
          <p:cNvSpPr/>
          <p:nvPr/>
        </p:nvSpPr>
        <p:spPr>
          <a:xfrm>
            <a:off x="0" y="0"/>
            <a:ext cx="12192000" cy="1056800"/>
          </a:xfrm>
          <a:prstGeom prst="rect">
            <a:avLst/>
          </a:prstGeom>
          <a:solidFill>
            <a:schemeClr val="lt2"/>
          </a:solidFill>
          <a:ln>
            <a:noFill/>
          </a:ln>
        </p:spPr>
        <p:txBody>
          <a:bodyPr spcFirstLastPara="1" wrap="square" lIns="121900" tIns="60925" rIns="121900" bIns="609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867" b="0" i="0" u="none" strike="noStrike" cap="none">
              <a:solidFill>
                <a:schemeClr val="lt1"/>
              </a:solidFill>
              <a:latin typeface="Arial"/>
              <a:ea typeface="Arial"/>
              <a:cs typeface="Arial"/>
              <a:sym typeface="Arial"/>
            </a:endParaRPr>
          </a:p>
        </p:txBody>
      </p:sp>
      <p:pic>
        <p:nvPicPr>
          <p:cNvPr id="17" name="Google Shape;17;p2"/>
          <p:cNvPicPr preferRelativeResize="0"/>
          <p:nvPr/>
        </p:nvPicPr>
        <p:blipFill rotWithShape="1">
          <a:blip r:embed="rId2">
            <a:alphaModFix/>
          </a:blip>
          <a:srcRect l="88710" t="-1" b="71980"/>
          <a:stretch/>
        </p:blipFill>
        <p:spPr>
          <a:xfrm>
            <a:off x="11446231" y="800"/>
            <a:ext cx="745767" cy="1041035"/>
          </a:xfrm>
          <a:prstGeom prst="rect">
            <a:avLst/>
          </a:prstGeom>
          <a:noFill/>
          <a:ln>
            <a:noFill/>
          </a:ln>
        </p:spPr>
      </p:pic>
      <p:sp>
        <p:nvSpPr>
          <p:cNvPr id="18" name="Google Shape;18;p2"/>
          <p:cNvSpPr txBox="1">
            <a:spLocks noGrp="1"/>
          </p:cNvSpPr>
          <p:nvPr>
            <p:ph type="sldNum" idx="12"/>
          </p:nvPr>
        </p:nvSpPr>
        <p:spPr>
          <a:xfrm>
            <a:off x="10042100" y="6382632"/>
            <a:ext cx="1706800" cy="137200"/>
          </a:xfrm>
          <a:prstGeom prst="rect">
            <a:avLst/>
          </a:prstGeom>
          <a:noFill/>
          <a:ln>
            <a:noFill/>
          </a:ln>
        </p:spPr>
        <p:txBody>
          <a:bodyPr spcFirstLastPara="1" wrap="square" lIns="0" tIns="0" rIns="0" bIns="0" anchor="b" anchorCtr="0">
            <a:noAutofit/>
          </a:bodyPr>
          <a:lstStyle>
            <a:lvl1pPr marL="0" marR="0" lvl="0" indent="0" algn="r">
              <a:lnSpc>
                <a:spcPct val="100000"/>
              </a:lnSpc>
              <a:spcBef>
                <a:spcPts val="0"/>
              </a:spcBef>
              <a:spcAft>
                <a:spcPts val="0"/>
              </a:spcAft>
              <a:buClr>
                <a:srgbClr val="000000"/>
              </a:buClr>
              <a:buSzPts val="500"/>
              <a:buFont typeface="Arial"/>
              <a:buNone/>
              <a:defRPr sz="800" b="0" i="0" u="none" strike="noStrike" cap="none">
                <a:solidFill>
                  <a:srgbClr val="000000"/>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500"/>
              <a:buFont typeface="Arial"/>
              <a:buNone/>
              <a:defRPr sz="800" b="0" i="0" u="none" strike="noStrike" cap="none">
                <a:solidFill>
                  <a:srgbClr val="000000"/>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500"/>
              <a:buFont typeface="Arial"/>
              <a:buNone/>
              <a:defRPr sz="800" b="0" i="0" u="none" strike="noStrike" cap="none">
                <a:solidFill>
                  <a:srgbClr val="000000"/>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500"/>
              <a:buFont typeface="Arial"/>
              <a:buNone/>
              <a:defRPr sz="800" b="0" i="0" u="none" strike="noStrike" cap="none">
                <a:solidFill>
                  <a:srgbClr val="000000"/>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500"/>
              <a:buFont typeface="Arial"/>
              <a:buNone/>
              <a:defRPr sz="800" b="0" i="0" u="none" strike="noStrike" cap="none">
                <a:solidFill>
                  <a:srgbClr val="000000"/>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500"/>
              <a:buFont typeface="Arial"/>
              <a:buNone/>
              <a:defRPr sz="800" b="0" i="0" u="none" strike="noStrike" cap="none">
                <a:solidFill>
                  <a:srgbClr val="000000"/>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500"/>
              <a:buFont typeface="Arial"/>
              <a:buNone/>
              <a:defRPr sz="800" b="0" i="0" u="none" strike="noStrike" cap="none">
                <a:solidFill>
                  <a:srgbClr val="000000"/>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500"/>
              <a:buFont typeface="Arial"/>
              <a:buNone/>
              <a:defRPr sz="800" b="0" i="0" u="none" strike="noStrike" cap="none">
                <a:solidFill>
                  <a:srgbClr val="000000"/>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500"/>
              <a:buFont typeface="Arial"/>
              <a:buNone/>
              <a:defRPr sz="800" b="0" i="0" u="none" strike="noStrike" cap="none">
                <a:solidFill>
                  <a:srgbClr val="000000"/>
                </a:solidFill>
                <a:latin typeface="Arial"/>
                <a:ea typeface="Arial"/>
                <a:cs typeface="Arial"/>
                <a:sym typeface="Arial"/>
              </a:defRPr>
            </a:lvl9pPr>
          </a:lstStyle>
          <a:p>
            <a:fld id="{3E6AC032-1535-134B-A583-D5E1DDD0D167}" type="slidenum">
              <a:rPr lang="en-US" smtClean="0"/>
              <a:pPr/>
              <a:t>‹#›</a:t>
            </a:fld>
            <a:endParaRPr lang="en-US"/>
          </a:p>
        </p:txBody>
      </p:sp>
      <p:sp>
        <p:nvSpPr>
          <p:cNvPr id="19" name="Google Shape;19;p2"/>
          <p:cNvSpPr txBox="1">
            <a:spLocks noGrp="1"/>
          </p:cNvSpPr>
          <p:nvPr>
            <p:ph type="title"/>
          </p:nvPr>
        </p:nvSpPr>
        <p:spPr>
          <a:xfrm>
            <a:off x="1319833" y="240800"/>
            <a:ext cx="6541600" cy="5752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dk1"/>
              </a:buClr>
              <a:buSzPts val="2200"/>
              <a:buFont typeface="Georgia"/>
              <a:buNone/>
              <a:defRPr sz="2933"/>
            </a:lvl1pPr>
            <a:lvl2pPr lvl="1" algn="l">
              <a:lnSpc>
                <a:spcPct val="100000"/>
              </a:lnSpc>
              <a:spcBef>
                <a:spcPts val="0"/>
              </a:spcBef>
              <a:spcAft>
                <a:spcPts val="0"/>
              </a:spcAft>
              <a:buClr>
                <a:schemeClr val="dk1"/>
              </a:buClr>
              <a:buSzPts val="1100"/>
              <a:buNone/>
              <a:defRPr>
                <a:solidFill>
                  <a:schemeClr val="dk1"/>
                </a:solidFill>
              </a:defRPr>
            </a:lvl2pPr>
            <a:lvl3pPr lvl="2" algn="l">
              <a:lnSpc>
                <a:spcPct val="100000"/>
              </a:lnSpc>
              <a:spcBef>
                <a:spcPts val="0"/>
              </a:spcBef>
              <a:spcAft>
                <a:spcPts val="0"/>
              </a:spcAft>
              <a:buClr>
                <a:schemeClr val="dk1"/>
              </a:buClr>
              <a:buSzPts val="1100"/>
              <a:buNone/>
              <a:defRPr>
                <a:solidFill>
                  <a:schemeClr val="dk1"/>
                </a:solidFill>
              </a:defRPr>
            </a:lvl3pPr>
            <a:lvl4pPr lvl="3" algn="l">
              <a:lnSpc>
                <a:spcPct val="100000"/>
              </a:lnSpc>
              <a:spcBef>
                <a:spcPts val="0"/>
              </a:spcBef>
              <a:spcAft>
                <a:spcPts val="0"/>
              </a:spcAft>
              <a:buClr>
                <a:schemeClr val="dk1"/>
              </a:buClr>
              <a:buSzPts val="1100"/>
              <a:buNone/>
              <a:defRPr>
                <a:solidFill>
                  <a:schemeClr val="dk1"/>
                </a:solidFill>
              </a:defRPr>
            </a:lvl4pPr>
            <a:lvl5pPr lvl="4" algn="l">
              <a:lnSpc>
                <a:spcPct val="100000"/>
              </a:lnSpc>
              <a:spcBef>
                <a:spcPts val="0"/>
              </a:spcBef>
              <a:spcAft>
                <a:spcPts val="0"/>
              </a:spcAft>
              <a:buClr>
                <a:schemeClr val="dk1"/>
              </a:buClr>
              <a:buSzPts val="1100"/>
              <a:buNone/>
              <a:defRPr>
                <a:solidFill>
                  <a:schemeClr val="dk1"/>
                </a:solidFill>
              </a:defRPr>
            </a:lvl5pPr>
            <a:lvl6pPr lvl="5" algn="l">
              <a:lnSpc>
                <a:spcPct val="100000"/>
              </a:lnSpc>
              <a:spcBef>
                <a:spcPts val="0"/>
              </a:spcBef>
              <a:spcAft>
                <a:spcPts val="0"/>
              </a:spcAft>
              <a:buClr>
                <a:schemeClr val="dk1"/>
              </a:buClr>
              <a:buSzPts val="1100"/>
              <a:buNone/>
              <a:defRPr>
                <a:solidFill>
                  <a:schemeClr val="dk1"/>
                </a:solidFill>
              </a:defRPr>
            </a:lvl6pPr>
            <a:lvl7pPr lvl="6" algn="l">
              <a:lnSpc>
                <a:spcPct val="100000"/>
              </a:lnSpc>
              <a:spcBef>
                <a:spcPts val="0"/>
              </a:spcBef>
              <a:spcAft>
                <a:spcPts val="0"/>
              </a:spcAft>
              <a:buClr>
                <a:schemeClr val="dk1"/>
              </a:buClr>
              <a:buSzPts val="1100"/>
              <a:buNone/>
              <a:defRPr>
                <a:solidFill>
                  <a:schemeClr val="dk1"/>
                </a:solidFill>
              </a:defRPr>
            </a:lvl7pPr>
            <a:lvl8pPr lvl="7" algn="l">
              <a:lnSpc>
                <a:spcPct val="100000"/>
              </a:lnSpc>
              <a:spcBef>
                <a:spcPts val="0"/>
              </a:spcBef>
              <a:spcAft>
                <a:spcPts val="0"/>
              </a:spcAft>
              <a:buClr>
                <a:schemeClr val="dk1"/>
              </a:buClr>
              <a:buSzPts val="1100"/>
              <a:buNone/>
              <a:defRPr>
                <a:solidFill>
                  <a:schemeClr val="dk1"/>
                </a:solidFill>
              </a:defRPr>
            </a:lvl8pPr>
            <a:lvl9pPr lvl="8" algn="l">
              <a:lnSpc>
                <a:spcPct val="100000"/>
              </a:lnSpc>
              <a:spcBef>
                <a:spcPts val="0"/>
              </a:spcBef>
              <a:spcAft>
                <a:spcPts val="0"/>
              </a:spcAft>
              <a:buClr>
                <a:schemeClr val="dk1"/>
              </a:buClr>
              <a:buSzPts val="1100"/>
              <a:buNone/>
              <a:defRPr>
                <a:solidFill>
                  <a:schemeClr val="dk1"/>
                </a:solidFill>
              </a:defRPr>
            </a:lvl9pPr>
          </a:lstStyle>
          <a:p>
            <a:r>
              <a:rPr lang="en-US"/>
              <a:t>Click to edit Master title style</a:t>
            </a:r>
            <a:endParaRPr/>
          </a:p>
        </p:txBody>
      </p:sp>
    </p:spTree>
    <p:extLst>
      <p:ext uri="{BB962C8B-B14F-4D97-AF65-F5344CB8AC3E}">
        <p14:creationId xmlns:p14="http://schemas.microsoft.com/office/powerpoint/2010/main" val="1186974116"/>
      </p:ext>
    </p:extLst>
  </p:cSld>
  <p:clrMapOvr>
    <a:masterClrMapping/>
  </p:clrMapOvr>
  <p:hf hdr="0" dt="0"/>
</p:sldLayout>
</file>

<file path=ppt/slideLayouts/slideLayout29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701"/>
        <p:cNvGrpSpPr/>
        <p:nvPr/>
      </p:nvGrpSpPr>
      <p:grpSpPr>
        <a:xfrm>
          <a:off x="0" y="0"/>
          <a:ext cx="0" cy="0"/>
          <a:chOff x="0" y="0"/>
          <a:chExt cx="0" cy="0"/>
        </a:xfrm>
      </p:grpSpPr>
      <p:sp>
        <p:nvSpPr>
          <p:cNvPr id="702" name="Google Shape;702;p96"/>
          <p:cNvSpPr txBox="1">
            <a:spLocks noGrp="1"/>
          </p:cNvSpPr>
          <p:nvPr>
            <p:ph type="body" idx="1"/>
          </p:nvPr>
        </p:nvSpPr>
        <p:spPr>
          <a:xfrm>
            <a:off x="442913" y="2103439"/>
            <a:ext cx="54736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703" name="Google Shape;703;p96"/>
          <p:cNvSpPr txBox="1">
            <a:spLocks noGrp="1"/>
          </p:cNvSpPr>
          <p:nvPr>
            <p:ph type="body" idx="2"/>
          </p:nvPr>
        </p:nvSpPr>
        <p:spPr>
          <a:xfrm>
            <a:off x="6275388" y="2103439"/>
            <a:ext cx="5473600" cy="4068800"/>
          </a:xfrm>
          <a:prstGeom prst="rect">
            <a:avLst/>
          </a:prstGeom>
          <a:noFill/>
          <a:ln>
            <a:noFill/>
          </a:ln>
        </p:spPr>
        <p:txBody>
          <a:bodyPr spcFirstLastPara="1" wrap="square" lIns="0" tIns="0" rIns="0" bIns="0" anchor="t" anchorCtr="0">
            <a:noAutofit/>
          </a:bodyPr>
          <a:lstStyle>
            <a:lvl1pPr marL="609585" marR="0" lvl="0" indent="-406390" algn="l" rtl="0">
              <a:lnSpc>
                <a:spcPct val="100000"/>
              </a:lnSpc>
              <a:spcBef>
                <a:spcPts val="0"/>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1pPr>
            <a:lvl2pPr marL="1219170" marR="0" lvl="1"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2pPr>
            <a:lvl3pPr marL="1828754" marR="0" lvl="2"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3pPr>
            <a:lvl4pPr marL="2438339" marR="0" lvl="3"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4pPr>
            <a:lvl5pPr marL="3047924" marR="0" lvl="4"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5pPr>
            <a:lvl6pPr marL="3657509" marR="0" lvl="5"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6pPr>
            <a:lvl7pPr marL="4267093" marR="0" lvl="6"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7pPr>
            <a:lvl8pPr marL="4876678" marR="0" lvl="7" indent="-406390" algn="l" rtl="0">
              <a:lnSpc>
                <a:spcPct val="100000"/>
              </a:lnSpc>
              <a:spcBef>
                <a:spcPts val="667"/>
              </a:spcBef>
              <a:spcAft>
                <a:spcPts val="0"/>
              </a:spcAft>
              <a:buClr>
                <a:schemeClr val="dk1"/>
              </a:buClr>
              <a:buSzPts val="1200"/>
              <a:buFont typeface="Arial"/>
              <a:buChar char="–"/>
              <a:defRPr sz="1600" b="0" i="0" u="none" strike="noStrike" cap="none">
                <a:solidFill>
                  <a:schemeClr val="dk1"/>
                </a:solidFill>
                <a:latin typeface="Arial"/>
                <a:ea typeface="Arial"/>
                <a:cs typeface="Arial"/>
                <a:sym typeface="Arial"/>
              </a:defRPr>
            </a:lvl8pPr>
            <a:lvl9pPr marL="5486263" marR="0" lvl="8" indent="-406390" algn="l" rtl="0">
              <a:lnSpc>
                <a:spcPct val="100000"/>
              </a:lnSpc>
              <a:spcBef>
                <a:spcPts val="667"/>
              </a:spcBef>
              <a:spcAft>
                <a:spcPts val="667"/>
              </a:spcAft>
              <a:buClr>
                <a:schemeClr val="dk1"/>
              </a:buClr>
              <a:buSzPts val="1200"/>
              <a:buFont typeface="Arial"/>
              <a:buChar char="•"/>
              <a:defRPr sz="1600" b="0" i="0" u="none" strike="noStrike" cap="none">
                <a:solidFill>
                  <a:schemeClr val="dk1"/>
                </a:solidFill>
                <a:latin typeface="Arial"/>
                <a:ea typeface="Arial"/>
                <a:cs typeface="Arial"/>
                <a:sym typeface="Arial"/>
              </a:defRPr>
            </a:lvl9pPr>
          </a:lstStyle>
          <a:p>
            <a:pPr lvl="0"/>
            <a:r>
              <a:rPr lang="en-US"/>
              <a:t>Click to edit Master text styles</a:t>
            </a:r>
          </a:p>
        </p:txBody>
      </p:sp>
      <p:sp>
        <p:nvSpPr>
          <p:cNvPr id="704" name="Google Shape;704;p96"/>
          <p:cNvSpPr txBox="1">
            <a:spLocks noGrp="1"/>
          </p:cNvSpPr>
          <p:nvPr>
            <p:ph type="title"/>
          </p:nvPr>
        </p:nvSpPr>
        <p:spPr>
          <a:xfrm>
            <a:off x="442913" y="432000"/>
            <a:ext cx="11306000" cy="13872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2400"/>
              <a:buFont typeface="Georgia"/>
              <a:buNone/>
              <a:defRPr sz="3200" b="0" i="0" u="none" strike="noStrike" cap="none">
                <a:solidFill>
                  <a:schemeClr val="dk1"/>
                </a:solidFill>
                <a:latin typeface="Georgia"/>
                <a:ea typeface="Georgia"/>
                <a:cs typeface="Georgia"/>
                <a:sym typeface="Georgia"/>
              </a:defRPr>
            </a:lvl1pPr>
            <a:lvl2pPr lvl="1">
              <a:spcBef>
                <a:spcPts val="0"/>
              </a:spcBef>
              <a:spcAft>
                <a:spcPts val="0"/>
              </a:spcAft>
              <a:buSzPts val="1100"/>
              <a:buNone/>
              <a:defRPr sz="1867"/>
            </a:lvl2pPr>
            <a:lvl3pPr lvl="2">
              <a:spcBef>
                <a:spcPts val="0"/>
              </a:spcBef>
              <a:spcAft>
                <a:spcPts val="0"/>
              </a:spcAft>
              <a:buSzPts val="1100"/>
              <a:buNone/>
              <a:defRPr sz="1867"/>
            </a:lvl3pPr>
            <a:lvl4pPr lvl="3">
              <a:spcBef>
                <a:spcPts val="0"/>
              </a:spcBef>
              <a:spcAft>
                <a:spcPts val="0"/>
              </a:spcAft>
              <a:buSzPts val="1100"/>
              <a:buNone/>
              <a:defRPr sz="1867"/>
            </a:lvl4pPr>
            <a:lvl5pPr lvl="4">
              <a:spcBef>
                <a:spcPts val="0"/>
              </a:spcBef>
              <a:spcAft>
                <a:spcPts val="0"/>
              </a:spcAft>
              <a:buSzPts val="1100"/>
              <a:buNone/>
              <a:defRPr sz="1867"/>
            </a:lvl5pPr>
            <a:lvl6pPr lvl="5">
              <a:spcBef>
                <a:spcPts val="0"/>
              </a:spcBef>
              <a:spcAft>
                <a:spcPts val="0"/>
              </a:spcAft>
              <a:buSzPts val="1100"/>
              <a:buNone/>
              <a:defRPr sz="1867"/>
            </a:lvl6pPr>
            <a:lvl7pPr lvl="6">
              <a:spcBef>
                <a:spcPts val="0"/>
              </a:spcBef>
              <a:spcAft>
                <a:spcPts val="0"/>
              </a:spcAft>
              <a:buSzPts val="1100"/>
              <a:buNone/>
              <a:defRPr sz="1867"/>
            </a:lvl7pPr>
            <a:lvl8pPr lvl="7">
              <a:spcBef>
                <a:spcPts val="0"/>
              </a:spcBef>
              <a:spcAft>
                <a:spcPts val="0"/>
              </a:spcAft>
              <a:buSzPts val="1100"/>
              <a:buNone/>
              <a:defRPr sz="1867"/>
            </a:lvl8pPr>
            <a:lvl9pPr lvl="8">
              <a:spcBef>
                <a:spcPts val="0"/>
              </a:spcBef>
              <a:spcAft>
                <a:spcPts val="0"/>
              </a:spcAft>
              <a:buSzPts val="1100"/>
              <a:buNone/>
              <a:defRPr sz="1867"/>
            </a:lvl9pPr>
          </a:lstStyle>
          <a:p>
            <a:r>
              <a:rPr lang="en-US"/>
              <a:t>Click to edit Master title style</a:t>
            </a:r>
            <a:endParaRPr/>
          </a:p>
        </p:txBody>
      </p:sp>
      <p:sp>
        <p:nvSpPr>
          <p:cNvPr id="705" name="Google Shape;705;p96"/>
          <p:cNvSpPr txBox="1">
            <a:spLocks noGrp="1"/>
          </p:cNvSpPr>
          <p:nvPr>
            <p:ph type="sldNum" idx="12"/>
          </p:nvPr>
        </p:nvSpPr>
        <p:spPr>
          <a:xfrm>
            <a:off x="8218489" y="6492240"/>
            <a:ext cx="3530400" cy="137200"/>
          </a:xfrm>
          <a:prstGeom prst="rect">
            <a:avLst/>
          </a:prstGeom>
          <a:noFill/>
          <a:ln>
            <a:noFill/>
          </a:ln>
        </p:spPr>
        <p:txBody>
          <a:bodyPr spcFirstLastPara="1" wrap="square" lIns="0" tIns="0" rIns="0" bIns="0" anchor="b" anchorCtr="0">
            <a:noAutofit/>
          </a:bodyPr>
          <a:lstStyle>
            <a:lvl1pPr marL="0" marR="0" lvl="0" indent="0" algn="r" rtl="0">
              <a:spcBef>
                <a:spcPts val="0"/>
              </a:spcBef>
              <a:buNone/>
              <a:defRPr sz="800">
                <a:solidFill>
                  <a:schemeClr val="dk1"/>
                </a:solidFill>
                <a:latin typeface="Arial"/>
                <a:ea typeface="Arial"/>
                <a:cs typeface="Arial"/>
                <a:sym typeface="Arial"/>
              </a:defRPr>
            </a:lvl1pPr>
            <a:lvl2pPr marL="0" marR="0" lvl="1" indent="0" algn="r" rtl="0">
              <a:spcBef>
                <a:spcPts val="0"/>
              </a:spcBef>
              <a:buNone/>
              <a:defRPr sz="800">
                <a:solidFill>
                  <a:schemeClr val="dk1"/>
                </a:solidFill>
                <a:latin typeface="Arial"/>
                <a:ea typeface="Arial"/>
                <a:cs typeface="Arial"/>
                <a:sym typeface="Arial"/>
              </a:defRPr>
            </a:lvl2pPr>
            <a:lvl3pPr marL="0" marR="0" lvl="2" indent="0" algn="r" rtl="0">
              <a:spcBef>
                <a:spcPts val="0"/>
              </a:spcBef>
              <a:buNone/>
              <a:defRPr sz="800">
                <a:solidFill>
                  <a:schemeClr val="dk1"/>
                </a:solidFill>
                <a:latin typeface="Arial"/>
                <a:ea typeface="Arial"/>
                <a:cs typeface="Arial"/>
                <a:sym typeface="Arial"/>
              </a:defRPr>
            </a:lvl3pPr>
            <a:lvl4pPr marL="0" marR="0" lvl="3" indent="0" algn="r" rtl="0">
              <a:spcBef>
                <a:spcPts val="0"/>
              </a:spcBef>
              <a:buNone/>
              <a:defRPr sz="800">
                <a:solidFill>
                  <a:schemeClr val="dk1"/>
                </a:solidFill>
                <a:latin typeface="Arial"/>
                <a:ea typeface="Arial"/>
                <a:cs typeface="Arial"/>
                <a:sym typeface="Arial"/>
              </a:defRPr>
            </a:lvl4pPr>
            <a:lvl5pPr marL="0" marR="0" lvl="4" indent="0" algn="r" rtl="0">
              <a:spcBef>
                <a:spcPts val="0"/>
              </a:spcBef>
              <a:buNone/>
              <a:defRPr sz="800">
                <a:solidFill>
                  <a:schemeClr val="dk1"/>
                </a:solidFill>
                <a:latin typeface="Arial"/>
                <a:ea typeface="Arial"/>
                <a:cs typeface="Arial"/>
                <a:sym typeface="Arial"/>
              </a:defRPr>
            </a:lvl5pPr>
            <a:lvl6pPr marL="0" marR="0" lvl="5" indent="0" algn="r" rtl="0">
              <a:spcBef>
                <a:spcPts val="0"/>
              </a:spcBef>
              <a:buNone/>
              <a:defRPr sz="800">
                <a:solidFill>
                  <a:schemeClr val="dk1"/>
                </a:solidFill>
                <a:latin typeface="Arial"/>
                <a:ea typeface="Arial"/>
                <a:cs typeface="Arial"/>
                <a:sym typeface="Arial"/>
              </a:defRPr>
            </a:lvl6pPr>
            <a:lvl7pPr marL="0" marR="0" lvl="6" indent="0" algn="r" rtl="0">
              <a:spcBef>
                <a:spcPts val="0"/>
              </a:spcBef>
              <a:buNone/>
              <a:defRPr sz="800">
                <a:solidFill>
                  <a:schemeClr val="dk1"/>
                </a:solidFill>
                <a:latin typeface="Arial"/>
                <a:ea typeface="Arial"/>
                <a:cs typeface="Arial"/>
                <a:sym typeface="Arial"/>
              </a:defRPr>
            </a:lvl7pPr>
            <a:lvl8pPr marL="0" marR="0" lvl="7" indent="0" algn="r" rtl="0">
              <a:spcBef>
                <a:spcPts val="0"/>
              </a:spcBef>
              <a:buNone/>
              <a:defRPr sz="800">
                <a:solidFill>
                  <a:schemeClr val="dk1"/>
                </a:solidFill>
                <a:latin typeface="Arial"/>
                <a:ea typeface="Arial"/>
                <a:cs typeface="Arial"/>
                <a:sym typeface="Arial"/>
              </a:defRPr>
            </a:lvl8pPr>
            <a:lvl9pPr marL="0" marR="0" lvl="8" indent="0" algn="r" rtl="0">
              <a:spcBef>
                <a:spcPts val="0"/>
              </a:spcBef>
              <a:buNone/>
              <a:defRPr sz="800">
                <a:solidFill>
                  <a:schemeClr val="dk1"/>
                </a:solidFill>
                <a:latin typeface="Arial"/>
                <a:ea typeface="Arial"/>
                <a:cs typeface="Arial"/>
                <a:sym typeface="Arial"/>
              </a:defRPr>
            </a:lvl9pPr>
          </a:lstStyle>
          <a:p>
            <a:fld id="{3E6AC032-1535-134B-A583-D5E1DDD0D167}" type="slidenum">
              <a:rPr lang="en-US" smtClean="0"/>
              <a:pPr/>
              <a:t>‹#›</a:t>
            </a:fld>
            <a:endParaRPr lang="en-US"/>
          </a:p>
        </p:txBody>
      </p:sp>
      <p:sp>
        <p:nvSpPr>
          <p:cNvPr id="706" name="Google Shape;706;p96"/>
          <p:cNvSpPr txBox="1"/>
          <p:nvPr/>
        </p:nvSpPr>
        <p:spPr>
          <a:xfrm>
            <a:off x="442917" y="6378511"/>
            <a:ext cx="4105600" cy="102800"/>
          </a:xfrm>
          <a:prstGeom prst="rect">
            <a:avLst/>
          </a:prstGeom>
          <a:noFill/>
          <a:ln>
            <a:noFill/>
          </a:ln>
        </p:spPr>
        <p:txBody>
          <a:bodyPr spcFirstLastPara="1" wrap="square" lIns="0" tIns="0" rIns="0" bIns="0" anchor="b" anchorCtr="0">
            <a:noAutofit/>
          </a:bodyPr>
          <a:lstStyle/>
          <a:p>
            <a:pPr marL="0" lvl="0" indent="0" algn="l" rtl="0">
              <a:spcBef>
                <a:spcPts val="0"/>
              </a:spcBef>
              <a:spcAft>
                <a:spcPts val="0"/>
              </a:spcAft>
              <a:buNone/>
            </a:pPr>
            <a:r>
              <a:rPr lang="en" sz="667"/>
              <a:t>Ampol</a:t>
            </a:r>
            <a:endParaRPr sz="667">
              <a:solidFill>
                <a:srgbClr val="000000"/>
              </a:solidFill>
            </a:endParaRPr>
          </a:p>
        </p:txBody>
      </p:sp>
    </p:spTree>
    <p:extLst>
      <p:ext uri="{BB962C8B-B14F-4D97-AF65-F5344CB8AC3E}">
        <p14:creationId xmlns:p14="http://schemas.microsoft.com/office/powerpoint/2010/main" val="1224621614"/>
      </p:ext>
    </p:extLst>
  </p:cSld>
  <p:clrMapOvr>
    <a:masterClrMapping/>
  </p:clrMapOvr>
  <p:hf hdr="0" dt="0"/>
</p:sldLayout>
</file>

<file path=ppt/slideLayouts/slideLayout293.xml><?xml version="1.0" encoding="utf-8"?>
<p:sldLayout xmlns:a="http://schemas.openxmlformats.org/drawingml/2006/main" xmlns:r="http://schemas.openxmlformats.org/officeDocument/2006/relationships" xmlns:p="http://schemas.openxmlformats.org/presentationml/2006/main" showMasterSp="0" matchingName="Section Header Grey 1">
  <p:cSld name="Section Header Grey 1">
    <p:bg>
      <p:bgPr>
        <a:solidFill>
          <a:srgbClr val="464646"/>
        </a:solidFill>
        <a:effectLst/>
      </p:bgPr>
    </p:bg>
    <p:spTree>
      <p:nvGrpSpPr>
        <p:cNvPr id="1" name="Shape 1800"/>
        <p:cNvGrpSpPr/>
        <p:nvPr/>
      </p:nvGrpSpPr>
      <p:grpSpPr>
        <a:xfrm>
          <a:off x="0" y="0"/>
          <a:ext cx="0" cy="0"/>
          <a:chOff x="0" y="0"/>
          <a:chExt cx="0" cy="0"/>
        </a:xfrm>
      </p:grpSpPr>
      <p:sp>
        <p:nvSpPr>
          <p:cNvPr id="1801" name="Google Shape;1801;p257"/>
          <p:cNvSpPr txBox="1">
            <a:spLocks noGrp="1"/>
          </p:cNvSpPr>
          <p:nvPr>
            <p:ph type="title"/>
          </p:nvPr>
        </p:nvSpPr>
        <p:spPr>
          <a:xfrm>
            <a:off x="531025" y="3439160"/>
            <a:ext cx="5905200" cy="2046800"/>
          </a:xfrm>
          <a:prstGeom prst="rect">
            <a:avLst/>
          </a:prstGeom>
          <a:noFill/>
          <a:ln>
            <a:noFill/>
          </a:ln>
        </p:spPr>
        <p:txBody>
          <a:bodyPr spcFirstLastPara="1" wrap="square" lIns="0" tIns="0" rIns="0" bIns="0" anchor="t" anchorCtr="0">
            <a:noAutofit/>
          </a:bodyPr>
          <a:lstStyle>
            <a:lvl1pPr marR="0" lvl="0" algn="l">
              <a:lnSpc>
                <a:spcPct val="85000"/>
              </a:lnSpc>
              <a:spcBef>
                <a:spcPts val="0"/>
              </a:spcBef>
              <a:spcAft>
                <a:spcPts val="0"/>
              </a:spcAft>
              <a:buClr>
                <a:schemeClr val="lt1"/>
              </a:buClr>
              <a:buSzPts val="3000"/>
              <a:buFont typeface="Arial"/>
              <a:buNone/>
              <a:defRPr sz="6000" b="0" i="0" u="none" strike="noStrike" cap="none">
                <a:solidFill>
                  <a:schemeClr val="lt1"/>
                </a:solidFill>
                <a:latin typeface="Arial"/>
                <a:ea typeface="Arial"/>
                <a:cs typeface="Arial"/>
                <a:sym typeface="Arial"/>
              </a:defRPr>
            </a:lvl1pPr>
            <a:lvl2pPr lvl="1" algn="l">
              <a:lnSpc>
                <a:spcPct val="100000"/>
              </a:lnSpc>
              <a:spcBef>
                <a:spcPts val="0"/>
              </a:spcBef>
              <a:spcAft>
                <a:spcPts val="0"/>
              </a:spcAft>
              <a:buSzPts val="1100"/>
              <a:buNone/>
              <a:defRPr sz="1867"/>
            </a:lvl2pPr>
            <a:lvl3pPr lvl="2" algn="l">
              <a:lnSpc>
                <a:spcPct val="100000"/>
              </a:lnSpc>
              <a:spcBef>
                <a:spcPts val="0"/>
              </a:spcBef>
              <a:spcAft>
                <a:spcPts val="0"/>
              </a:spcAft>
              <a:buSzPts val="1100"/>
              <a:buNone/>
              <a:defRPr sz="1867"/>
            </a:lvl3pPr>
            <a:lvl4pPr lvl="3" algn="l">
              <a:lnSpc>
                <a:spcPct val="100000"/>
              </a:lnSpc>
              <a:spcBef>
                <a:spcPts val="0"/>
              </a:spcBef>
              <a:spcAft>
                <a:spcPts val="0"/>
              </a:spcAft>
              <a:buSzPts val="1100"/>
              <a:buNone/>
              <a:defRPr sz="1867"/>
            </a:lvl4pPr>
            <a:lvl5pPr lvl="4" algn="l">
              <a:lnSpc>
                <a:spcPct val="100000"/>
              </a:lnSpc>
              <a:spcBef>
                <a:spcPts val="0"/>
              </a:spcBef>
              <a:spcAft>
                <a:spcPts val="0"/>
              </a:spcAft>
              <a:buSzPts val="1100"/>
              <a:buNone/>
              <a:defRPr sz="1867"/>
            </a:lvl5pPr>
            <a:lvl6pPr lvl="5" algn="l">
              <a:lnSpc>
                <a:spcPct val="100000"/>
              </a:lnSpc>
              <a:spcBef>
                <a:spcPts val="0"/>
              </a:spcBef>
              <a:spcAft>
                <a:spcPts val="0"/>
              </a:spcAft>
              <a:buSzPts val="1100"/>
              <a:buNone/>
              <a:defRPr sz="1867"/>
            </a:lvl6pPr>
            <a:lvl7pPr lvl="6" algn="l">
              <a:lnSpc>
                <a:spcPct val="100000"/>
              </a:lnSpc>
              <a:spcBef>
                <a:spcPts val="0"/>
              </a:spcBef>
              <a:spcAft>
                <a:spcPts val="0"/>
              </a:spcAft>
              <a:buSzPts val="1100"/>
              <a:buNone/>
              <a:defRPr sz="1867"/>
            </a:lvl7pPr>
            <a:lvl8pPr lvl="7" algn="l">
              <a:lnSpc>
                <a:spcPct val="100000"/>
              </a:lnSpc>
              <a:spcBef>
                <a:spcPts val="0"/>
              </a:spcBef>
              <a:spcAft>
                <a:spcPts val="0"/>
              </a:spcAft>
              <a:buSzPts val="1100"/>
              <a:buNone/>
              <a:defRPr sz="1867"/>
            </a:lvl8pPr>
            <a:lvl9pPr lvl="8" algn="l">
              <a:lnSpc>
                <a:spcPct val="100000"/>
              </a:lnSpc>
              <a:spcBef>
                <a:spcPts val="0"/>
              </a:spcBef>
              <a:spcAft>
                <a:spcPts val="0"/>
              </a:spcAft>
              <a:buSzPts val="1100"/>
              <a:buNone/>
              <a:defRPr sz="1867"/>
            </a:lvl9pPr>
          </a:lstStyle>
          <a:p>
            <a:r>
              <a:rPr lang="en-US"/>
              <a:t>Click to edit Master title style</a:t>
            </a:r>
            <a:endParaRPr/>
          </a:p>
        </p:txBody>
      </p:sp>
      <p:sp>
        <p:nvSpPr>
          <p:cNvPr id="1802" name="Google Shape;1802;p257"/>
          <p:cNvSpPr txBox="1"/>
          <p:nvPr/>
        </p:nvSpPr>
        <p:spPr>
          <a:xfrm>
            <a:off x="570829" y="-220"/>
            <a:ext cx="2045600" cy="2977200"/>
          </a:xfrm>
          <a:prstGeom prst="rect">
            <a:avLst/>
          </a:prstGeom>
          <a:solidFill>
            <a:schemeClr val="accent3"/>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dk1"/>
              </a:buClr>
              <a:buSzPts val="1200"/>
              <a:buFont typeface="Arial"/>
              <a:buNone/>
            </a:pPr>
            <a:endParaRPr sz="20000" b="0" i="0" u="none" strike="noStrike" cap="none">
              <a:solidFill>
                <a:schemeClr val="dk1"/>
              </a:solidFill>
              <a:latin typeface="Arial"/>
              <a:ea typeface="Arial"/>
              <a:cs typeface="Arial"/>
              <a:sym typeface="Arial"/>
            </a:endParaRPr>
          </a:p>
        </p:txBody>
      </p:sp>
      <p:sp>
        <p:nvSpPr>
          <p:cNvPr id="1803" name="Google Shape;1803;p257"/>
          <p:cNvSpPr txBox="1">
            <a:spLocks noGrp="1"/>
          </p:cNvSpPr>
          <p:nvPr>
            <p:ph type="subTitle" idx="1"/>
          </p:nvPr>
        </p:nvSpPr>
        <p:spPr>
          <a:xfrm>
            <a:off x="570829" y="40640"/>
            <a:ext cx="2045600" cy="2946400"/>
          </a:xfrm>
          <a:prstGeom prst="rect">
            <a:avLst/>
          </a:prstGeom>
          <a:solidFill>
            <a:schemeClr val="accent1"/>
          </a:solidFill>
          <a:ln>
            <a:noFill/>
          </a:ln>
        </p:spPr>
        <p:txBody>
          <a:bodyPr spcFirstLastPara="1" wrap="square" lIns="0" tIns="0" rIns="0" bIns="0" anchor="ctr" anchorCtr="0">
            <a:noAutofit/>
          </a:bodyPr>
          <a:lstStyle>
            <a:lvl1pPr marR="0" lvl="0" algn="ctr">
              <a:lnSpc>
                <a:spcPct val="95000"/>
              </a:lnSpc>
              <a:spcBef>
                <a:spcPts val="0"/>
              </a:spcBef>
              <a:spcAft>
                <a:spcPts val="0"/>
              </a:spcAft>
              <a:buClr>
                <a:schemeClr val="lt1"/>
              </a:buClr>
              <a:buSzPts val="48800"/>
              <a:buFont typeface="Arial"/>
              <a:buNone/>
              <a:defRPr sz="20000" b="0" i="0" u="none" strike="noStrike" cap="none">
                <a:solidFill>
                  <a:schemeClr val="lt1"/>
                </a:solidFill>
                <a:latin typeface="Arial"/>
                <a:ea typeface="Arial"/>
                <a:cs typeface="Arial"/>
                <a:sym typeface="Arial"/>
              </a:defRPr>
            </a:lvl1pPr>
            <a:lvl2pPr marR="0" lvl="1" algn="l">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2pPr>
            <a:lvl3pPr marR="0" lvl="2" algn="l">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3pPr>
            <a:lvl4pPr marR="0" lvl="3" algn="l">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4pPr>
            <a:lvl5pPr marR="0" lvl="4" algn="l">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5pPr>
            <a:lvl6pPr marR="0" lvl="5" algn="l">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6pPr>
            <a:lvl7pPr marR="0" lvl="6" algn="l">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7pPr>
            <a:lvl8pPr marR="0" lvl="7" algn="l">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8pPr>
            <a:lvl9pPr marR="0" lvl="8" algn="l">
              <a:lnSpc>
                <a:spcPct val="95000"/>
              </a:lnSpc>
              <a:spcBef>
                <a:spcPts val="0"/>
              </a:spcBef>
              <a:spcAft>
                <a:spcPts val="0"/>
              </a:spcAft>
              <a:buClr>
                <a:schemeClr val="lt1"/>
              </a:buClr>
              <a:buSzPts val="48800"/>
              <a:buFont typeface="Arial"/>
              <a:buNone/>
              <a:defRPr sz="65065" b="0" i="0" u="none" strike="noStrike" cap="none">
                <a:solidFill>
                  <a:schemeClr val="lt1"/>
                </a:solidFill>
                <a:latin typeface="Arial"/>
                <a:ea typeface="Arial"/>
                <a:cs typeface="Arial"/>
                <a:sym typeface="Arial"/>
              </a:defRPr>
            </a:lvl9pPr>
          </a:lstStyle>
          <a:p>
            <a:r>
              <a:rPr lang="en-US"/>
              <a:t>Click to edit Master subtitle style</a:t>
            </a:r>
            <a:endParaRPr/>
          </a:p>
        </p:txBody>
      </p:sp>
      <p:sp>
        <p:nvSpPr>
          <p:cNvPr id="1804" name="Google Shape;1804;p257"/>
          <p:cNvSpPr/>
          <p:nvPr/>
        </p:nvSpPr>
        <p:spPr>
          <a:xfrm rot="10800000">
            <a:off x="3357" y="1423755"/>
            <a:ext cx="10660719" cy="5424085"/>
          </a:xfrm>
          <a:custGeom>
            <a:avLst/>
            <a:gdLst/>
            <a:ahLst/>
            <a:cxnLst/>
            <a:rect l="l" t="t" r="r" b="b"/>
            <a:pathLst>
              <a:path w="3987800" h="3698240" extrusionOk="0">
                <a:moveTo>
                  <a:pt x="0" y="0"/>
                </a:moveTo>
                <a:lnTo>
                  <a:pt x="0" y="3698240"/>
                </a:lnTo>
                <a:lnTo>
                  <a:pt x="3987800" y="3698240"/>
                </a:lnTo>
              </a:path>
            </a:pathLst>
          </a:custGeom>
          <a:noFill/>
          <a:ln w="76200" cap="flat" cmpd="sng">
            <a:solidFill>
              <a:schemeClr val="accent1"/>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None/>
            </a:pPr>
            <a:endParaRPr sz="1467" b="0" i="0" u="none" strike="noStrike" cap="none">
              <a:solidFill>
                <a:schemeClr val="lt1"/>
              </a:solidFill>
              <a:latin typeface="Arial"/>
              <a:ea typeface="Arial"/>
              <a:cs typeface="Arial"/>
              <a:sym typeface="Arial"/>
            </a:endParaRPr>
          </a:p>
        </p:txBody>
      </p:sp>
      <p:sp>
        <p:nvSpPr>
          <p:cNvPr id="1805" name="Google Shape;1805;p257"/>
          <p:cNvSpPr/>
          <p:nvPr/>
        </p:nvSpPr>
        <p:spPr>
          <a:xfrm>
            <a:off x="6574357" y="10160"/>
            <a:ext cx="5622799" cy="5424085"/>
          </a:xfrm>
          <a:custGeom>
            <a:avLst/>
            <a:gdLst/>
            <a:ahLst/>
            <a:cxnLst/>
            <a:rect l="l" t="t" r="r" b="b"/>
            <a:pathLst>
              <a:path w="3987800" h="3698240" extrusionOk="0">
                <a:moveTo>
                  <a:pt x="0" y="0"/>
                </a:moveTo>
                <a:lnTo>
                  <a:pt x="0" y="3698240"/>
                </a:lnTo>
                <a:lnTo>
                  <a:pt x="3987800" y="3698240"/>
                </a:lnTo>
              </a:path>
            </a:pathLst>
          </a:custGeom>
          <a:noFill/>
          <a:ln w="76200" cap="flat" cmpd="sng">
            <a:solidFill>
              <a:schemeClr val="accent1"/>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rtl="0">
              <a:lnSpc>
                <a:spcPct val="100000"/>
              </a:lnSpc>
              <a:spcBef>
                <a:spcPts val="0"/>
              </a:spcBef>
              <a:spcAft>
                <a:spcPts val="0"/>
              </a:spcAft>
              <a:buNone/>
            </a:pPr>
            <a:endParaRPr sz="1467"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1485613"/>
      </p:ext>
    </p:extLst>
  </p:cSld>
  <p:clrMapOvr>
    <a:masterClrMapping/>
  </p:clrMapOvr>
  <p:hf hdr="0" dt="0"/>
</p:sldLayout>
</file>

<file path=ppt/slideLayouts/slideLayout29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5B003-21C0-B330-250F-4F4F5D7449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7FBCE78-2787-5B9E-8783-6CDB4F716E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CEEAFA-D853-3653-B8F5-C865D5FD277A}"/>
              </a:ext>
            </a:extLst>
          </p:cNvPr>
          <p:cNvSpPr>
            <a:spLocks noGrp="1"/>
          </p:cNvSpPr>
          <p:nvPr>
            <p:ph type="dt" sz="half" idx="10"/>
          </p:nvPr>
        </p:nvSpPr>
        <p:spPr/>
        <p:txBody>
          <a:bodyPr/>
          <a:lstStyle/>
          <a:p>
            <a:fld id="{C109DCB7-F85F-C94F-9809-057CCD97D7F2}" type="datetimeFigureOut">
              <a:rPr lang="en-US" smtClean="0"/>
              <a:t>8/17/2026</a:t>
            </a:fld>
            <a:endParaRPr lang="en-US"/>
          </a:p>
        </p:txBody>
      </p:sp>
      <p:sp>
        <p:nvSpPr>
          <p:cNvPr id="5" name="Footer Placeholder 4">
            <a:extLst>
              <a:ext uri="{FF2B5EF4-FFF2-40B4-BE49-F238E27FC236}">
                <a16:creationId xmlns:a16="http://schemas.microsoft.com/office/drawing/2014/main" id="{B20C62C8-AC00-7418-95BD-71F0955FA929}"/>
              </a:ext>
            </a:extLst>
          </p:cNvPr>
          <p:cNvSpPr>
            <a:spLocks noGrp="1"/>
          </p:cNvSpPr>
          <p:nvPr>
            <p:ph type="ftr" sz="quarter" idx="11"/>
          </p:nvPr>
        </p:nvSpPr>
        <p:spPr/>
        <p:txBody>
          <a:bodyPr/>
          <a:lstStyle/>
          <a:p>
            <a:r>
              <a:rPr lang="en-US"/>
              <a:t>Presentation Title   |   Section Title</a:t>
            </a:r>
          </a:p>
        </p:txBody>
      </p:sp>
      <p:sp>
        <p:nvSpPr>
          <p:cNvPr id="6" name="Slide Number Placeholder 5">
            <a:extLst>
              <a:ext uri="{FF2B5EF4-FFF2-40B4-BE49-F238E27FC236}">
                <a16:creationId xmlns:a16="http://schemas.microsoft.com/office/drawing/2014/main" id="{16123C3D-BD13-9895-748B-94E0B2E7A7EC}"/>
              </a:ext>
            </a:extLst>
          </p:cNvPr>
          <p:cNvSpPr>
            <a:spLocks noGrp="1"/>
          </p:cNvSpPr>
          <p:nvPr>
            <p:ph type="sldNum" sz="quarter" idx="12"/>
          </p:nvPr>
        </p:nvSpPr>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1251502460"/>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p:cSld name="On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CFD1E-44C0-82AB-4835-E04E70ED811A}"/>
              </a:ext>
            </a:extLst>
          </p:cNvPr>
          <p:cNvSpPr>
            <a:spLocks noGrp="1"/>
          </p:cNvSpPr>
          <p:nvPr>
            <p:ph type="title"/>
          </p:nvPr>
        </p:nvSpPr>
        <p:spPr/>
        <p:txBody>
          <a:bodyPr/>
          <a:lstStyle>
            <a:lvl1pPr>
              <a:defRPr sz="3000"/>
            </a:lvl1pPr>
          </a:lstStyle>
          <a:p>
            <a:r>
              <a:rPr lang="en-US"/>
              <a:t>Click to edit Master title style</a:t>
            </a:r>
            <a:endParaRPr lang="en-AU"/>
          </a:p>
        </p:txBody>
      </p:sp>
      <p:sp>
        <p:nvSpPr>
          <p:cNvPr id="3" name="Footer Placeholder 2">
            <a:extLst>
              <a:ext uri="{FF2B5EF4-FFF2-40B4-BE49-F238E27FC236}">
                <a16:creationId xmlns:a16="http://schemas.microsoft.com/office/drawing/2014/main" id="{000502BC-A7FD-26DC-C2E1-0C1C2840FFEC}"/>
              </a:ext>
            </a:extLst>
          </p:cNvPr>
          <p:cNvSpPr>
            <a:spLocks noGrp="1"/>
          </p:cNvSpPr>
          <p:nvPr>
            <p:ph type="ftr" sz="quarter" idx="10"/>
          </p:nvPr>
        </p:nvSpPr>
        <p:spPr/>
        <p:txBody>
          <a:bodyPr/>
          <a:lstStyle/>
          <a:p>
            <a:r>
              <a:rPr lang="en-US"/>
              <a:t>Presentation Title   |   Section Title</a:t>
            </a:r>
          </a:p>
        </p:txBody>
      </p:sp>
      <p:sp>
        <p:nvSpPr>
          <p:cNvPr id="4" name="Slide Number Placeholder 3">
            <a:extLst>
              <a:ext uri="{FF2B5EF4-FFF2-40B4-BE49-F238E27FC236}">
                <a16:creationId xmlns:a16="http://schemas.microsoft.com/office/drawing/2014/main" id="{90801E54-DBAF-CB2B-774C-E963886C1D62}"/>
              </a:ext>
            </a:extLst>
          </p:cNvPr>
          <p:cNvSpPr>
            <a:spLocks noGrp="1"/>
          </p:cNvSpPr>
          <p:nvPr>
            <p:ph type="sldNum" sz="quarter" idx="11"/>
          </p:nvPr>
        </p:nvSpPr>
        <p:spPr/>
        <p:txBody>
          <a:bodyPr/>
          <a:lstStyle/>
          <a:p>
            <a:fld id="{3E6AC032-1535-134B-A583-D5E1DDD0D167}" type="slidenum">
              <a:rPr lang="en-US" smtClean="0"/>
              <a:pPr/>
              <a:t>‹#›</a:t>
            </a:fld>
            <a:endParaRPr lang="en-US"/>
          </a:p>
        </p:txBody>
      </p:sp>
      <p:sp>
        <p:nvSpPr>
          <p:cNvPr id="6" name="Content Placeholder 5">
            <a:extLst>
              <a:ext uri="{FF2B5EF4-FFF2-40B4-BE49-F238E27FC236}">
                <a16:creationId xmlns:a16="http://schemas.microsoft.com/office/drawing/2014/main" id="{592D4005-4B5E-2B9D-DB8A-67BDD3949F6B}"/>
              </a:ext>
            </a:extLst>
          </p:cNvPr>
          <p:cNvSpPr>
            <a:spLocks noGrp="1"/>
          </p:cNvSpPr>
          <p:nvPr>
            <p:ph sz="quarter" idx="12"/>
          </p:nvPr>
        </p:nvSpPr>
        <p:spPr>
          <a:xfrm>
            <a:off x="358774" y="1712913"/>
            <a:ext cx="11472864" cy="41640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1129092482"/>
      </p:ext>
    </p:extLst>
  </p:cSld>
  <p:clrMapOvr>
    <a:masterClrMapping/>
  </p:clrMapOvr>
  <p:hf hdr="0" dt="0"/>
</p:sldLayout>
</file>

<file path=ppt/slideLayouts/slideLayout296.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17FEB-A912-F824-A04D-FFCB1E9F9C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270AAB-43F2-3E74-9684-54FFF690E4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4093EA5-3908-7B85-8194-D0AEAF0E5D97}"/>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8B72682A-A89D-B2EE-166B-15E2D74947EF}"/>
              </a:ext>
            </a:extLst>
          </p:cNvPr>
          <p:cNvSpPr>
            <a:spLocks noGrp="1"/>
          </p:cNvSpPr>
          <p:nvPr>
            <p:ph type="ftr" sz="quarter" idx="11"/>
          </p:nvPr>
        </p:nvSpPr>
        <p:spPr/>
        <p:txBody>
          <a:bodyPr/>
          <a:lstStyle/>
          <a:p>
            <a:r>
              <a:rPr lang="en-US"/>
              <a:t>Presentation Title   |   Section Title</a:t>
            </a:r>
          </a:p>
        </p:txBody>
      </p:sp>
      <p:sp>
        <p:nvSpPr>
          <p:cNvPr id="6" name="Slide Number Placeholder 5">
            <a:extLst>
              <a:ext uri="{FF2B5EF4-FFF2-40B4-BE49-F238E27FC236}">
                <a16:creationId xmlns:a16="http://schemas.microsoft.com/office/drawing/2014/main" id="{A3CF8982-0A32-C48B-58B6-DF4FE97E4514}"/>
              </a:ext>
            </a:extLst>
          </p:cNvPr>
          <p:cNvSpPr>
            <a:spLocks noGrp="1"/>
          </p:cNvSpPr>
          <p:nvPr>
            <p:ph type="sldNum" sz="quarter" idx="12"/>
          </p:nvPr>
        </p:nvSpPr>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469025019"/>
      </p:ext>
    </p:extLst>
  </p:cSld>
  <p:clrMapOvr>
    <a:masterClrMapping/>
  </p:clrMapOvr>
  <p:hf hdr="0" dt="0"/>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p:cSld name="09_Text - 1 Column">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360000" y="278281"/>
            <a:ext cx="7814320" cy="600072"/>
          </a:xfrm>
        </p:spPr>
        <p:txBody>
          <a:bodyPr/>
          <a:lstStyle>
            <a:lvl1pPr>
              <a:defRPr sz="3000" b="0" i="0">
                <a:solidFill>
                  <a:schemeClr val="tx1"/>
                </a:solidFill>
                <a:latin typeface="Mark OT" panose="020B0504020201010104" pitchFamily="34" charset="77"/>
              </a:defRPr>
            </a:lvl1pPr>
          </a:lstStyle>
          <a:p>
            <a:r>
              <a:rPr lang="en-US"/>
              <a:t>Click to edit Master title style</a:t>
            </a:r>
          </a:p>
        </p:txBody>
      </p:sp>
      <p:cxnSp>
        <p:nvCxnSpPr>
          <p:cNvPr id="5" name="Straight Connector 4">
            <a:extLst>
              <a:ext uri="{FF2B5EF4-FFF2-40B4-BE49-F238E27FC236}">
                <a16:creationId xmlns:a16="http://schemas.microsoft.com/office/drawing/2014/main" id="{B053CDC4-61D8-3AD5-2F67-2EF26E05F1E0}"/>
              </a:ext>
            </a:extLst>
          </p:cNvPr>
          <p:cNvCxnSpPr/>
          <p:nvPr/>
        </p:nvCxnSpPr>
        <p:spPr>
          <a:xfrm>
            <a:off x="0" y="955497"/>
            <a:ext cx="12192000" cy="0"/>
          </a:xfrm>
          <a:prstGeom prst="line">
            <a:avLst/>
          </a:prstGeom>
          <a:ln w="9525">
            <a:solidFill>
              <a:srgbClr val="151515"/>
            </a:solidFill>
          </a:ln>
        </p:spPr>
        <p:style>
          <a:lnRef idx="1">
            <a:schemeClr val="accent1"/>
          </a:lnRef>
          <a:fillRef idx="0">
            <a:schemeClr val="accent1"/>
          </a:fillRef>
          <a:effectRef idx="0">
            <a:schemeClr val="accent1"/>
          </a:effectRef>
          <a:fontRef idx="minor">
            <a:schemeClr val="tx1"/>
          </a:fontRef>
        </p:style>
      </p:cxnSp>
      <p:sp>
        <p:nvSpPr>
          <p:cNvPr id="2" name="Slide Number Placeholder 3">
            <a:extLst>
              <a:ext uri="{FF2B5EF4-FFF2-40B4-BE49-F238E27FC236}">
                <a16:creationId xmlns:a16="http://schemas.microsoft.com/office/drawing/2014/main" id="{EA2AED5E-A76C-D5A1-53EF-4D6B6729FF53}"/>
              </a:ext>
            </a:extLst>
          </p:cNvPr>
          <p:cNvSpPr>
            <a:spLocks noGrp="1"/>
          </p:cNvSpPr>
          <p:nvPr>
            <p:ph type="sldNum" sz="quarter" idx="4"/>
          </p:nvPr>
        </p:nvSpPr>
        <p:spPr>
          <a:xfrm>
            <a:off x="11225892" y="6356350"/>
            <a:ext cx="805543" cy="365125"/>
          </a:xfrm>
          <a:prstGeom prst="rect">
            <a:avLst/>
          </a:prstGeom>
        </p:spPr>
        <p:txBody>
          <a:bodyPr vert="horz" lIns="90000" tIns="45720" rIns="91440" bIns="45720" rtlCol="0" anchor="ctr"/>
          <a:lstStyle>
            <a:lvl1pPr algn="r">
              <a:defRPr sz="1200" b="0" i="0">
                <a:solidFill>
                  <a:schemeClr val="tx1"/>
                </a:solidFill>
                <a:latin typeface="Mark OT" panose="020B0504020201010104" pitchFamily="34" charset="77"/>
              </a:defRPr>
            </a:lvl1pPr>
          </a:lstStyle>
          <a:p>
            <a:fld id="{3E6AC032-1535-134B-A583-D5E1DDD0D167}" type="slidenum">
              <a:rPr lang="en-US" smtClean="0"/>
              <a:pPr/>
              <a:t>‹#›</a:t>
            </a:fld>
            <a:endParaRPr lang="en-US"/>
          </a:p>
        </p:txBody>
      </p:sp>
      <p:pic>
        <p:nvPicPr>
          <p:cNvPr id="4" name="Picture 3">
            <a:extLst>
              <a:ext uri="{FF2B5EF4-FFF2-40B4-BE49-F238E27FC236}">
                <a16:creationId xmlns:a16="http://schemas.microsoft.com/office/drawing/2014/main" id="{67EBA50B-D27A-920C-92B5-D18C91861797}"/>
              </a:ext>
            </a:extLst>
          </p:cNvPr>
          <p:cNvPicPr>
            <a:picLocks noChangeAspect="1"/>
          </p:cNvPicPr>
          <p:nvPr/>
        </p:nvPicPr>
        <p:blipFill>
          <a:blip r:embed="rId2"/>
          <a:srcRect/>
          <a:stretch/>
        </p:blipFill>
        <p:spPr>
          <a:xfrm>
            <a:off x="10335986" y="296824"/>
            <a:ext cx="1575355" cy="386763"/>
          </a:xfrm>
          <a:prstGeom prst="rect">
            <a:avLst/>
          </a:prstGeom>
        </p:spPr>
      </p:pic>
      <p:sp>
        <p:nvSpPr>
          <p:cNvPr id="6" name="Text Placeholder 5">
            <a:extLst>
              <a:ext uri="{FF2B5EF4-FFF2-40B4-BE49-F238E27FC236}">
                <a16:creationId xmlns:a16="http://schemas.microsoft.com/office/drawing/2014/main" id="{97BA7698-7B3A-257F-1E8A-3029DFAEF68C}"/>
              </a:ext>
            </a:extLst>
          </p:cNvPr>
          <p:cNvSpPr>
            <a:spLocks noGrp="1"/>
          </p:cNvSpPr>
          <p:nvPr>
            <p:ph type="body" sz="quarter" idx="11"/>
          </p:nvPr>
        </p:nvSpPr>
        <p:spPr>
          <a:xfrm>
            <a:off x="360001" y="1371215"/>
            <a:ext cx="7814320" cy="4634151"/>
          </a:xfr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19297617"/>
      </p:ext>
    </p:extLst>
  </p:cSld>
  <p:clrMapOvr>
    <a:masterClrMapping/>
  </p:clrMapOvr>
  <p:hf hdr="0" dt="0"/>
</p:sldLayout>
</file>

<file path=ppt/slideLayouts/slideLayout298.xml><?xml version="1.0" encoding="utf-8"?>
<p:sldLayout xmlns:a="http://schemas.openxmlformats.org/drawingml/2006/main" xmlns:r="http://schemas.openxmlformats.org/officeDocument/2006/relationships" xmlns:p="http://schemas.openxmlformats.org/presentationml/2006/main" matchingName="Agenda">
  <p:cSld name="4_Agenda">
    <p:spTree>
      <p:nvGrpSpPr>
        <p:cNvPr id="1" name="Shape 708"/>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F46178C3-6B32-D9D3-A7B7-D3D8FFEAC429}"/>
              </a:ext>
            </a:extLst>
          </p:cNvPr>
          <p:cNvGraphicFramePr>
            <a:graphicFrameLocks noChangeAspect="1"/>
          </p:cNvGraphicFramePr>
          <p:nvPr>
            <p:custDataLst>
              <p:tags r:id="rId1"/>
            </p:custDataLst>
            <p:extLst>
              <p:ext uri="{D42A27DB-BD31-4B8C-83A1-F6EECF244321}">
                <p14:modId xmlns:p14="http://schemas.microsoft.com/office/powerpoint/2010/main" val="13655590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F46178C3-6B32-D9D3-A7B7-D3D8FFEAC42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09" name="Google Shape;709;g2d9f5923ef8_5_1459" descr="Title placeholder"/>
          <p:cNvSpPr txBox="1">
            <a:spLocks noGrp="1"/>
          </p:cNvSpPr>
          <p:nvPr>
            <p:ph type="title"/>
          </p:nvPr>
        </p:nvSpPr>
        <p:spPr>
          <a:xfrm>
            <a:off x="442914" y="432001"/>
            <a:ext cx="11306100" cy="7437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dk1"/>
              </a:buClr>
              <a:buSzPts val="3200"/>
              <a:buFont typeface="Georgia"/>
              <a:buNone/>
              <a:defRPr sz="3200" b="0" i="0" u="none" strike="noStrike" cap="none">
                <a:solidFill>
                  <a:schemeClr val="dk1"/>
                </a:solidFill>
                <a:latin typeface="Georgia"/>
                <a:ea typeface="Georgia"/>
                <a:cs typeface="Georgia"/>
                <a:sym typeface="Georgia"/>
              </a:defRPr>
            </a:lvl1pPr>
            <a:lvl2pPr lvl="1" algn="l" rtl="0">
              <a:lnSpc>
                <a:spcPct val="100000"/>
              </a:lnSpc>
              <a:spcBef>
                <a:spcPts val="0"/>
              </a:spcBef>
              <a:spcAft>
                <a:spcPts val="0"/>
              </a:spcAft>
              <a:buSzPts val="1400"/>
              <a:buNone/>
              <a:defRPr sz="1800"/>
            </a:lvl2pPr>
            <a:lvl3pPr lvl="2" algn="l" rtl="0">
              <a:lnSpc>
                <a:spcPct val="100000"/>
              </a:lnSpc>
              <a:spcBef>
                <a:spcPts val="0"/>
              </a:spcBef>
              <a:spcAft>
                <a:spcPts val="0"/>
              </a:spcAft>
              <a:buSzPts val="1400"/>
              <a:buNone/>
              <a:defRPr sz="1800"/>
            </a:lvl3pPr>
            <a:lvl4pPr lvl="3" algn="l" rtl="0">
              <a:lnSpc>
                <a:spcPct val="100000"/>
              </a:lnSpc>
              <a:spcBef>
                <a:spcPts val="0"/>
              </a:spcBef>
              <a:spcAft>
                <a:spcPts val="0"/>
              </a:spcAft>
              <a:buSzPts val="1400"/>
              <a:buNone/>
              <a:defRPr sz="1800"/>
            </a:lvl4pPr>
            <a:lvl5pPr lvl="4" algn="l" rtl="0">
              <a:lnSpc>
                <a:spcPct val="100000"/>
              </a:lnSpc>
              <a:spcBef>
                <a:spcPts val="0"/>
              </a:spcBef>
              <a:spcAft>
                <a:spcPts val="0"/>
              </a:spcAft>
              <a:buSzPts val="1400"/>
              <a:buNone/>
              <a:defRPr sz="1800"/>
            </a:lvl5pPr>
            <a:lvl6pPr lvl="5" algn="l" rtl="0">
              <a:lnSpc>
                <a:spcPct val="100000"/>
              </a:lnSpc>
              <a:spcBef>
                <a:spcPts val="0"/>
              </a:spcBef>
              <a:spcAft>
                <a:spcPts val="0"/>
              </a:spcAft>
              <a:buSzPts val="1400"/>
              <a:buNone/>
              <a:defRPr sz="1800"/>
            </a:lvl6pPr>
            <a:lvl7pPr lvl="6" algn="l" rtl="0">
              <a:lnSpc>
                <a:spcPct val="100000"/>
              </a:lnSpc>
              <a:spcBef>
                <a:spcPts val="0"/>
              </a:spcBef>
              <a:spcAft>
                <a:spcPts val="0"/>
              </a:spcAft>
              <a:buSzPts val="1400"/>
              <a:buNone/>
              <a:defRPr sz="1800"/>
            </a:lvl7pPr>
            <a:lvl8pPr lvl="7" algn="l" rtl="0">
              <a:lnSpc>
                <a:spcPct val="100000"/>
              </a:lnSpc>
              <a:spcBef>
                <a:spcPts val="0"/>
              </a:spcBef>
              <a:spcAft>
                <a:spcPts val="0"/>
              </a:spcAft>
              <a:buSzPts val="1400"/>
              <a:buNone/>
              <a:defRPr sz="1800"/>
            </a:lvl8pPr>
            <a:lvl9pPr lvl="8" algn="l" rtl="0">
              <a:lnSpc>
                <a:spcPct val="100000"/>
              </a:lnSpc>
              <a:spcBef>
                <a:spcPts val="0"/>
              </a:spcBef>
              <a:spcAft>
                <a:spcPts val="0"/>
              </a:spcAft>
              <a:buSzPts val="1400"/>
              <a:buNone/>
              <a:defRPr sz="1800"/>
            </a:lvl9pPr>
          </a:lstStyle>
          <a:p>
            <a:r>
              <a:rPr lang="en-US"/>
              <a:t>Click to edit Master title style</a:t>
            </a:r>
            <a:endParaRPr lang="en-AU"/>
          </a:p>
        </p:txBody>
      </p:sp>
      <p:sp>
        <p:nvSpPr>
          <p:cNvPr id="711" name="Google Shape;711;g2d9f5923ef8_5_1459"/>
          <p:cNvSpPr txBox="1">
            <a:spLocks noGrp="1"/>
          </p:cNvSpPr>
          <p:nvPr>
            <p:ph type="sldNum" idx="12"/>
          </p:nvPr>
        </p:nvSpPr>
        <p:spPr>
          <a:xfrm>
            <a:off x="11017512" y="6561176"/>
            <a:ext cx="731700" cy="335733"/>
          </a:xfrm>
          <a:prstGeom prst="rect">
            <a:avLst/>
          </a:prstGeom>
          <a:noFill/>
          <a:ln>
            <a:noFill/>
          </a:ln>
        </p:spPr>
        <p:txBody>
          <a:bodyPr spcFirstLastPara="1" wrap="square" lIns="0" tIns="0" rIns="0" bIns="0" anchor="t" anchorCtr="0">
            <a:spAutoFit/>
          </a:bodyPr>
          <a:lstStyle>
            <a:lvl1pPr marL="0" marR="0" lvl="0" indent="0" algn="r" rtl="0">
              <a:lnSpc>
                <a:spcPct val="115000"/>
              </a:lnSpc>
              <a:spcBef>
                <a:spcPts val="0"/>
              </a:spcBef>
              <a:spcAft>
                <a:spcPts val="1100"/>
              </a:spcAft>
              <a:buNone/>
              <a:defRPr sz="1100">
                <a:solidFill>
                  <a:schemeClr val="dk1"/>
                </a:solidFill>
                <a:latin typeface="HelveticaNeueLT Pro 45 Lt" panose="020B0403020202020204" pitchFamily="34" charset="0"/>
                <a:ea typeface="HelveticaNeueLT Pro 45 Lt" panose="020B0403020202020204" pitchFamily="34" charset="0"/>
                <a:cs typeface="HelveticaNeueLT Pro 45 Lt" panose="020B0403020202020204" pitchFamily="34" charset="0"/>
                <a:sym typeface="Helvetica Neue Light"/>
              </a:defRPr>
            </a:lvl1pPr>
            <a:lvl2pPr marL="0" marR="0" lvl="1" indent="0" algn="r" rtl="0">
              <a:lnSpc>
                <a:spcPct val="115000"/>
              </a:lnSpc>
              <a:spcBef>
                <a:spcPts val="0"/>
              </a:spcBef>
              <a:spcAft>
                <a:spcPts val="1100"/>
              </a:spcAft>
              <a:buNone/>
              <a:defRPr sz="1100">
                <a:solidFill>
                  <a:schemeClr val="dk1"/>
                </a:solidFill>
                <a:latin typeface="Helvetica Neue Light"/>
                <a:ea typeface="Helvetica Neue Light"/>
                <a:cs typeface="Helvetica Neue Light"/>
                <a:sym typeface="Helvetica Neue Light"/>
              </a:defRPr>
            </a:lvl2pPr>
            <a:lvl3pPr marL="0" marR="0" lvl="2" indent="0" algn="r" rtl="0">
              <a:lnSpc>
                <a:spcPct val="115000"/>
              </a:lnSpc>
              <a:spcBef>
                <a:spcPts val="0"/>
              </a:spcBef>
              <a:spcAft>
                <a:spcPts val="1100"/>
              </a:spcAft>
              <a:buNone/>
              <a:defRPr sz="1100">
                <a:solidFill>
                  <a:schemeClr val="dk1"/>
                </a:solidFill>
                <a:latin typeface="Helvetica Neue Light"/>
                <a:ea typeface="Helvetica Neue Light"/>
                <a:cs typeface="Helvetica Neue Light"/>
                <a:sym typeface="Helvetica Neue Light"/>
              </a:defRPr>
            </a:lvl3pPr>
            <a:lvl4pPr marL="0" marR="0" lvl="3" indent="0" algn="r" rtl="0">
              <a:lnSpc>
                <a:spcPct val="115000"/>
              </a:lnSpc>
              <a:spcBef>
                <a:spcPts val="0"/>
              </a:spcBef>
              <a:spcAft>
                <a:spcPts val="1100"/>
              </a:spcAft>
              <a:buNone/>
              <a:defRPr sz="1100">
                <a:solidFill>
                  <a:schemeClr val="dk1"/>
                </a:solidFill>
                <a:latin typeface="Helvetica Neue Light"/>
                <a:ea typeface="Helvetica Neue Light"/>
                <a:cs typeface="Helvetica Neue Light"/>
                <a:sym typeface="Helvetica Neue Light"/>
              </a:defRPr>
            </a:lvl4pPr>
            <a:lvl5pPr marL="0" marR="0" lvl="4" indent="0" algn="r" rtl="0">
              <a:lnSpc>
                <a:spcPct val="115000"/>
              </a:lnSpc>
              <a:spcBef>
                <a:spcPts val="0"/>
              </a:spcBef>
              <a:spcAft>
                <a:spcPts val="1100"/>
              </a:spcAft>
              <a:buNone/>
              <a:defRPr sz="1100">
                <a:solidFill>
                  <a:schemeClr val="dk1"/>
                </a:solidFill>
                <a:latin typeface="Helvetica Neue Light"/>
                <a:ea typeface="Helvetica Neue Light"/>
                <a:cs typeface="Helvetica Neue Light"/>
                <a:sym typeface="Helvetica Neue Light"/>
              </a:defRPr>
            </a:lvl5pPr>
            <a:lvl6pPr marL="0" marR="0" lvl="5" indent="0" algn="r" rtl="0">
              <a:lnSpc>
                <a:spcPct val="115000"/>
              </a:lnSpc>
              <a:spcBef>
                <a:spcPts val="0"/>
              </a:spcBef>
              <a:spcAft>
                <a:spcPts val="1100"/>
              </a:spcAft>
              <a:buNone/>
              <a:defRPr sz="1100">
                <a:solidFill>
                  <a:schemeClr val="dk1"/>
                </a:solidFill>
                <a:latin typeface="Helvetica Neue Light"/>
                <a:ea typeface="Helvetica Neue Light"/>
                <a:cs typeface="Helvetica Neue Light"/>
                <a:sym typeface="Helvetica Neue Light"/>
              </a:defRPr>
            </a:lvl6pPr>
            <a:lvl7pPr marL="0" marR="0" lvl="6" indent="0" algn="r" rtl="0">
              <a:lnSpc>
                <a:spcPct val="115000"/>
              </a:lnSpc>
              <a:spcBef>
                <a:spcPts val="0"/>
              </a:spcBef>
              <a:spcAft>
                <a:spcPts val="1100"/>
              </a:spcAft>
              <a:buNone/>
              <a:defRPr sz="1100">
                <a:solidFill>
                  <a:schemeClr val="dk1"/>
                </a:solidFill>
                <a:latin typeface="Helvetica Neue Light"/>
                <a:ea typeface="Helvetica Neue Light"/>
                <a:cs typeface="Helvetica Neue Light"/>
                <a:sym typeface="Helvetica Neue Light"/>
              </a:defRPr>
            </a:lvl7pPr>
            <a:lvl8pPr marL="0" marR="0" lvl="7" indent="0" algn="r" rtl="0">
              <a:lnSpc>
                <a:spcPct val="115000"/>
              </a:lnSpc>
              <a:spcBef>
                <a:spcPts val="0"/>
              </a:spcBef>
              <a:spcAft>
                <a:spcPts val="1100"/>
              </a:spcAft>
              <a:buNone/>
              <a:defRPr sz="1100">
                <a:solidFill>
                  <a:schemeClr val="dk1"/>
                </a:solidFill>
                <a:latin typeface="Helvetica Neue Light"/>
                <a:ea typeface="Helvetica Neue Light"/>
                <a:cs typeface="Helvetica Neue Light"/>
                <a:sym typeface="Helvetica Neue Light"/>
              </a:defRPr>
            </a:lvl8pPr>
            <a:lvl9pPr marL="0" marR="0" lvl="8" indent="0" algn="r" rtl="0">
              <a:lnSpc>
                <a:spcPct val="115000"/>
              </a:lnSpc>
              <a:spcBef>
                <a:spcPts val="0"/>
              </a:spcBef>
              <a:spcAft>
                <a:spcPts val="1100"/>
              </a:spcAft>
              <a:buNone/>
              <a:defRPr sz="1100">
                <a:solidFill>
                  <a:schemeClr val="dk1"/>
                </a:solidFill>
                <a:latin typeface="Helvetica Neue Light"/>
                <a:ea typeface="Helvetica Neue Light"/>
                <a:cs typeface="Helvetica Neue Light"/>
                <a:sym typeface="Helvetica Neue Light"/>
              </a:defRPr>
            </a:lvl9pPr>
          </a:lstStyle>
          <a:p>
            <a:fld id="{3E6AC032-1535-134B-A583-D5E1DDD0D167}" type="slidenum">
              <a:rPr lang="en-US" smtClean="0"/>
              <a:pPr/>
              <a:t>‹#›</a:t>
            </a:fld>
            <a:endParaRPr lang="en-US"/>
          </a:p>
        </p:txBody>
      </p:sp>
    </p:spTree>
    <p:extLst>
      <p:ext uri="{BB962C8B-B14F-4D97-AF65-F5344CB8AC3E}">
        <p14:creationId xmlns:p14="http://schemas.microsoft.com/office/powerpoint/2010/main" val="2879408988"/>
      </p:ext>
    </p:extLst>
  </p:cSld>
  <p:clrMapOvr>
    <a:masterClrMapping/>
  </p:clrMapOvr>
  <p:hf hdr="0" dt="0"/>
</p:sldLayout>
</file>

<file path=ppt/slideLayouts/slideLayout299.xml><?xml version="1.0" encoding="utf-8"?>
<p:sldLayout xmlns:a="http://schemas.openxmlformats.org/drawingml/2006/main" xmlns:r="http://schemas.openxmlformats.org/officeDocument/2006/relationships" xmlns:p="http://schemas.openxmlformats.org/presentationml/2006/main" matchingName="Title and Full Content - Subtitle 1">
  <p:cSld name="1_Title and Full Content - Subtitle 1">
    <p:spTree>
      <p:nvGrpSpPr>
        <p:cNvPr id="1" name="Shape 720"/>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20F396A3-B349-1CBC-5507-54440793DB82}"/>
              </a:ext>
            </a:extLst>
          </p:cNvPr>
          <p:cNvGraphicFramePr>
            <a:graphicFrameLocks noChangeAspect="1"/>
          </p:cNvGraphicFramePr>
          <p:nvPr>
            <p:custDataLst>
              <p:tags r:id="rId1"/>
            </p:custDataLst>
            <p:extLst>
              <p:ext uri="{D42A27DB-BD31-4B8C-83A1-F6EECF244321}">
                <p14:modId xmlns:p14="http://schemas.microsoft.com/office/powerpoint/2010/main" val="26874988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04" imgH="405" progId="TCLayout.ActiveDocument.1">
                  <p:embed/>
                </p:oleObj>
              </mc:Choice>
              <mc:Fallback>
                <p:oleObj name="think-cell Slide" r:id="rId3" imgW="404" imgH="405" progId="TCLayout.ActiveDocument.1">
                  <p:embed/>
                  <p:pic>
                    <p:nvPicPr>
                      <p:cNvPr id="2" name="think-cell data - do not delete" hidden="1">
                        <a:extLst>
                          <a:ext uri="{FF2B5EF4-FFF2-40B4-BE49-F238E27FC236}">
                            <a16:creationId xmlns:a16="http://schemas.microsoft.com/office/drawing/2014/main" id="{20F396A3-B349-1CBC-5507-54440793DB8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21" name="Google Shape;721;g2dc0e050917_1_518"/>
          <p:cNvSpPr txBox="1">
            <a:spLocks noGrp="1"/>
          </p:cNvSpPr>
          <p:nvPr>
            <p:ph type="sldNum" idx="12"/>
          </p:nvPr>
        </p:nvSpPr>
        <p:spPr>
          <a:xfrm>
            <a:off x="8218489" y="6492240"/>
            <a:ext cx="3530700" cy="1371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MarkOT" panose="020B0504020201010104" pitchFamily="34" charset="0"/>
                <a:ea typeface="MarkOT" panose="020B0504020201010104" pitchFamily="34" charset="0"/>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dk1"/>
                </a:solidFill>
                <a:latin typeface="Arial"/>
                <a:ea typeface="Arial"/>
                <a:cs typeface="Arial"/>
                <a:sym typeface="Arial"/>
              </a:defRPr>
            </a:lvl9pPr>
          </a:lstStyle>
          <a:p>
            <a:fld id="{00000000-1234-1234-1234-123412341234}" type="slidenum">
              <a:rPr lang="en-AU" smtClean="0"/>
              <a:pPr/>
              <a:t>‹#›</a:t>
            </a:fld>
            <a:endParaRPr lang="en-AU"/>
          </a:p>
        </p:txBody>
      </p:sp>
      <p:sp>
        <p:nvSpPr>
          <p:cNvPr id="722" name="Google Shape;722;g2dc0e050917_1_518"/>
          <p:cNvSpPr txBox="1">
            <a:spLocks noGrp="1"/>
          </p:cNvSpPr>
          <p:nvPr>
            <p:ph type="subTitle" idx="1"/>
          </p:nvPr>
        </p:nvSpPr>
        <p:spPr>
          <a:xfrm>
            <a:off x="442900" y="872998"/>
            <a:ext cx="11306100" cy="3687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SzPts val="1300"/>
              <a:buNone/>
              <a:defRPr sz="1300" b="1" i="0" u="none" strike="noStrike" cap="none"/>
            </a:lvl1pPr>
            <a:lvl2pPr marR="0" lvl="1"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2pPr>
            <a:lvl3pPr marR="0" lvl="2"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3pPr>
            <a:lvl4pPr marR="0" lvl="3"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4pPr>
            <a:lvl5pPr marR="0" lvl="4"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5pPr>
            <a:lvl6pPr marR="0" lvl="5"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6pPr>
            <a:lvl7pPr marR="0" lvl="6"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7pPr>
            <a:lvl8pPr marR="0" lvl="7"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8pPr>
            <a:lvl9pPr marR="0" lvl="8" algn="l" rtl="0">
              <a:lnSpc>
                <a:spcPct val="85000"/>
              </a:lnSpc>
              <a:spcBef>
                <a:spcPts val="0"/>
              </a:spcBef>
              <a:spcAft>
                <a:spcPts val="0"/>
              </a:spcAft>
              <a:buSzPts val="2400"/>
              <a:buFont typeface="Arial"/>
              <a:buNone/>
              <a:defRPr sz="2400" b="0" i="0" u="none" strike="noStrike" cap="none">
                <a:latin typeface="Arial"/>
                <a:ea typeface="Arial"/>
                <a:cs typeface="Arial"/>
                <a:sym typeface="Arial"/>
              </a:defRPr>
            </a:lvl9pPr>
          </a:lstStyle>
          <a:p>
            <a:r>
              <a:rPr lang="en-US"/>
              <a:t>Click to edit Master subtitle style</a:t>
            </a:r>
            <a:endParaRPr lang="en-AU"/>
          </a:p>
        </p:txBody>
      </p:sp>
      <p:sp>
        <p:nvSpPr>
          <p:cNvPr id="723" name="Google Shape;723;g2dc0e050917_1_518"/>
          <p:cNvSpPr txBox="1">
            <a:spLocks noGrp="1"/>
          </p:cNvSpPr>
          <p:nvPr>
            <p:ph type="title"/>
          </p:nvPr>
        </p:nvSpPr>
        <p:spPr>
          <a:xfrm>
            <a:off x="442913" y="430514"/>
            <a:ext cx="11306100" cy="502800"/>
          </a:xfrm>
          <a:prstGeom prst="rect">
            <a:avLst/>
          </a:prstGeom>
          <a:noFill/>
          <a:ln>
            <a:noFill/>
          </a:ln>
        </p:spPr>
        <p:txBody>
          <a:bodyPr spcFirstLastPara="1" wrap="square" lIns="0" tIns="0" rIns="0" bIns="0" anchor="t" anchorCtr="0">
            <a:noAutofit/>
          </a:bodyPr>
          <a:lstStyle>
            <a:lvl1pPr marR="0" lvl="0" algn="l" rtl="0">
              <a:lnSpc>
                <a:spcPct val="85000"/>
              </a:lnSpc>
              <a:spcBef>
                <a:spcPts val="0"/>
              </a:spcBef>
              <a:spcAft>
                <a:spcPts val="0"/>
              </a:spcAft>
              <a:buClr>
                <a:schemeClr val="accent1"/>
              </a:buClr>
              <a:buSzPts val="2700"/>
              <a:buNone/>
              <a:defRPr sz="2700" b="1" i="0" u="none" strike="noStrike" cap="none">
                <a:solidFill>
                  <a:schemeClr val="accent1"/>
                </a:solidFill>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r>
              <a:rPr lang="en-US"/>
              <a:t>Click to edit Master title style</a:t>
            </a:r>
            <a:endParaRPr lang="en-AU"/>
          </a:p>
        </p:txBody>
      </p:sp>
    </p:spTree>
    <p:extLst>
      <p:ext uri="{BB962C8B-B14F-4D97-AF65-F5344CB8AC3E}">
        <p14:creationId xmlns:p14="http://schemas.microsoft.com/office/powerpoint/2010/main" val="4278957491"/>
      </p:ext>
    </p:extLst>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E03C5ED-E0DF-61C8-7A95-440C9FF7F1FA}"/>
              </a:ext>
            </a:extLst>
          </p:cNvPr>
          <p:cNvSpPr>
            <a:spLocks noGrp="1"/>
          </p:cNvSpPr>
          <p:nvPr>
            <p:ph type="title"/>
          </p:nvPr>
        </p:nvSpPr>
        <p:spPr>
          <a:xfrm>
            <a:off x="406400" y="3999442"/>
            <a:ext cx="4671732" cy="1298448"/>
          </a:xfrm>
        </p:spPr>
        <p:txBody>
          <a:bodyPr/>
          <a:lstStyle>
            <a:lvl1pPr>
              <a:defRPr sz="4000"/>
            </a:lvl1pPr>
          </a:lstStyle>
          <a:p>
            <a:r>
              <a:rPr lang="en-US"/>
              <a:t>Click to edit Master title style</a:t>
            </a:r>
          </a:p>
        </p:txBody>
      </p:sp>
      <p:sp>
        <p:nvSpPr>
          <p:cNvPr id="5" name="Content Placeholder 2" descr="old">
            <a:extLst>
              <a:ext uri="{FF2B5EF4-FFF2-40B4-BE49-F238E27FC236}">
                <a16:creationId xmlns:a16="http://schemas.microsoft.com/office/drawing/2014/main" id="{7518CD4E-B949-EF88-4945-7E36C0015725}"/>
              </a:ext>
            </a:extLst>
          </p:cNvPr>
          <p:cNvSpPr>
            <a:spLocks noGrp="1"/>
          </p:cNvSpPr>
          <p:nvPr>
            <p:ph idx="1"/>
          </p:nvPr>
        </p:nvSpPr>
        <p:spPr>
          <a:xfrm>
            <a:off x="6153150" y="406400"/>
            <a:ext cx="5641181" cy="35930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E2CDC693-A58C-D193-E542-510D01161ED8}"/>
              </a:ext>
            </a:extLst>
          </p:cNvPr>
          <p:cNvSpPr>
            <a:spLocks noGrp="1"/>
          </p:cNvSpPr>
          <p:nvPr>
            <p:ph type="ftr" sz="quarter" idx="11"/>
          </p:nvPr>
        </p:nvSpPr>
        <p:spPr>
          <a:xfrm>
            <a:off x="880180" y="6497441"/>
            <a:ext cx="8814816" cy="123111"/>
          </a:xfrm>
          <a:prstGeom prst="rect">
            <a:avLst/>
          </a:prstGeom>
        </p:spPr>
        <p:txBody>
          <a:bodyPr/>
          <a:lstStyle/>
          <a:p>
            <a:r>
              <a:rPr lang="en-US"/>
              <a:t>Presentation Title   |   Section Title</a:t>
            </a:r>
          </a:p>
        </p:txBody>
      </p:sp>
      <p:sp>
        <p:nvSpPr>
          <p:cNvPr id="9" name="Slide Number Placeholder 8">
            <a:extLst>
              <a:ext uri="{FF2B5EF4-FFF2-40B4-BE49-F238E27FC236}">
                <a16:creationId xmlns:a16="http://schemas.microsoft.com/office/drawing/2014/main" id="{21079E23-850B-A389-154D-6EA5D47350FF}"/>
              </a:ext>
            </a:extLst>
          </p:cNvPr>
          <p:cNvSpPr>
            <a:spLocks noGrp="1"/>
          </p:cNvSpPr>
          <p:nvPr>
            <p:ph type="sldNum" sz="quarter" idx="12"/>
          </p:nvPr>
        </p:nvSpPr>
        <p:spPr>
          <a:xfrm>
            <a:off x="11503818" y="6497441"/>
            <a:ext cx="298209" cy="123111"/>
          </a:xfrm>
          <a:prstGeom prst="rect">
            <a:avLst/>
          </a:prstGeom>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2258735725"/>
      </p:ext>
    </p:extLst>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2_Agenda 2">
    <p:bg>
      <p:bgPr>
        <a:solidFill>
          <a:srgbClr val="FFE8D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36A14-ADD8-5266-1DE1-0BDFE2DFE348}"/>
              </a:ext>
            </a:extLst>
          </p:cNvPr>
          <p:cNvSpPr>
            <a:spLocks noGrp="1"/>
          </p:cNvSpPr>
          <p:nvPr>
            <p:ph type="title"/>
          </p:nvPr>
        </p:nvSpPr>
        <p:spPr>
          <a:xfrm>
            <a:off x="406400"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3" name="Table Placeholder 6">
            <a:extLst>
              <a:ext uri="{FF2B5EF4-FFF2-40B4-BE49-F238E27FC236}">
                <a16:creationId xmlns:a16="http://schemas.microsoft.com/office/drawing/2014/main" id="{86A8E3EE-B109-1822-B0C9-12AB68E26B50}"/>
              </a:ext>
            </a:extLst>
          </p:cNvPr>
          <p:cNvSpPr>
            <a:spLocks noGrp="1"/>
          </p:cNvSpPr>
          <p:nvPr>
            <p:ph type="tbl" sz="quarter" idx="10"/>
          </p:nvPr>
        </p:nvSpPr>
        <p:spPr>
          <a:xfrm>
            <a:off x="5195358" y="917575"/>
            <a:ext cx="6589884" cy="3204904"/>
          </a:xfrm>
        </p:spPr>
        <p:txBody>
          <a:bodyPr tIns="457200"/>
          <a:lstStyle>
            <a:lvl1pPr algn="ctr">
              <a:defRPr sz="1800"/>
            </a:lvl1pPr>
            <a:lvl2pPr algn="ctr">
              <a:defRPr/>
            </a:lvl2pPr>
          </a:lstStyle>
          <a:p>
            <a:pPr lvl="1"/>
            <a:r>
              <a:rPr lang="en-US"/>
              <a:t>Click icon to add table</a:t>
            </a:r>
          </a:p>
        </p:txBody>
      </p:sp>
      <p:sp>
        <p:nvSpPr>
          <p:cNvPr id="6" name="Footer Placeholder 5">
            <a:extLst>
              <a:ext uri="{FF2B5EF4-FFF2-40B4-BE49-F238E27FC236}">
                <a16:creationId xmlns:a16="http://schemas.microsoft.com/office/drawing/2014/main" id="{B05FBBF6-AECD-A24E-7C87-0368F985B05D}"/>
              </a:ext>
            </a:extLst>
          </p:cNvPr>
          <p:cNvSpPr>
            <a:spLocks noGrp="1"/>
          </p:cNvSpPr>
          <p:nvPr>
            <p:ph type="ftr" sz="quarter" idx="12"/>
          </p:nvPr>
        </p:nvSpPr>
        <p:spPr>
          <a:xfrm>
            <a:off x="880180" y="6497441"/>
            <a:ext cx="8814816" cy="123111"/>
          </a:xfrm>
          <a:prstGeom prst="rect">
            <a:avLst/>
          </a:prstGeom>
        </p:spPr>
        <p:txBody>
          <a:bodyPr/>
          <a:lstStyle/>
          <a:p>
            <a:r>
              <a:rPr lang="en-US"/>
              <a:t>Presentation Title   |   Section Title</a:t>
            </a:r>
          </a:p>
        </p:txBody>
      </p:sp>
      <p:sp>
        <p:nvSpPr>
          <p:cNvPr id="8" name="Slide Number Placeholder 7">
            <a:extLst>
              <a:ext uri="{FF2B5EF4-FFF2-40B4-BE49-F238E27FC236}">
                <a16:creationId xmlns:a16="http://schemas.microsoft.com/office/drawing/2014/main" id="{668D182E-42A7-81B1-ED98-75A378164911}"/>
              </a:ext>
            </a:extLst>
          </p:cNvPr>
          <p:cNvSpPr>
            <a:spLocks noGrp="1"/>
          </p:cNvSpPr>
          <p:nvPr>
            <p:ph type="sldNum" sz="quarter" idx="13"/>
          </p:nvPr>
        </p:nvSpPr>
        <p:spPr>
          <a:xfrm>
            <a:off x="11503818" y="6497441"/>
            <a:ext cx="298209" cy="123111"/>
          </a:xfrm>
          <a:prstGeom prst="rect">
            <a:avLst/>
          </a:prstGeom>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2595901382"/>
      </p:ext>
    </p:extLst>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2_Agenda 4">
    <p:bg>
      <p:bgPr>
        <a:solidFill>
          <a:srgbClr val="FFE8D4"/>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8D36A14-ADD8-5266-1DE1-0BDFE2DFE348}"/>
              </a:ext>
            </a:extLst>
          </p:cNvPr>
          <p:cNvSpPr>
            <a:spLocks noGrp="1"/>
          </p:cNvSpPr>
          <p:nvPr>
            <p:ph type="title"/>
          </p:nvPr>
        </p:nvSpPr>
        <p:spPr>
          <a:xfrm>
            <a:off x="406400" y="2697480"/>
            <a:ext cx="4182718" cy="2492990"/>
          </a:xfrm>
        </p:spPr>
        <p:txBody>
          <a:bodyPr wrap="square" anchor="b" anchorCtr="0">
            <a:spAutoFit/>
          </a:bodyPr>
          <a:lstStyle>
            <a:lvl1pPr>
              <a:defRPr sz="6000" b="0">
                <a:solidFill>
                  <a:schemeClr val="tx1"/>
                </a:solidFill>
              </a:defRPr>
            </a:lvl1pPr>
          </a:lstStyle>
          <a:p>
            <a:r>
              <a:rPr lang="en-US"/>
              <a:t>Click to edit Master title style</a:t>
            </a:r>
          </a:p>
        </p:txBody>
      </p:sp>
      <p:sp>
        <p:nvSpPr>
          <p:cNvPr id="2" name="Table Placeholder 6">
            <a:extLst>
              <a:ext uri="{FF2B5EF4-FFF2-40B4-BE49-F238E27FC236}">
                <a16:creationId xmlns:a16="http://schemas.microsoft.com/office/drawing/2014/main" id="{2912B748-089B-05EF-9748-D5919C56D32E}"/>
              </a:ext>
            </a:extLst>
          </p:cNvPr>
          <p:cNvSpPr>
            <a:spLocks noGrp="1"/>
          </p:cNvSpPr>
          <p:nvPr>
            <p:ph type="tbl" sz="quarter" idx="10"/>
          </p:nvPr>
        </p:nvSpPr>
        <p:spPr>
          <a:xfrm>
            <a:off x="4237567" y="917574"/>
            <a:ext cx="3703361" cy="2568575"/>
          </a:xfrm>
        </p:spPr>
        <p:txBody>
          <a:bodyPr tIns="457200"/>
          <a:lstStyle>
            <a:lvl1pPr algn="ctr">
              <a:defRPr sz="1800"/>
            </a:lvl1pPr>
            <a:lvl2pPr algn="ctr">
              <a:defRPr/>
            </a:lvl2pPr>
          </a:lstStyle>
          <a:p>
            <a:pPr lvl="1"/>
            <a:r>
              <a:rPr lang="en-US"/>
              <a:t>Click icon to add table</a:t>
            </a:r>
          </a:p>
        </p:txBody>
      </p:sp>
      <p:sp>
        <p:nvSpPr>
          <p:cNvPr id="7" name="Table Placeholder 6">
            <a:extLst>
              <a:ext uri="{FF2B5EF4-FFF2-40B4-BE49-F238E27FC236}">
                <a16:creationId xmlns:a16="http://schemas.microsoft.com/office/drawing/2014/main" id="{883F3E74-E209-5D27-1C72-F1E4450048C8}"/>
              </a:ext>
            </a:extLst>
          </p:cNvPr>
          <p:cNvSpPr>
            <a:spLocks noGrp="1"/>
          </p:cNvSpPr>
          <p:nvPr>
            <p:ph type="tbl" sz="quarter" idx="11"/>
          </p:nvPr>
        </p:nvSpPr>
        <p:spPr>
          <a:xfrm>
            <a:off x="8068733" y="917574"/>
            <a:ext cx="3721100" cy="2568575"/>
          </a:xfrm>
        </p:spPr>
        <p:txBody>
          <a:bodyPr tIns="457200"/>
          <a:lstStyle>
            <a:lvl1pPr algn="ctr">
              <a:defRPr sz="1800"/>
            </a:lvl1pPr>
            <a:lvl2pPr algn="ctr">
              <a:defRPr/>
            </a:lvl2pPr>
          </a:lstStyle>
          <a:p>
            <a:pPr lvl="1"/>
            <a:r>
              <a:rPr lang="en-US"/>
              <a:t>Click icon to add table</a:t>
            </a:r>
          </a:p>
        </p:txBody>
      </p:sp>
      <p:sp>
        <p:nvSpPr>
          <p:cNvPr id="9" name="Footer Placeholder 8">
            <a:extLst>
              <a:ext uri="{FF2B5EF4-FFF2-40B4-BE49-F238E27FC236}">
                <a16:creationId xmlns:a16="http://schemas.microsoft.com/office/drawing/2014/main" id="{6CC86A01-A4E8-238C-654E-A5E4E9365500}"/>
              </a:ext>
            </a:extLst>
          </p:cNvPr>
          <p:cNvSpPr>
            <a:spLocks noGrp="1"/>
          </p:cNvSpPr>
          <p:nvPr>
            <p:ph type="ftr" sz="quarter" idx="13"/>
          </p:nvPr>
        </p:nvSpPr>
        <p:spPr>
          <a:xfrm>
            <a:off x="880180" y="6497441"/>
            <a:ext cx="8814816" cy="123111"/>
          </a:xfrm>
          <a:prstGeom prst="rect">
            <a:avLst/>
          </a:prstGeom>
        </p:spPr>
        <p:txBody>
          <a:bodyPr/>
          <a:lstStyle/>
          <a:p>
            <a:r>
              <a:rPr lang="en-US"/>
              <a:t>Presentation Title   |   Section Title</a:t>
            </a:r>
          </a:p>
        </p:txBody>
      </p:sp>
      <p:sp>
        <p:nvSpPr>
          <p:cNvPr id="10" name="Slide Number Placeholder 9">
            <a:extLst>
              <a:ext uri="{FF2B5EF4-FFF2-40B4-BE49-F238E27FC236}">
                <a16:creationId xmlns:a16="http://schemas.microsoft.com/office/drawing/2014/main" id="{76DC9D61-66E8-3ABE-2B91-A1DF6B68AA3F}"/>
              </a:ext>
            </a:extLst>
          </p:cNvPr>
          <p:cNvSpPr>
            <a:spLocks noGrp="1"/>
          </p:cNvSpPr>
          <p:nvPr>
            <p:ph type="sldNum" sz="quarter" idx="14"/>
          </p:nvPr>
        </p:nvSpPr>
        <p:spPr>
          <a:xfrm>
            <a:off x="11503818" y="6497441"/>
            <a:ext cx="298209" cy="123111"/>
          </a:xfrm>
          <a:prstGeom prst="rect">
            <a:avLst/>
          </a:prstGeom>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2755120880"/>
      </p:ext>
    </p:extLst>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2_Data and Four Stats">
    <p:spTree>
      <p:nvGrpSpPr>
        <p:cNvPr id="1" name=""/>
        <p:cNvGrpSpPr/>
        <p:nvPr/>
      </p:nvGrpSpPr>
      <p:grpSpPr>
        <a:xfrm>
          <a:off x="0" y="0"/>
          <a:ext cx="0" cy="0"/>
          <a:chOff x="0" y="0"/>
          <a:chExt cx="0" cy="0"/>
        </a:xfrm>
      </p:grpSpPr>
      <p:sp>
        <p:nvSpPr>
          <p:cNvPr id="17" name="Title Placeholder 1">
            <a:extLst>
              <a:ext uri="{FF2B5EF4-FFF2-40B4-BE49-F238E27FC236}">
                <a16:creationId xmlns:a16="http://schemas.microsoft.com/office/drawing/2014/main" id="{281D6954-23FD-DBC4-8238-AE64FBE579A9}"/>
              </a:ext>
            </a:extLst>
          </p:cNvPr>
          <p:cNvSpPr>
            <a:spLocks noGrp="1"/>
          </p:cNvSpPr>
          <p:nvPr>
            <p:ph type="title"/>
          </p:nvPr>
        </p:nvSpPr>
        <p:spPr>
          <a:xfrm>
            <a:off x="406400" y="406400"/>
            <a:ext cx="5645946" cy="915289"/>
          </a:xfrm>
          <a:prstGeom prst="rect">
            <a:avLst/>
          </a:prstGeom>
        </p:spPr>
        <p:txBody>
          <a:bodyPr vert="horz" lIns="0" tIns="0" rIns="0" bIns="0" rtlCol="0" anchor="t" anchorCtr="0">
            <a:noAutofit/>
          </a:bodyPr>
          <a:lstStyle/>
          <a:p>
            <a:r>
              <a:rPr lang="en-US"/>
              <a:t>Click to edit Master title style</a:t>
            </a:r>
          </a:p>
        </p:txBody>
      </p:sp>
      <p:sp>
        <p:nvSpPr>
          <p:cNvPr id="8" name="Text Placeholder 2">
            <a:extLst>
              <a:ext uri="{FF2B5EF4-FFF2-40B4-BE49-F238E27FC236}">
                <a16:creationId xmlns:a16="http://schemas.microsoft.com/office/drawing/2014/main" id="{9D560317-BC9E-E5E9-EC4B-BE83B3CA1553}"/>
              </a:ext>
            </a:extLst>
          </p:cNvPr>
          <p:cNvSpPr>
            <a:spLocks noGrp="1"/>
          </p:cNvSpPr>
          <p:nvPr>
            <p:ph type="body" idx="15" hasCustomPrompt="1"/>
          </p:nvPr>
        </p:nvSpPr>
        <p:spPr>
          <a:xfrm>
            <a:off x="406400" y="1946275"/>
            <a:ext cx="3280410" cy="1938337"/>
          </a:xfrm>
        </p:spPr>
        <p:txBody>
          <a:bodyPr wrap="square">
            <a:noAutofit/>
          </a:bodyPr>
          <a:lstStyle>
            <a:lvl1pPr marL="0" indent="0" algn="l">
              <a:lnSpc>
                <a:spcPct val="80000"/>
              </a:lnSpc>
              <a:spcBef>
                <a:spcPts val="0"/>
              </a:spcBef>
              <a:spcAft>
                <a:spcPts val="0"/>
              </a:spcAft>
              <a:buNone/>
              <a:defRPr sz="15000" b="0" kern="100" spc="-50" baseline="0">
                <a:solidFill>
                  <a:schemeClr val="accent1"/>
                </a:solidFill>
                <a:latin typeface="+mn-l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0</a:t>
            </a:r>
          </a:p>
        </p:txBody>
      </p:sp>
      <p:sp>
        <p:nvSpPr>
          <p:cNvPr id="2" name="Content Placeholder 2">
            <a:extLst>
              <a:ext uri="{FF2B5EF4-FFF2-40B4-BE49-F238E27FC236}">
                <a16:creationId xmlns:a16="http://schemas.microsoft.com/office/drawing/2014/main" id="{E87E41F5-DD37-DB45-FC81-6078FAA35748}"/>
              </a:ext>
            </a:extLst>
          </p:cNvPr>
          <p:cNvSpPr>
            <a:spLocks noGrp="1"/>
          </p:cNvSpPr>
          <p:nvPr>
            <p:ph idx="1"/>
          </p:nvPr>
        </p:nvSpPr>
        <p:spPr>
          <a:xfrm>
            <a:off x="406400" y="3998913"/>
            <a:ext cx="3280410" cy="1886135"/>
          </a:xfrm>
        </p:spPr>
        <p:txBody>
          <a:bodyPr/>
          <a:lstStyle>
            <a:lvl1pPr>
              <a:defRPr lang="en-US" sz="1200" dirty="0"/>
            </a:lvl1pPr>
            <a:lvl2pPr>
              <a:defRPr lang="en-US" sz="1800" dirty="0"/>
            </a:lvl2pPr>
            <a:lvl3pPr>
              <a:defRPr lang="en-US" sz="1200" dirty="0"/>
            </a:lvl3pPr>
            <a:lvl4pPr>
              <a:defRPr lang="en-US" sz="1200" dirty="0"/>
            </a:lvl4pPr>
            <a:lvl5pPr>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E353D8FF-E90E-7FE4-6395-D1D2E025C57F}"/>
              </a:ext>
            </a:extLst>
          </p:cNvPr>
          <p:cNvSpPr>
            <a:spLocks noGrp="1"/>
          </p:cNvSpPr>
          <p:nvPr>
            <p:ph sz="quarter" idx="19"/>
          </p:nvPr>
        </p:nvSpPr>
        <p:spPr>
          <a:xfrm>
            <a:off x="4238625" y="1946275"/>
            <a:ext cx="3279775" cy="1631134"/>
          </a:xfrm>
        </p:spPr>
        <p:txBody>
          <a:bodyPr/>
          <a:lstStyle>
            <a:lvl1pPr>
              <a:defRPr sz="1500" b="1">
                <a:latin typeface="+mn-lt"/>
              </a:defRPr>
            </a:lvl1pPr>
            <a:lvl2pPr>
              <a:spcBef>
                <a:spcPts val="600"/>
              </a:spcBef>
              <a:spcAft>
                <a:spcPts val="600"/>
              </a:spcAft>
              <a:defRPr sz="4500" b="0"/>
            </a:lvl2pPr>
            <a:lvl3pPr marL="0" indent="0">
              <a:buNone/>
              <a:defRPr sz="1200"/>
            </a:lvl3pPr>
          </a:lstStyle>
          <a:p>
            <a:pPr lvl="0"/>
            <a:r>
              <a:rPr lang="en-US"/>
              <a:t>Click to edit Master text styles</a:t>
            </a:r>
          </a:p>
          <a:p>
            <a:pPr lvl="1"/>
            <a:r>
              <a:rPr lang="en-US"/>
              <a:t>Second level</a:t>
            </a:r>
          </a:p>
          <a:p>
            <a:pPr lvl="2"/>
            <a:r>
              <a:rPr lang="en-US"/>
              <a:t>Third level</a:t>
            </a:r>
          </a:p>
        </p:txBody>
      </p:sp>
      <p:sp>
        <p:nvSpPr>
          <p:cNvPr id="16" name="Content Placeholder 9">
            <a:extLst>
              <a:ext uri="{FF2B5EF4-FFF2-40B4-BE49-F238E27FC236}">
                <a16:creationId xmlns:a16="http://schemas.microsoft.com/office/drawing/2014/main" id="{66073E16-5DC3-79E7-A501-51F3F53685CA}"/>
              </a:ext>
            </a:extLst>
          </p:cNvPr>
          <p:cNvSpPr>
            <a:spLocks noGrp="1"/>
          </p:cNvSpPr>
          <p:nvPr>
            <p:ph sz="quarter" idx="20"/>
          </p:nvPr>
        </p:nvSpPr>
        <p:spPr>
          <a:xfrm>
            <a:off x="8076628" y="1946275"/>
            <a:ext cx="3279775" cy="1631134"/>
          </a:xfrm>
        </p:spPr>
        <p:txBody>
          <a:bodyPr/>
          <a:lstStyle>
            <a:lvl1pPr>
              <a:defRPr sz="1500" b="1">
                <a:latin typeface="+mn-lt"/>
              </a:defRPr>
            </a:lvl1pPr>
            <a:lvl2pPr>
              <a:spcBef>
                <a:spcPts val="600"/>
              </a:spcBef>
              <a:spcAft>
                <a:spcPts val="600"/>
              </a:spcAft>
              <a:defRPr sz="4500" b="0"/>
            </a:lvl2pPr>
            <a:lvl3pPr marL="0" indent="0">
              <a:buNone/>
              <a:defRPr sz="1200"/>
            </a:lvl3pPr>
          </a:lstStyle>
          <a:p>
            <a:pPr lvl="0"/>
            <a:r>
              <a:rPr lang="en-US"/>
              <a:t>Click to edit Master text styles</a:t>
            </a:r>
          </a:p>
          <a:p>
            <a:pPr lvl="1"/>
            <a:r>
              <a:rPr lang="en-US"/>
              <a:t>Second level</a:t>
            </a:r>
          </a:p>
          <a:p>
            <a:pPr lvl="2"/>
            <a:r>
              <a:rPr lang="en-US"/>
              <a:t>Third level</a:t>
            </a:r>
          </a:p>
        </p:txBody>
      </p:sp>
      <p:sp>
        <p:nvSpPr>
          <p:cNvPr id="22" name="Content Placeholder 9">
            <a:extLst>
              <a:ext uri="{FF2B5EF4-FFF2-40B4-BE49-F238E27FC236}">
                <a16:creationId xmlns:a16="http://schemas.microsoft.com/office/drawing/2014/main" id="{3D4ED2C3-A170-43B0-96D2-2A1529EC1815}"/>
              </a:ext>
            </a:extLst>
          </p:cNvPr>
          <p:cNvSpPr>
            <a:spLocks noGrp="1"/>
          </p:cNvSpPr>
          <p:nvPr>
            <p:ph sz="quarter" idx="21"/>
          </p:nvPr>
        </p:nvSpPr>
        <p:spPr>
          <a:xfrm>
            <a:off x="4238625" y="3998913"/>
            <a:ext cx="3279775" cy="1631134"/>
          </a:xfrm>
        </p:spPr>
        <p:txBody>
          <a:bodyPr/>
          <a:lstStyle>
            <a:lvl1pPr>
              <a:defRPr sz="1500">
                <a:latin typeface="+mn-lt"/>
              </a:defRPr>
            </a:lvl1pPr>
            <a:lvl2pPr>
              <a:spcBef>
                <a:spcPts val="600"/>
              </a:spcBef>
              <a:spcAft>
                <a:spcPts val="600"/>
              </a:spcAft>
              <a:defRPr sz="4500" b="0"/>
            </a:lvl2pPr>
            <a:lvl3pPr marL="0" indent="0">
              <a:buNone/>
              <a:defRPr sz="1200"/>
            </a:lvl3pPr>
          </a:lstStyle>
          <a:p>
            <a:pPr lvl="0"/>
            <a:r>
              <a:rPr lang="en-US"/>
              <a:t>Click to edit Master text styles</a:t>
            </a:r>
          </a:p>
          <a:p>
            <a:pPr lvl="1"/>
            <a:r>
              <a:rPr lang="en-US"/>
              <a:t>Second level</a:t>
            </a:r>
          </a:p>
          <a:p>
            <a:pPr lvl="2"/>
            <a:r>
              <a:rPr lang="en-US"/>
              <a:t>Third level</a:t>
            </a:r>
          </a:p>
        </p:txBody>
      </p:sp>
      <p:sp>
        <p:nvSpPr>
          <p:cNvPr id="26" name="Content Placeholder 9">
            <a:extLst>
              <a:ext uri="{FF2B5EF4-FFF2-40B4-BE49-F238E27FC236}">
                <a16:creationId xmlns:a16="http://schemas.microsoft.com/office/drawing/2014/main" id="{C9C80EA6-D5D9-08A0-5E05-53DF3FF2578C}"/>
              </a:ext>
            </a:extLst>
          </p:cNvPr>
          <p:cNvSpPr>
            <a:spLocks noGrp="1"/>
          </p:cNvSpPr>
          <p:nvPr>
            <p:ph sz="quarter" idx="22"/>
          </p:nvPr>
        </p:nvSpPr>
        <p:spPr>
          <a:xfrm>
            <a:off x="8076628" y="3998913"/>
            <a:ext cx="3279775" cy="1631134"/>
          </a:xfrm>
        </p:spPr>
        <p:txBody>
          <a:bodyPr/>
          <a:lstStyle>
            <a:lvl1pPr>
              <a:defRPr sz="1500">
                <a:latin typeface="+mn-lt"/>
              </a:defRPr>
            </a:lvl1pPr>
            <a:lvl2pPr>
              <a:spcBef>
                <a:spcPts val="600"/>
              </a:spcBef>
              <a:spcAft>
                <a:spcPts val="600"/>
              </a:spcAft>
              <a:defRPr sz="4500" b="0"/>
            </a:lvl2pPr>
            <a:lvl3pPr marL="0" indent="0">
              <a:buNone/>
              <a:defRPr sz="1200"/>
            </a:lvl3pPr>
          </a:lstStyle>
          <a:p>
            <a:pPr lvl="0"/>
            <a:r>
              <a:rPr lang="en-US"/>
              <a:t>Click to edit Master text styles</a:t>
            </a:r>
          </a:p>
          <a:p>
            <a:pPr lvl="1"/>
            <a:r>
              <a:rPr lang="en-US"/>
              <a:t>Second level</a:t>
            </a:r>
          </a:p>
          <a:p>
            <a:pPr lvl="2"/>
            <a:r>
              <a:rPr lang="en-US"/>
              <a:t>Third level</a:t>
            </a:r>
          </a:p>
        </p:txBody>
      </p:sp>
      <p:sp>
        <p:nvSpPr>
          <p:cNvPr id="5" name="Footer Placeholder 4">
            <a:extLst>
              <a:ext uri="{FF2B5EF4-FFF2-40B4-BE49-F238E27FC236}">
                <a16:creationId xmlns:a16="http://schemas.microsoft.com/office/drawing/2014/main" id="{2F6554D1-3365-25BF-27FD-D556711940D5}"/>
              </a:ext>
            </a:extLst>
          </p:cNvPr>
          <p:cNvSpPr>
            <a:spLocks noGrp="1"/>
          </p:cNvSpPr>
          <p:nvPr>
            <p:ph type="ftr" sz="quarter" idx="24"/>
          </p:nvPr>
        </p:nvSpPr>
        <p:spPr>
          <a:xfrm>
            <a:off x="880180" y="6497441"/>
            <a:ext cx="8814816" cy="123111"/>
          </a:xfrm>
          <a:prstGeom prst="rect">
            <a:avLst/>
          </a:prstGeom>
        </p:spPr>
        <p:txBody>
          <a:bodyPr/>
          <a:lstStyle/>
          <a:p>
            <a:r>
              <a:rPr lang="en-US"/>
              <a:t>Presentation Title   |   Section Title</a:t>
            </a:r>
          </a:p>
        </p:txBody>
      </p:sp>
      <p:sp>
        <p:nvSpPr>
          <p:cNvPr id="6" name="Slide Number Placeholder 5">
            <a:extLst>
              <a:ext uri="{FF2B5EF4-FFF2-40B4-BE49-F238E27FC236}">
                <a16:creationId xmlns:a16="http://schemas.microsoft.com/office/drawing/2014/main" id="{0DE579C0-4A67-FABE-DEB0-90B6046E413D}"/>
              </a:ext>
            </a:extLst>
          </p:cNvPr>
          <p:cNvSpPr>
            <a:spLocks noGrp="1"/>
          </p:cNvSpPr>
          <p:nvPr>
            <p:ph type="sldNum" sz="quarter" idx="25"/>
          </p:nvPr>
        </p:nvSpPr>
        <p:spPr>
          <a:xfrm>
            <a:off x="11503818" y="6497441"/>
            <a:ext cx="298209" cy="123111"/>
          </a:xfrm>
          <a:prstGeom prst="rect">
            <a:avLst/>
          </a:prstGeom>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5405175"/>
      </p:ext>
    </p:extLst>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2_Four Content One Image">
    <p:spTree>
      <p:nvGrpSpPr>
        <p:cNvPr id="1" name=""/>
        <p:cNvGrpSpPr/>
        <p:nvPr/>
      </p:nvGrpSpPr>
      <p:grpSpPr>
        <a:xfrm>
          <a:off x="0" y="0"/>
          <a:ext cx="0" cy="0"/>
          <a:chOff x="0" y="0"/>
          <a:chExt cx="0" cy="0"/>
        </a:xfrm>
      </p:grpSpPr>
      <p:sp>
        <p:nvSpPr>
          <p:cNvPr id="13" name="Title Placeholder 1">
            <a:extLst>
              <a:ext uri="{FF2B5EF4-FFF2-40B4-BE49-F238E27FC236}">
                <a16:creationId xmlns:a16="http://schemas.microsoft.com/office/drawing/2014/main" id="{3858E610-9BD2-B05C-EB3A-1A76DB512C18}"/>
              </a:ext>
            </a:extLst>
          </p:cNvPr>
          <p:cNvSpPr>
            <a:spLocks noGrp="1"/>
          </p:cNvSpPr>
          <p:nvPr>
            <p:ph type="title"/>
          </p:nvPr>
        </p:nvSpPr>
        <p:spPr>
          <a:xfrm>
            <a:off x="406399" y="406400"/>
            <a:ext cx="5637213" cy="915289"/>
          </a:xfrm>
          <a:prstGeom prst="rect">
            <a:avLst/>
          </a:prstGeom>
        </p:spPr>
        <p:txBody>
          <a:bodyPr vert="horz" lIns="0" tIns="0" rIns="0" bIns="0" rtlCol="0" anchor="t" anchorCtr="0">
            <a:noAutofit/>
          </a:bodyPr>
          <a:lstStyle/>
          <a:p>
            <a:r>
              <a:rPr lang="en-US"/>
              <a:t>Click to edit Master title style</a:t>
            </a:r>
          </a:p>
        </p:txBody>
      </p:sp>
      <p:sp>
        <p:nvSpPr>
          <p:cNvPr id="15" name="Content Placeholder 2">
            <a:extLst>
              <a:ext uri="{FF2B5EF4-FFF2-40B4-BE49-F238E27FC236}">
                <a16:creationId xmlns:a16="http://schemas.microsoft.com/office/drawing/2014/main" id="{5DB5F46A-D65E-8319-07D3-423E64224A7D}"/>
              </a:ext>
            </a:extLst>
          </p:cNvPr>
          <p:cNvSpPr>
            <a:spLocks noGrp="1"/>
          </p:cNvSpPr>
          <p:nvPr>
            <p:ph idx="10"/>
          </p:nvPr>
        </p:nvSpPr>
        <p:spPr>
          <a:xfrm>
            <a:off x="406400" y="1432983"/>
            <a:ext cx="2597467" cy="4505855"/>
          </a:xfrm>
        </p:spPr>
        <p:txBody>
          <a:bodyPr/>
          <a:lstStyle>
            <a:lvl1pPr>
              <a:lnSpc>
                <a:spcPct val="100000"/>
              </a:lnSpc>
              <a:spcAft>
                <a:spcPts val="1300"/>
              </a:spcAft>
              <a:defRPr lang="en-US" sz="1200" dirty="0" smtClean="0"/>
            </a:lvl1pPr>
            <a:lvl2pPr>
              <a:defRPr lang="en-US" sz="2000" dirty="0"/>
            </a:lvl2pPr>
            <a:lvl3pPr>
              <a:defRPr sz="1200"/>
            </a:lvl3pPr>
            <a:lvl4pPr>
              <a:defRPr sz="1200"/>
            </a:lvl4pPr>
            <a:lvl5pPr>
              <a:defRPr sz="1200"/>
            </a:lvl5pPr>
          </a:lstStyle>
          <a:p>
            <a:pPr lvl="0"/>
            <a:r>
              <a:rPr lang="en-US"/>
              <a:t>Click to edit Master text styles</a:t>
            </a:r>
          </a:p>
          <a:p>
            <a:pPr lvl="1"/>
            <a:r>
              <a:rPr lang="en-US"/>
              <a:t>Second level</a:t>
            </a:r>
          </a:p>
        </p:txBody>
      </p:sp>
      <p:sp>
        <p:nvSpPr>
          <p:cNvPr id="9" name="Content Placeholder 2">
            <a:extLst>
              <a:ext uri="{FF2B5EF4-FFF2-40B4-BE49-F238E27FC236}">
                <a16:creationId xmlns:a16="http://schemas.microsoft.com/office/drawing/2014/main" id="{E3C981AC-1133-16A2-C7BE-8EEEC24A1CC8}"/>
              </a:ext>
            </a:extLst>
          </p:cNvPr>
          <p:cNvSpPr>
            <a:spLocks noGrp="1"/>
          </p:cNvSpPr>
          <p:nvPr>
            <p:ph idx="14"/>
          </p:nvPr>
        </p:nvSpPr>
        <p:spPr>
          <a:xfrm>
            <a:off x="3279775" y="1432983"/>
            <a:ext cx="2597467" cy="4505855"/>
          </a:xfrm>
        </p:spPr>
        <p:txBody>
          <a:bodyPr/>
          <a:lstStyle>
            <a:lvl1pPr>
              <a:defRPr sz="1200"/>
            </a:lvl1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4">
            <a:extLst>
              <a:ext uri="{FF2B5EF4-FFF2-40B4-BE49-F238E27FC236}">
                <a16:creationId xmlns:a16="http://schemas.microsoft.com/office/drawing/2014/main" id="{A4F26F45-080E-2E94-7AE8-D48A53D6BB61}"/>
              </a:ext>
              <a:ext uri="{C183D7F6-B498-43B3-948B-1728B52AA6E4}">
                <adec:decorative xmlns:adec="http://schemas.microsoft.com/office/drawing/2017/decorative" val="1"/>
              </a:ext>
            </a:extLst>
          </p:cNvPr>
          <p:cNvSpPr>
            <a:spLocks noGrp="1"/>
          </p:cNvSpPr>
          <p:nvPr>
            <p:ph type="pic" sz="quarter" idx="13"/>
          </p:nvPr>
        </p:nvSpPr>
        <p:spPr>
          <a:xfrm>
            <a:off x="6153150" y="1432983"/>
            <a:ext cx="5634604" cy="2455863"/>
          </a:xfrm>
          <a:solidFill>
            <a:schemeClr val="bg2"/>
          </a:solidFill>
        </p:spPr>
        <p:txBody>
          <a:bodyPr tIns="731520"/>
          <a:lstStyle>
            <a:lvl1pPr algn="ctr">
              <a:defRPr/>
            </a:lvl1pPr>
            <a:lvl2pPr algn="ctr">
              <a:defRPr/>
            </a:lvl2pPr>
          </a:lstStyle>
          <a:p>
            <a:pPr lvl="1"/>
            <a:r>
              <a:rPr lang="en-US"/>
              <a:t>Click icon to add picture</a:t>
            </a:r>
          </a:p>
        </p:txBody>
      </p:sp>
      <p:sp>
        <p:nvSpPr>
          <p:cNvPr id="6" name="Content Placeholder 3">
            <a:extLst>
              <a:ext uri="{FF2B5EF4-FFF2-40B4-BE49-F238E27FC236}">
                <a16:creationId xmlns:a16="http://schemas.microsoft.com/office/drawing/2014/main" id="{DCC2ABC1-6D95-7E98-B742-D6D866058295}"/>
              </a:ext>
            </a:extLst>
          </p:cNvPr>
          <p:cNvSpPr>
            <a:spLocks noGrp="1"/>
          </p:cNvSpPr>
          <p:nvPr>
            <p:ph sz="quarter" idx="16"/>
          </p:nvPr>
        </p:nvSpPr>
        <p:spPr>
          <a:xfrm>
            <a:off x="6157913" y="3999442"/>
            <a:ext cx="2765425" cy="1929924"/>
          </a:xfrm>
        </p:spPr>
        <p:txBody>
          <a:bodyPr/>
          <a:lstStyle>
            <a:lvl1pPr>
              <a:defRPr sz="1200"/>
            </a:lvl1pPr>
            <a:lvl2pPr>
              <a:defRPr sz="1800"/>
            </a:lvl2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Content Placeholder 3">
            <a:extLst>
              <a:ext uri="{FF2B5EF4-FFF2-40B4-BE49-F238E27FC236}">
                <a16:creationId xmlns:a16="http://schemas.microsoft.com/office/drawing/2014/main" id="{2347FB46-959C-8A39-E037-09202C65388E}"/>
              </a:ext>
            </a:extLst>
          </p:cNvPr>
          <p:cNvSpPr>
            <a:spLocks noGrp="1"/>
          </p:cNvSpPr>
          <p:nvPr>
            <p:ph sz="quarter" idx="17"/>
          </p:nvPr>
        </p:nvSpPr>
        <p:spPr>
          <a:xfrm>
            <a:off x="9037639" y="3999442"/>
            <a:ext cx="2763836" cy="1929924"/>
          </a:xfrm>
        </p:spPr>
        <p:txBody>
          <a:bodyPr/>
          <a:lstStyle>
            <a:lvl1pPr>
              <a:defRPr sz="1200"/>
            </a:lvl1pPr>
            <a:lvl3pPr>
              <a:defRPr sz="12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10" name="Footer Placeholder 9">
            <a:extLst>
              <a:ext uri="{FF2B5EF4-FFF2-40B4-BE49-F238E27FC236}">
                <a16:creationId xmlns:a16="http://schemas.microsoft.com/office/drawing/2014/main" id="{AECAF2C7-502F-5B9C-FE68-AAA3F751E384}"/>
              </a:ext>
            </a:extLst>
          </p:cNvPr>
          <p:cNvSpPr>
            <a:spLocks noGrp="1"/>
          </p:cNvSpPr>
          <p:nvPr>
            <p:ph type="ftr" sz="quarter" idx="19"/>
          </p:nvPr>
        </p:nvSpPr>
        <p:spPr>
          <a:xfrm>
            <a:off x="880180" y="6497441"/>
            <a:ext cx="8814816" cy="123111"/>
          </a:xfrm>
          <a:prstGeom prst="rect">
            <a:avLst/>
          </a:prstGeom>
        </p:spPr>
        <p:txBody>
          <a:bodyPr/>
          <a:lstStyle/>
          <a:p>
            <a:r>
              <a:rPr lang="en-US"/>
              <a:t>Presentation Title   |   Section Title</a:t>
            </a:r>
          </a:p>
        </p:txBody>
      </p:sp>
      <p:sp>
        <p:nvSpPr>
          <p:cNvPr id="11" name="Slide Number Placeholder 10">
            <a:extLst>
              <a:ext uri="{FF2B5EF4-FFF2-40B4-BE49-F238E27FC236}">
                <a16:creationId xmlns:a16="http://schemas.microsoft.com/office/drawing/2014/main" id="{4E3DDF2A-6E8A-5DD7-EC40-30621391AF91}"/>
              </a:ext>
            </a:extLst>
          </p:cNvPr>
          <p:cNvSpPr>
            <a:spLocks noGrp="1"/>
          </p:cNvSpPr>
          <p:nvPr>
            <p:ph type="sldNum" sz="quarter" idx="20"/>
          </p:nvPr>
        </p:nvSpPr>
        <p:spPr>
          <a:xfrm>
            <a:off x="11503818" y="6497441"/>
            <a:ext cx="298209" cy="123111"/>
          </a:xfrm>
          <a:prstGeom prst="rect">
            <a:avLst/>
          </a:prstGeom>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408021302"/>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2_Text and Sidebar">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0A5006C-1C3A-4674-032E-590F9BDB859A}"/>
              </a:ext>
            </a:extLst>
          </p:cNvPr>
          <p:cNvSpPr>
            <a:spLocks noGrp="1"/>
          </p:cNvSpPr>
          <p:nvPr>
            <p:ph type="title"/>
          </p:nvPr>
        </p:nvSpPr>
        <p:spPr>
          <a:xfrm>
            <a:off x="406400" y="3486150"/>
            <a:ext cx="5645946" cy="2446655"/>
          </a:xfrm>
          <a:prstGeom prst="rect">
            <a:avLst/>
          </a:prstGeom>
        </p:spPr>
        <p:txBody>
          <a:bodyPr vert="horz" lIns="0" tIns="0" rIns="0" bIns="0" rtlCol="0" anchor="t" anchorCtr="0">
            <a:noAutofit/>
          </a:bodyPr>
          <a:lstStyle>
            <a:lvl1pPr>
              <a:defRPr sz="4000"/>
            </a:lvl1pPr>
          </a:lstStyle>
          <a:p>
            <a:r>
              <a:rPr lang="en-US"/>
              <a:t>Click to edit Master title style</a:t>
            </a:r>
          </a:p>
        </p:txBody>
      </p:sp>
      <p:sp>
        <p:nvSpPr>
          <p:cNvPr id="7" name="Text Placeholder 6">
            <a:extLst>
              <a:ext uri="{FF2B5EF4-FFF2-40B4-BE49-F238E27FC236}">
                <a16:creationId xmlns:a16="http://schemas.microsoft.com/office/drawing/2014/main" id="{F61931EA-4F62-CD08-4165-33E086404500}"/>
              </a:ext>
            </a:extLst>
          </p:cNvPr>
          <p:cNvSpPr>
            <a:spLocks noGrp="1"/>
          </p:cNvSpPr>
          <p:nvPr>
            <p:ph type="body" sz="quarter" idx="11" hasCustomPrompt="1"/>
          </p:nvPr>
        </p:nvSpPr>
        <p:spPr>
          <a:xfrm>
            <a:off x="7110941" y="406400"/>
            <a:ext cx="4683125" cy="2970213"/>
          </a:xfrm>
          <a:solidFill>
            <a:schemeClr val="accent1"/>
          </a:solidFill>
        </p:spPr>
        <p:txBody>
          <a:bodyPr lIns="274320" tIns="274320"/>
          <a:lstStyle>
            <a:lvl1pPr>
              <a:lnSpc>
                <a:spcPct val="100000"/>
              </a:lnSpc>
              <a:spcAft>
                <a:spcPts val="6000"/>
              </a:spcAft>
              <a:defRPr sz="8600" b="0">
                <a:solidFill>
                  <a:schemeClr val="bg1"/>
                </a:solidFill>
                <a:latin typeface="+mn-lt"/>
              </a:defRPr>
            </a:lvl1pPr>
            <a:lvl2pPr>
              <a:spcBef>
                <a:spcPts val="0"/>
              </a:spcBef>
              <a:defRPr b="1">
                <a:latin typeface="+mn-lt"/>
              </a:defRPr>
            </a:lvl2pPr>
          </a:lstStyle>
          <a:p>
            <a:pPr lvl="0"/>
            <a:r>
              <a:rPr lang="en-US"/>
              <a:t>0,000</a:t>
            </a:r>
          </a:p>
        </p:txBody>
      </p:sp>
      <p:sp>
        <p:nvSpPr>
          <p:cNvPr id="10" name="Text Placeholder 9">
            <a:extLst>
              <a:ext uri="{FF2B5EF4-FFF2-40B4-BE49-F238E27FC236}">
                <a16:creationId xmlns:a16="http://schemas.microsoft.com/office/drawing/2014/main" id="{5B8C705A-7501-8BB2-360F-85F75D8C5472}"/>
              </a:ext>
            </a:extLst>
          </p:cNvPr>
          <p:cNvSpPr>
            <a:spLocks noGrp="1"/>
          </p:cNvSpPr>
          <p:nvPr>
            <p:ph type="body" sz="quarter" idx="12"/>
          </p:nvPr>
        </p:nvSpPr>
        <p:spPr>
          <a:xfrm>
            <a:off x="9026525" y="3486150"/>
            <a:ext cx="2757487" cy="1939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 Placeholder 9">
            <a:extLst>
              <a:ext uri="{FF2B5EF4-FFF2-40B4-BE49-F238E27FC236}">
                <a16:creationId xmlns:a16="http://schemas.microsoft.com/office/drawing/2014/main" id="{E261EB62-99BB-7750-E027-C843643C73A3}"/>
              </a:ext>
            </a:extLst>
          </p:cNvPr>
          <p:cNvSpPr>
            <a:spLocks noGrp="1"/>
          </p:cNvSpPr>
          <p:nvPr>
            <p:ph type="body" sz="quarter" idx="14"/>
          </p:nvPr>
        </p:nvSpPr>
        <p:spPr>
          <a:xfrm>
            <a:off x="7400353" y="2323750"/>
            <a:ext cx="4103465" cy="741387"/>
          </a:xfrm>
        </p:spPr>
        <p:txBody>
          <a:bodyPr anchor="b" anchorCtr="0"/>
          <a:lstStyle>
            <a:lvl1pPr>
              <a:spcBef>
                <a:spcPts val="0"/>
              </a:spcBef>
              <a:spcAft>
                <a:spcPts val="0"/>
              </a:spcAft>
              <a:defRPr sz="1500" b="1">
                <a:latin typeface="+mn-lt"/>
              </a:defRPr>
            </a:lvl1pPr>
          </a:lstStyle>
          <a:p>
            <a:pPr lvl="0"/>
            <a:r>
              <a:rPr lang="en-US"/>
              <a:t>Click to edit Master text styles</a:t>
            </a:r>
          </a:p>
        </p:txBody>
      </p:sp>
      <p:sp>
        <p:nvSpPr>
          <p:cNvPr id="9" name="Footer Placeholder 8">
            <a:extLst>
              <a:ext uri="{FF2B5EF4-FFF2-40B4-BE49-F238E27FC236}">
                <a16:creationId xmlns:a16="http://schemas.microsoft.com/office/drawing/2014/main" id="{76F0F258-F68F-D5F0-8C3F-6C1041F04DE9}"/>
              </a:ext>
            </a:extLst>
          </p:cNvPr>
          <p:cNvSpPr>
            <a:spLocks noGrp="1"/>
          </p:cNvSpPr>
          <p:nvPr>
            <p:ph type="ftr" sz="quarter" idx="16"/>
          </p:nvPr>
        </p:nvSpPr>
        <p:spPr>
          <a:xfrm>
            <a:off x="880180" y="6497441"/>
            <a:ext cx="8814816" cy="123111"/>
          </a:xfrm>
          <a:prstGeom prst="rect">
            <a:avLst/>
          </a:prstGeom>
        </p:spPr>
        <p:txBody>
          <a:bodyPr/>
          <a:lstStyle/>
          <a:p>
            <a:r>
              <a:rPr lang="en-US"/>
              <a:t>Presentation Title   |   Section Title</a:t>
            </a:r>
          </a:p>
        </p:txBody>
      </p:sp>
      <p:sp>
        <p:nvSpPr>
          <p:cNvPr id="11" name="Slide Number Placeholder 10">
            <a:extLst>
              <a:ext uri="{FF2B5EF4-FFF2-40B4-BE49-F238E27FC236}">
                <a16:creationId xmlns:a16="http://schemas.microsoft.com/office/drawing/2014/main" id="{8BDA0B25-2310-8D4B-A82B-9EA2DD7CE7BD}"/>
              </a:ext>
            </a:extLst>
          </p:cNvPr>
          <p:cNvSpPr>
            <a:spLocks noGrp="1"/>
          </p:cNvSpPr>
          <p:nvPr>
            <p:ph type="sldNum" sz="quarter" idx="17"/>
          </p:nvPr>
        </p:nvSpPr>
        <p:spPr>
          <a:xfrm>
            <a:off x="11503818" y="6497441"/>
            <a:ext cx="298209" cy="123111"/>
          </a:xfrm>
          <a:prstGeom prst="rect">
            <a:avLst/>
          </a:prstGeom>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2030489371"/>
      </p:ext>
    </p:extLst>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2_Four Team Images">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78DDC8F-4B6A-28FC-A391-BC1BA03194A0}"/>
              </a:ext>
            </a:extLst>
          </p:cNvPr>
          <p:cNvSpPr>
            <a:spLocks noGrp="1"/>
          </p:cNvSpPr>
          <p:nvPr>
            <p:ph type="title"/>
          </p:nvPr>
        </p:nvSpPr>
        <p:spPr>
          <a:xfrm>
            <a:off x="406400" y="406400"/>
            <a:ext cx="5645946" cy="915289"/>
          </a:xfrm>
          <a:prstGeom prst="rect">
            <a:avLst/>
          </a:prstGeom>
        </p:spPr>
        <p:txBody>
          <a:bodyPr vert="horz" lIns="0" tIns="0" rIns="0" bIns="0" rtlCol="0" anchor="t" anchorCtr="0">
            <a:noAutofit/>
          </a:bodyPr>
          <a:lstStyle/>
          <a:p>
            <a:r>
              <a:rPr lang="en-US"/>
              <a:t>Click to edit Master title style</a:t>
            </a:r>
          </a:p>
        </p:txBody>
      </p:sp>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406400" y="1946275"/>
            <a:ext cx="2696610" cy="2403473"/>
          </a:xfrm>
          <a:solidFill>
            <a:schemeClr val="bg1">
              <a:lumMod val="85000"/>
            </a:schemeClr>
          </a:solidFill>
        </p:spPr>
        <p:txBody>
          <a:bodyPr tIns="365760"/>
          <a:lstStyle>
            <a:lvl1pPr algn="ctr">
              <a:defRPr/>
            </a:lvl1pPr>
            <a:lvl2pPr algn="ctr">
              <a:defRPr/>
            </a:lvl2pPr>
          </a:lstStyle>
          <a:p>
            <a:pPr lvl="1"/>
            <a:r>
              <a:rPr lang="en-US"/>
              <a:t>Click icon to add picture</a:t>
            </a:r>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3279775" y="1946275"/>
            <a:ext cx="2696610" cy="2403473"/>
          </a:xfrm>
          <a:solidFill>
            <a:schemeClr val="bg1">
              <a:lumMod val="85000"/>
            </a:schemeClr>
          </a:solidFill>
        </p:spPr>
        <p:txBody>
          <a:bodyPr tIns="365760"/>
          <a:lstStyle>
            <a:lvl1pPr algn="ctr">
              <a:defRPr/>
            </a:lvl1pPr>
            <a:lvl2pPr algn="ctr">
              <a:defRPr/>
            </a:lvl2pPr>
          </a:lstStyle>
          <a:p>
            <a:pPr lvl="1"/>
            <a:r>
              <a:rPr lang="en-US"/>
              <a:t>Click icon to add picture</a:t>
            </a:r>
          </a:p>
        </p:txBody>
      </p:sp>
      <p:sp>
        <p:nvSpPr>
          <p:cNvPr id="17" name="Picture Placeholder 14">
            <a:extLst>
              <a:ext uri="{FF2B5EF4-FFF2-40B4-BE49-F238E27FC236}">
                <a16:creationId xmlns:a16="http://schemas.microsoft.com/office/drawing/2014/main" id="{CD839F68-5525-1FC6-7F47-6058F961EBE1}"/>
              </a:ext>
              <a:ext uri="{C183D7F6-B498-43B3-948B-1728B52AA6E4}">
                <adec:decorative xmlns:adec="http://schemas.microsoft.com/office/drawing/2017/decorative" val="1"/>
              </a:ext>
            </a:extLst>
          </p:cNvPr>
          <p:cNvSpPr>
            <a:spLocks noGrp="1"/>
          </p:cNvSpPr>
          <p:nvPr>
            <p:ph type="pic" sz="quarter" idx="21"/>
          </p:nvPr>
        </p:nvSpPr>
        <p:spPr>
          <a:xfrm>
            <a:off x="6153150" y="1946275"/>
            <a:ext cx="2696610" cy="2403473"/>
          </a:xfrm>
          <a:solidFill>
            <a:schemeClr val="bg1">
              <a:lumMod val="85000"/>
            </a:schemeClr>
          </a:solidFill>
        </p:spPr>
        <p:txBody>
          <a:bodyPr tIns="365760"/>
          <a:lstStyle>
            <a:lvl1pPr algn="ctr">
              <a:defRPr/>
            </a:lvl1pPr>
            <a:lvl2pPr algn="ctr">
              <a:defRPr/>
            </a:lvl2pPr>
          </a:lstStyle>
          <a:p>
            <a:pPr lvl="1"/>
            <a:r>
              <a:rPr lang="en-US"/>
              <a:t>Click icon to add picture</a:t>
            </a:r>
          </a:p>
        </p:txBody>
      </p:sp>
      <p:sp>
        <p:nvSpPr>
          <p:cNvPr id="19" name="Picture Placeholder 14">
            <a:extLst>
              <a:ext uri="{FF2B5EF4-FFF2-40B4-BE49-F238E27FC236}">
                <a16:creationId xmlns:a16="http://schemas.microsoft.com/office/drawing/2014/main" id="{AEC3DEC0-C14C-0D3D-E77D-C65F7FA1089D}"/>
              </a:ext>
              <a:ext uri="{C183D7F6-B498-43B3-948B-1728B52AA6E4}">
                <adec:decorative xmlns:adec="http://schemas.microsoft.com/office/drawing/2017/decorative" val="1"/>
              </a:ext>
            </a:extLst>
          </p:cNvPr>
          <p:cNvSpPr>
            <a:spLocks noGrp="1"/>
          </p:cNvSpPr>
          <p:nvPr>
            <p:ph type="pic" sz="quarter" idx="23"/>
          </p:nvPr>
        </p:nvSpPr>
        <p:spPr>
          <a:xfrm>
            <a:off x="9026525" y="1946275"/>
            <a:ext cx="2696610" cy="2403473"/>
          </a:xfrm>
          <a:solidFill>
            <a:schemeClr val="bg1">
              <a:lumMod val="85000"/>
            </a:schemeClr>
          </a:solidFill>
        </p:spPr>
        <p:txBody>
          <a:bodyPr tIns="365760"/>
          <a:lstStyle>
            <a:lvl1pPr algn="ctr">
              <a:defRPr/>
            </a:lvl1pPr>
            <a:lvl2pPr algn="ctr">
              <a:defRPr/>
            </a:lvl2pPr>
          </a:lstStyle>
          <a:p>
            <a:pPr lvl="1"/>
            <a:r>
              <a:rPr lang="en-US"/>
              <a:t>Click icon to add picture</a:t>
            </a:r>
          </a:p>
        </p:txBody>
      </p:sp>
      <p:sp>
        <p:nvSpPr>
          <p:cNvPr id="3" name="Content Placeholder 2">
            <a:extLst>
              <a:ext uri="{FF2B5EF4-FFF2-40B4-BE49-F238E27FC236}">
                <a16:creationId xmlns:a16="http://schemas.microsoft.com/office/drawing/2014/main" id="{E82DA225-56CF-2A33-EA57-1409E47ABED7}"/>
              </a:ext>
            </a:extLst>
          </p:cNvPr>
          <p:cNvSpPr>
            <a:spLocks noGrp="1"/>
          </p:cNvSpPr>
          <p:nvPr>
            <p:ph sz="quarter" idx="29"/>
          </p:nvPr>
        </p:nvSpPr>
        <p:spPr>
          <a:xfrm>
            <a:off x="406400" y="4513263"/>
            <a:ext cx="2759075" cy="1425575"/>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stStyle>
          <a:p>
            <a:pPr lvl="0"/>
            <a:r>
              <a:rPr lang="en-US"/>
              <a:t>Click to edit Master text styles</a:t>
            </a:r>
          </a:p>
          <a:p>
            <a:pPr lvl="1"/>
            <a:r>
              <a:rPr lang="en-US"/>
              <a:t>Second level</a:t>
            </a:r>
          </a:p>
          <a:p>
            <a:pPr lvl="2"/>
            <a:r>
              <a:rPr lang="en-US"/>
              <a:t>Third level</a:t>
            </a:r>
          </a:p>
        </p:txBody>
      </p:sp>
      <p:sp>
        <p:nvSpPr>
          <p:cNvPr id="8" name="Content Placeholder 2">
            <a:extLst>
              <a:ext uri="{FF2B5EF4-FFF2-40B4-BE49-F238E27FC236}">
                <a16:creationId xmlns:a16="http://schemas.microsoft.com/office/drawing/2014/main" id="{86161E78-17D4-632D-6A0B-EED749113879}"/>
              </a:ext>
            </a:extLst>
          </p:cNvPr>
          <p:cNvSpPr>
            <a:spLocks noGrp="1"/>
          </p:cNvSpPr>
          <p:nvPr>
            <p:ph sz="quarter" idx="30"/>
          </p:nvPr>
        </p:nvSpPr>
        <p:spPr>
          <a:xfrm>
            <a:off x="3279775" y="4513263"/>
            <a:ext cx="2759075" cy="1425575"/>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stStyle>
          <a:p>
            <a:pPr lvl="0"/>
            <a:r>
              <a:rPr lang="en-US"/>
              <a:t>Click to edit Master text styles</a:t>
            </a:r>
          </a:p>
          <a:p>
            <a:pPr lvl="1"/>
            <a:r>
              <a:rPr lang="en-US"/>
              <a:t>Second level</a:t>
            </a:r>
          </a:p>
          <a:p>
            <a:pPr lvl="2"/>
            <a:r>
              <a:rPr lang="en-US"/>
              <a:t>Third level</a:t>
            </a:r>
          </a:p>
        </p:txBody>
      </p:sp>
      <p:sp>
        <p:nvSpPr>
          <p:cNvPr id="9" name="Content Placeholder 2">
            <a:extLst>
              <a:ext uri="{FF2B5EF4-FFF2-40B4-BE49-F238E27FC236}">
                <a16:creationId xmlns:a16="http://schemas.microsoft.com/office/drawing/2014/main" id="{464A9B94-8341-DDB6-FCA3-D883E6F4A025}"/>
              </a:ext>
            </a:extLst>
          </p:cNvPr>
          <p:cNvSpPr>
            <a:spLocks noGrp="1"/>
          </p:cNvSpPr>
          <p:nvPr>
            <p:ph sz="quarter" idx="31"/>
          </p:nvPr>
        </p:nvSpPr>
        <p:spPr>
          <a:xfrm>
            <a:off x="6153150" y="4513263"/>
            <a:ext cx="2759075" cy="1425575"/>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stStyle>
          <a:p>
            <a:pPr lvl="0"/>
            <a:r>
              <a:rPr lang="en-US"/>
              <a:t>Click to edit Master text styles</a:t>
            </a:r>
          </a:p>
          <a:p>
            <a:pPr lvl="1"/>
            <a:r>
              <a:rPr lang="en-US"/>
              <a:t>Second level</a:t>
            </a:r>
          </a:p>
          <a:p>
            <a:pPr lvl="2"/>
            <a:r>
              <a:rPr lang="en-US"/>
              <a:t>Third level</a:t>
            </a:r>
          </a:p>
        </p:txBody>
      </p:sp>
      <p:sp>
        <p:nvSpPr>
          <p:cNvPr id="10" name="Content Placeholder 2">
            <a:extLst>
              <a:ext uri="{FF2B5EF4-FFF2-40B4-BE49-F238E27FC236}">
                <a16:creationId xmlns:a16="http://schemas.microsoft.com/office/drawing/2014/main" id="{1B6A6ACB-4A83-CA74-2875-F21BF8F53651}"/>
              </a:ext>
            </a:extLst>
          </p:cNvPr>
          <p:cNvSpPr>
            <a:spLocks noGrp="1"/>
          </p:cNvSpPr>
          <p:nvPr>
            <p:ph sz="quarter" idx="32"/>
          </p:nvPr>
        </p:nvSpPr>
        <p:spPr>
          <a:xfrm>
            <a:off x="9026525" y="4513263"/>
            <a:ext cx="2759075" cy="1425575"/>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stStyle>
          <a:p>
            <a:pPr lvl="0"/>
            <a:r>
              <a:rPr lang="en-US"/>
              <a:t>Click to edit Master text styles</a:t>
            </a:r>
          </a:p>
          <a:p>
            <a:pPr lvl="1"/>
            <a:r>
              <a:rPr lang="en-US"/>
              <a:t>Second level</a:t>
            </a:r>
          </a:p>
          <a:p>
            <a:pPr lvl="2"/>
            <a:r>
              <a:rPr lang="en-US"/>
              <a:t>Third level</a:t>
            </a:r>
          </a:p>
        </p:txBody>
      </p:sp>
      <p:sp>
        <p:nvSpPr>
          <p:cNvPr id="12" name="Footer Placeholder 11">
            <a:extLst>
              <a:ext uri="{FF2B5EF4-FFF2-40B4-BE49-F238E27FC236}">
                <a16:creationId xmlns:a16="http://schemas.microsoft.com/office/drawing/2014/main" id="{6259258E-6E65-CE49-09A5-5F5CCDDB1784}"/>
              </a:ext>
            </a:extLst>
          </p:cNvPr>
          <p:cNvSpPr>
            <a:spLocks noGrp="1"/>
          </p:cNvSpPr>
          <p:nvPr>
            <p:ph type="ftr" sz="quarter" idx="34"/>
          </p:nvPr>
        </p:nvSpPr>
        <p:spPr>
          <a:xfrm>
            <a:off x="880180" y="6497441"/>
            <a:ext cx="8814816" cy="123111"/>
          </a:xfrm>
          <a:prstGeom prst="rect">
            <a:avLst/>
          </a:prstGeom>
        </p:spPr>
        <p:txBody>
          <a:bodyPr/>
          <a:lstStyle/>
          <a:p>
            <a:r>
              <a:rPr lang="en-US"/>
              <a:t>Presentation Title   |   Section Title</a:t>
            </a:r>
          </a:p>
        </p:txBody>
      </p:sp>
      <p:sp>
        <p:nvSpPr>
          <p:cNvPr id="13" name="Slide Number Placeholder 12">
            <a:extLst>
              <a:ext uri="{FF2B5EF4-FFF2-40B4-BE49-F238E27FC236}">
                <a16:creationId xmlns:a16="http://schemas.microsoft.com/office/drawing/2014/main" id="{42333294-462D-E7B4-6AFC-F581EE2F556B}"/>
              </a:ext>
            </a:extLst>
          </p:cNvPr>
          <p:cNvSpPr>
            <a:spLocks noGrp="1"/>
          </p:cNvSpPr>
          <p:nvPr>
            <p:ph type="sldNum" sz="quarter" idx="35"/>
          </p:nvPr>
        </p:nvSpPr>
        <p:spPr>
          <a:xfrm>
            <a:off x="11503818" y="6497441"/>
            <a:ext cx="298209" cy="123111"/>
          </a:xfrm>
          <a:prstGeom prst="rect">
            <a:avLst/>
          </a:prstGeom>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2094464789"/>
      </p:ext>
    </p:extLst>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2_Four Team Images 2">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B78DDC8F-4B6A-28FC-A391-BC1BA03194A0}"/>
              </a:ext>
            </a:extLst>
          </p:cNvPr>
          <p:cNvSpPr>
            <a:spLocks noGrp="1"/>
          </p:cNvSpPr>
          <p:nvPr>
            <p:ph type="title"/>
          </p:nvPr>
        </p:nvSpPr>
        <p:spPr>
          <a:xfrm>
            <a:off x="406400" y="406400"/>
            <a:ext cx="5637213" cy="915289"/>
          </a:xfrm>
          <a:prstGeom prst="rect">
            <a:avLst/>
          </a:prstGeom>
        </p:spPr>
        <p:txBody>
          <a:bodyPr vert="horz" lIns="0" tIns="0" rIns="0" bIns="0" rtlCol="0" anchor="t" anchorCtr="0">
            <a:noAutofit/>
          </a:bodyPr>
          <a:lstStyle/>
          <a:p>
            <a:r>
              <a:rPr lang="en-US"/>
              <a:t>Click to edit Master title style</a:t>
            </a:r>
          </a:p>
        </p:txBody>
      </p:sp>
      <p:sp>
        <p:nvSpPr>
          <p:cNvPr id="5" name="Picture Placeholder 14">
            <a:extLst>
              <a:ext uri="{FF2B5EF4-FFF2-40B4-BE49-F238E27FC236}">
                <a16:creationId xmlns:a16="http://schemas.microsoft.com/office/drawing/2014/main" id="{BE205ACB-F0DD-E11C-8562-1A67F4F828CD}"/>
              </a:ext>
              <a:ext uri="{C183D7F6-B498-43B3-948B-1728B52AA6E4}">
                <adec:decorative xmlns:adec="http://schemas.microsoft.com/office/drawing/2017/decorative" val="1"/>
              </a:ext>
            </a:extLst>
          </p:cNvPr>
          <p:cNvSpPr>
            <a:spLocks noGrp="1"/>
          </p:cNvSpPr>
          <p:nvPr>
            <p:ph type="pic" sz="quarter" idx="11"/>
          </p:nvPr>
        </p:nvSpPr>
        <p:spPr>
          <a:xfrm>
            <a:off x="406400" y="1432984"/>
            <a:ext cx="2696610" cy="1938866"/>
          </a:xfrm>
          <a:solidFill>
            <a:schemeClr val="bg1">
              <a:lumMod val="85000"/>
            </a:schemeClr>
          </a:solidFill>
        </p:spPr>
        <p:txBody>
          <a:bodyPr tIns="365760"/>
          <a:lstStyle>
            <a:lvl1pPr algn="ctr">
              <a:defRPr/>
            </a:lvl1pPr>
            <a:lvl2pPr algn="ctr">
              <a:defRPr/>
            </a:lvl2pPr>
          </a:lstStyle>
          <a:p>
            <a:pPr lvl="1"/>
            <a:r>
              <a:rPr lang="en-US"/>
              <a:t>Click icon to add picture</a:t>
            </a:r>
          </a:p>
        </p:txBody>
      </p:sp>
      <p:sp>
        <p:nvSpPr>
          <p:cNvPr id="15" name="Picture Placeholder 14">
            <a:extLst>
              <a:ext uri="{FF2B5EF4-FFF2-40B4-BE49-F238E27FC236}">
                <a16:creationId xmlns:a16="http://schemas.microsoft.com/office/drawing/2014/main" id="{32429DBE-FCD7-24A1-1559-A263A915F0EA}"/>
              </a:ext>
              <a:ext uri="{C183D7F6-B498-43B3-948B-1728B52AA6E4}">
                <adec:decorative xmlns:adec="http://schemas.microsoft.com/office/drawing/2017/decorative" val="1"/>
              </a:ext>
            </a:extLst>
          </p:cNvPr>
          <p:cNvSpPr>
            <a:spLocks noGrp="1"/>
          </p:cNvSpPr>
          <p:nvPr>
            <p:ph type="pic" sz="quarter" idx="19"/>
          </p:nvPr>
        </p:nvSpPr>
        <p:spPr>
          <a:xfrm>
            <a:off x="406400" y="3486150"/>
            <a:ext cx="2696610" cy="1927865"/>
          </a:xfrm>
          <a:solidFill>
            <a:schemeClr val="bg1">
              <a:lumMod val="85000"/>
            </a:schemeClr>
          </a:solidFill>
        </p:spPr>
        <p:txBody>
          <a:bodyPr tIns="365760"/>
          <a:lstStyle>
            <a:lvl1pPr algn="ctr">
              <a:defRPr/>
            </a:lvl1pPr>
            <a:lvl2pPr algn="ctr">
              <a:defRPr/>
            </a:lvl2pPr>
          </a:lstStyle>
          <a:p>
            <a:pPr lvl="1"/>
            <a:r>
              <a:rPr lang="en-US"/>
              <a:t>Click icon to add picture</a:t>
            </a:r>
          </a:p>
        </p:txBody>
      </p:sp>
      <p:sp>
        <p:nvSpPr>
          <p:cNvPr id="6" name="Picture Placeholder 14">
            <a:extLst>
              <a:ext uri="{FF2B5EF4-FFF2-40B4-BE49-F238E27FC236}">
                <a16:creationId xmlns:a16="http://schemas.microsoft.com/office/drawing/2014/main" id="{62EEDF93-D482-938D-D6D4-B8B66CA7643D}"/>
              </a:ext>
              <a:ext uri="{C183D7F6-B498-43B3-948B-1728B52AA6E4}">
                <adec:decorative xmlns:adec="http://schemas.microsoft.com/office/drawing/2017/decorative" val="1"/>
              </a:ext>
            </a:extLst>
          </p:cNvPr>
          <p:cNvSpPr>
            <a:spLocks noGrp="1"/>
          </p:cNvSpPr>
          <p:nvPr>
            <p:ph type="pic" sz="quarter" idx="26"/>
          </p:nvPr>
        </p:nvSpPr>
        <p:spPr>
          <a:xfrm>
            <a:off x="6153150" y="1432984"/>
            <a:ext cx="2696610" cy="1938866"/>
          </a:xfrm>
          <a:solidFill>
            <a:schemeClr val="bg1">
              <a:lumMod val="85000"/>
            </a:schemeClr>
          </a:solidFill>
        </p:spPr>
        <p:txBody>
          <a:bodyPr tIns="365760"/>
          <a:lstStyle>
            <a:lvl1pPr algn="ctr">
              <a:defRPr/>
            </a:lvl1pPr>
            <a:lvl2pPr algn="ctr">
              <a:defRPr/>
            </a:lvl2pPr>
          </a:lstStyle>
          <a:p>
            <a:pPr lvl="1"/>
            <a:r>
              <a:rPr lang="en-US"/>
              <a:t>Click icon to add picture</a:t>
            </a:r>
          </a:p>
        </p:txBody>
      </p:sp>
      <p:sp>
        <p:nvSpPr>
          <p:cNvPr id="9" name="Picture Placeholder 14">
            <a:extLst>
              <a:ext uri="{FF2B5EF4-FFF2-40B4-BE49-F238E27FC236}">
                <a16:creationId xmlns:a16="http://schemas.microsoft.com/office/drawing/2014/main" id="{AA220CD4-7D0B-916C-42A1-97C04399E704}"/>
              </a:ext>
              <a:ext uri="{C183D7F6-B498-43B3-948B-1728B52AA6E4}">
                <adec:decorative xmlns:adec="http://schemas.microsoft.com/office/drawing/2017/decorative" val="1"/>
              </a:ext>
            </a:extLst>
          </p:cNvPr>
          <p:cNvSpPr>
            <a:spLocks noGrp="1"/>
          </p:cNvSpPr>
          <p:nvPr>
            <p:ph type="pic" sz="quarter" idx="27"/>
          </p:nvPr>
        </p:nvSpPr>
        <p:spPr>
          <a:xfrm>
            <a:off x="6153150" y="3486150"/>
            <a:ext cx="2696610" cy="1927865"/>
          </a:xfrm>
          <a:solidFill>
            <a:schemeClr val="bg1">
              <a:lumMod val="85000"/>
            </a:schemeClr>
          </a:solidFill>
        </p:spPr>
        <p:txBody>
          <a:bodyPr tIns="365760"/>
          <a:lstStyle>
            <a:lvl1pPr algn="ctr">
              <a:defRPr/>
            </a:lvl1pPr>
            <a:lvl2pPr algn="ctr">
              <a:defRPr/>
            </a:lvl2pPr>
          </a:lstStyle>
          <a:p>
            <a:pPr lvl="1"/>
            <a:r>
              <a:rPr lang="en-US"/>
              <a:t>Click icon to add picture</a:t>
            </a:r>
          </a:p>
        </p:txBody>
      </p:sp>
      <p:sp>
        <p:nvSpPr>
          <p:cNvPr id="17" name="Content Placeholder 2">
            <a:extLst>
              <a:ext uri="{FF2B5EF4-FFF2-40B4-BE49-F238E27FC236}">
                <a16:creationId xmlns:a16="http://schemas.microsoft.com/office/drawing/2014/main" id="{3E3A5107-F9B3-5448-DF06-59578E06A6A0}"/>
              </a:ext>
            </a:extLst>
          </p:cNvPr>
          <p:cNvSpPr>
            <a:spLocks noGrp="1"/>
          </p:cNvSpPr>
          <p:nvPr>
            <p:ph sz="quarter" idx="29"/>
          </p:nvPr>
        </p:nvSpPr>
        <p:spPr>
          <a:xfrm>
            <a:off x="3281363" y="1432984"/>
            <a:ext cx="2762250" cy="193886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stStyle>
          <a:p>
            <a:pPr lvl="0"/>
            <a:r>
              <a:rPr lang="en-US"/>
              <a:t>Click to edit Master text styles</a:t>
            </a:r>
          </a:p>
          <a:p>
            <a:pPr lvl="1"/>
            <a:r>
              <a:rPr lang="en-US"/>
              <a:t>Second level</a:t>
            </a:r>
          </a:p>
          <a:p>
            <a:pPr lvl="2"/>
            <a:r>
              <a:rPr lang="en-US"/>
              <a:t>Third level</a:t>
            </a:r>
          </a:p>
        </p:txBody>
      </p:sp>
      <p:sp>
        <p:nvSpPr>
          <p:cNvPr id="19" name="Content Placeholder 2">
            <a:extLst>
              <a:ext uri="{FF2B5EF4-FFF2-40B4-BE49-F238E27FC236}">
                <a16:creationId xmlns:a16="http://schemas.microsoft.com/office/drawing/2014/main" id="{0312EB10-9FE2-7D88-78AE-FE03380EE80A}"/>
              </a:ext>
            </a:extLst>
          </p:cNvPr>
          <p:cNvSpPr>
            <a:spLocks noGrp="1"/>
          </p:cNvSpPr>
          <p:nvPr>
            <p:ph sz="quarter" idx="30"/>
          </p:nvPr>
        </p:nvSpPr>
        <p:spPr>
          <a:xfrm>
            <a:off x="9039777" y="1432984"/>
            <a:ext cx="2762250" cy="193886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stStyle>
          <a:p>
            <a:pPr lvl="0"/>
            <a:r>
              <a:rPr lang="en-US"/>
              <a:t>Click to edit Master text styles</a:t>
            </a:r>
          </a:p>
          <a:p>
            <a:pPr lvl="1"/>
            <a:r>
              <a:rPr lang="en-US"/>
              <a:t>Second level</a:t>
            </a:r>
          </a:p>
          <a:p>
            <a:pPr lvl="2"/>
            <a:r>
              <a:rPr lang="en-US"/>
              <a:t>Third level</a:t>
            </a:r>
          </a:p>
        </p:txBody>
      </p:sp>
      <p:sp>
        <p:nvSpPr>
          <p:cNvPr id="20" name="Content Placeholder 2">
            <a:extLst>
              <a:ext uri="{FF2B5EF4-FFF2-40B4-BE49-F238E27FC236}">
                <a16:creationId xmlns:a16="http://schemas.microsoft.com/office/drawing/2014/main" id="{604C5615-D3B0-6598-1F07-6BC81C0C1B78}"/>
              </a:ext>
            </a:extLst>
          </p:cNvPr>
          <p:cNvSpPr>
            <a:spLocks noGrp="1"/>
          </p:cNvSpPr>
          <p:nvPr>
            <p:ph sz="quarter" idx="31"/>
          </p:nvPr>
        </p:nvSpPr>
        <p:spPr>
          <a:xfrm>
            <a:off x="3281363" y="3486150"/>
            <a:ext cx="2762250" cy="193886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stStyle>
          <a:p>
            <a:pPr lvl="0"/>
            <a:r>
              <a:rPr lang="en-US"/>
              <a:t>Click to edit Master text styles</a:t>
            </a:r>
          </a:p>
          <a:p>
            <a:pPr lvl="1"/>
            <a:r>
              <a:rPr lang="en-US"/>
              <a:t>Second level</a:t>
            </a:r>
          </a:p>
          <a:p>
            <a:pPr lvl="2"/>
            <a:r>
              <a:rPr lang="en-US"/>
              <a:t>Third level</a:t>
            </a:r>
          </a:p>
        </p:txBody>
      </p:sp>
      <p:sp>
        <p:nvSpPr>
          <p:cNvPr id="21" name="Content Placeholder 2">
            <a:extLst>
              <a:ext uri="{FF2B5EF4-FFF2-40B4-BE49-F238E27FC236}">
                <a16:creationId xmlns:a16="http://schemas.microsoft.com/office/drawing/2014/main" id="{A1BB227D-A538-C977-AB52-2B08FD798EFC}"/>
              </a:ext>
            </a:extLst>
          </p:cNvPr>
          <p:cNvSpPr>
            <a:spLocks noGrp="1"/>
          </p:cNvSpPr>
          <p:nvPr>
            <p:ph sz="quarter" idx="32"/>
          </p:nvPr>
        </p:nvSpPr>
        <p:spPr>
          <a:xfrm>
            <a:off x="9039777" y="3486150"/>
            <a:ext cx="2762250" cy="193886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stStyle>
          <a:p>
            <a:pPr lvl="0"/>
            <a:r>
              <a:rPr lang="en-US"/>
              <a:t>Click to edit Master text styles</a:t>
            </a:r>
          </a:p>
          <a:p>
            <a:pPr lvl="1"/>
            <a:r>
              <a:rPr lang="en-US"/>
              <a:t>Second level</a:t>
            </a:r>
          </a:p>
          <a:p>
            <a:pPr lvl="2"/>
            <a:r>
              <a:rPr lang="en-US"/>
              <a:t>Third level</a:t>
            </a:r>
          </a:p>
        </p:txBody>
      </p:sp>
      <p:sp>
        <p:nvSpPr>
          <p:cNvPr id="10" name="Footer Placeholder 9">
            <a:extLst>
              <a:ext uri="{FF2B5EF4-FFF2-40B4-BE49-F238E27FC236}">
                <a16:creationId xmlns:a16="http://schemas.microsoft.com/office/drawing/2014/main" id="{43025157-ADFD-3A6B-994F-5F461893C0CA}"/>
              </a:ext>
            </a:extLst>
          </p:cNvPr>
          <p:cNvSpPr>
            <a:spLocks noGrp="1"/>
          </p:cNvSpPr>
          <p:nvPr>
            <p:ph type="ftr" sz="quarter" idx="34"/>
          </p:nvPr>
        </p:nvSpPr>
        <p:spPr>
          <a:xfrm>
            <a:off x="880180" y="6497441"/>
            <a:ext cx="8814816" cy="123111"/>
          </a:xfrm>
          <a:prstGeom prst="rect">
            <a:avLst/>
          </a:prstGeom>
        </p:spPr>
        <p:txBody>
          <a:bodyPr/>
          <a:lstStyle/>
          <a:p>
            <a:r>
              <a:rPr lang="en-US"/>
              <a:t>Presentation Title   |   Section Title</a:t>
            </a:r>
          </a:p>
        </p:txBody>
      </p:sp>
      <p:sp>
        <p:nvSpPr>
          <p:cNvPr id="11" name="Slide Number Placeholder 10">
            <a:extLst>
              <a:ext uri="{FF2B5EF4-FFF2-40B4-BE49-F238E27FC236}">
                <a16:creationId xmlns:a16="http://schemas.microsoft.com/office/drawing/2014/main" id="{B8002414-A588-AB5A-A3B4-D466A85A3101}"/>
              </a:ext>
            </a:extLst>
          </p:cNvPr>
          <p:cNvSpPr>
            <a:spLocks noGrp="1"/>
          </p:cNvSpPr>
          <p:nvPr>
            <p:ph type="sldNum" sz="quarter" idx="35"/>
          </p:nvPr>
        </p:nvSpPr>
        <p:spPr>
          <a:xfrm>
            <a:off x="11503818" y="6497441"/>
            <a:ext cx="298209" cy="123111"/>
          </a:xfrm>
          <a:prstGeom prst="rect">
            <a:avLst/>
          </a:prstGeom>
        </p:spPr>
        <p:txBody>
          <a:bodyPr/>
          <a:lstStyle/>
          <a:p>
            <a:fld id="{3E6AC032-1535-134B-A583-D5E1DDD0D167}" type="slidenum">
              <a:rPr lang="en-US" smtClean="0"/>
              <a:pPr/>
              <a:t>‹#›</a:t>
            </a:fld>
            <a:endParaRPr lang="en-US"/>
          </a:p>
        </p:txBody>
      </p:sp>
    </p:spTree>
    <p:extLst>
      <p:ext uri="{BB962C8B-B14F-4D97-AF65-F5344CB8AC3E}">
        <p14:creationId xmlns:p14="http://schemas.microsoft.com/office/powerpoint/2010/main" val="3661949385"/>
      </p:ext>
    </p:extLst>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userDrawn="1">
  <p:cSld name="03_Title Slide Black BG">
    <p:bg>
      <p:bgPr>
        <a:solidFill>
          <a:schemeClr val="tx1"/>
        </a:solidFill>
        <a:effectLst/>
      </p:bgPr>
    </p:bg>
    <p:spTree>
      <p:nvGrpSpPr>
        <p:cNvPr id="1" name=""/>
        <p:cNvGrpSpPr/>
        <p:nvPr/>
      </p:nvGrpSpPr>
      <p:grpSpPr>
        <a:xfrm>
          <a:off x="0" y="0"/>
          <a:ext cx="0" cy="0"/>
          <a:chOff x="0" y="0"/>
          <a:chExt cx="0" cy="0"/>
        </a:xfrm>
      </p:grpSpPr>
      <p:pic>
        <p:nvPicPr>
          <p:cNvPr id="4" name="Picture 3" descr="A white text on a black background&#10;&#10;Description automatically generated">
            <a:extLst>
              <a:ext uri="{FF2B5EF4-FFF2-40B4-BE49-F238E27FC236}">
                <a16:creationId xmlns:a16="http://schemas.microsoft.com/office/drawing/2014/main" id="{FEE322DF-DCE3-28C8-DD12-A18989D2F021}"/>
              </a:ext>
            </a:extLst>
          </p:cNvPr>
          <p:cNvPicPr>
            <a:picLocks noChangeAspect="1"/>
          </p:cNvPicPr>
          <p:nvPr userDrawn="1"/>
        </p:nvPicPr>
        <p:blipFill>
          <a:blip r:embed="rId2"/>
          <a:stretch>
            <a:fillRect/>
          </a:stretch>
        </p:blipFill>
        <p:spPr>
          <a:xfrm>
            <a:off x="287984" y="251999"/>
            <a:ext cx="4693336" cy="1152257"/>
          </a:xfrm>
          <a:prstGeom prst="rect">
            <a:avLst/>
          </a:prstGeom>
        </p:spPr>
      </p:pic>
      <p:pic>
        <p:nvPicPr>
          <p:cNvPr id="6" name="Picture 5" descr="A black background with white lines&#10;&#10;Description automatically generated">
            <a:extLst>
              <a:ext uri="{FF2B5EF4-FFF2-40B4-BE49-F238E27FC236}">
                <a16:creationId xmlns:a16="http://schemas.microsoft.com/office/drawing/2014/main" id="{D528EA70-18B0-7900-8E42-9D08B4A64A3E}"/>
              </a:ext>
            </a:extLst>
          </p:cNvPr>
          <p:cNvPicPr>
            <a:picLocks noChangeAspect="1"/>
          </p:cNvPicPr>
          <p:nvPr userDrawn="1"/>
        </p:nvPicPr>
        <p:blipFill>
          <a:blip r:embed="rId3"/>
          <a:stretch>
            <a:fillRect/>
          </a:stretch>
        </p:blipFill>
        <p:spPr>
          <a:xfrm>
            <a:off x="6609984" y="225064"/>
            <a:ext cx="5402716" cy="6407872"/>
          </a:xfrm>
          <a:prstGeom prst="rect">
            <a:avLst/>
          </a:prstGeom>
        </p:spPr>
      </p:pic>
      <p:sp>
        <p:nvSpPr>
          <p:cNvPr id="2" name="Title 1">
            <a:extLst>
              <a:ext uri="{FF2B5EF4-FFF2-40B4-BE49-F238E27FC236}">
                <a16:creationId xmlns:a16="http://schemas.microsoft.com/office/drawing/2014/main" id="{DE795E4D-1836-1349-9C6D-E9BFB94DDC61}"/>
              </a:ext>
            </a:extLst>
          </p:cNvPr>
          <p:cNvSpPr>
            <a:spLocks noGrp="1"/>
          </p:cNvSpPr>
          <p:nvPr>
            <p:ph type="ctrTitle" hasCustomPrompt="1"/>
          </p:nvPr>
        </p:nvSpPr>
        <p:spPr>
          <a:xfrm>
            <a:off x="360000" y="2758345"/>
            <a:ext cx="5402715" cy="1341311"/>
          </a:xfrm>
        </p:spPr>
        <p:txBody>
          <a:bodyPr anchor="ctr" anchorCtr="0"/>
          <a:lstStyle>
            <a:lvl1pPr algn="l">
              <a:lnSpc>
                <a:spcPct val="90000"/>
              </a:lnSpc>
              <a:defRPr sz="3600">
                <a:solidFill>
                  <a:schemeClr val="bg1"/>
                </a:solidFill>
              </a:defRPr>
            </a:lvl1pPr>
          </a:lstStyle>
          <a:p>
            <a:r>
              <a:rPr lang="en-US"/>
              <a:t>Click to edit presentation title</a:t>
            </a:r>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hasCustomPrompt="1"/>
          </p:nvPr>
        </p:nvSpPr>
        <p:spPr>
          <a:xfrm>
            <a:off x="360000" y="6200078"/>
            <a:ext cx="2155022" cy="398896"/>
          </a:xfrm>
        </p:spPr>
        <p:txBody>
          <a:bodyPr anchor="b" anchorCtr="0"/>
          <a:lstStyle>
            <a:lvl1pPr algn="l">
              <a:defRPr sz="1400">
                <a:solidFill>
                  <a:schemeClr val="bg1"/>
                </a:solidFill>
              </a:defRPr>
            </a:lvl1pPr>
          </a:lstStyle>
          <a:p>
            <a:pPr lvl="0"/>
            <a:r>
              <a:rPr lang="en-US"/>
              <a:t>CLICK TO EDIT DATE</a:t>
            </a:r>
          </a:p>
        </p:txBody>
      </p:sp>
    </p:spTree>
    <p:extLst>
      <p:ext uri="{BB962C8B-B14F-4D97-AF65-F5344CB8AC3E}">
        <p14:creationId xmlns:p14="http://schemas.microsoft.com/office/powerpoint/2010/main" val="2900993410"/>
      </p:ext>
    </p:extLst>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userDrawn="1">
  <p:cSld name="10_Content - 1 Column">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360000" y="278281"/>
            <a:ext cx="7814320" cy="600072"/>
          </a:xfrm>
        </p:spPr>
        <p:txBody>
          <a:bodyPr/>
          <a:lstStyle>
            <a:lvl1pPr>
              <a:defRPr sz="3000" b="0" i="0">
                <a:solidFill>
                  <a:schemeClr val="tx1"/>
                </a:solidFill>
                <a:latin typeface="Mark OT" panose="020B0504020201010104" pitchFamily="34" charset="77"/>
              </a:defRPr>
            </a:lvl1pPr>
          </a:lstStyle>
          <a:p>
            <a:r>
              <a:rPr lang="en-GB"/>
              <a:t>Click to edit Master title style</a:t>
            </a:r>
            <a:endParaRPr lang="en-US"/>
          </a:p>
        </p:txBody>
      </p:sp>
      <p:cxnSp>
        <p:nvCxnSpPr>
          <p:cNvPr id="5" name="Straight Connector 4">
            <a:extLst>
              <a:ext uri="{FF2B5EF4-FFF2-40B4-BE49-F238E27FC236}">
                <a16:creationId xmlns:a16="http://schemas.microsoft.com/office/drawing/2014/main" id="{B053CDC4-61D8-3AD5-2F67-2EF26E05F1E0}"/>
              </a:ext>
            </a:extLst>
          </p:cNvPr>
          <p:cNvCxnSpPr/>
          <p:nvPr userDrawn="1"/>
        </p:nvCxnSpPr>
        <p:spPr>
          <a:xfrm>
            <a:off x="0" y="955497"/>
            <a:ext cx="12192000" cy="0"/>
          </a:xfrm>
          <a:prstGeom prst="line">
            <a:avLst/>
          </a:prstGeom>
          <a:ln w="9525">
            <a:solidFill>
              <a:srgbClr val="151515"/>
            </a:solidFill>
          </a:ln>
        </p:spPr>
        <p:style>
          <a:lnRef idx="1">
            <a:schemeClr val="accent1"/>
          </a:lnRef>
          <a:fillRef idx="0">
            <a:schemeClr val="accent1"/>
          </a:fillRef>
          <a:effectRef idx="0">
            <a:schemeClr val="accent1"/>
          </a:effectRef>
          <a:fontRef idx="minor">
            <a:schemeClr val="tx1"/>
          </a:fontRef>
        </p:style>
      </p:cxnSp>
      <p:sp>
        <p:nvSpPr>
          <p:cNvPr id="2" name="Slide Number Placeholder 3">
            <a:extLst>
              <a:ext uri="{FF2B5EF4-FFF2-40B4-BE49-F238E27FC236}">
                <a16:creationId xmlns:a16="http://schemas.microsoft.com/office/drawing/2014/main" id="{EA2AED5E-A76C-D5A1-53EF-4D6B6729FF53}"/>
              </a:ext>
            </a:extLst>
          </p:cNvPr>
          <p:cNvSpPr>
            <a:spLocks noGrp="1"/>
          </p:cNvSpPr>
          <p:nvPr>
            <p:ph type="sldNum" sz="quarter" idx="4"/>
          </p:nvPr>
        </p:nvSpPr>
        <p:spPr>
          <a:xfrm>
            <a:off x="11225892" y="6356350"/>
            <a:ext cx="805543" cy="365125"/>
          </a:xfrm>
          <a:prstGeom prst="rect">
            <a:avLst/>
          </a:prstGeom>
        </p:spPr>
        <p:txBody>
          <a:bodyPr vert="horz" lIns="90000" tIns="45720" rIns="91440" bIns="45720" rtlCol="0" anchor="ctr"/>
          <a:lstStyle>
            <a:lvl1pPr algn="r">
              <a:defRPr sz="1200" b="0" i="0">
                <a:solidFill>
                  <a:schemeClr val="tx1"/>
                </a:solidFill>
                <a:latin typeface="Mark OT" panose="020B0504020201010104" pitchFamily="34" charset="77"/>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68A61277-D736-5A4E-964C-F8CA1F8ED542}" type="slidenum">
              <a:rPr kumimoji="0" lang="en-US" sz="1200" b="0" i="0" u="none" strike="noStrike" kern="1200" cap="none" spc="0" normalizeH="0" baseline="0" noProof="0" smtClean="0">
                <a:ln>
                  <a:noFill/>
                </a:ln>
                <a:solidFill>
                  <a:srgbClr val="000000"/>
                </a:solidFill>
                <a:effectLst/>
                <a:uLnTx/>
                <a:uFillTx/>
                <a:latin typeface="Mark OT" panose="020B0504020201010104" pitchFamily="34"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srgbClr val="000000"/>
              </a:solidFill>
              <a:effectLst/>
              <a:uLnTx/>
              <a:uFillTx/>
              <a:latin typeface="Mark OT" panose="020B0504020201010104" pitchFamily="34" charset="77"/>
              <a:ea typeface="+mn-ea"/>
              <a:cs typeface="+mn-cs"/>
            </a:endParaRPr>
          </a:p>
        </p:txBody>
      </p:sp>
      <p:pic>
        <p:nvPicPr>
          <p:cNvPr id="4" name="Picture 3">
            <a:extLst>
              <a:ext uri="{FF2B5EF4-FFF2-40B4-BE49-F238E27FC236}">
                <a16:creationId xmlns:a16="http://schemas.microsoft.com/office/drawing/2014/main" id="{67EBA50B-D27A-920C-92B5-D18C91861797}"/>
              </a:ext>
            </a:extLst>
          </p:cNvPr>
          <p:cNvPicPr>
            <a:picLocks noChangeAspect="1"/>
          </p:cNvPicPr>
          <p:nvPr userDrawn="1"/>
        </p:nvPicPr>
        <p:blipFill>
          <a:blip r:embed="rId2"/>
          <a:srcRect/>
          <a:stretch/>
        </p:blipFill>
        <p:spPr>
          <a:xfrm>
            <a:off x="10335986" y="296824"/>
            <a:ext cx="1575355" cy="386763"/>
          </a:xfrm>
          <a:prstGeom prst="rect">
            <a:avLst/>
          </a:prstGeom>
        </p:spPr>
      </p:pic>
      <p:sp>
        <p:nvSpPr>
          <p:cNvPr id="8" name="Content Placeholder 7">
            <a:extLst>
              <a:ext uri="{FF2B5EF4-FFF2-40B4-BE49-F238E27FC236}">
                <a16:creationId xmlns:a16="http://schemas.microsoft.com/office/drawing/2014/main" id="{0BEA81E4-1E99-AEBB-868C-3F69E5F9B93E}"/>
              </a:ext>
            </a:extLst>
          </p:cNvPr>
          <p:cNvSpPr>
            <a:spLocks noGrp="1"/>
          </p:cNvSpPr>
          <p:nvPr>
            <p:ph sz="quarter" idx="10"/>
          </p:nvPr>
        </p:nvSpPr>
        <p:spPr>
          <a:xfrm>
            <a:off x="360001" y="1371216"/>
            <a:ext cx="10767258" cy="46341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133873623"/>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userDrawn="1">
  <p:cSld name="01_Title Slide Image BG_WHITE">
    <p:bg>
      <p:bgPr>
        <a:solidFill>
          <a:srgbClr val="B4B4B4"/>
        </a:solidFill>
        <a:effectLst/>
      </p:bgPr>
    </p:bg>
    <p:spTree>
      <p:nvGrpSpPr>
        <p:cNvPr id="1" name=""/>
        <p:cNvGrpSpPr/>
        <p:nvPr/>
      </p:nvGrpSpPr>
      <p:grpSpPr>
        <a:xfrm>
          <a:off x="0" y="0"/>
          <a:ext cx="0" cy="0"/>
          <a:chOff x="0" y="0"/>
          <a:chExt cx="0" cy="0"/>
        </a:xfrm>
      </p:grpSpPr>
      <p:pic>
        <p:nvPicPr>
          <p:cNvPr id="4" name="Picture 3" descr="A white text on a black background&#10;&#10;Description automatically generated">
            <a:extLst>
              <a:ext uri="{FF2B5EF4-FFF2-40B4-BE49-F238E27FC236}">
                <a16:creationId xmlns:a16="http://schemas.microsoft.com/office/drawing/2014/main" id="{FEE322DF-DCE3-28C8-DD12-A18989D2F021}"/>
              </a:ext>
            </a:extLst>
          </p:cNvPr>
          <p:cNvPicPr>
            <a:picLocks noChangeAspect="1"/>
          </p:cNvPicPr>
          <p:nvPr userDrawn="1"/>
        </p:nvPicPr>
        <p:blipFill>
          <a:blip r:embed="rId2"/>
          <a:stretch>
            <a:fillRect/>
          </a:stretch>
        </p:blipFill>
        <p:spPr>
          <a:xfrm>
            <a:off x="287984" y="252000"/>
            <a:ext cx="1940514" cy="476414"/>
          </a:xfrm>
          <a:prstGeom prst="rect">
            <a:avLst/>
          </a:prstGeom>
        </p:spPr>
      </p:pic>
      <p:cxnSp>
        <p:nvCxnSpPr>
          <p:cNvPr id="5" name="Straight Connector 4">
            <a:extLst>
              <a:ext uri="{FF2B5EF4-FFF2-40B4-BE49-F238E27FC236}">
                <a16:creationId xmlns:a16="http://schemas.microsoft.com/office/drawing/2014/main" id="{B0F6851E-CEDB-2D92-BB06-63950D398EA4}"/>
              </a:ext>
            </a:extLst>
          </p:cNvPr>
          <p:cNvCxnSpPr/>
          <p:nvPr userDrawn="1"/>
        </p:nvCxnSpPr>
        <p:spPr>
          <a:xfrm>
            <a:off x="3095812" y="-3488"/>
            <a:ext cx="0" cy="6861488"/>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pic>
        <p:nvPicPr>
          <p:cNvPr id="6" name="Picture 5" descr="A black background with white lines&#10;&#10;Description automatically generated">
            <a:extLst>
              <a:ext uri="{FF2B5EF4-FFF2-40B4-BE49-F238E27FC236}">
                <a16:creationId xmlns:a16="http://schemas.microsoft.com/office/drawing/2014/main" id="{D528EA70-18B0-7900-8E42-9D08B4A64A3E}"/>
              </a:ext>
            </a:extLst>
          </p:cNvPr>
          <p:cNvPicPr>
            <a:picLocks noChangeAspect="1"/>
          </p:cNvPicPr>
          <p:nvPr userDrawn="1"/>
        </p:nvPicPr>
        <p:blipFill>
          <a:blip r:embed="rId3"/>
          <a:stretch>
            <a:fillRect/>
          </a:stretch>
        </p:blipFill>
        <p:spPr>
          <a:xfrm>
            <a:off x="6609984" y="225064"/>
            <a:ext cx="5402716" cy="6407872"/>
          </a:xfrm>
          <a:prstGeom prst="rect">
            <a:avLst/>
          </a:prstGeom>
        </p:spPr>
      </p:pic>
      <p:sp>
        <p:nvSpPr>
          <p:cNvPr id="2" name="Title 1">
            <a:extLst>
              <a:ext uri="{FF2B5EF4-FFF2-40B4-BE49-F238E27FC236}">
                <a16:creationId xmlns:a16="http://schemas.microsoft.com/office/drawing/2014/main" id="{DE795E4D-1836-1349-9C6D-E9BFB94DDC61}"/>
              </a:ext>
            </a:extLst>
          </p:cNvPr>
          <p:cNvSpPr>
            <a:spLocks noGrp="1"/>
          </p:cNvSpPr>
          <p:nvPr>
            <p:ph type="ctrTitle" hasCustomPrompt="1"/>
          </p:nvPr>
        </p:nvSpPr>
        <p:spPr>
          <a:xfrm>
            <a:off x="287984" y="5257663"/>
            <a:ext cx="2544422" cy="1341311"/>
          </a:xfrm>
        </p:spPr>
        <p:txBody>
          <a:bodyPr anchor="b" anchorCtr="0"/>
          <a:lstStyle>
            <a:lvl1pPr algn="l">
              <a:defRPr sz="1600">
                <a:solidFill>
                  <a:schemeClr val="bg1"/>
                </a:solidFill>
              </a:defRPr>
            </a:lvl1pPr>
          </a:lstStyle>
          <a:p>
            <a:r>
              <a:rPr lang="en-US"/>
              <a:t>CLICK TO EDIT PRESENTATION TITLE</a:t>
            </a:r>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hasCustomPrompt="1"/>
          </p:nvPr>
        </p:nvSpPr>
        <p:spPr>
          <a:xfrm>
            <a:off x="9828000" y="6200078"/>
            <a:ext cx="2155022" cy="398896"/>
          </a:xfrm>
        </p:spPr>
        <p:txBody>
          <a:bodyPr anchor="b" anchorCtr="0"/>
          <a:lstStyle>
            <a:lvl1pPr algn="r">
              <a:defRPr sz="1400">
                <a:solidFill>
                  <a:schemeClr val="bg1"/>
                </a:solidFill>
              </a:defRPr>
            </a:lvl1pPr>
          </a:lstStyle>
          <a:p>
            <a:pPr lvl="0"/>
            <a:r>
              <a:rPr lang="en-US"/>
              <a:t>CLICK TO EDIT DATE</a:t>
            </a:r>
          </a:p>
        </p:txBody>
      </p:sp>
      <p:sp>
        <p:nvSpPr>
          <p:cNvPr id="3" name="TextBox 2">
            <a:extLst>
              <a:ext uri="{FF2B5EF4-FFF2-40B4-BE49-F238E27FC236}">
                <a16:creationId xmlns:a16="http://schemas.microsoft.com/office/drawing/2014/main" id="{6ED02642-4DE0-DE7C-0903-13AD792C7E9E}"/>
              </a:ext>
            </a:extLst>
          </p:cNvPr>
          <p:cNvSpPr txBox="1"/>
          <p:nvPr userDrawn="1"/>
        </p:nvSpPr>
        <p:spPr>
          <a:xfrm>
            <a:off x="101600" y="6598974"/>
            <a:ext cx="1261884" cy="215444"/>
          </a:xfrm>
          <a:prstGeom prst="rect">
            <a:avLst/>
          </a:prstGeom>
          <a:noFill/>
        </p:spPr>
        <p:txBody>
          <a:bodyPr wrap="none" rtlCol="0">
            <a:spAutoFit/>
          </a:bodyPr>
          <a:lstStyle/>
          <a:p>
            <a:r>
              <a:rPr lang="en-US" sz="800" i="1"/>
              <a:t>INTERNAL USE ONLY</a:t>
            </a:r>
            <a:endParaRPr lang="en-AU" sz="800" i="1"/>
          </a:p>
        </p:txBody>
      </p:sp>
    </p:spTree>
    <p:extLst>
      <p:ext uri="{BB962C8B-B14F-4D97-AF65-F5344CB8AC3E}">
        <p14:creationId xmlns:p14="http://schemas.microsoft.com/office/powerpoint/2010/main" val="3139552922"/>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01_Title Slide Image BG_BLACK">
    <p:bg>
      <p:bgPr>
        <a:solidFill>
          <a:srgbClr val="B4B4B4"/>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E322DF-DCE3-28C8-DD12-A18989D2F021}"/>
              </a:ext>
            </a:extLst>
          </p:cNvPr>
          <p:cNvPicPr>
            <a:picLocks noChangeAspect="1"/>
          </p:cNvPicPr>
          <p:nvPr userDrawn="1"/>
        </p:nvPicPr>
        <p:blipFill>
          <a:blip r:embed="rId2"/>
          <a:srcRect/>
          <a:stretch/>
        </p:blipFill>
        <p:spPr>
          <a:xfrm>
            <a:off x="287984" y="252000"/>
            <a:ext cx="1940514" cy="476413"/>
          </a:xfrm>
          <a:prstGeom prst="rect">
            <a:avLst/>
          </a:prstGeom>
        </p:spPr>
      </p:pic>
      <p:cxnSp>
        <p:nvCxnSpPr>
          <p:cNvPr id="5" name="Straight Connector 4">
            <a:extLst>
              <a:ext uri="{FF2B5EF4-FFF2-40B4-BE49-F238E27FC236}">
                <a16:creationId xmlns:a16="http://schemas.microsoft.com/office/drawing/2014/main" id="{B0F6851E-CEDB-2D92-BB06-63950D398EA4}"/>
              </a:ext>
            </a:extLst>
          </p:cNvPr>
          <p:cNvCxnSpPr/>
          <p:nvPr userDrawn="1"/>
        </p:nvCxnSpPr>
        <p:spPr>
          <a:xfrm>
            <a:off x="3095812" y="-3488"/>
            <a:ext cx="0" cy="68614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528EA70-18B0-7900-8E42-9D08B4A64A3E}"/>
              </a:ext>
            </a:extLst>
          </p:cNvPr>
          <p:cNvPicPr>
            <a:picLocks noChangeAspect="1"/>
          </p:cNvPicPr>
          <p:nvPr userDrawn="1"/>
        </p:nvPicPr>
        <p:blipFill>
          <a:blip r:embed="rId3"/>
          <a:srcRect/>
          <a:stretch/>
        </p:blipFill>
        <p:spPr>
          <a:xfrm>
            <a:off x="6609984" y="225064"/>
            <a:ext cx="5402715" cy="6407872"/>
          </a:xfrm>
          <a:prstGeom prst="rect">
            <a:avLst/>
          </a:prstGeom>
        </p:spPr>
      </p:pic>
      <p:sp>
        <p:nvSpPr>
          <p:cNvPr id="2" name="Title 1">
            <a:extLst>
              <a:ext uri="{FF2B5EF4-FFF2-40B4-BE49-F238E27FC236}">
                <a16:creationId xmlns:a16="http://schemas.microsoft.com/office/drawing/2014/main" id="{DE795E4D-1836-1349-9C6D-E9BFB94DDC61}"/>
              </a:ext>
            </a:extLst>
          </p:cNvPr>
          <p:cNvSpPr>
            <a:spLocks noGrp="1"/>
          </p:cNvSpPr>
          <p:nvPr>
            <p:ph type="ctrTitle" hasCustomPrompt="1"/>
          </p:nvPr>
        </p:nvSpPr>
        <p:spPr>
          <a:xfrm>
            <a:off x="287984" y="5257663"/>
            <a:ext cx="2544422" cy="1341311"/>
          </a:xfrm>
        </p:spPr>
        <p:txBody>
          <a:bodyPr anchor="b" anchorCtr="0"/>
          <a:lstStyle>
            <a:lvl1pPr algn="l">
              <a:defRPr sz="1600">
                <a:solidFill>
                  <a:schemeClr val="tx1"/>
                </a:solidFill>
              </a:defRPr>
            </a:lvl1pPr>
          </a:lstStyle>
          <a:p>
            <a:r>
              <a:rPr lang="en-US"/>
              <a:t>CLICK TO EDIT PRESENTATION TITLE</a:t>
            </a:r>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hasCustomPrompt="1"/>
          </p:nvPr>
        </p:nvSpPr>
        <p:spPr>
          <a:xfrm>
            <a:off x="9828000" y="6200078"/>
            <a:ext cx="2155022" cy="398896"/>
          </a:xfrm>
        </p:spPr>
        <p:txBody>
          <a:bodyPr anchor="b" anchorCtr="0"/>
          <a:lstStyle>
            <a:lvl1pPr algn="r">
              <a:defRPr sz="1400">
                <a:solidFill>
                  <a:schemeClr val="tx1"/>
                </a:solidFill>
              </a:defRPr>
            </a:lvl1pPr>
          </a:lstStyle>
          <a:p>
            <a:pPr lvl="0"/>
            <a:r>
              <a:rPr lang="en-US"/>
              <a:t>CLICK TO EDIT DATE</a:t>
            </a:r>
          </a:p>
        </p:txBody>
      </p:sp>
      <p:sp>
        <p:nvSpPr>
          <p:cNvPr id="3" name="TextBox 2">
            <a:extLst>
              <a:ext uri="{FF2B5EF4-FFF2-40B4-BE49-F238E27FC236}">
                <a16:creationId xmlns:a16="http://schemas.microsoft.com/office/drawing/2014/main" id="{00F1FD69-DCBF-1997-088F-8F9B3A78BA28}"/>
              </a:ext>
            </a:extLst>
          </p:cNvPr>
          <p:cNvSpPr txBox="1"/>
          <p:nvPr userDrawn="1"/>
        </p:nvSpPr>
        <p:spPr>
          <a:xfrm>
            <a:off x="101600" y="6598974"/>
            <a:ext cx="1261884" cy="215444"/>
          </a:xfrm>
          <a:prstGeom prst="rect">
            <a:avLst/>
          </a:prstGeom>
          <a:noFill/>
        </p:spPr>
        <p:txBody>
          <a:bodyPr wrap="none" rtlCol="0">
            <a:spAutoFit/>
          </a:bodyPr>
          <a:lstStyle/>
          <a:p>
            <a:r>
              <a:rPr lang="en-US" sz="800" i="1"/>
              <a:t>INTERNAL USE ONLY</a:t>
            </a:r>
            <a:endParaRPr lang="en-AU" sz="800" i="1"/>
          </a:p>
        </p:txBody>
      </p:sp>
    </p:spTree>
    <p:extLst>
      <p:ext uri="{BB962C8B-B14F-4D97-AF65-F5344CB8AC3E}">
        <p14:creationId xmlns:p14="http://schemas.microsoft.com/office/powerpoint/2010/main" val="4291337065"/>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02_Title Slide Image BG_WHITE">
    <p:bg>
      <p:bgPr>
        <a:solidFill>
          <a:srgbClr val="B4B4B4"/>
        </a:solidFill>
        <a:effectLst/>
      </p:bgPr>
    </p:bg>
    <p:spTree>
      <p:nvGrpSpPr>
        <p:cNvPr id="1" name=""/>
        <p:cNvGrpSpPr/>
        <p:nvPr/>
      </p:nvGrpSpPr>
      <p:grpSpPr>
        <a:xfrm>
          <a:off x="0" y="0"/>
          <a:ext cx="0" cy="0"/>
          <a:chOff x="0" y="0"/>
          <a:chExt cx="0" cy="0"/>
        </a:xfrm>
      </p:grpSpPr>
      <p:pic>
        <p:nvPicPr>
          <p:cNvPr id="4" name="Picture 3" descr="A white text on a black background&#10;&#10;Description automatically generated">
            <a:extLst>
              <a:ext uri="{FF2B5EF4-FFF2-40B4-BE49-F238E27FC236}">
                <a16:creationId xmlns:a16="http://schemas.microsoft.com/office/drawing/2014/main" id="{FEE322DF-DCE3-28C8-DD12-A18989D2F021}"/>
              </a:ext>
            </a:extLst>
          </p:cNvPr>
          <p:cNvPicPr>
            <a:picLocks noChangeAspect="1"/>
          </p:cNvPicPr>
          <p:nvPr userDrawn="1"/>
        </p:nvPicPr>
        <p:blipFill>
          <a:blip r:embed="rId2"/>
          <a:stretch>
            <a:fillRect/>
          </a:stretch>
        </p:blipFill>
        <p:spPr>
          <a:xfrm>
            <a:off x="287984" y="252000"/>
            <a:ext cx="1940514" cy="476414"/>
          </a:xfrm>
          <a:prstGeom prst="rect">
            <a:avLst/>
          </a:prstGeom>
        </p:spPr>
      </p:pic>
      <p:cxnSp>
        <p:nvCxnSpPr>
          <p:cNvPr id="5" name="Straight Connector 4">
            <a:extLst>
              <a:ext uri="{FF2B5EF4-FFF2-40B4-BE49-F238E27FC236}">
                <a16:creationId xmlns:a16="http://schemas.microsoft.com/office/drawing/2014/main" id="{B0F6851E-CEDB-2D92-BB06-63950D398EA4}"/>
              </a:ext>
            </a:extLst>
          </p:cNvPr>
          <p:cNvCxnSpPr/>
          <p:nvPr userDrawn="1"/>
        </p:nvCxnSpPr>
        <p:spPr>
          <a:xfrm>
            <a:off x="3095812" y="-3488"/>
            <a:ext cx="0" cy="6861488"/>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795E4D-1836-1349-9C6D-E9BFB94DDC61}"/>
              </a:ext>
            </a:extLst>
          </p:cNvPr>
          <p:cNvSpPr>
            <a:spLocks noGrp="1"/>
          </p:cNvSpPr>
          <p:nvPr>
            <p:ph type="ctrTitle" hasCustomPrompt="1"/>
          </p:nvPr>
        </p:nvSpPr>
        <p:spPr>
          <a:xfrm>
            <a:off x="3407236" y="216000"/>
            <a:ext cx="2544422" cy="692563"/>
          </a:xfrm>
        </p:spPr>
        <p:txBody>
          <a:bodyPr anchor="t" anchorCtr="0"/>
          <a:lstStyle>
            <a:lvl1pPr algn="l">
              <a:defRPr sz="1600">
                <a:solidFill>
                  <a:schemeClr val="bg1"/>
                </a:solidFill>
              </a:defRPr>
            </a:lvl1pPr>
          </a:lstStyle>
          <a:p>
            <a:r>
              <a:rPr lang="en-US"/>
              <a:t>CLICK TO EDIT PRESENTATION TITLE</a:t>
            </a:r>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hasCustomPrompt="1"/>
          </p:nvPr>
        </p:nvSpPr>
        <p:spPr>
          <a:xfrm>
            <a:off x="3407236" y="6200078"/>
            <a:ext cx="2155022" cy="398896"/>
          </a:xfrm>
        </p:spPr>
        <p:txBody>
          <a:bodyPr anchor="b" anchorCtr="0"/>
          <a:lstStyle>
            <a:lvl1pPr algn="l">
              <a:defRPr sz="1400">
                <a:solidFill>
                  <a:schemeClr val="bg1"/>
                </a:solidFill>
              </a:defRPr>
            </a:lvl1pPr>
          </a:lstStyle>
          <a:p>
            <a:pPr lvl="0"/>
            <a:r>
              <a:rPr lang="en-US"/>
              <a:t>CLICK TO EDIT DATE</a:t>
            </a:r>
          </a:p>
        </p:txBody>
      </p:sp>
      <p:cxnSp>
        <p:nvCxnSpPr>
          <p:cNvPr id="3" name="Straight Connector 2">
            <a:extLst>
              <a:ext uri="{FF2B5EF4-FFF2-40B4-BE49-F238E27FC236}">
                <a16:creationId xmlns:a16="http://schemas.microsoft.com/office/drawing/2014/main" id="{521E41A8-ED81-5836-4B0B-1B52FB0DE93E}"/>
              </a:ext>
            </a:extLst>
          </p:cNvPr>
          <p:cNvCxnSpPr>
            <a:cxnSpLocks/>
          </p:cNvCxnSpPr>
          <p:nvPr userDrawn="1"/>
        </p:nvCxnSpPr>
        <p:spPr>
          <a:xfrm>
            <a:off x="0" y="5675068"/>
            <a:ext cx="12192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AAAAA80-FB63-19BF-83F9-09E141270139}"/>
              </a:ext>
            </a:extLst>
          </p:cNvPr>
          <p:cNvSpPr txBox="1"/>
          <p:nvPr userDrawn="1"/>
        </p:nvSpPr>
        <p:spPr>
          <a:xfrm>
            <a:off x="101600" y="6598974"/>
            <a:ext cx="1261884" cy="215444"/>
          </a:xfrm>
          <a:prstGeom prst="rect">
            <a:avLst/>
          </a:prstGeom>
          <a:noFill/>
        </p:spPr>
        <p:txBody>
          <a:bodyPr wrap="none" rtlCol="0">
            <a:spAutoFit/>
          </a:bodyPr>
          <a:lstStyle/>
          <a:p>
            <a:r>
              <a:rPr lang="en-US" sz="800" i="1"/>
              <a:t>INTERNAL USE ONLY</a:t>
            </a:r>
            <a:endParaRPr lang="en-AU" sz="800" i="1"/>
          </a:p>
        </p:txBody>
      </p:sp>
    </p:spTree>
    <p:extLst>
      <p:ext uri="{BB962C8B-B14F-4D97-AF65-F5344CB8AC3E}">
        <p14:creationId xmlns:p14="http://schemas.microsoft.com/office/powerpoint/2010/main" val="3129417950"/>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02_Title Slide Image BG_BLACK">
    <p:bg>
      <p:bgPr>
        <a:solidFill>
          <a:srgbClr val="B4B4B4"/>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E322DF-DCE3-28C8-DD12-A18989D2F021}"/>
              </a:ext>
            </a:extLst>
          </p:cNvPr>
          <p:cNvPicPr>
            <a:picLocks noChangeAspect="1"/>
          </p:cNvPicPr>
          <p:nvPr userDrawn="1"/>
        </p:nvPicPr>
        <p:blipFill>
          <a:blip r:embed="rId2"/>
          <a:srcRect/>
          <a:stretch/>
        </p:blipFill>
        <p:spPr>
          <a:xfrm>
            <a:off x="287984" y="252000"/>
            <a:ext cx="1940514" cy="476413"/>
          </a:xfrm>
          <a:prstGeom prst="rect">
            <a:avLst/>
          </a:prstGeom>
        </p:spPr>
      </p:pic>
      <p:cxnSp>
        <p:nvCxnSpPr>
          <p:cNvPr id="5" name="Straight Connector 4">
            <a:extLst>
              <a:ext uri="{FF2B5EF4-FFF2-40B4-BE49-F238E27FC236}">
                <a16:creationId xmlns:a16="http://schemas.microsoft.com/office/drawing/2014/main" id="{B0F6851E-CEDB-2D92-BB06-63950D398EA4}"/>
              </a:ext>
            </a:extLst>
          </p:cNvPr>
          <p:cNvCxnSpPr/>
          <p:nvPr userDrawn="1"/>
        </p:nvCxnSpPr>
        <p:spPr>
          <a:xfrm>
            <a:off x="3095812" y="-3488"/>
            <a:ext cx="0" cy="68614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795E4D-1836-1349-9C6D-E9BFB94DDC61}"/>
              </a:ext>
            </a:extLst>
          </p:cNvPr>
          <p:cNvSpPr>
            <a:spLocks noGrp="1"/>
          </p:cNvSpPr>
          <p:nvPr>
            <p:ph type="ctrTitle" hasCustomPrompt="1"/>
          </p:nvPr>
        </p:nvSpPr>
        <p:spPr>
          <a:xfrm>
            <a:off x="3407236" y="216000"/>
            <a:ext cx="2544422" cy="692563"/>
          </a:xfrm>
        </p:spPr>
        <p:txBody>
          <a:bodyPr anchor="t" anchorCtr="0"/>
          <a:lstStyle>
            <a:lvl1pPr algn="l">
              <a:defRPr sz="1600">
                <a:solidFill>
                  <a:schemeClr val="tx1"/>
                </a:solidFill>
              </a:defRPr>
            </a:lvl1pPr>
          </a:lstStyle>
          <a:p>
            <a:r>
              <a:rPr lang="en-US"/>
              <a:t>CLICK TO EDIT PRESENTATION TITLE</a:t>
            </a:r>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hasCustomPrompt="1"/>
          </p:nvPr>
        </p:nvSpPr>
        <p:spPr>
          <a:xfrm>
            <a:off x="3407236" y="6200078"/>
            <a:ext cx="2155022" cy="398896"/>
          </a:xfrm>
        </p:spPr>
        <p:txBody>
          <a:bodyPr anchor="b" anchorCtr="0"/>
          <a:lstStyle>
            <a:lvl1pPr algn="l">
              <a:defRPr sz="1400">
                <a:solidFill>
                  <a:schemeClr val="tx1"/>
                </a:solidFill>
              </a:defRPr>
            </a:lvl1pPr>
          </a:lstStyle>
          <a:p>
            <a:pPr lvl="0"/>
            <a:r>
              <a:rPr lang="en-US"/>
              <a:t>CLICK TO EDIT DATE</a:t>
            </a:r>
          </a:p>
        </p:txBody>
      </p:sp>
      <p:cxnSp>
        <p:nvCxnSpPr>
          <p:cNvPr id="3" name="Straight Connector 2">
            <a:extLst>
              <a:ext uri="{FF2B5EF4-FFF2-40B4-BE49-F238E27FC236}">
                <a16:creationId xmlns:a16="http://schemas.microsoft.com/office/drawing/2014/main" id="{521E41A8-ED81-5836-4B0B-1B52FB0DE93E}"/>
              </a:ext>
            </a:extLst>
          </p:cNvPr>
          <p:cNvCxnSpPr>
            <a:cxnSpLocks/>
          </p:cNvCxnSpPr>
          <p:nvPr userDrawn="1"/>
        </p:nvCxnSpPr>
        <p:spPr>
          <a:xfrm>
            <a:off x="0" y="5675068"/>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7C86D47-04CB-232E-83B4-B1D94CCDB0AC}"/>
              </a:ext>
            </a:extLst>
          </p:cNvPr>
          <p:cNvSpPr txBox="1"/>
          <p:nvPr userDrawn="1"/>
        </p:nvSpPr>
        <p:spPr>
          <a:xfrm>
            <a:off x="101600" y="6598974"/>
            <a:ext cx="1261884" cy="215444"/>
          </a:xfrm>
          <a:prstGeom prst="rect">
            <a:avLst/>
          </a:prstGeom>
          <a:noFill/>
        </p:spPr>
        <p:txBody>
          <a:bodyPr wrap="none" rtlCol="0">
            <a:spAutoFit/>
          </a:bodyPr>
          <a:lstStyle/>
          <a:p>
            <a:r>
              <a:rPr lang="en-US" sz="800" i="1"/>
              <a:t>INTERNAL USE ONLY</a:t>
            </a:r>
            <a:endParaRPr lang="en-AU" sz="800" i="1"/>
          </a:p>
        </p:txBody>
      </p:sp>
    </p:spTree>
    <p:extLst>
      <p:ext uri="{BB962C8B-B14F-4D97-AF65-F5344CB8AC3E}">
        <p14:creationId xmlns:p14="http://schemas.microsoft.com/office/powerpoint/2010/main" val="526586071"/>
      </p:ext>
    </p:extLst>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03_Title Slide Black BG">
    <p:bg>
      <p:bgPr>
        <a:solidFill>
          <a:schemeClr val="tx1"/>
        </a:solidFill>
        <a:effectLst/>
      </p:bgPr>
    </p:bg>
    <p:spTree>
      <p:nvGrpSpPr>
        <p:cNvPr id="1" name=""/>
        <p:cNvGrpSpPr/>
        <p:nvPr/>
      </p:nvGrpSpPr>
      <p:grpSpPr>
        <a:xfrm>
          <a:off x="0" y="0"/>
          <a:ext cx="0" cy="0"/>
          <a:chOff x="0" y="0"/>
          <a:chExt cx="0" cy="0"/>
        </a:xfrm>
      </p:grpSpPr>
      <p:pic>
        <p:nvPicPr>
          <p:cNvPr id="4" name="Picture 3" descr="A white text on a black background&#10;&#10;Description automatically generated">
            <a:extLst>
              <a:ext uri="{FF2B5EF4-FFF2-40B4-BE49-F238E27FC236}">
                <a16:creationId xmlns:a16="http://schemas.microsoft.com/office/drawing/2014/main" id="{FEE322DF-DCE3-28C8-DD12-A18989D2F021}"/>
              </a:ext>
            </a:extLst>
          </p:cNvPr>
          <p:cNvPicPr>
            <a:picLocks noChangeAspect="1"/>
          </p:cNvPicPr>
          <p:nvPr userDrawn="1"/>
        </p:nvPicPr>
        <p:blipFill>
          <a:blip r:embed="rId2"/>
          <a:stretch>
            <a:fillRect/>
          </a:stretch>
        </p:blipFill>
        <p:spPr>
          <a:xfrm>
            <a:off x="287984" y="251999"/>
            <a:ext cx="4693336" cy="1152257"/>
          </a:xfrm>
          <a:prstGeom prst="rect">
            <a:avLst/>
          </a:prstGeom>
        </p:spPr>
      </p:pic>
      <p:pic>
        <p:nvPicPr>
          <p:cNvPr id="6" name="Picture 5" descr="A black background with white lines&#10;&#10;Description automatically generated">
            <a:extLst>
              <a:ext uri="{FF2B5EF4-FFF2-40B4-BE49-F238E27FC236}">
                <a16:creationId xmlns:a16="http://schemas.microsoft.com/office/drawing/2014/main" id="{D528EA70-18B0-7900-8E42-9D08B4A64A3E}"/>
              </a:ext>
            </a:extLst>
          </p:cNvPr>
          <p:cNvPicPr>
            <a:picLocks noChangeAspect="1"/>
          </p:cNvPicPr>
          <p:nvPr userDrawn="1"/>
        </p:nvPicPr>
        <p:blipFill>
          <a:blip r:embed="rId3"/>
          <a:stretch>
            <a:fillRect/>
          </a:stretch>
        </p:blipFill>
        <p:spPr>
          <a:xfrm>
            <a:off x="6609984" y="225064"/>
            <a:ext cx="5402716" cy="6407872"/>
          </a:xfrm>
          <a:prstGeom prst="rect">
            <a:avLst/>
          </a:prstGeom>
        </p:spPr>
      </p:pic>
      <p:sp>
        <p:nvSpPr>
          <p:cNvPr id="2" name="Title 1">
            <a:extLst>
              <a:ext uri="{FF2B5EF4-FFF2-40B4-BE49-F238E27FC236}">
                <a16:creationId xmlns:a16="http://schemas.microsoft.com/office/drawing/2014/main" id="{DE795E4D-1836-1349-9C6D-E9BFB94DDC61}"/>
              </a:ext>
            </a:extLst>
          </p:cNvPr>
          <p:cNvSpPr>
            <a:spLocks noGrp="1"/>
          </p:cNvSpPr>
          <p:nvPr>
            <p:ph type="ctrTitle" hasCustomPrompt="1"/>
          </p:nvPr>
        </p:nvSpPr>
        <p:spPr>
          <a:xfrm>
            <a:off x="360000" y="2758345"/>
            <a:ext cx="5402715" cy="1341311"/>
          </a:xfrm>
        </p:spPr>
        <p:txBody>
          <a:bodyPr anchor="ctr" anchorCtr="0"/>
          <a:lstStyle>
            <a:lvl1pPr algn="l">
              <a:lnSpc>
                <a:spcPct val="90000"/>
              </a:lnSpc>
              <a:defRPr sz="3600">
                <a:solidFill>
                  <a:schemeClr val="bg1"/>
                </a:solidFill>
              </a:defRPr>
            </a:lvl1pPr>
          </a:lstStyle>
          <a:p>
            <a:r>
              <a:rPr lang="en-US"/>
              <a:t>Click to edit presentation title</a:t>
            </a:r>
          </a:p>
        </p:txBody>
      </p:sp>
      <p:sp>
        <p:nvSpPr>
          <p:cNvPr id="10" name="Text Placeholder 9">
            <a:extLst>
              <a:ext uri="{FF2B5EF4-FFF2-40B4-BE49-F238E27FC236}">
                <a16:creationId xmlns:a16="http://schemas.microsoft.com/office/drawing/2014/main" id="{A32128CF-6410-DD45-B9CE-3BBAAC987485}"/>
              </a:ext>
            </a:extLst>
          </p:cNvPr>
          <p:cNvSpPr>
            <a:spLocks noGrp="1"/>
          </p:cNvSpPr>
          <p:nvPr>
            <p:ph type="body" sz="quarter" idx="10" hasCustomPrompt="1"/>
          </p:nvPr>
        </p:nvSpPr>
        <p:spPr>
          <a:xfrm>
            <a:off x="360000" y="6200078"/>
            <a:ext cx="2155022" cy="398896"/>
          </a:xfrm>
        </p:spPr>
        <p:txBody>
          <a:bodyPr anchor="b" anchorCtr="0"/>
          <a:lstStyle>
            <a:lvl1pPr algn="l">
              <a:defRPr sz="1400">
                <a:solidFill>
                  <a:schemeClr val="bg1"/>
                </a:solidFill>
              </a:defRPr>
            </a:lvl1pPr>
          </a:lstStyle>
          <a:p>
            <a:pPr lvl="0"/>
            <a:r>
              <a:rPr lang="en-US"/>
              <a:t>CLICK TO EDIT DATE</a:t>
            </a:r>
          </a:p>
        </p:txBody>
      </p:sp>
      <p:sp>
        <p:nvSpPr>
          <p:cNvPr id="3" name="TextBox 2">
            <a:extLst>
              <a:ext uri="{FF2B5EF4-FFF2-40B4-BE49-F238E27FC236}">
                <a16:creationId xmlns:a16="http://schemas.microsoft.com/office/drawing/2014/main" id="{9DB9BF95-52F3-9DFE-187C-5439D79ABB2A}"/>
              </a:ext>
            </a:extLst>
          </p:cNvPr>
          <p:cNvSpPr txBox="1"/>
          <p:nvPr userDrawn="1"/>
        </p:nvSpPr>
        <p:spPr>
          <a:xfrm>
            <a:off x="101600" y="6598974"/>
            <a:ext cx="1261884" cy="215444"/>
          </a:xfrm>
          <a:prstGeom prst="rect">
            <a:avLst/>
          </a:prstGeom>
          <a:noFill/>
        </p:spPr>
        <p:txBody>
          <a:bodyPr wrap="none" rtlCol="0">
            <a:spAutoFit/>
          </a:bodyPr>
          <a:lstStyle/>
          <a:p>
            <a:r>
              <a:rPr lang="en-US" sz="800" i="1">
                <a:solidFill>
                  <a:schemeClr val="bg1"/>
                </a:solidFill>
              </a:rPr>
              <a:t>INTERNAL USE ONLY</a:t>
            </a:r>
            <a:endParaRPr lang="en-AU" sz="800" i="1">
              <a:solidFill>
                <a:schemeClr val="bg1"/>
              </a:solidFill>
            </a:endParaRPr>
          </a:p>
        </p:txBody>
      </p:sp>
    </p:spTree>
    <p:extLst>
      <p:ext uri="{BB962C8B-B14F-4D97-AF65-F5344CB8AC3E}">
        <p14:creationId xmlns:p14="http://schemas.microsoft.com/office/powerpoint/2010/main" val="3849951876"/>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04_Section_Title_Image_WHIT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E322DF-DCE3-28C8-DD12-A18989D2F021}"/>
              </a:ext>
            </a:extLst>
          </p:cNvPr>
          <p:cNvPicPr>
            <a:picLocks noChangeAspect="1"/>
          </p:cNvPicPr>
          <p:nvPr userDrawn="1"/>
        </p:nvPicPr>
        <p:blipFill>
          <a:blip r:embed="rId2"/>
          <a:srcRect/>
          <a:stretch/>
        </p:blipFill>
        <p:spPr>
          <a:xfrm>
            <a:off x="287984" y="252000"/>
            <a:ext cx="1940514" cy="476413"/>
          </a:xfrm>
          <a:prstGeom prst="rect">
            <a:avLst/>
          </a:prstGeom>
        </p:spPr>
      </p:pic>
      <p:sp>
        <p:nvSpPr>
          <p:cNvPr id="2" name="Title 1">
            <a:extLst>
              <a:ext uri="{FF2B5EF4-FFF2-40B4-BE49-F238E27FC236}">
                <a16:creationId xmlns:a16="http://schemas.microsoft.com/office/drawing/2014/main" id="{DE795E4D-1836-1349-9C6D-E9BFB94DDC61}"/>
              </a:ext>
            </a:extLst>
          </p:cNvPr>
          <p:cNvSpPr>
            <a:spLocks noGrp="1"/>
          </p:cNvSpPr>
          <p:nvPr>
            <p:ph type="ctrTitle" hasCustomPrompt="1"/>
          </p:nvPr>
        </p:nvSpPr>
        <p:spPr>
          <a:xfrm>
            <a:off x="3407234" y="216000"/>
            <a:ext cx="3960000" cy="692563"/>
          </a:xfrm>
        </p:spPr>
        <p:txBody>
          <a:bodyPr anchor="t" anchorCtr="0"/>
          <a:lstStyle>
            <a:lvl1pPr algn="l">
              <a:defRPr sz="1600">
                <a:solidFill>
                  <a:schemeClr val="tx1"/>
                </a:solidFill>
              </a:defRPr>
            </a:lvl1pPr>
          </a:lstStyle>
          <a:p>
            <a:r>
              <a:rPr lang="en-US"/>
              <a:t>CLICK TO EDIT </a:t>
            </a:r>
            <a:br>
              <a:rPr lang="en-US"/>
            </a:br>
            <a:r>
              <a:rPr lang="en-US"/>
              <a:t>SECTION TITLE</a:t>
            </a:r>
          </a:p>
        </p:txBody>
      </p:sp>
      <p:sp>
        <p:nvSpPr>
          <p:cNvPr id="8" name="Picture Placeholder 7">
            <a:extLst>
              <a:ext uri="{FF2B5EF4-FFF2-40B4-BE49-F238E27FC236}">
                <a16:creationId xmlns:a16="http://schemas.microsoft.com/office/drawing/2014/main" id="{93DE97FB-DCA5-3481-874F-487F6013F007}"/>
              </a:ext>
            </a:extLst>
          </p:cNvPr>
          <p:cNvSpPr>
            <a:spLocks noGrp="1"/>
          </p:cNvSpPr>
          <p:nvPr>
            <p:ph type="pic" sz="quarter" idx="10"/>
          </p:nvPr>
        </p:nvSpPr>
        <p:spPr>
          <a:xfrm>
            <a:off x="0" y="3119437"/>
            <a:ext cx="1006475" cy="3479537"/>
          </a:xfrm>
        </p:spPr>
        <p:txBody>
          <a:bodyPr/>
          <a:lstStyle/>
          <a:p>
            <a:r>
              <a:rPr lang="en-GB"/>
              <a:t>Click icon to add picture</a:t>
            </a:r>
            <a:endParaRPr lang="en-US"/>
          </a:p>
        </p:txBody>
      </p:sp>
      <p:sp>
        <p:nvSpPr>
          <p:cNvPr id="12" name="Picture Placeholder 7">
            <a:extLst>
              <a:ext uri="{FF2B5EF4-FFF2-40B4-BE49-F238E27FC236}">
                <a16:creationId xmlns:a16="http://schemas.microsoft.com/office/drawing/2014/main" id="{2279411B-8486-F5E5-B8DA-7CEA9A08585C}"/>
              </a:ext>
            </a:extLst>
          </p:cNvPr>
          <p:cNvSpPr>
            <a:spLocks noGrp="1"/>
          </p:cNvSpPr>
          <p:nvPr>
            <p:ph type="pic" sz="quarter" idx="11"/>
          </p:nvPr>
        </p:nvSpPr>
        <p:spPr>
          <a:xfrm>
            <a:off x="1851949" y="3119437"/>
            <a:ext cx="2777924" cy="3479537"/>
          </a:xfrm>
        </p:spPr>
        <p:txBody>
          <a:bodyPr/>
          <a:lstStyle/>
          <a:p>
            <a:r>
              <a:rPr lang="en-GB"/>
              <a:t>Click icon to add picture</a:t>
            </a:r>
            <a:endParaRPr lang="en-US"/>
          </a:p>
        </p:txBody>
      </p:sp>
      <p:sp>
        <p:nvSpPr>
          <p:cNvPr id="13" name="Rectangle 12">
            <a:extLst>
              <a:ext uri="{FF2B5EF4-FFF2-40B4-BE49-F238E27FC236}">
                <a16:creationId xmlns:a16="http://schemas.microsoft.com/office/drawing/2014/main" id="{2E053292-B6C6-CA19-C2B1-10E6C7BF653F}"/>
              </a:ext>
            </a:extLst>
          </p:cNvPr>
          <p:cNvSpPr/>
          <p:nvPr userDrawn="1"/>
        </p:nvSpPr>
        <p:spPr>
          <a:xfrm>
            <a:off x="4764910" y="3119437"/>
            <a:ext cx="918259" cy="34795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icture Placeholder 7">
            <a:extLst>
              <a:ext uri="{FF2B5EF4-FFF2-40B4-BE49-F238E27FC236}">
                <a16:creationId xmlns:a16="http://schemas.microsoft.com/office/drawing/2014/main" id="{A91E860E-43BF-5656-C16E-133E4D8A327D}"/>
              </a:ext>
            </a:extLst>
          </p:cNvPr>
          <p:cNvSpPr>
            <a:spLocks noGrp="1"/>
          </p:cNvSpPr>
          <p:nvPr>
            <p:ph type="pic" sz="quarter" idx="12"/>
          </p:nvPr>
        </p:nvSpPr>
        <p:spPr>
          <a:xfrm>
            <a:off x="7066343" y="3119437"/>
            <a:ext cx="5125657" cy="3479537"/>
          </a:xfrm>
        </p:spPr>
        <p:txBody>
          <a:bodyPr/>
          <a:lstStyle/>
          <a:p>
            <a:r>
              <a:rPr lang="en-GB"/>
              <a:t>Click icon to add picture</a:t>
            </a:r>
            <a:endParaRPr lang="en-US"/>
          </a:p>
        </p:txBody>
      </p:sp>
      <p:sp>
        <p:nvSpPr>
          <p:cNvPr id="3" name="TextBox 2">
            <a:extLst>
              <a:ext uri="{FF2B5EF4-FFF2-40B4-BE49-F238E27FC236}">
                <a16:creationId xmlns:a16="http://schemas.microsoft.com/office/drawing/2014/main" id="{125AC623-0DA3-C756-A582-803A4795C895}"/>
              </a:ext>
            </a:extLst>
          </p:cNvPr>
          <p:cNvSpPr txBox="1"/>
          <p:nvPr userDrawn="1"/>
        </p:nvSpPr>
        <p:spPr>
          <a:xfrm>
            <a:off x="101600" y="6598974"/>
            <a:ext cx="1261884" cy="215444"/>
          </a:xfrm>
          <a:prstGeom prst="rect">
            <a:avLst/>
          </a:prstGeom>
          <a:noFill/>
        </p:spPr>
        <p:txBody>
          <a:bodyPr wrap="none" rtlCol="0">
            <a:spAutoFit/>
          </a:bodyPr>
          <a:lstStyle/>
          <a:p>
            <a:r>
              <a:rPr lang="en-US" sz="800" i="1"/>
              <a:t>INTERNAL USE ONLY</a:t>
            </a:r>
            <a:endParaRPr lang="en-AU" sz="800" i="1"/>
          </a:p>
        </p:txBody>
      </p:sp>
    </p:spTree>
    <p:extLst>
      <p:ext uri="{BB962C8B-B14F-4D97-AF65-F5344CB8AC3E}">
        <p14:creationId xmlns:p14="http://schemas.microsoft.com/office/powerpoint/2010/main" val="1331122495"/>
      </p:ext>
    </p:extLst>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04_Section_Title_Image_BLACK">
    <p:bg>
      <p:bgPr>
        <a:solidFill>
          <a:schemeClr val="tx1"/>
        </a:solidFill>
        <a:effectLst/>
      </p:bgPr>
    </p:bg>
    <p:spTree>
      <p:nvGrpSpPr>
        <p:cNvPr id="1" name=""/>
        <p:cNvGrpSpPr/>
        <p:nvPr/>
      </p:nvGrpSpPr>
      <p:grpSpPr>
        <a:xfrm>
          <a:off x="0" y="0"/>
          <a:ext cx="0" cy="0"/>
          <a:chOff x="0" y="0"/>
          <a:chExt cx="0" cy="0"/>
        </a:xfrm>
      </p:grpSpPr>
      <p:pic>
        <p:nvPicPr>
          <p:cNvPr id="3" name="Picture 2" descr="A white text on a black background&#10;&#10;Description automatically generated">
            <a:extLst>
              <a:ext uri="{FF2B5EF4-FFF2-40B4-BE49-F238E27FC236}">
                <a16:creationId xmlns:a16="http://schemas.microsoft.com/office/drawing/2014/main" id="{C6EAC60A-88BB-158F-D18D-E5640120B6C9}"/>
              </a:ext>
            </a:extLst>
          </p:cNvPr>
          <p:cNvPicPr>
            <a:picLocks noChangeAspect="1"/>
          </p:cNvPicPr>
          <p:nvPr userDrawn="1"/>
        </p:nvPicPr>
        <p:blipFill>
          <a:blip r:embed="rId2"/>
          <a:stretch>
            <a:fillRect/>
          </a:stretch>
        </p:blipFill>
        <p:spPr>
          <a:xfrm>
            <a:off x="287984" y="252000"/>
            <a:ext cx="1940514" cy="476414"/>
          </a:xfrm>
          <a:prstGeom prst="rect">
            <a:avLst/>
          </a:prstGeom>
        </p:spPr>
      </p:pic>
      <p:sp>
        <p:nvSpPr>
          <p:cNvPr id="2" name="Title 1">
            <a:extLst>
              <a:ext uri="{FF2B5EF4-FFF2-40B4-BE49-F238E27FC236}">
                <a16:creationId xmlns:a16="http://schemas.microsoft.com/office/drawing/2014/main" id="{DE795E4D-1836-1349-9C6D-E9BFB94DDC61}"/>
              </a:ext>
            </a:extLst>
          </p:cNvPr>
          <p:cNvSpPr>
            <a:spLocks noGrp="1"/>
          </p:cNvSpPr>
          <p:nvPr>
            <p:ph type="ctrTitle" hasCustomPrompt="1"/>
          </p:nvPr>
        </p:nvSpPr>
        <p:spPr>
          <a:xfrm>
            <a:off x="3407236" y="216000"/>
            <a:ext cx="3960000" cy="692563"/>
          </a:xfrm>
        </p:spPr>
        <p:txBody>
          <a:bodyPr anchor="t" anchorCtr="0"/>
          <a:lstStyle>
            <a:lvl1pPr algn="l">
              <a:defRPr sz="1600">
                <a:solidFill>
                  <a:schemeClr val="bg1"/>
                </a:solidFill>
              </a:defRPr>
            </a:lvl1pPr>
          </a:lstStyle>
          <a:p>
            <a:r>
              <a:rPr lang="en-US"/>
              <a:t>CLICK TO EDIT </a:t>
            </a:r>
            <a:br>
              <a:rPr lang="en-US"/>
            </a:br>
            <a:r>
              <a:rPr lang="en-US"/>
              <a:t>SECTION TITLE</a:t>
            </a:r>
          </a:p>
        </p:txBody>
      </p:sp>
      <p:sp>
        <p:nvSpPr>
          <p:cNvPr id="8" name="Picture Placeholder 7">
            <a:extLst>
              <a:ext uri="{FF2B5EF4-FFF2-40B4-BE49-F238E27FC236}">
                <a16:creationId xmlns:a16="http://schemas.microsoft.com/office/drawing/2014/main" id="{93DE97FB-DCA5-3481-874F-487F6013F007}"/>
              </a:ext>
            </a:extLst>
          </p:cNvPr>
          <p:cNvSpPr>
            <a:spLocks noGrp="1"/>
          </p:cNvSpPr>
          <p:nvPr>
            <p:ph type="pic" sz="quarter" idx="10"/>
          </p:nvPr>
        </p:nvSpPr>
        <p:spPr>
          <a:xfrm>
            <a:off x="-1" y="2204977"/>
            <a:ext cx="3934701" cy="4653023"/>
          </a:xfrm>
        </p:spPr>
        <p:txBody>
          <a:bodyPr/>
          <a:lstStyle/>
          <a:p>
            <a:r>
              <a:rPr lang="en-GB"/>
              <a:t>Click icon to add picture</a:t>
            </a:r>
            <a:endParaRPr lang="en-US"/>
          </a:p>
        </p:txBody>
      </p:sp>
      <p:sp>
        <p:nvSpPr>
          <p:cNvPr id="12" name="Picture Placeholder 7">
            <a:extLst>
              <a:ext uri="{FF2B5EF4-FFF2-40B4-BE49-F238E27FC236}">
                <a16:creationId xmlns:a16="http://schemas.microsoft.com/office/drawing/2014/main" id="{2279411B-8486-F5E5-B8DA-7CEA9A08585C}"/>
              </a:ext>
            </a:extLst>
          </p:cNvPr>
          <p:cNvSpPr>
            <a:spLocks noGrp="1"/>
          </p:cNvSpPr>
          <p:nvPr>
            <p:ph type="pic" sz="quarter" idx="11"/>
          </p:nvPr>
        </p:nvSpPr>
        <p:spPr>
          <a:xfrm>
            <a:off x="4103350" y="2204977"/>
            <a:ext cx="3960000" cy="4653023"/>
          </a:xfrm>
        </p:spPr>
        <p:txBody>
          <a:bodyPr/>
          <a:lstStyle/>
          <a:p>
            <a:r>
              <a:rPr lang="en-GB"/>
              <a:t>Click icon to add picture</a:t>
            </a:r>
            <a:endParaRPr lang="en-US"/>
          </a:p>
        </p:txBody>
      </p:sp>
      <p:sp>
        <p:nvSpPr>
          <p:cNvPr id="14" name="Picture Placeholder 7">
            <a:extLst>
              <a:ext uri="{FF2B5EF4-FFF2-40B4-BE49-F238E27FC236}">
                <a16:creationId xmlns:a16="http://schemas.microsoft.com/office/drawing/2014/main" id="{A91E860E-43BF-5656-C16E-133E4D8A327D}"/>
              </a:ext>
            </a:extLst>
          </p:cNvPr>
          <p:cNvSpPr>
            <a:spLocks noGrp="1"/>
          </p:cNvSpPr>
          <p:nvPr>
            <p:ph type="pic" sz="quarter" idx="12"/>
          </p:nvPr>
        </p:nvSpPr>
        <p:spPr>
          <a:xfrm>
            <a:off x="8232000" y="2204977"/>
            <a:ext cx="3960000" cy="4653023"/>
          </a:xfrm>
        </p:spPr>
        <p:txBody>
          <a:bodyPr/>
          <a:lstStyle/>
          <a:p>
            <a:r>
              <a:rPr lang="en-GB"/>
              <a:t>Click icon to add picture</a:t>
            </a:r>
            <a:endParaRPr lang="en-US"/>
          </a:p>
        </p:txBody>
      </p:sp>
      <p:sp>
        <p:nvSpPr>
          <p:cNvPr id="4" name="TextBox 3">
            <a:extLst>
              <a:ext uri="{FF2B5EF4-FFF2-40B4-BE49-F238E27FC236}">
                <a16:creationId xmlns:a16="http://schemas.microsoft.com/office/drawing/2014/main" id="{ADA1E41C-1A03-F9A4-6D3C-4C3F83F76EBB}"/>
              </a:ext>
            </a:extLst>
          </p:cNvPr>
          <p:cNvSpPr txBox="1"/>
          <p:nvPr userDrawn="1"/>
        </p:nvSpPr>
        <p:spPr>
          <a:xfrm>
            <a:off x="101600" y="6598974"/>
            <a:ext cx="1261884" cy="215444"/>
          </a:xfrm>
          <a:prstGeom prst="rect">
            <a:avLst/>
          </a:prstGeom>
          <a:noFill/>
        </p:spPr>
        <p:txBody>
          <a:bodyPr wrap="none" rtlCol="0">
            <a:spAutoFit/>
          </a:bodyPr>
          <a:lstStyle/>
          <a:p>
            <a:r>
              <a:rPr lang="en-US" sz="800" i="1">
                <a:solidFill>
                  <a:schemeClr val="bg1"/>
                </a:solidFill>
              </a:rPr>
              <a:t>INTERNAL USE ONLY</a:t>
            </a:r>
            <a:endParaRPr lang="en-AU" sz="800" i="1">
              <a:solidFill>
                <a:schemeClr val="bg1"/>
              </a:solidFill>
            </a:endParaRPr>
          </a:p>
        </p:txBody>
      </p:sp>
    </p:spTree>
    <p:extLst>
      <p:ext uri="{BB962C8B-B14F-4D97-AF65-F5344CB8AC3E}">
        <p14:creationId xmlns:p14="http://schemas.microsoft.com/office/powerpoint/2010/main" val="583301291"/>
      </p:ext>
    </p:extLst>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04_Section_Title_BLACK">
    <p:bg>
      <p:bgPr>
        <a:solidFill>
          <a:schemeClr val="tx1"/>
        </a:solidFill>
        <a:effectLst/>
      </p:bgPr>
    </p:bg>
    <p:spTree>
      <p:nvGrpSpPr>
        <p:cNvPr id="1" name=""/>
        <p:cNvGrpSpPr/>
        <p:nvPr/>
      </p:nvGrpSpPr>
      <p:grpSpPr>
        <a:xfrm>
          <a:off x="0" y="0"/>
          <a:ext cx="0" cy="0"/>
          <a:chOff x="0" y="0"/>
          <a:chExt cx="0" cy="0"/>
        </a:xfrm>
      </p:grpSpPr>
      <p:pic>
        <p:nvPicPr>
          <p:cNvPr id="3" name="Picture 2" descr="A white text on a black background&#10;&#10;Description automatically generated">
            <a:extLst>
              <a:ext uri="{FF2B5EF4-FFF2-40B4-BE49-F238E27FC236}">
                <a16:creationId xmlns:a16="http://schemas.microsoft.com/office/drawing/2014/main" id="{C6EAC60A-88BB-158F-D18D-E5640120B6C9}"/>
              </a:ext>
            </a:extLst>
          </p:cNvPr>
          <p:cNvPicPr>
            <a:picLocks noChangeAspect="1"/>
          </p:cNvPicPr>
          <p:nvPr userDrawn="1"/>
        </p:nvPicPr>
        <p:blipFill>
          <a:blip r:embed="rId2"/>
          <a:stretch>
            <a:fillRect/>
          </a:stretch>
        </p:blipFill>
        <p:spPr>
          <a:xfrm>
            <a:off x="287984" y="252000"/>
            <a:ext cx="1940514" cy="476414"/>
          </a:xfrm>
          <a:prstGeom prst="rect">
            <a:avLst/>
          </a:prstGeom>
        </p:spPr>
      </p:pic>
      <p:sp>
        <p:nvSpPr>
          <p:cNvPr id="2" name="Title 1">
            <a:extLst>
              <a:ext uri="{FF2B5EF4-FFF2-40B4-BE49-F238E27FC236}">
                <a16:creationId xmlns:a16="http://schemas.microsoft.com/office/drawing/2014/main" id="{DE795E4D-1836-1349-9C6D-E9BFB94DDC61}"/>
              </a:ext>
            </a:extLst>
          </p:cNvPr>
          <p:cNvSpPr>
            <a:spLocks noGrp="1"/>
          </p:cNvSpPr>
          <p:nvPr>
            <p:ph type="ctrTitle" hasCustomPrompt="1"/>
          </p:nvPr>
        </p:nvSpPr>
        <p:spPr>
          <a:xfrm>
            <a:off x="360000" y="5528777"/>
            <a:ext cx="3960000" cy="692563"/>
          </a:xfrm>
        </p:spPr>
        <p:txBody>
          <a:bodyPr anchor="t" anchorCtr="0"/>
          <a:lstStyle>
            <a:lvl1pPr algn="l">
              <a:defRPr sz="1600">
                <a:solidFill>
                  <a:schemeClr val="bg1"/>
                </a:solidFill>
              </a:defRPr>
            </a:lvl1pPr>
          </a:lstStyle>
          <a:p>
            <a:r>
              <a:rPr lang="en-US"/>
              <a:t>CLICK TO EDIT </a:t>
            </a:r>
            <a:br>
              <a:rPr lang="en-US"/>
            </a:br>
            <a:r>
              <a:rPr lang="en-US"/>
              <a:t>SECTION TITLE</a:t>
            </a:r>
          </a:p>
        </p:txBody>
      </p:sp>
      <p:pic>
        <p:nvPicPr>
          <p:cNvPr id="4" name="Picture 3" descr="A black background with white lines&#10;&#10;Description automatically generated">
            <a:extLst>
              <a:ext uri="{FF2B5EF4-FFF2-40B4-BE49-F238E27FC236}">
                <a16:creationId xmlns:a16="http://schemas.microsoft.com/office/drawing/2014/main" id="{9B2DCF63-118E-89E3-17F1-4A6E3E264492}"/>
              </a:ext>
            </a:extLst>
          </p:cNvPr>
          <p:cNvPicPr>
            <a:picLocks noChangeAspect="1"/>
          </p:cNvPicPr>
          <p:nvPr userDrawn="1"/>
        </p:nvPicPr>
        <p:blipFill>
          <a:blip r:embed="rId3"/>
          <a:stretch>
            <a:fillRect/>
          </a:stretch>
        </p:blipFill>
        <p:spPr>
          <a:xfrm>
            <a:off x="6609984" y="225064"/>
            <a:ext cx="5402716" cy="6407872"/>
          </a:xfrm>
          <a:prstGeom prst="rect">
            <a:avLst/>
          </a:prstGeom>
        </p:spPr>
      </p:pic>
      <p:sp>
        <p:nvSpPr>
          <p:cNvPr id="5" name="TextBox 4">
            <a:extLst>
              <a:ext uri="{FF2B5EF4-FFF2-40B4-BE49-F238E27FC236}">
                <a16:creationId xmlns:a16="http://schemas.microsoft.com/office/drawing/2014/main" id="{AE3BA61E-57F2-1582-1B46-92134DE9A4DF}"/>
              </a:ext>
            </a:extLst>
          </p:cNvPr>
          <p:cNvSpPr txBox="1"/>
          <p:nvPr userDrawn="1"/>
        </p:nvSpPr>
        <p:spPr>
          <a:xfrm>
            <a:off x="101600" y="6598974"/>
            <a:ext cx="1261884" cy="215444"/>
          </a:xfrm>
          <a:prstGeom prst="rect">
            <a:avLst/>
          </a:prstGeom>
          <a:noFill/>
        </p:spPr>
        <p:txBody>
          <a:bodyPr wrap="none" rtlCol="0">
            <a:spAutoFit/>
          </a:bodyPr>
          <a:lstStyle/>
          <a:p>
            <a:r>
              <a:rPr lang="en-US" sz="800" i="1">
                <a:solidFill>
                  <a:schemeClr val="bg1"/>
                </a:solidFill>
              </a:rPr>
              <a:t>INTERNAL USE ONLY</a:t>
            </a:r>
            <a:endParaRPr lang="en-AU" sz="800" i="1">
              <a:solidFill>
                <a:schemeClr val="bg1"/>
              </a:solidFill>
            </a:endParaRPr>
          </a:p>
        </p:txBody>
      </p:sp>
    </p:spTree>
    <p:extLst>
      <p:ext uri="{BB962C8B-B14F-4D97-AF65-F5344CB8AC3E}">
        <p14:creationId xmlns:p14="http://schemas.microsoft.com/office/powerpoint/2010/main" val="3248146248"/>
      </p:ext>
    </p:extLst>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05_Copy + Image_WHITE">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63739A66-C4D1-C505-80FA-7191CD62B06B}"/>
              </a:ext>
            </a:extLst>
          </p:cNvPr>
          <p:cNvSpPr>
            <a:spLocks noGrp="1"/>
          </p:cNvSpPr>
          <p:nvPr>
            <p:ph type="pic" sz="quarter" idx="10"/>
          </p:nvPr>
        </p:nvSpPr>
        <p:spPr>
          <a:xfrm>
            <a:off x="6932345" y="0"/>
            <a:ext cx="3078162" cy="6857999"/>
          </a:xfrm>
        </p:spPr>
        <p:txBody>
          <a:bodyPr/>
          <a:lstStyle/>
          <a:p>
            <a:r>
              <a:rPr lang="en-GB"/>
              <a:t>Click icon to add picture</a:t>
            </a:r>
            <a:endParaRPr lang="en-US"/>
          </a:p>
        </p:txBody>
      </p:sp>
      <p:sp>
        <p:nvSpPr>
          <p:cNvPr id="3" name="Slide Number Placeholder 3">
            <a:extLst>
              <a:ext uri="{FF2B5EF4-FFF2-40B4-BE49-F238E27FC236}">
                <a16:creationId xmlns:a16="http://schemas.microsoft.com/office/drawing/2014/main" id="{DFD72CE2-7899-F83E-0BFB-315D8D669302}"/>
              </a:ext>
            </a:extLst>
          </p:cNvPr>
          <p:cNvSpPr>
            <a:spLocks noGrp="1"/>
          </p:cNvSpPr>
          <p:nvPr>
            <p:ph type="sldNum" sz="quarter" idx="4"/>
          </p:nvPr>
        </p:nvSpPr>
        <p:spPr>
          <a:xfrm>
            <a:off x="11225892" y="6356350"/>
            <a:ext cx="805543" cy="365125"/>
          </a:xfrm>
          <a:prstGeom prst="rect">
            <a:avLst/>
          </a:prstGeom>
        </p:spPr>
        <p:txBody>
          <a:bodyPr vert="horz" lIns="90000" tIns="45720" rIns="91440" bIns="45720" rtlCol="0" anchor="ctr"/>
          <a:lstStyle>
            <a:lvl1pPr algn="r">
              <a:defRPr sz="1200" b="0" i="0">
                <a:solidFill>
                  <a:schemeClr val="tx1"/>
                </a:solidFill>
                <a:latin typeface="Mark OT" panose="020B0504020201010104" pitchFamily="34" charset="77"/>
              </a:defRPr>
            </a:lvl1pPr>
          </a:lstStyle>
          <a:p>
            <a:fld id="{3F3A4F24-C215-C44C-9C16-3C7206CF7A4A}" type="slidenum">
              <a:rPr lang="en-US" smtClean="0"/>
              <a:pPr/>
              <a:t>‹#›</a:t>
            </a:fld>
            <a:endParaRPr lang="en-US"/>
          </a:p>
        </p:txBody>
      </p:sp>
      <p:pic>
        <p:nvPicPr>
          <p:cNvPr id="4" name="Picture 3">
            <a:extLst>
              <a:ext uri="{FF2B5EF4-FFF2-40B4-BE49-F238E27FC236}">
                <a16:creationId xmlns:a16="http://schemas.microsoft.com/office/drawing/2014/main" id="{D5AD277C-8EBD-1B62-6732-9A671B522BDE}"/>
              </a:ext>
            </a:extLst>
          </p:cNvPr>
          <p:cNvPicPr>
            <a:picLocks noChangeAspect="1"/>
          </p:cNvPicPr>
          <p:nvPr userDrawn="1"/>
        </p:nvPicPr>
        <p:blipFill>
          <a:blip r:embed="rId2"/>
          <a:srcRect/>
          <a:stretch/>
        </p:blipFill>
        <p:spPr>
          <a:xfrm>
            <a:off x="10335986" y="296824"/>
            <a:ext cx="1575355" cy="386763"/>
          </a:xfrm>
          <a:prstGeom prst="rect">
            <a:avLst/>
          </a:prstGeom>
        </p:spPr>
      </p:pic>
      <p:sp>
        <p:nvSpPr>
          <p:cNvPr id="9" name="Text Placeholder 8">
            <a:extLst>
              <a:ext uri="{FF2B5EF4-FFF2-40B4-BE49-F238E27FC236}">
                <a16:creationId xmlns:a16="http://schemas.microsoft.com/office/drawing/2014/main" id="{374846FF-F784-9935-FFC6-5C030968C147}"/>
              </a:ext>
            </a:extLst>
          </p:cNvPr>
          <p:cNvSpPr>
            <a:spLocks noGrp="1"/>
          </p:cNvSpPr>
          <p:nvPr>
            <p:ph type="body" sz="quarter" idx="11"/>
          </p:nvPr>
        </p:nvSpPr>
        <p:spPr>
          <a:xfrm>
            <a:off x="360000" y="2492193"/>
            <a:ext cx="4622901" cy="4046719"/>
          </a:xfrm>
        </p:spPr>
        <p:txBody>
          <a:bodyPr anchor="b"/>
          <a:lstStyle>
            <a:lvl1pPr>
              <a:defRPr sz="1100"/>
            </a:lvl1pPr>
            <a:lvl2pPr>
              <a:defRPr sz="1100"/>
            </a:lvl2pPr>
            <a:lvl3pPr>
              <a:defRPr sz="11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itle 1">
            <a:extLst>
              <a:ext uri="{FF2B5EF4-FFF2-40B4-BE49-F238E27FC236}">
                <a16:creationId xmlns:a16="http://schemas.microsoft.com/office/drawing/2014/main" id="{AAAA0CF1-3F04-1F23-A39B-0C4A072EB94F}"/>
              </a:ext>
            </a:extLst>
          </p:cNvPr>
          <p:cNvSpPr>
            <a:spLocks noGrp="1"/>
          </p:cNvSpPr>
          <p:nvPr>
            <p:ph type="title" hasCustomPrompt="1"/>
          </p:nvPr>
        </p:nvSpPr>
        <p:spPr>
          <a:xfrm>
            <a:off x="360000" y="278281"/>
            <a:ext cx="4622901" cy="600072"/>
          </a:xfrm>
        </p:spPr>
        <p:txBody>
          <a:bodyPr/>
          <a:lstStyle>
            <a:lvl1pPr>
              <a:defRPr sz="3000" b="0" i="0">
                <a:solidFill>
                  <a:schemeClr val="tx1"/>
                </a:solidFill>
                <a:latin typeface="Mark OT" panose="020B0504020201010104" pitchFamily="34" charset="77"/>
              </a:defRPr>
            </a:lvl1pPr>
          </a:lstStyle>
          <a:p>
            <a:r>
              <a:rPr lang="en-US"/>
              <a:t>Click to edit slide title</a:t>
            </a:r>
          </a:p>
        </p:txBody>
      </p:sp>
      <p:sp>
        <p:nvSpPr>
          <p:cNvPr id="2" name="TextBox 1">
            <a:extLst>
              <a:ext uri="{FF2B5EF4-FFF2-40B4-BE49-F238E27FC236}">
                <a16:creationId xmlns:a16="http://schemas.microsoft.com/office/drawing/2014/main" id="{13AA9164-3E2F-55A0-D604-968919871531}"/>
              </a:ext>
            </a:extLst>
          </p:cNvPr>
          <p:cNvSpPr txBox="1"/>
          <p:nvPr userDrawn="1"/>
        </p:nvSpPr>
        <p:spPr>
          <a:xfrm>
            <a:off x="101600" y="6598974"/>
            <a:ext cx="1261884" cy="215444"/>
          </a:xfrm>
          <a:prstGeom prst="rect">
            <a:avLst/>
          </a:prstGeom>
          <a:noFill/>
        </p:spPr>
        <p:txBody>
          <a:bodyPr wrap="none" rtlCol="0">
            <a:spAutoFit/>
          </a:bodyPr>
          <a:lstStyle/>
          <a:p>
            <a:r>
              <a:rPr lang="en-US" sz="800" i="1"/>
              <a:t>INTERNAL USE ONLY</a:t>
            </a:r>
            <a:endParaRPr lang="en-AU" sz="800" i="1"/>
          </a:p>
        </p:txBody>
      </p:sp>
    </p:spTree>
    <p:extLst>
      <p:ext uri="{BB962C8B-B14F-4D97-AF65-F5344CB8AC3E}">
        <p14:creationId xmlns:p14="http://schemas.microsoft.com/office/powerpoint/2010/main" val="1107212857"/>
      </p:ext>
    </p:extLst>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06_Copy + Image_WHITE">
    <p:bg>
      <p:bgPr>
        <a:solidFill>
          <a:schemeClr val="bg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63739A66-C4D1-C505-80FA-7191CD62B06B}"/>
              </a:ext>
            </a:extLst>
          </p:cNvPr>
          <p:cNvSpPr>
            <a:spLocks noGrp="1"/>
          </p:cNvSpPr>
          <p:nvPr>
            <p:ph type="pic" sz="quarter" idx="10"/>
          </p:nvPr>
        </p:nvSpPr>
        <p:spPr>
          <a:xfrm>
            <a:off x="0" y="842637"/>
            <a:ext cx="8104395" cy="6015363"/>
          </a:xfrm>
        </p:spPr>
        <p:txBody>
          <a:bodyPr/>
          <a:lstStyle/>
          <a:p>
            <a:r>
              <a:rPr lang="en-GB"/>
              <a:t>Click icon to add picture</a:t>
            </a:r>
            <a:endParaRPr lang="en-US"/>
          </a:p>
        </p:txBody>
      </p:sp>
      <p:sp>
        <p:nvSpPr>
          <p:cNvPr id="3" name="Slide Number Placeholder 3">
            <a:extLst>
              <a:ext uri="{FF2B5EF4-FFF2-40B4-BE49-F238E27FC236}">
                <a16:creationId xmlns:a16="http://schemas.microsoft.com/office/drawing/2014/main" id="{DFD72CE2-7899-F83E-0BFB-315D8D669302}"/>
              </a:ext>
            </a:extLst>
          </p:cNvPr>
          <p:cNvSpPr>
            <a:spLocks noGrp="1"/>
          </p:cNvSpPr>
          <p:nvPr>
            <p:ph type="sldNum" sz="quarter" idx="4"/>
          </p:nvPr>
        </p:nvSpPr>
        <p:spPr>
          <a:xfrm>
            <a:off x="11225892" y="6356350"/>
            <a:ext cx="805543" cy="365125"/>
          </a:xfrm>
          <a:prstGeom prst="rect">
            <a:avLst/>
          </a:prstGeom>
        </p:spPr>
        <p:txBody>
          <a:bodyPr vert="horz" lIns="90000" tIns="45720" rIns="91440" bIns="45720" rtlCol="0" anchor="ctr"/>
          <a:lstStyle>
            <a:lvl1pPr algn="r">
              <a:defRPr sz="1200" b="0" i="0">
                <a:solidFill>
                  <a:schemeClr val="tx1"/>
                </a:solidFill>
                <a:latin typeface="Mark OT" panose="020B0504020201010104" pitchFamily="34" charset="77"/>
              </a:defRPr>
            </a:lvl1pPr>
          </a:lstStyle>
          <a:p>
            <a:fld id="{3F3A4F24-C215-C44C-9C16-3C7206CF7A4A}" type="slidenum">
              <a:rPr lang="en-US" smtClean="0"/>
              <a:pPr/>
              <a:t>‹#›</a:t>
            </a:fld>
            <a:endParaRPr lang="en-US"/>
          </a:p>
        </p:txBody>
      </p:sp>
      <p:pic>
        <p:nvPicPr>
          <p:cNvPr id="4" name="Picture 3">
            <a:extLst>
              <a:ext uri="{FF2B5EF4-FFF2-40B4-BE49-F238E27FC236}">
                <a16:creationId xmlns:a16="http://schemas.microsoft.com/office/drawing/2014/main" id="{D5AD277C-8EBD-1B62-6732-9A671B522BDE}"/>
              </a:ext>
            </a:extLst>
          </p:cNvPr>
          <p:cNvPicPr>
            <a:picLocks noChangeAspect="1"/>
          </p:cNvPicPr>
          <p:nvPr userDrawn="1"/>
        </p:nvPicPr>
        <p:blipFill>
          <a:blip r:embed="rId2"/>
          <a:srcRect/>
          <a:stretch/>
        </p:blipFill>
        <p:spPr>
          <a:xfrm>
            <a:off x="10335986" y="296824"/>
            <a:ext cx="1575355" cy="386763"/>
          </a:xfrm>
          <a:prstGeom prst="rect">
            <a:avLst/>
          </a:prstGeom>
        </p:spPr>
      </p:pic>
      <p:sp>
        <p:nvSpPr>
          <p:cNvPr id="9" name="Text Placeholder 8">
            <a:extLst>
              <a:ext uri="{FF2B5EF4-FFF2-40B4-BE49-F238E27FC236}">
                <a16:creationId xmlns:a16="http://schemas.microsoft.com/office/drawing/2014/main" id="{374846FF-F784-9935-FFC6-5C030968C147}"/>
              </a:ext>
            </a:extLst>
          </p:cNvPr>
          <p:cNvSpPr>
            <a:spLocks noGrp="1"/>
          </p:cNvSpPr>
          <p:nvPr>
            <p:ph type="body" sz="quarter" idx="11"/>
          </p:nvPr>
        </p:nvSpPr>
        <p:spPr>
          <a:xfrm>
            <a:off x="8460000" y="1979113"/>
            <a:ext cx="3240000" cy="4046719"/>
          </a:xfrm>
        </p:spPr>
        <p:txBody>
          <a:bodyPr anchor="t"/>
          <a:lstStyle>
            <a:lvl1pPr>
              <a:defRPr sz="2000"/>
            </a:lvl1pPr>
            <a:lvl2pPr>
              <a:defRPr sz="2000"/>
            </a:lvl2pPr>
            <a:lvl3pPr>
              <a:defRPr sz="2000"/>
            </a:lvl3pPr>
            <a:lvl4pPr>
              <a:defRPr sz="2000"/>
            </a:lvl4pPr>
            <a:lvl5pPr>
              <a:defRPr sz="2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itle 1">
            <a:extLst>
              <a:ext uri="{FF2B5EF4-FFF2-40B4-BE49-F238E27FC236}">
                <a16:creationId xmlns:a16="http://schemas.microsoft.com/office/drawing/2014/main" id="{AAAA0CF1-3F04-1F23-A39B-0C4A072EB94F}"/>
              </a:ext>
            </a:extLst>
          </p:cNvPr>
          <p:cNvSpPr>
            <a:spLocks noGrp="1"/>
          </p:cNvSpPr>
          <p:nvPr>
            <p:ph type="title" hasCustomPrompt="1"/>
          </p:nvPr>
        </p:nvSpPr>
        <p:spPr>
          <a:xfrm>
            <a:off x="8460000" y="1171598"/>
            <a:ext cx="3240000" cy="600072"/>
          </a:xfrm>
        </p:spPr>
        <p:txBody>
          <a:bodyPr/>
          <a:lstStyle>
            <a:lvl1pPr>
              <a:defRPr sz="1600" b="0" i="0">
                <a:solidFill>
                  <a:schemeClr val="tx1"/>
                </a:solidFill>
                <a:latin typeface="Mark OT" panose="020B0504020201010104" pitchFamily="34" charset="77"/>
              </a:defRPr>
            </a:lvl1pPr>
          </a:lstStyle>
          <a:p>
            <a:r>
              <a:rPr lang="en-US"/>
              <a:t>CLICK TO EDIT </a:t>
            </a:r>
            <a:br>
              <a:rPr lang="en-US"/>
            </a:br>
            <a:r>
              <a:rPr lang="en-US"/>
              <a:t>SLIDE TITLE</a:t>
            </a:r>
          </a:p>
        </p:txBody>
      </p:sp>
      <p:cxnSp>
        <p:nvCxnSpPr>
          <p:cNvPr id="5" name="Straight Connector 4">
            <a:extLst>
              <a:ext uri="{FF2B5EF4-FFF2-40B4-BE49-F238E27FC236}">
                <a16:creationId xmlns:a16="http://schemas.microsoft.com/office/drawing/2014/main" id="{6F41ABD0-C008-4F50-F336-DD678E82C83B}"/>
              </a:ext>
            </a:extLst>
          </p:cNvPr>
          <p:cNvCxnSpPr/>
          <p:nvPr userDrawn="1"/>
        </p:nvCxnSpPr>
        <p:spPr>
          <a:xfrm>
            <a:off x="8109421" y="-3488"/>
            <a:ext cx="0" cy="68614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9BAA10AF-9CD3-B3B4-E5CA-1FF64630C70B}"/>
              </a:ext>
            </a:extLst>
          </p:cNvPr>
          <p:cNvCxnSpPr>
            <a:cxnSpLocks/>
          </p:cNvCxnSpPr>
          <p:nvPr userDrawn="1"/>
        </p:nvCxnSpPr>
        <p:spPr>
          <a:xfrm>
            <a:off x="0" y="836482"/>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4942565"/>
      </p:ext>
    </p:extLst>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07_Copy + Image_BLACK">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23C473D1-BA44-423F-7B79-61DCE47AC888}"/>
              </a:ext>
            </a:extLst>
          </p:cNvPr>
          <p:cNvSpPr>
            <a:spLocks noGrp="1"/>
          </p:cNvSpPr>
          <p:nvPr>
            <p:ph type="pic" sz="quarter" idx="12"/>
          </p:nvPr>
        </p:nvSpPr>
        <p:spPr>
          <a:xfrm>
            <a:off x="6096001" y="0"/>
            <a:ext cx="6096000" cy="3429000"/>
          </a:xfrm>
        </p:spPr>
        <p:txBody>
          <a:bodyPr/>
          <a:lstStyle/>
          <a:p>
            <a:r>
              <a:rPr lang="en-GB"/>
              <a:t>Click icon to add picture</a:t>
            </a:r>
            <a:endParaRPr lang="en-US"/>
          </a:p>
        </p:txBody>
      </p:sp>
      <p:sp>
        <p:nvSpPr>
          <p:cNvPr id="7" name="Picture Placeholder 6">
            <a:extLst>
              <a:ext uri="{FF2B5EF4-FFF2-40B4-BE49-F238E27FC236}">
                <a16:creationId xmlns:a16="http://schemas.microsoft.com/office/drawing/2014/main" id="{63739A66-C4D1-C505-80FA-7191CD62B06B}"/>
              </a:ext>
            </a:extLst>
          </p:cNvPr>
          <p:cNvSpPr>
            <a:spLocks noGrp="1"/>
          </p:cNvSpPr>
          <p:nvPr>
            <p:ph type="pic" sz="quarter" idx="10"/>
          </p:nvPr>
        </p:nvSpPr>
        <p:spPr>
          <a:xfrm>
            <a:off x="0" y="0"/>
            <a:ext cx="6096000" cy="6857999"/>
          </a:xfrm>
        </p:spPr>
        <p:txBody>
          <a:bodyPr/>
          <a:lstStyle/>
          <a:p>
            <a:r>
              <a:rPr lang="en-GB"/>
              <a:t>Click icon to add picture</a:t>
            </a:r>
            <a:endParaRPr lang="en-US"/>
          </a:p>
        </p:txBody>
      </p:sp>
      <p:sp>
        <p:nvSpPr>
          <p:cNvPr id="3" name="Slide Number Placeholder 3">
            <a:extLst>
              <a:ext uri="{FF2B5EF4-FFF2-40B4-BE49-F238E27FC236}">
                <a16:creationId xmlns:a16="http://schemas.microsoft.com/office/drawing/2014/main" id="{DFD72CE2-7899-F83E-0BFB-315D8D669302}"/>
              </a:ext>
            </a:extLst>
          </p:cNvPr>
          <p:cNvSpPr>
            <a:spLocks noGrp="1"/>
          </p:cNvSpPr>
          <p:nvPr>
            <p:ph type="sldNum" sz="quarter" idx="4"/>
          </p:nvPr>
        </p:nvSpPr>
        <p:spPr>
          <a:xfrm>
            <a:off x="11225892" y="6356350"/>
            <a:ext cx="805543" cy="365125"/>
          </a:xfrm>
          <a:prstGeom prst="rect">
            <a:avLst/>
          </a:prstGeom>
        </p:spPr>
        <p:txBody>
          <a:bodyPr vert="horz" lIns="90000" tIns="45720" rIns="91440" bIns="45720" rtlCol="0" anchor="ctr"/>
          <a:lstStyle>
            <a:lvl1pPr algn="r">
              <a:defRPr sz="1200" b="0" i="0">
                <a:solidFill>
                  <a:schemeClr val="bg1"/>
                </a:solidFill>
                <a:latin typeface="Mark OT" panose="020B0504020201010104" pitchFamily="34" charset="77"/>
              </a:defRPr>
            </a:lvl1pPr>
          </a:lstStyle>
          <a:p>
            <a:fld id="{3F3A4F24-C215-C44C-9C16-3C7206CF7A4A}" type="slidenum">
              <a:rPr lang="en-US" smtClean="0"/>
              <a:pPr/>
              <a:t>‹#›</a:t>
            </a:fld>
            <a:endParaRPr lang="en-US"/>
          </a:p>
        </p:txBody>
      </p:sp>
      <p:pic>
        <p:nvPicPr>
          <p:cNvPr id="4" name="Picture 3">
            <a:extLst>
              <a:ext uri="{FF2B5EF4-FFF2-40B4-BE49-F238E27FC236}">
                <a16:creationId xmlns:a16="http://schemas.microsoft.com/office/drawing/2014/main" id="{D5AD277C-8EBD-1B62-6732-9A671B522BDE}"/>
              </a:ext>
            </a:extLst>
          </p:cNvPr>
          <p:cNvPicPr>
            <a:picLocks noChangeAspect="1"/>
          </p:cNvPicPr>
          <p:nvPr userDrawn="1"/>
        </p:nvPicPr>
        <p:blipFill>
          <a:blip r:embed="rId2"/>
          <a:srcRect/>
          <a:stretch/>
        </p:blipFill>
        <p:spPr>
          <a:xfrm>
            <a:off x="10335988" y="296824"/>
            <a:ext cx="1575351" cy="386763"/>
          </a:xfrm>
          <a:prstGeom prst="rect">
            <a:avLst/>
          </a:prstGeom>
        </p:spPr>
      </p:pic>
      <p:sp>
        <p:nvSpPr>
          <p:cNvPr id="9" name="Text Placeholder 8">
            <a:extLst>
              <a:ext uri="{FF2B5EF4-FFF2-40B4-BE49-F238E27FC236}">
                <a16:creationId xmlns:a16="http://schemas.microsoft.com/office/drawing/2014/main" id="{374846FF-F784-9935-FFC6-5C030968C147}"/>
              </a:ext>
            </a:extLst>
          </p:cNvPr>
          <p:cNvSpPr>
            <a:spLocks noGrp="1"/>
          </p:cNvSpPr>
          <p:nvPr>
            <p:ph type="body" sz="quarter" idx="11"/>
          </p:nvPr>
        </p:nvSpPr>
        <p:spPr>
          <a:xfrm>
            <a:off x="6480000" y="4225718"/>
            <a:ext cx="4622901" cy="2313194"/>
          </a:xfrm>
        </p:spPr>
        <p:txBody>
          <a:bodyPr anchor="t"/>
          <a:lstStyle>
            <a:lvl1pPr>
              <a:defRPr sz="1100">
                <a:solidFill>
                  <a:schemeClr val="bg1"/>
                </a:solidFill>
              </a:defRPr>
            </a:lvl1pPr>
            <a:lvl2pPr>
              <a:defRPr sz="1100">
                <a:solidFill>
                  <a:schemeClr val="bg1"/>
                </a:solidFill>
              </a:defRPr>
            </a:lvl2pPr>
            <a:lvl3pPr>
              <a:defRPr sz="1100">
                <a:solidFill>
                  <a:schemeClr val="bg1"/>
                </a:solidFill>
              </a:defRPr>
            </a:lvl3pPr>
            <a:lvl4pPr>
              <a:defRPr sz="1100">
                <a:solidFill>
                  <a:schemeClr val="bg1"/>
                </a:solidFill>
              </a:defRPr>
            </a:lvl4pPr>
            <a:lvl5pPr>
              <a:defRPr sz="11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itle 1">
            <a:extLst>
              <a:ext uri="{FF2B5EF4-FFF2-40B4-BE49-F238E27FC236}">
                <a16:creationId xmlns:a16="http://schemas.microsoft.com/office/drawing/2014/main" id="{AAAA0CF1-3F04-1F23-A39B-0C4A072EB94F}"/>
              </a:ext>
            </a:extLst>
          </p:cNvPr>
          <p:cNvSpPr>
            <a:spLocks noGrp="1"/>
          </p:cNvSpPr>
          <p:nvPr>
            <p:ph type="title" hasCustomPrompt="1"/>
          </p:nvPr>
        </p:nvSpPr>
        <p:spPr>
          <a:xfrm>
            <a:off x="6480000" y="3776634"/>
            <a:ext cx="4622901" cy="313818"/>
          </a:xfrm>
        </p:spPr>
        <p:txBody>
          <a:bodyPr/>
          <a:lstStyle>
            <a:lvl1pPr>
              <a:defRPr sz="1600" b="0" i="0">
                <a:solidFill>
                  <a:schemeClr val="bg1"/>
                </a:solidFill>
                <a:latin typeface="Mark OT" panose="020B0504020201010104" pitchFamily="34" charset="77"/>
              </a:defRPr>
            </a:lvl1pPr>
          </a:lstStyle>
          <a:p>
            <a:r>
              <a:rPr lang="en-US"/>
              <a:t>CLICK TO EDIT SLIDE TITLE</a:t>
            </a:r>
          </a:p>
        </p:txBody>
      </p:sp>
      <p:sp>
        <p:nvSpPr>
          <p:cNvPr id="2" name="TextBox 1">
            <a:extLst>
              <a:ext uri="{FF2B5EF4-FFF2-40B4-BE49-F238E27FC236}">
                <a16:creationId xmlns:a16="http://schemas.microsoft.com/office/drawing/2014/main" id="{E888FBF6-3A2D-0832-B770-093FFAE0F9BF}"/>
              </a:ext>
            </a:extLst>
          </p:cNvPr>
          <p:cNvSpPr txBox="1"/>
          <p:nvPr userDrawn="1"/>
        </p:nvSpPr>
        <p:spPr>
          <a:xfrm>
            <a:off x="101600" y="6598974"/>
            <a:ext cx="1261884" cy="215444"/>
          </a:xfrm>
          <a:prstGeom prst="rect">
            <a:avLst/>
          </a:prstGeom>
          <a:noFill/>
        </p:spPr>
        <p:txBody>
          <a:bodyPr wrap="none" rtlCol="0">
            <a:spAutoFit/>
          </a:bodyPr>
          <a:lstStyle/>
          <a:p>
            <a:r>
              <a:rPr lang="en-US" sz="800" i="1">
                <a:solidFill>
                  <a:schemeClr val="bg1"/>
                </a:solidFill>
              </a:rPr>
              <a:t>INTERNAL USE ONLY</a:t>
            </a:r>
            <a:endParaRPr lang="en-AU" sz="800" i="1">
              <a:solidFill>
                <a:schemeClr val="bg1"/>
              </a:solidFill>
            </a:endParaRPr>
          </a:p>
        </p:txBody>
      </p:sp>
    </p:spTree>
    <p:extLst>
      <p:ext uri="{BB962C8B-B14F-4D97-AF65-F5344CB8AC3E}">
        <p14:creationId xmlns:p14="http://schemas.microsoft.com/office/powerpoint/2010/main" val="4148839133"/>
      </p:ext>
    </p:extLst>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08_Copy + Image_WHITE">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766BF7D4-4CD9-22FD-09CE-C3043BBD9E2F}"/>
              </a:ext>
            </a:extLst>
          </p:cNvPr>
          <p:cNvSpPr>
            <a:spLocks noGrp="1"/>
          </p:cNvSpPr>
          <p:nvPr>
            <p:ph type="pic" sz="quarter" idx="16"/>
          </p:nvPr>
        </p:nvSpPr>
        <p:spPr>
          <a:xfrm>
            <a:off x="0" y="-3175"/>
            <a:ext cx="6162675" cy="6861175"/>
          </a:xfrm>
        </p:spPr>
        <p:txBody>
          <a:bodyPr/>
          <a:lstStyle/>
          <a:p>
            <a:r>
              <a:rPr lang="en-GB"/>
              <a:t>Click icon to add picture</a:t>
            </a:r>
            <a:endParaRPr lang="en-US"/>
          </a:p>
        </p:txBody>
      </p:sp>
      <p:sp>
        <p:nvSpPr>
          <p:cNvPr id="2" name="Slide Number Placeholder 3">
            <a:extLst>
              <a:ext uri="{FF2B5EF4-FFF2-40B4-BE49-F238E27FC236}">
                <a16:creationId xmlns:a16="http://schemas.microsoft.com/office/drawing/2014/main" id="{EA2AED5E-A76C-D5A1-53EF-4D6B6729FF53}"/>
              </a:ext>
            </a:extLst>
          </p:cNvPr>
          <p:cNvSpPr>
            <a:spLocks noGrp="1"/>
          </p:cNvSpPr>
          <p:nvPr>
            <p:ph type="sldNum" sz="quarter" idx="4"/>
          </p:nvPr>
        </p:nvSpPr>
        <p:spPr>
          <a:xfrm>
            <a:off x="11225892" y="6356350"/>
            <a:ext cx="805543" cy="365125"/>
          </a:xfrm>
          <a:prstGeom prst="rect">
            <a:avLst/>
          </a:prstGeom>
        </p:spPr>
        <p:txBody>
          <a:bodyPr vert="horz" lIns="90000" tIns="45720" rIns="91440" bIns="45720" rtlCol="0" anchor="ctr"/>
          <a:lstStyle>
            <a:lvl1pPr algn="r">
              <a:defRPr sz="1200" b="0" i="0">
                <a:solidFill>
                  <a:schemeClr val="tx1"/>
                </a:solidFill>
                <a:latin typeface="Mark OT" panose="020B0504020201010104" pitchFamily="34" charset="77"/>
              </a:defRPr>
            </a:lvl1pPr>
          </a:lstStyle>
          <a:p>
            <a:fld id="{68A61277-D736-5A4E-964C-F8CA1F8ED542}" type="slidenum">
              <a:rPr lang="en-US" smtClean="0"/>
              <a:pPr/>
              <a:t>‹#›</a:t>
            </a:fld>
            <a:endParaRPr lang="en-US"/>
          </a:p>
        </p:txBody>
      </p:sp>
      <p:pic>
        <p:nvPicPr>
          <p:cNvPr id="4" name="Picture 3">
            <a:extLst>
              <a:ext uri="{FF2B5EF4-FFF2-40B4-BE49-F238E27FC236}">
                <a16:creationId xmlns:a16="http://schemas.microsoft.com/office/drawing/2014/main" id="{67EBA50B-D27A-920C-92B5-D18C91861797}"/>
              </a:ext>
            </a:extLst>
          </p:cNvPr>
          <p:cNvPicPr>
            <a:picLocks noChangeAspect="1"/>
          </p:cNvPicPr>
          <p:nvPr userDrawn="1"/>
        </p:nvPicPr>
        <p:blipFill>
          <a:blip r:embed="rId2"/>
          <a:srcRect/>
          <a:stretch/>
        </p:blipFill>
        <p:spPr>
          <a:xfrm>
            <a:off x="10335986" y="296824"/>
            <a:ext cx="1575355" cy="386763"/>
          </a:xfrm>
          <a:prstGeom prst="rect">
            <a:avLst/>
          </a:prstGeom>
        </p:spPr>
      </p:pic>
      <p:sp>
        <p:nvSpPr>
          <p:cNvPr id="7" name="Text Placeholder 5">
            <a:extLst>
              <a:ext uri="{FF2B5EF4-FFF2-40B4-BE49-F238E27FC236}">
                <a16:creationId xmlns:a16="http://schemas.microsoft.com/office/drawing/2014/main" id="{4EE101F9-C7DA-E1DC-E609-21713DA8AF71}"/>
              </a:ext>
            </a:extLst>
          </p:cNvPr>
          <p:cNvSpPr>
            <a:spLocks noGrp="1"/>
          </p:cNvSpPr>
          <p:nvPr>
            <p:ph type="body" sz="quarter" idx="13"/>
          </p:nvPr>
        </p:nvSpPr>
        <p:spPr>
          <a:xfrm>
            <a:off x="6692583" y="2097392"/>
            <a:ext cx="4615883" cy="4219575"/>
          </a:xfrm>
        </p:spPr>
        <p:txBody>
          <a:bodyPr/>
          <a:lstStyle>
            <a:lvl1pPr>
              <a:defRPr sz="1100"/>
            </a:lvl1pPr>
            <a:lvl2pPr>
              <a:defRPr sz="1100"/>
            </a:lvl2pPr>
            <a:lvl3pPr>
              <a:defRPr sz="11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5" name="Text Placeholder 14">
            <a:extLst>
              <a:ext uri="{FF2B5EF4-FFF2-40B4-BE49-F238E27FC236}">
                <a16:creationId xmlns:a16="http://schemas.microsoft.com/office/drawing/2014/main" id="{89182DEC-2900-3AE2-B76D-CEC5F3949AFD}"/>
              </a:ext>
            </a:extLst>
          </p:cNvPr>
          <p:cNvSpPr>
            <a:spLocks noGrp="1"/>
          </p:cNvSpPr>
          <p:nvPr>
            <p:ph type="body" sz="quarter" idx="15" hasCustomPrompt="1"/>
          </p:nvPr>
        </p:nvSpPr>
        <p:spPr>
          <a:xfrm>
            <a:off x="6692583" y="1676400"/>
            <a:ext cx="4615932" cy="296863"/>
          </a:xfrm>
        </p:spPr>
        <p:txBody>
          <a:bodyPr/>
          <a:lstStyle/>
          <a:p>
            <a:pPr lvl="0"/>
            <a:r>
              <a:rPr lang="en-GB"/>
              <a:t>CLICK TO EDIT SUBHEAD</a:t>
            </a:r>
            <a:endParaRPr lang="en-US"/>
          </a:p>
        </p:txBody>
      </p:sp>
    </p:spTree>
    <p:extLst>
      <p:ext uri="{BB962C8B-B14F-4D97-AF65-F5344CB8AC3E}">
        <p14:creationId xmlns:p14="http://schemas.microsoft.com/office/powerpoint/2010/main" val="2169361369"/>
      </p:ext>
    </p:extLst>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09_Text - 1 Column">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360000" y="278281"/>
            <a:ext cx="7814320" cy="600072"/>
          </a:xfrm>
        </p:spPr>
        <p:txBody>
          <a:bodyPr/>
          <a:lstStyle>
            <a:lvl1pPr>
              <a:defRPr sz="3000" b="0" i="0">
                <a:solidFill>
                  <a:schemeClr val="tx1"/>
                </a:solidFill>
                <a:latin typeface="Mark OT" panose="020B0504020201010104" pitchFamily="34" charset="77"/>
              </a:defRPr>
            </a:lvl1pPr>
          </a:lstStyle>
          <a:p>
            <a:r>
              <a:rPr lang="en-GB"/>
              <a:t>Click to edit Master title style</a:t>
            </a:r>
            <a:endParaRPr lang="en-US"/>
          </a:p>
        </p:txBody>
      </p:sp>
      <p:cxnSp>
        <p:nvCxnSpPr>
          <p:cNvPr id="5" name="Straight Connector 4">
            <a:extLst>
              <a:ext uri="{FF2B5EF4-FFF2-40B4-BE49-F238E27FC236}">
                <a16:creationId xmlns:a16="http://schemas.microsoft.com/office/drawing/2014/main" id="{B053CDC4-61D8-3AD5-2F67-2EF26E05F1E0}"/>
              </a:ext>
            </a:extLst>
          </p:cNvPr>
          <p:cNvCxnSpPr/>
          <p:nvPr userDrawn="1"/>
        </p:nvCxnSpPr>
        <p:spPr>
          <a:xfrm>
            <a:off x="0" y="955497"/>
            <a:ext cx="12192000" cy="0"/>
          </a:xfrm>
          <a:prstGeom prst="line">
            <a:avLst/>
          </a:prstGeom>
          <a:ln w="9525">
            <a:solidFill>
              <a:srgbClr val="151515"/>
            </a:solidFill>
          </a:ln>
        </p:spPr>
        <p:style>
          <a:lnRef idx="1">
            <a:schemeClr val="accent1"/>
          </a:lnRef>
          <a:fillRef idx="0">
            <a:schemeClr val="accent1"/>
          </a:fillRef>
          <a:effectRef idx="0">
            <a:schemeClr val="accent1"/>
          </a:effectRef>
          <a:fontRef idx="minor">
            <a:schemeClr val="tx1"/>
          </a:fontRef>
        </p:style>
      </p:cxnSp>
      <p:sp>
        <p:nvSpPr>
          <p:cNvPr id="2" name="Slide Number Placeholder 3">
            <a:extLst>
              <a:ext uri="{FF2B5EF4-FFF2-40B4-BE49-F238E27FC236}">
                <a16:creationId xmlns:a16="http://schemas.microsoft.com/office/drawing/2014/main" id="{EA2AED5E-A76C-D5A1-53EF-4D6B6729FF53}"/>
              </a:ext>
            </a:extLst>
          </p:cNvPr>
          <p:cNvSpPr>
            <a:spLocks noGrp="1"/>
          </p:cNvSpPr>
          <p:nvPr>
            <p:ph type="sldNum" sz="quarter" idx="4"/>
          </p:nvPr>
        </p:nvSpPr>
        <p:spPr>
          <a:xfrm>
            <a:off x="11225892" y="6356350"/>
            <a:ext cx="805543" cy="365125"/>
          </a:xfrm>
          <a:prstGeom prst="rect">
            <a:avLst/>
          </a:prstGeom>
        </p:spPr>
        <p:txBody>
          <a:bodyPr vert="horz" lIns="90000" tIns="45720" rIns="91440" bIns="45720" rtlCol="0" anchor="ctr"/>
          <a:lstStyle>
            <a:lvl1pPr algn="r">
              <a:defRPr sz="1200" b="0" i="0">
                <a:solidFill>
                  <a:schemeClr val="tx1"/>
                </a:solidFill>
                <a:latin typeface="Mark OT" panose="020B0504020201010104" pitchFamily="34" charset="77"/>
              </a:defRPr>
            </a:lvl1pPr>
          </a:lstStyle>
          <a:p>
            <a:fld id="{68A61277-D736-5A4E-964C-F8CA1F8ED542}" type="slidenum">
              <a:rPr lang="en-US" smtClean="0"/>
              <a:pPr/>
              <a:t>‹#›</a:t>
            </a:fld>
            <a:endParaRPr lang="en-US"/>
          </a:p>
        </p:txBody>
      </p:sp>
      <p:pic>
        <p:nvPicPr>
          <p:cNvPr id="4" name="Picture 3">
            <a:extLst>
              <a:ext uri="{FF2B5EF4-FFF2-40B4-BE49-F238E27FC236}">
                <a16:creationId xmlns:a16="http://schemas.microsoft.com/office/drawing/2014/main" id="{67EBA50B-D27A-920C-92B5-D18C91861797}"/>
              </a:ext>
            </a:extLst>
          </p:cNvPr>
          <p:cNvPicPr>
            <a:picLocks noChangeAspect="1"/>
          </p:cNvPicPr>
          <p:nvPr userDrawn="1"/>
        </p:nvPicPr>
        <p:blipFill>
          <a:blip r:embed="rId2"/>
          <a:srcRect/>
          <a:stretch/>
        </p:blipFill>
        <p:spPr>
          <a:xfrm>
            <a:off x="10335986" y="296824"/>
            <a:ext cx="1575355" cy="386763"/>
          </a:xfrm>
          <a:prstGeom prst="rect">
            <a:avLst/>
          </a:prstGeom>
        </p:spPr>
      </p:pic>
      <p:sp>
        <p:nvSpPr>
          <p:cNvPr id="6" name="Text Placeholder 5">
            <a:extLst>
              <a:ext uri="{FF2B5EF4-FFF2-40B4-BE49-F238E27FC236}">
                <a16:creationId xmlns:a16="http://schemas.microsoft.com/office/drawing/2014/main" id="{97BA7698-7B3A-257F-1E8A-3029DFAEF68C}"/>
              </a:ext>
            </a:extLst>
          </p:cNvPr>
          <p:cNvSpPr>
            <a:spLocks noGrp="1"/>
          </p:cNvSpPr>
          <p:nvPr>
            <p:ph type="body" sz="quarter" idx="11"/>
          </p:nvPr>
        </p:nvSpPr>
        <p:spPr>
          <a:xfrm>
            <a:off x="360001" y="1371215"/>
            <a:ext cx="7814320" cy="4634151"/>
          </a:xfrm>
        </p:spPr>
        <p:txBody>
          <a:bodyPr/>
          <a:lstStyle>
            <a:lvl1pPr>
              <a:defRPr sz="2000"/>
            </a:lvl1pPr>
            <a:lvl2pPr>
              <a:defRPr sz="2000"/>
            </a:lvl2pPr>
            <a:lvl3pPr>
              <a:defRPr sz="2000"/>
            </a:lvl3pPr>
            <a:lvl4pPr>
              <a:defRPr sz="2000"/>
            </a:lvl4pPr>
            <a:lvl5pPr>
              <a:defRPr sz="20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972232369"/>
      </p:ext>
    </p:extLst>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09_Text + Subhead - 2 Column">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360000" y="278281"/>
            <a:ext cx="5242010" cy="600072"/>
          </a:xfrm>
        </p:spPr>
        <p:txBody>
          <a:bodyPr/>
          <a:lstStyle>
            <a:lvl1pPr>
              <a:defRPr sz="3000" b="0" i="0">
                <a:solidFill>
                  <a:schemeClr val="tx1"/>
                </a:solidFill>
                <a:latin typeface="Mark OT" panose="020B0504020201010104" pitchFamily="34" charset="77"/>
              </a:defRPr>
            </a:lvl1pPr>
          </a:lstStyle>
          <a:p>
            <a:r>
              <a:rPr lang="en-GB"/>
              <a:t>Click to edit Master title style</a:t>
            </a:r>
            <a:endParaRPr lang="en-US"/>
          </a:p>
        </p:txBody>
      </p:sp>
      <p:sp>
        <p:nvSpPr>
          <p:cNvPr id="2" name="Slide Number Placeholder 3">
            <a:extLst>
              <a:ext uri="{FF2B5EF4-FFF2-40B4-BE49-F238E27FC236}">
                <a16:creationId xmlns:a16="http://schemas.microsoft.com/office/drawing/2014/main" id="{EA2AED5E-A76C-D5A1-53EF-4D6B6729FF53}"/>
              </a:ext>
            </a:extLst>
          </p:cNvPr>
          <p:cNvSpPr>
            <a:spLocks noGrp="1"/>
          </p:cNvSpPr>
          <p:nvPr>
            <p:ph type="sldNum" sz="quarter" idx="4"/>
          </p:nvPr>
        </p:nvSpPr>
        <p:spPr>
          <a:xfrm>
            <a:off x="11225892" y="6356350"/>
            <a:ext cx="805543" cy="365125"/>
          </a:xfrm>
          <a:prstGeom prst="rect">
            <a:avLst/>
          </a:prstGeom>
        </p:spPr>
        <p:txBody>
          <a:bodyPr vert="horz" lIns="90000" tIns="45720" rIns="91440" bIns="45720" rtlCol="0" anchor="ctr"/>
          <a:lstStyle>
            <a:lvl1pPr algn="r">
              <a:defRPr sz="1200" b="0" i="0">
                <a:solidFill>
                  <a:schemeClr val="tx1"/>
                </a:solidFill>
                <a:latin typeface="Mark OT" panose="020B0504020201010104" pitchFamily="34" charset="77"/>
              </a:defRPr>
            </a:lvl1pPr>
          </a:lstStyle>
          <a:p>
            <a:fld id="{68A61277-D736-5A4E-964C-F8CA1F8ED542}" type="slidenum">
              <a:rPr lang="en-US" smtClean="0"/>
              <a:pPr/>
              <a:t>‹#›</a:t>
            </a:fld>
            <a:endParaRPr lang="en-US"/>
          </a:p>
        </p:txBody>
      </p:sp>
      <p:pic>
        <p:nvPicPr>
          <p:cNvPr id="4" name="Picture 3">
            <a:extLst>
              <a:ext uri="{FF2B5EF4-FFF2-40B4-BE49-F238E27FC236}">
                <a16:creationId xmlns:a16="http://schemas.microsoft.com/office/drawing/2014/main" id="{67EBA50B-D27A-920C-92B5-D18C91861797}"/>
              </a:ext>
            </a:extLst>
          </p:cNvPr>
          <p:cNvPicPr>
            <a:picLocks noChangeAspect="1"/>
          </p:cNvPicPr>
          <p:nvPr userDrawn="1"/>
        </p:nvPicPr>
        <p:blipFill>
          <a:blip r:embed="rId2"/>
          <a:srcRect/>
          <a:stretch/>
        </p:blipFill>
        <p:spPr>
          <a:xfrm>
            <a:off x="10335986" y="296824"/>
            <a:ext cx="1575355" cy="386763"/>
          </a:xfrm>
          <a:prstGeom prst="rect">
            <a:avLst/>
          </a:prstGeom>
        </p:spPr>
      </p:pic>
      <p:sp>
        <p:nvSpPr>
          <p:cNvPr id="6" name="Text Placeholder 5">
            <a:extLst>
              <a:ext uri="{FF2B5EF4-FFF2-40B4-BE49-F238E27FC236}">
                <a16:creationId xmlns:a16="http://schemas.microsoft.com/office/drawing/2014/main" id="{348E1095-B84F-8F80-4D18-3F8C6ADA8C35}"/>
              </a:ext>
            </a:extLst>
          </p:cNvPr>
          <p:cNvSpPr>
            <a:spLocks noGrp="1"/>
          </p:cNvSpPr>
          <p:nvPr>
            <p:ph type="body" sz="quarter" idx="12"/>
          </p:nvPr>
        </p:nvSpPr>
        <p:spPr>
          <a:xfrm>
            <a:off x="360363" y="2097392"/>
            <a:ext cx="4679950" cy="4219575"/>
          </a:xfrm>
        </p:spPr>
        <p:txBody>
          <a:bodyPr/>
          <a:lstStyle>
            <a:lvl1pPr>
              <a:defRPr sz="1100"/>
            </a:lvl1pPr>
            <a:lvl2pPr>
              <a:defRPr sz="1100"/>
            </a:lvl2pPr>
            <a:lvl3pPr>
              <a:defRPr sz="11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5">
            <a:extLst>
              <a:ext uri="{FF2B5EF4-FFF2-40B4-BE49-F238E27FC236}">
                <a16:creationId xmlns:a16="http://schemas.microsoft.com/office/drawing/2014/main" id="{4EE101F9-C7DA-E1DC-E609-21713DA8AF71}"/>
              </a:ext>
            </a:extLst>
          </p:cNvPr>
          <p:cNvSpPr>
            <a:spLocks noGrp="1"/>
          </p:cNvSpPr>
          <p:nvPr>
            <p:ph type="body" sz="quarter" idx="13"/>
          </p:nvPr>
        </p:nvSpPr>
        <p:spPr>
          <a:xfrm>
            <a:off x="6501600" y="2097392"/>
            <a:ext cx="4679950" cy="4219575"/>
          </a:xfrm>
        </p:spPr>
        <p:txBody>
          <a:bodyPr/>
          <a:lstStyle>
            <a:lvl1pPr>
              <a:defRPr sz="1100"/>
            </a:lvl1pPr>
            <a:lvl2pPr>
              <a:defRPr sz="1100"/>
            </a:lvl2pPr>
            <a:lvl3pPr>
              <a:defRPr sz="11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2">
            <a:extLst>
              <a:ext uri="{FF2B5EF4-FFF2-40B4-BE49-F238E27FC236}">
                <a16:creationId xmlns:a16="http://schemas.microsoft.com/office/drawing/2014/main" id="{6C386B62-BE91-80ED-F5AB-F591754D4A36}"/>
              </a:ext>
            </a:extLst>
          </p:cNvPr>
          <p:cNvSpPr>
            <a:spLocks noGrp="1"/>
          </p:cNvSpPr>
          <p:nvPr>
            <p:ph type="body" sz="quarter" idx="14" hasCustomPrompt="1"/>
          </p:nvPr>
        </p:nvSpPr>
        <p:spPr>
          <a:xfrm>
            <a:off x="360000" y="1676704"/>
            <a:ext cx="4679951" cy="296863"/>
          </a:xfrm>
        </p:spPr>
        <p:txBody>
          <a:bodyPr/>
          <a:lstStyle>
            <a:lvl1pPr>
              <a:defRPr>
                <a:solidFill>
                  <a:schemeClr val="accent2"/>
                </a:solidFill>
              </a:defRPr>
            </a:lvl1pPr>
          </a:lstStyle>
          <a:p>
            <a:pPr lvl="0"/>
            <a:r>
              <a:rPr lang="en-GB"/>
              <a:t>CLICK TO EDIT SUBHEAD</a:t>
            </a:r>
            <a:endParaRPr lang="en-US"/>
          </a:p>
        </p:txBody>
      </p:sp>
      <p:sp>
        <p:nvSpPr>
          <p:cNvPr id="15" name="Text Placeholder 14">
            <a:extLst>
              <a:ext uri="{FF2B5EF4-FFF2-40B4-BE49-F238E27FC236}">
                <a16:creationId xmlns:a16="http://schemas.microsoft.com/office/drawing/2014/main" id="{89182DEC-2900-3AE2-B76D-CEC5F3949AFD}"/>
              </a:ext>
            </a:extLst>
          </p:cNvPr>
          <p:cNvSpPr>
            <a:spLocks noGrp="1"/>
          </p:cNvSpPr>
          <p:nvPr>
            <p:ph type="body" sz="quarter" idx="15" hasCustomPrompt="1"/>
          </p:nvPr>
        </p:nvSpPr>
        <p:spPr>
          <a:xfrm>
            <a:off x="6501600" y="1676400"/>
            <a:ext cx="4680000" cy="296863"/>
          </a:xfrm>
        </p:spPr>
        <p:txBody>
          <a:bodyPr/>
          <a:lstStyle>
            <a:lvl1pPr>
              <a:defRPr>
                <a:solidFill>
                  <a:schemeClr val="accent3"/>
                </a:solidFill>
              </a:defRPr>
            </a:lvl1pPr>
          </a:lstStyle>
          <a:p>
            <a:pPr lvl="0"/>
            <a:r>
              <a:rPr lang="en-GB"/>
              <a:t>CLICK TO EDIT SUBHEAD</a:t>
            </a:r>
            <a:endParaRPr lang="en-US"/>
          </a:p>
        </p:txBody>
      </p:sp>
      <p:cxnSp>
        <p:nvCxnSpPr>
          <p:cNvPr id="3" name="Straight Connector 2">
            <a:extLst>
              <a:ext uri="{FF2B5EF4-FFF2-40B4-BE49-F238E27FC236}">
                <a16:creationId xmlns:a16="http://schemas.microsoft.com/office/drawing/2014/main" id="{7A751EF1-752F-43A6-87B3-2C28575C6035}"/>
              </a:ext>
            </a:extLst>
          </p:cNvPr>
          <p:cNvCxnSpPr/>
          <p:nvPr userDrawn="1"/>
        </p:nvCxnSpPr>
        <p:spPr>
          <a:xfrm>
            <a:off x="6018547" y="-3488"/>
            <a:ext cx="0" cy="68614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6009403"/>
      </p:ext>
    </p:extLst>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D45D3-4D08-FE57-BD1A-855A5BADA8C0}"/>
              </a:ext>
            </a:extLst>
          </p:cNvPr>
          <p:cNvSpPr>
            <a:spLocks noGrp="1"/>
          </p:cNvSpPr>
          <p:nvPr>
            <p:ph type="title"/>
          </p:nvPr>
        </p:nvSpPr>
        <p:spPr/>
        <p:txBody>
          <a:bodyPr/>
          <a:lstStyle/>
          <a:p>
            <a:r>
              <a:rPr lang="en-GB"/>
              <a:t>Click to edit Master title style</a:t>
            </a:r>
            <a:endParaRPr lang="en-AU"/>
          </a:p>
        </p:txBody>
      </p:sp>
      <p:sp>
        <p:nvSpPr>
          <p:cNvPr id="3" name="Slide Number Placeholder 2">
            <a:extLst>
              <a:ext uri="{FF2B5EF4-FFF2-40B4-BE49-F238E27FC236}">
                <a16:creationId xmlns:a16="http://schemas.microsoft.com/office/drawing/2014/main" id="{601B4AB7-D099-FEBE-0F0A-03B452239371}"/>
              </a:ext>
            </a:extLst>
          </p:cNvPr>
          <p:cNvSpPr>
            <a:spLocks noGrp="1"/>
          </p:cNvSpPr>
          <p:nvPr>
            <p:ph type="sldNum" sz="quarter" idx="10"/>
          </p:nvPr>
        </p:nvSpPr>
        <p:spPr/>
        <p:txBody>
          <a:bodyPr/>
          <a:lstStyle/>
          <a:p>
            <a:fld id="{BAC2A6A9-53A2-2444-B6D4-0E088C9CAE81}" type="slidenum">
              <a:rPr lang="en-US" smtClean="0"/>
              <a:pPr/>
              <a:t>‹#›</a:t>
            </a:fld>
            <a:endParaRPr lang="en-US"/>
          </a:p>
        </p:txBody>
      </p:sp>
    </p:spTree>
    <p:extLst>
      <p:ext uri="{BB962C8B-B14F-4D97-AF65-F5344CB8AC3E}">
        <p14:creationId xmlns:p14="http://schemas.microsoft.com/office/powerpoint/2010/main" val="219116596"/>
      </p:ext>
    </p:extLst>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09_Text + Subhead - 3 Column">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360000" y="278281"/>
            <a:ext cx="7814320" cy="600072"/>
          </a:xfrm>
        </p:spPr>
        <p:txBody>
          <a:bodyPr/>
          <a:lstStyle>
            <a:lvl1pPr>
              <a:defRPr sz="3000" b="0" i="0">
                <a:solidFill>
                  <a:schemeClr val="tx1"/>
                </a:solidFill>
                <a:latin typeface="Mark OT" panose="020B0504020201010104" pitchFamily="34" charset="77"/>
              </a:defRPr>
            </a:lvl1pPr>
          </a:lstStyle>
          <a:p>
            <a:r>
              <a:rPr lang="en-GB"/>
              <a:t>Click to edit Master title style</a:t>
            </a:r>
            <a:endParaRPr lang="en-US"/>
          </a:p>
        </p:txBody>
      </p:sp>
      <p:sp>
        <p:nvSpPr>
          <p:cNvPr id="2" name="Slide Number Placeholder 3">
            <a:extLst>
              <a:ext uri="{FF2B5EF4-FFF2-40B4-BE49-F238E27FC236}">
                <a16:creationId xmlns:a16="http://schemas.microsoft.com/office/drawing/2014/main" id="{EA2AED5E-A76C-D5A1-53EF-4D6B6729FF53}"/>
              </a:ext>
            </a:extLst>
          </p:cNvPr>
          <p:cNvSpPr>
            <a:spLocks noGrp="1"/>
          </p:cNvSpPr>
          <p:nvPr>
            <p:ph type="sldNum" sz="quarter" idx="4"/>
          </p:nvPr>
        </p:nvSpPr>
        <p:spPr>
          <a:xfrm>
            <a:off x="11225892" y="6356350"/>
            <a:ext cx="805543" cy="365125"/>
          </a:xfrm>
          <a:prstGeom prst="rect">
            <a:avLst/>
          </a:prstGeom>
        </p:spPr>
        <p:txBody>
          <a:bodyPr vert="horz" lIns="90000" tIns="45720" rIns="91440" bIns="45720" rtlCol="0" anchor="ctr"/>
          <a:lstStyle>
            <a:lvl1pPr algn="r">
              <a:defRPr sz="1200" b="0" i="0">
                <a:solidFill>
                  <a:schemeClr val="tx1"/>
                </a:solidFill>
                <a:latin typeface="Mark OT" panose="020B0504020201010104" pitchFamily="34" charset="77"/>
              </a:defRPr>
            </a:lvl1pPr>
          </a:lstStyle>
          <a:p>
            <a:fld id="{68A61277-D736-5A4E-964C-F8CA1F8ED542}" type="slidenum">
              <a:rPr lang="en-US" smtClean="0"/>
              <a:pPr/>
              <a:t>‹#›</a:t>
            </a:fld>
            <a:endParaRPr lang="en-US"/>
          </a:p>
        </p:txBody>
      </p:sp>
      <p:pic>
        <p:nvPicPr>
          <p:cNvPr id="4" name="Picture 3">
            <a:extLst>
              <a:ext uri="{FF2B5EF4-FFF2-40B4-BE49-F238E27FC236}">
                <a16:creationId xmlns:a16="http://schemas.microsoft.com/office/drawing/2014/main" id="{67EBA50B-D27A-920C-92B5-D18C91861797}"/>
              </a:ext>
            </a:extLst>
          </p:cNvPr>
          <p:cNvPicPr>
            <a:picLocks noChangeAspect="1"/>
          </p:cNvPicPr>
          <p:nvPr userDrawn="1"/>
        </p:nvPicPr>
        <p:blipFill>
          <a:blip r:embed="rId2"/>
          <a:srcRect/>
          <a:stretch/>
        </p:blipFill>
        <p:spPr>
          <a:xfrm>
            <a:off x="10335986" y="296824"/>
            <a:ext cx="1575355" cy="386763"/>
          </a:xfrm>
          <a:prstGeom prst="rect">
            <a:avLst/>
          </a:prstGeom>
        </p:spPr>
      </p:pic>
      <p:sp>
        <p:nvSpPr>
          <p:cNvPr id="6" name="Text Placeholder 5">
            <a:extLst>
              <a:ext uri="{FF2B5EF4-FFF2-40B4-BE49-F238E27FC236}">
                <a16:creationId xmlns:a16="http://schemas.microsoft.com/office/drawing/2014/main" id="{348E1095-B84F-8F80-4D18-3F8C6ADA8C35}"/>
              </a:ext>
            </a:extLst>
          </p:cNvPr>
          <p:cNvSpPr>
            <a:spLocks noGrp="1"/>
          </p:cNvSpPr>
          <p:nvPr>
            <p:ph type="body" sz="quarter" idx="12"/>
          </p:nvPr>
        </p:nvSpPr>
        <p:spPr>
          <a:xfrm>
            <a:off x="360363" y="2097392"/>
            <a:ext cx="3240000" cy="4219575"/>
          </a:xfrm>
        </p:spPr>
        <p:txBody>
          <a:bodyPr/>
          <a:lstStyle>
            <a:lvl1pPr>
              <a:defRPr sz="1100"/>
            </a:lvl1pPr>
            <a:lvl2pPr>
              <a:defRPr sz="1100"/>
            </a:lvl2pPr>
            <a:lvl3pPr>
              <a:defRPr sz="11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5">
            <a:extLst>
              <a:ext uri="{FF2B5EF4-FFF2-40B4-BE49-F238E27FC236}">
                <a16:creationId xmlns:a16="http://schemas.microsoft.com/office/drawing/2014/main" id="{4EE101F9-C7DA-E1DC-E609-21713DA8AF71}"/>
              </a:ext>
            </a:extLst>
          </p:cNvPr>
          <p:cNvSpPr>
            <a:spLocks noGrp="1"/>
          </p:cNvSpPr>
          <p:nvPr>
            <p:ph type="body" sz="quarter" idx="13"/>
          </p:nvPr>
        </p:nvSpPr>
        <p:spPr>
          <a:xfrm>
            <a:off x="4354322" y="2097392"/>
            <a:ext cx="3240000" cy="4219575"/>
          </a:xfrm>
        </p:spPr>
        <p:txBody>
          <a:bodyPr/>
          <a:lstStyle>
            <a:lvl1pPr>
              <a:defRPr sz="1100"/>
            </a:lvl1pPr>
            <a:lvl2pPr>
              <a:defRPr sz="1100"/>
            </a:lvl2pPr>
            <a:lvl3pPr>
              <a:defRPr sz="11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2">
            <a:extLst>
              <a:ext uri="{FF2B5EF4-FFF2-40B4-BE49-F238E27FC236}">
                <a16:creationId xmlns:a16="http://schemas.microsoft.com/office/drawing/2014/main" id="{6C386B62-BE91-80ED-F5AB-F591754D4A36}"/>
              </a:ext>
            </a:extLst>
          </p:cNvPr>
          <p:cNvSpPr>
            <a:spLocks noGrp="1"/>
          </p:cNvSpPr>
          <p:nvPr>
            <p:ph type="body" sz="quarter" idx="14" hasCustomPrompt="1"/>
          </p:nvPr>
        </p:nvSpPr>
        <p:spPr>
          <a:xfrm>
            <a:off x="360000" y="1676704"/>
            <a:ext cx="3240000" cy="296863"/>
          </a:xfrm>
        </p:spPr>
        <p:txBody>
          <a:bodyPr/>
          <a:lstStyle>
            <a:lvl1pPr>
              <a:defRPr>
                <a:solidFill>
                  <a:schemeClr val="accent2"/>
                </a:solidFill>
              </a:defRPr>
            </a:lvl1pPr>
          </a:lstStyle>
          <a:p>
            <a:pPr lvl="0"/>
            <a:r>
              <a:rPr lang="en-GB"/>
              <a:t>CLICK TO EDIT SUBHEAD</a:t>
            </a:r>
            <a:endParaRPr lang="en-US"/>
          </a:p>
        </p:txBody>
      </p:sp>
      <p:sp>
        <p:nvSpPr>
          <p:cNvPr id="15" name="Text Placeholder 14">
            <a:extLst>
              <a:ext uri="{FF2B5EF4-FFF2-40B4-BE49-F238E27FC236}">
                <a16:creationId xmlns:a16="http://schemas.microsoft.com/office/drawing/2014/main" id="{89182DEC-2900-3AE2-B76D-CEC5F3949AFD}"/>
              </a:ext>
            </a:extLst>
          </p:cNvPr>
          <p:cNvSpPr>
            <a:spLocks noGrp="1"/>
          </p:cNvSpPr>
          <p:nvPr>
            <p:ph type="body" sz="quarter" idx="15" hasCustomPrompt="1"/>
          </p:nvPr>
        </p:nvSpPr>
        <p:spPr>
          <a:xfrm>
            <a:off x="4354321" y="1676400"/>
            <a:ext cx="3240000" cy="296863"/>
          </a:xfrm>
        </p:spPr>
        <p:txBody>
          <a:bodyPr/>
          <a:lstStyle>
            <a:lvl1pPr>
              <a:defRPr>
                <a:solidFill>
                  <a:schemeClr val="accent3"/>
                </a:solidFill>
              </a:defRPr>
            </a:lvl1pPr>
          </a:lstStyle>
          <a:p>
            <a:pPr lvl="0"/>
            <a:r>
              <a:rPr lang="en-GB"/>
              <a:t>CLICK TO EDIT SUBHEAD</a:t>
            </a:r>
            <a:endParaRPr lang="en-US"/>
          </a:p>
        </p:txBody>
      </p:sp>
      <p:sp>
        <p:nvSpPr>
          <p:cNvPr id="3" name="Text Placeholder 5">
            <a:extLst>
              <a:ext uri="{FF2B5EF4-FFF2-40B4-BE49-F238E27FC236}">
                <a16:creationId xmlns:a16="http://schemas.microsoft.com/office/drawing/2014/main" id="{067F90C3-5148-D6F2-D0DB-224E1FE98066}"/>
              </a:ext>
            </a:extLst>
          </p:cNvPr>
          <p:cNvSpPr>
            <a:spLocks noGrp="1"/>
          </p:cNvSpPr>
          <p:nvPr>
            <p:ph type="body" sz="quarter" idx="16"/>
          </p:nvPr>
        </p:nvSpPr>
        <p:spPr>
          <a:xfrm>
            <a:off x="8349006" y="2097392"/>
            <a:ext cx="3240000" cy="4219575"/>
          </a:xfrm>
        </p:spPr>
        <p:txBody>
          <a:bodyPr/>
          <a:lstStyle>
            <a:lvl1pPr>
              <a:defRPr sz="1100"/>
            </a:lvl1pPr>
            <a:lvl2pPr>
              <a:defRPr sz="1100"/>
            </a:lvl2pPr>
            <a:lvl3pPr>
              <a:defRPr sz="11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14">
            <a:extLst>
              <a:ext uri="{FF2B5EF4-FFF2-40B4-BE49-F238E27FC236}">
                <a16:creationId xmlns:a16="http://schemas.microsoft.com/office/drawing/2014/main" id="{7B0B2C9C-209C-F831-363C-6B308C427B5D}"/>
              </a:ext>
            </a:extLst>
          </p:cNvPr>
          <p:cNvSpPr>
            <a:spLocks noGrp="1"/>
          </p:cNvSpPr>
          <p:nvPr>
            <p:ph type="body" sz="quarter" idx="17" hasCustomPrompt="1"/>
          </p:nvPr>
        </p:nvSpPr>
        <p:spPr>
          <a:xfrm>
            <a:off x="8349005" y="1676400"/>
            <a:ext cx="3240000" cy="296863"/>
          </a:xfrm>
        </p:spPr>
        <p:txBody>
          <a:bodyPr/>
          <a:lstStyle>
            <a:lvl1pPr>
              <a:defRPr>
                <a:solidFill>
                  <a:schemeClr val="accent5"/>
                </a:solidFill>
              </a:defRPr>
            </a:lvl1pPr>
          </a:lstStyle>
          <a:p>
            <a:pPr lvl="0"/>
            <a:r>
              <a:rPr lang="en-GB"/>
              <a:t>CLICK TO EDIT SUBHEAD</a:t>
            </a:r>
            <a:endParaRPr lang="en-US"/>
          </a:p>
        </p:txBody>
      </p:sp>
      <p:cxnSp>
        <p:nvCxnSpPr>
          <p:cNvPr id="8" name="Straight Connector 7">
            <a:extLst>
              <a:ext uri="{FF2B5EF4-FFF2-40B4-BE49-F238E27FC236}">
                <a16:creationId xmlns:a16="http://schemas.microsoft.com/office/drawing/2014/main" id="{EBA3FCB2-922F-F8DC-46D6-0BE69110AB94}"/>
              </a:ext>
            </a:extLst>
          </p:cNvPr>
          <p:cNvCxnSpPr>
            <a:cxnSpLocks/>
          </p:cNvCxnSpPr>
          <p:nvPr userDrawn="1"/>
        </p:nvCxnSpPr>
        <p:spPr>
          <a:xfrm>
            <a:off x="3969907" y="955497"/>
            <a:ext cx="0" cy="59025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B1439A-18BE-2DBD-CDDA-494C829A8D77}"/>
              </a:ext>
            </a:extLst>
          </p:cNvPr>
          <p:cNvCxnSpPr>
            <a:cxnSpLocks/>
          </p:cNvCxnSpPr>
          <p:nvPr userDrawn="1"/>
        </p:nvCxnSpPr>
        <p:spPr>
          <a:xfrm>
            <a:off x="8004388" y="955497"/>
            <a:ext cx="0" cy="5902503"/>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22A2FAD-F3A3-AB9C-AD4C-03943374ADE5}"/>
              </a:ext>
            </a:extLst>
          </p:cNvPr>
          <p:cNvCxnSpPr/>
          <p:nvPr userDrawn="1"/>
        </p:nvCxnSpPr>
        <p:spPr>
          <a:xfrm>
            <a:off x="0" y="955497"/>
            <a:ext cx="12192000" cy="0"/>
          </a:xfrm>
          <a:prstGeom prst="line">
            <a:avLst/>
          </a:prstGeom>
          <a:ln w="9525">
            <a:solidFill>
              <a:srgbClr val="15151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1126620"/>
      </p:ext>
    </p:extLst>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10_Content - 1 Column">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360000" y="278281"/>
            <a:ext cx="7814320" cy="600072"/>
          </a:xfrm>
        </p:spPr>
        <p:txBody>
          <a:bodyPr/>
          <a:lstStyle>
            <a:lvl1pPr>
              <a:defRPr sz="3000" b="0" i="0">
                <a:solidFill>
                  <a:schemeClr val="tx1"/>
                </a:solidFill>
                <a:latin typeface="Mark OT" panose="020B0504020201010104" pitchFamily="34" charset="77"/>
              </a:defRPr>
            </a:lvl1pPr>
          </a:lstStyle>
          <a:p>
            <a:r>
              <a:rPr lang="en-GB"/>
              <a:t>Click to edit Master title style</a:t>
            </a:r>
            <a:endParaRPr lang="en-US"/>
          </a:p>
        </p:txBody>
      </p:sp>
      <p:cxnSp>
        <p:nvCxnSpPr>
          <p:cNvPr id="5" name="Straight Connector 4">
            <a:extLst>
              <a:ext uri="{FF2B5EF4-FFF2-40B4-BE49-F238E27FC236}">
                <a16:creationId xmlns:a16="http://schemas.microsoft.com/office/drawing/2014/main" id="{B053CDC4-61D8-3AD5-2F67-2EF26E05F1E0}"/>
              </a:ext>
            </a:extLst>
          </p:cNvPr>
          <p:cNvCxnSpPr/>
          <p:nvPr userDrawn="1"/>
        </p:nvCxnSpPr>
        <p:spPr>
          <a:xfrm>
            <a:off x="0" y="955497"/>
            <a:ext cx="12192000" cy="0"/>
          </a:xfrm>
          <a:prstGeom prst="line">
            <a:avLst/>
          </a:prstGeom>
          <a:ln w="9525">
            <a:solidFill>
              <a:srgbClr val="151515"/>
            </a:solidFill>
          </a:ln>
        </p:spPr>
        <p:style>
          <a:lnRef idx="1">
            <a:schemeClr val="accent1"/>
          </a:lnRef>
          <a:fillRef idx="0">
            <a:schemeClr val="accent1"/>
          </a:fillRef>
          <a:effectRef idx="0">
            <a:schemeClr val="accent1"/>
          </a:effectRef>
          <a:fontRef idx="minor">
            <a:schemeClr val="tx1"/>
          </a:fontRef>
        </p:style>
      </p:cxnSp>
      <p:sp>
        <p:nvSpPr>
          <p:cNvPr id="2" name="Slide Number Placeholder 3">
            <a:extLst>
              <a:ext uri="{FF2B5EF4-FFF2-40B4-BE49-F238E27FC236}">
                <a16:creationId xmlns:a16="http://schemas.microsoft.com/office/drawing/2014/main" id="{EA2AED5E-A76C-D5A1-53EF-4D6B6729FF53}"/>
              </a:ext>
            </a:extLst>
          </p:cNvPr>
          <p:cNvSpPr>
            <a:spLocks noGrp="1"/>
          </p:cNvSpPr>
          <p:nvPr>
            <p:ph type="sldNum" sz="quarter" idx="4"/>
          </p:nvPr>
        </p:nvSpPr>
        <p:spPr>
          <a:xfrm>
            <a:off x="11225892" y="6356350"/>
            <a:ext cx="805543" cy="365125"/>
          </a:xfrm>
          <a:prstGeom prst="rect">
            <a:avLst/>
          </a:prstGeom>
        </p:spPr>
        <p:txBody>
          <a:bodyPr vert="horz" lIns="90000" tIns="45720" rIns="91440" bIns="45720" rtlCol="0" anchor="ctr"/>
          <a:lstStyle>
            <a:lvl1pPr algn="r">
              <a:defRPr sz="1200" b="0" i="0">
                <a:solidFill>
                  <a:schemeClr val="tx1"/>
                </a:solidFill>
                <a:latin typeface="Mark OT" panose="020B0504020201010104" pitchFamily="34" charset="77"/>
              </a:defRPr>
            </a:lvl1pPr>
          </a:lstStyle>
          <a:p>
            <a:fld id="{68A61277-D736-5A4E-964C-F8CA1F8ED542}" type="slidenum">
              <a:rPr lang="en-US" smtClean="0"/>
              <a:pPr/>
              <a:t>‹#›</a:t>
            </a:fld>
            <a:endParaRPr lang="en-US"/>
          </a:p>
        </p:txBody>
      </p:sp>
      <p:pic>
        <p:nvPicPr>
          <p:cNvPr id="4" name="Picture 3">
            <a:extLst>
              <a:ext uri="{FF2B5EF4-FFF2-40B4-BE49-F238E27FC236}">
                <a16:creationId xmlns:a16="http://schemas.microsoft.com/office/drawing/2014/main" id="{67EBA50B-D27A-920C-92B5-D18C91861797}"/>
              </a:ext>
            </a:extLst>
          </p:cNvPr>
          <p:cNvPicPr>
            <a:picLocks noChangeAspect="1"/>
          </p:cNvPicPr>
          <p:nvPr userDrawn="1"/>
        </p:nvPicPr>
        <p:blipFill>
          <a:blip r:embed="rId2"/>
          <a:srcRect/>
          <a:stretch/>
        </p:blipFill>
        <p:spPr>
          <a:xfrm>
            <a:off x="10335986" y="296824"/>
            <a:ext cx="1575355" cy="386763"/>
          </a:xfrm>
          <a:prstGeom prst="rect">
            <a:avLst/>
          </a:prstGeom>
        </p:spPr>
      </p:pic>
      <p:sp>
        <p:nvSpPr>
          <p:cNvPr id="8" name="Content Placeholder 7">
            <a:extLst>
              <a:ext uri="{FF2B5EF4-FFF2-40B4-BE49-F238E27FC236}">
                <a16:creationId xmlns:a16="http://schemas.microsoft.com/office/drawing/2014/main" id="{0BEA81E4-1E99-AEBB-868C-3F69E5F9B93E}"/>
              </a:ext>
            </a:extLst>
          </p:cNvPr>
          <p:cNvSpPr>
            <a:spLocks noGrp="1"/>
          </p:cNvSpPr>
          <p:nvPr>
            <p:ph sz="quarter" idx="10"/>
          </p:nvPr>
        </p:nvSpPr>
        <p:spPr>
          <a:xfrm>
            <a:off x="360001" y="1371216"/>
            <a:ext cx="10767258" cy="46341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274116295"/>
      </p:ext>
    </p:extLst>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10_Content - 2 Column">
    <p:bg>
      <p:bgPr>
        <a:solidFill>
          <a:schemeClr val="bg1"/>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360000" y="278281"/>
            <a:ext cx="7814320" cy="600072"/>
          </a:xfrm>
        </p:spPr>
        <p:txBody>
          <a:bodyPr/>
          <a:lstStyle>
            <a:lvl1pPr>
              <a:defRPr sz="3000" b="0" i="0">
                <a:solidFill>
                  <a:schemeClr val="tx1"/>
                </a:solidFill>
                <a:latin typeface="Mark OT" panose="020B0504020201010104" pitchFamily="34" charset="77"/>
              </a:defRPr>
            </a:lvl1pPr>
          </a:lstStyle>
          <a:p>
            <a:r>
              <a:rPr lang="en-GB"/>
              <a:t>Click to edit Master title style</a:t>
            </a:r>
            <a:endParaRPr lang="en-US"/>
          </a:p>
        </p:txBody>
      </p:sp>
      <p:cxnSp>
        <p:nvCxnSpPr>
          <p:cNvPr id="5" name="Straight Connector 4">
            <a:extLst>
              <a:ext uri="{FF2B5EF4-FFF2-40B4-BE49-F238E27FC236}">
                <a16:creationId xmlns:a16="http://schemas.microsoft.com/office/drawing/2014/main" id="{B053CDC4-61D8-3AD5-2F67-2EF26E05F1E0}"/>
              </a:ext>
            </a:extLst>
          </p:cNvPr>
          <p:cNvCxnSpPr/>
          <p:nvPr userDrawn="1"/>
        </p:nvCxnSpPr>
        <p:spPr>
          <a:xfrm>
            <a:off x="0" y="955497"/>
            <a:ext cx="12192000" cy="0"/>
          </a:xfrm>
          <a:prstGeom prst="line">
            <a:avLst/>
          </a:prstGeom>
          <a:ln w="9525">
            <a:solidFill>
              <a:srgbClr val="151515"/>
            </a:solidFill>
          </a:ln>
        </p:spPr>
        <p:style>
          <a:lnRef idx="1">
            <a:schemeClr val="accent1"/>
          </a:lnRef>
          <a:fillRef idx="0">
            <a:schemeClr val="accent1"/>
          </a:fillRef>
          <a:effectRef idx="0">
            <a:schemeClr val="accent1"/>
          </a:effectRef>
          <a:fontRef idx="minor">
            <a:schemeClr val="tx1"/>
          </a:fontRef>
        </p:style>
      </p:cxnSp>
      <p:sp>
        <p:nvSpPr>
          <p:cNvPr id="2" name="Slide Number Placeholder 3">
            <a:extLst>
              <a:ext uri="{FF2B5EF4-FFF2-40B4-BE49-F238E27FC236}">
                <a16:creationId xmlns:a16="http://schemas.microsoft.com/office/drawing/2014/main" id="{EA2AED5E-A76C-D5A1-53EF-4D6B6729FF53}"/>
              </a:ext>
            </a:extLst>
          </p:cNvPr>
          <p:cNvSpPr>
            <a:spLocks noGrp="1"/>
          </p:cNvSpPr>
          <p:nvPr>
            <p:ph type="sldNum" sz="quarter" idx="4"/>
          </p:nvPr>
        </p:nvSpPr>
        <p:spPr>
          <a:xfrm>
            <a:off x="11225892" y="6356350"/>
            <a:ext cx="805543" cy="365125"/>
          </a:xfrm>
          <a:prstGeom prst="rect">
            <a:avLst/>
          </a:prstGeom>
        </p:spPr>
        <p:txBody>
          <a:bodyPr vert="horz" lIns="90000" tIns="45720" rIns="91440" bIns="45720" rtlCol="0" anchor="ctr"/>
          <a:lstStyle>
            <a:lvl1pPr algn="r">
              <a:defRPr sz="1200" b="0" i="0">
                <a:solidFill>
                  <a:schemeClr val="tx1"/>
                </a:solidFill>
                <a:latin typeface="Mark OT" panose="020B0504020201010104" pitchFamily="34" charset="77"/>
              </a:defRPr>
            </a:lvl1pPr>
          </a:lstStyle>
          <a:p>
            <a:fld id="{68A61277-D736-5A4E-964C-F8CA1F8ED542}" type="slidenum">
              <a:rPr lang="en-US" smtClean="0"/>
              <a:pPr/>
              <a:t>‹#›</a:t>
            </a:fld>
            <a:endParaRPr lang="en-US"/>
          </a:p>
        </p:txBody>
      </p:sp>
      <p:pic>
        <p:nvPicPr>
          <p:cNvPr id="4" name="Picture 3">
            <a:extLst>
              <a:ext uri="{FF2B5EF4-FFF2-40B4-BE49-F238E27FC236}">
                <a16:creationId xmlns:a16="http://schemas.microsoft.com/office/drawing/2014/main" id="{67EBA50B-D27A-920C-92B5-D18C91861797}"/>
              </a:ext>
            </a:extLst>
          </p:cNvPr>
          <p:cNvPicPr>
            <a:picLocks noChangeAspect="1"/>
          </p:cNvPicPr>
          <p:nvPr userDrawn="1"/>
        </p:nvPicPr>
        <p:blipFill>
          <a:blip r:embed="rId2"/>
          <a:srcRect/>
          <a:stretch/>
        </p:blipFill>
        <p:spPr>
          <a:xfrm>
            <a:off x="10335986" y="296824"/>
            <a:ext cx="1575355" cy="386763"/>
          </a:xfrm>
          <a:prstGeom prst="rect">
            <a:avLst/>
          </a:prstGeom>
        </p:spPr>
      </p:pic>
      <p:sp>
        <p:nvSpPr>
          <p:cNvPr id="8" name="Content Placeholder 7">
            <a:extLst>
              <a:ext uri="{FF2B5EF4-FFF2-40B4-BE49-F238E27FC236}">
                <a16:creationId xmlns:a16="http://schemas.microsoft.com/office/drawing/2014/main" id="{0BEA81E4-1E99-AEBB-868C-3F69E5F9B93E}"/>
              </a:ext>
            </a:extLst>
          </p:cNvPr>
          <p:cNvSpPr>
            <a:spLocks noGrp="1"/>
          </p:cNvSpPr>
          <p:nvPr>
            <p:ph sz="quarter" idx="10"/>
          </p:nvPr>
        </p:nvSpPr>
        <p:spPr>
          <a:xfrm>
            <a:off x="360001" y="1371216"/>
            <a:ext cx="4680000" cy="46341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9" name="Content Placeholder 7">
            <a:extLst>
              <a:ext uri="{FF2B5EF4-FFF2-40B4-BE49-F238E27FC236}">
                <a16:creationId xmlns:a16="http://schemas.microsoft.com/office/drawing/2014/main" id="{AA6938F9-C55C-41B3-6E94-035170DE5D9C}"/>
              </a:ext>
            </a:extLst>
          </p:cNvPr>
          <p:cNvSpPr>
            <a:spLocks noGrp="1"/>
          </p:cNvSpPr>
          <p:nvPr>
            <p:ph sz="quarter" idx="11"/>
          </p:nvPr>
        </p:nvSpPr>
        <p:spPr>
          <a:xfrm>
            <a:off x="6120000" y="1371216"/>
            <a:ext cx="4680000" cy="463415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119175340"/>
      </p:ext>
    </p:extLst>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11_Header + Table_GREY">
    <p:bg>
      <p:bgPr>
        <a:solidFill>
          <a:schemeClr val="bg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hasCustomPrompt="1"/>
          </p:nvPr>
        </p:nvSpPr>
        <p:spPr>
          <a:xfrm>
            <a:off x="360000" y="278281"/>
            <a:ext cx="7814320" cy="600072"/>
          </a:xfrm>
        </p:spPr>
        <p:txBody>
          <a:bodyPr/>
          <a:lstStyle>
            <a:lvl1pPr>
              <a:defRPr sz="3000" b="0" i="0">
                <a:solidFill>
                  <a:schemeClr val="tx1"/>
                </a:solidFill>
                <a:latin typeface="Mark OT" panose="020B0504020201010104" pitchFamily="34" charset="77"/>
              </a:defRPr>
            </a:lvl1pPr>
          </a:lstStyle>
          <a:p>
            <a:r>
              <a:rPr lang="en-US"/>
              <a:t>Click to edit slide title</a:t>
            </a:r>
          </a:p>
        </p:txBody>
      </p:sp>
      <p:sp>
        <p:nvSpPr>
          <p:cNvPr id="2" name="Slide Number Placeholder 3">
            <a:extLst>
              <a:ext uri="{FF2B5EF4-FFF2-40B4-BE49-F238E27FC236}">
                <a16:creationId xmlns:a16="http://schemas.microsoft.com/office/drawing/2014/main" id="{EA2AED5E-A76C-D5A1-53EF-4D6B6729FF53}"/>
              </a:ext>
            </a:extLst>
          </p:cNvPr>
          <p:cNvSpPr>
            <a:spLocks noGrp="1"/>
          </p:cNvSpPr>
          <p:nvPr>
            <p:ph type="sldNum" sz="quarter" idx="4"/>
          </p:nvPr>
        </p:nvSpPr>
        <p:spPr>
          <a:xfrm>
            <a:off x="11225892" y="6356350"/>
            <a:ext cx="805543" cy="365125"/>
          </a:xfrm>
          <a:prstGeom prst="rect">
            <a:avLst/>
          </a:prstGeom>
        </p:spPr>
        <p:txBody>
          <a:bodyPr vert="horz" lIns="90000" tIns="45720" rIns="91440" bIns="45720" rtlCol="0" anchor="ctr"/>
          <a:lstStyle>
            <a:lvl1pPr algn="r">
              <a:defRPr sz="1200" b="0" i="0">
                <a:solidFill>
                  <a:schemeClr val="tx1"/>
                </a:solidFill>
                <a:latin typeface="Mark OT" panose="020B0504020201010104" pitchFamily="34" charset="77"/>
              </a:defRPr>
            </a:lvl1pPr>
          </a:lstStyle>
          <a:p>
            <a:fld id="{68A61277-D736-5A4E-964C-F8CA1F8ED542}" type="slidenum">
              <a:rPr lang="en-US" smtClean="0"/>
              <a:pPr/>
              <a:t>‹#›</a:t>
            </a:fld>
            <a:endParaRPr lang="en-US"/>
          </a:p>
        </p:txBody>
      </p:sp>
      <p:pic>
        <p:nvPicPr>
          <p:cNvPr id="4" name="Picture 3">
            <a:extLst>
              <a:ext uri="{FF2B5EF4-FFF2-40B4-BE49-F238E27FC236}">
                <a16:creationId xmlns:a16="http://schemas.microsoft.com/office/drawing/2014/main" id="{67EBA50B-D27A-920C-92B5-D18C91861797}"/>
              </a:ext>
            </a:extLst>
          </p:cNvPr>
          <p:cNvPicPr>
            <a:picLocks noChangeAspect="1"/>
          </p:cNvPicPr>
          <p:nvPr userDrawn="1"/>
        </p:nvPicPr>
        <p:blipFill>
          <a:blip r:embed="rId2"/>
          <a:srcRect/>
          <a:stretch/>
        </p:blipFill>
        <p:spPr>
          <a:xfrm>
            <a:off x="10335986" y="296824"/>
            <a:ext cx="1575355" cy="386763"/>
          </a:xfrm>
          <a:prstGeom prst="rect">
            <a:avLst/>
          </a:prstGeom>
        </p:spPr>
      </p:pic>
      <p:sp>
        <p:nvSpPr>
          <p:cNvPr id="13" name="Table Placeholder 12">
            <a:extLst>
              <a:ext uri="{FF2B5EF4-FFF2-40B4-BE49-F238E27FC236}">
                <a16:creationId xmlns:a16="http://schemas.microsoft.com/office/drawing/2014/main" id="{8CF0FC00-F679-9A1E-6FAE-310D37872DAC}"/>
              </a:ext>
            </a:extLst>
          </p:cNvPr>
          <p:cNvSpPr>
            <a:spLocks noGrp="1"/>
          </p:cNvSpPr>
          <p:nvPr>
            <p:ph type="tbl" sz="quarter" idx="10"/>
          </p:nvPr>
        </p:nvSpPr>
        <p:spPr>
          <a:xfrm>
            <a:off x="360000" y="1816100"/>
            <a:ext cx="10865892" cy="3644900"/>
          </a:xfrm>
        </p:spPr>
        <p:txBody>
          <a:bodyPr/>
          <a:lstStyle/>
          <a:p>
            <a:r>
              <a:rPr lang="en-GB"/>
              <a:t>Click icon to add table</a:t>
            </a:r>
            <a:endParaRPr lang="en-US"/>
          </a:p>
        </p:txBody>
      </p:sp>
    </p:spTree>
    <p:extLst>
      <p:ext uri="{BB962C8B-B14F-4D97-AF65-F5344CB8AC3E}">
        <p14:creationId xmlns:p14="http://schemas.microsoft.com/office/powerpoint/2010/main" val="3314501822"/>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12_Text - 1 column_GREY">
    <p:bg>
      <p:bgPr>
        <a:solidFill>
          <a:schemeClr val="bg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hasCustomPrompt="1"/>
          </p:nvPr>
        </p:nvSpPr>
        <p:spPr>
          <a:xfrm>
            <a:off x="360000" y="278281"/>
            <a:ext cx="7814320" cy="600072"/>
          </a:xfrm>
        </p:spPr>
        <p:txBody>
          <a:bodyPr/>
          <a:lstStyle>
            <a:lvl1pPr>
              <a:defRPr sz="3000" b="0" i="0">
                <a:solidFill>
                  <a:schemeClr val="tx1"/>
                </a:solidFill>
                <a:latin typeface="Mark OT" panose="020B0504020201010104" pitchFamily="34" charset="77"/>
              </a:defRPr>
            </a:lvl1pPr>
          </a:lstStyle>
          <a:p>
            <a:r>
              <a:rPr lang="en-US"/>
              <a:t>Click to edit slide title</a:t>
            </a:r>
          </a:p>
        </p:txBody>
      </p:sp>
      <p:sp>
        <p:nvSpPr>
          <p:cNvPr id="2" name="Slide Number Placeholder 3">
            <a:extLst>
              <a:ext uri="{FF2B5EF4-FFF2-40B4-BE49-F238E27FC236}">
                <a16:creationId xmlns:a16="http://schemas.microsoft.com/office/drawing/2014/main" id="{EA2AED5E-A76C-D5A1-53EF-4D6B6729FF53}"/>
              </a:ext>
            </a:extLst>
          </p:cNvPr>
          <p:cNvSpPr>
            <a:spLocks noGrp="1"/>
          </p:cNvSpPr>
          <p:nvPr>
            <p:ph type="sldNum" sz="quarter" idx="4"/>
          </p:nvPr>
        </p:nvSpPr>
        <p:spPr>
          <a:xfrm>
            <a:off x="11225892" y="6356350"/>
            <a:ext cx="805543" cy="365125"/>
          </a:xfrm>
          <a:prstGeom prst="rect">
            <a:avLst/>
          </a:prstGeom>
        </p:spPr>
        <p:txBody>
          <a:bodyPr vert="horz" lIns="90000" tIns="45720" rIns="91440" bIns="45720" rtlCol="0" anchor="ctr"/>
          <a:lstStyle>
            <a:lvl1pPr algn="r">
              <a:defRPr sz="1200" b="0" i="0">
                <a:solidFill>
                  <a:schemeClr val="tx1"/>
                </a:solidFill>
                <a:latin typeface="Mark OT" panose="020B0504020201010104" pitchFamily="34" charset="77"/>
              </a:defRPr>
            </a:lvl1pPr>
          </a:lstStyle>
          <a:p>
            <a:fld id="{68A61277-D736-5A4E-964C-F8CA1F8ED542}" type="slidenum">
              <a:rPr lang="en-US" smtClean="0"/>
              <a:pPr/>
              <a:t>‹#›</a:t>
            </a:fld>
            <a:endParaRPr lang="en-US"/>
          </a:p>
        </p:txBody>
      </p:sp>
      <p:pic>
        <p:nvPicPr>
          <p:cNvPr id="4" name="Picture 3">
            <a:extLst>
              <a:ext uri="{FF2B5EF4-FFF2-40B4-BE49-F238E27FC236}">
                <a16:creationId xmlns:a16="http://schemas.microsoft.com/office/drawing/2014/main" id="{67EBA50B-D27A-920C-92B5-D18C91861797}"/>
              </a:ext>
            </a:extLst>
          </p:cNvPr>
          <p:cNvPicPr>
            <a:picLocks noChangeAspect="1"/>
          </p:cNvPicPr>
          <p:nvPr userDrawn="1"/>
        </p:nvPicPr>
        <p:blipFill>
          <a:blip r:embed="rId2"/>
          <a:srcRect/>
          <a:stretch/>
        </p:blipFill>
        <p:spPr>
          <a:xfrm>
            <a:off x="10335986" y="296824"/>
            <a:ext cx="1575355" cy="386763"/>
          </a:xfrm>
          <a:prstGeom prst="rect">
            <a:avLst/>
          </a:prstGeom>
        </p:spPr>
      </p:pic>
      <p:sp>
        <p:nvSpPr>
          <p:cNvPr id="10" name="Text Placeholder 9">
            <a:extLst>
              <a:ext uri="{FF2B5EF4-FFF2-40B4-BE49-F238E27FC236}">
                <a16:creationId xmlns:a16="http://schemas.microsoft.com/office/drawing/2014/main" id="{0BB3C7F3-6DE8-9C7E-956B-F4E897F6C1D8}"/>
              </a:ext>
            </a:extLst>
          </p:cNvPr>
          <p:cNvSpPr>
            <a:spLocks noGrp="1"/>
          </p:cNvSpPr>
          <p:nvPr>
            <p:ph type="body" sz="quarter" idx="10"/>
          </p:nvPr>
        </p:nvSpPr>
        <p:spPr>
          <a:xfrm>
            <a:off x="360363" y="1289050"/>
            <a:ext cx="6249987" cy="421005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786147241"/>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12_Text + Subhead - 2 column_GREY">
    <p:bg>
      <p:bgPr>
        <a:solidFill>
          <a:schemeClr val="bg2"/>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360000" y="278281"/>
            <a:ext cx="4859990" cy="600072"/>
          </a:xfrm>
        </p:spPr>
        <p:txBody>
          <a:bodyPr/>
          <a:lstStyle>
            <a:lvl1pPr>
              <a:defRPr sz="3000" b="0" i="0">
                <a:solidFill>
                  <a:schemeClr val="tx1"/>
                </a:solidFill>
                <a:latin typeface="Mark OT" panose="020B0504020201010104" pitchFamily="34" charset="77"/>
              </a:defRPr>
            </a:lvl1pPr>
          </a:lstStyle>
          <a:p>
            <a:r>
              <a:rPr lang="en-GB"/>
              <a:t>Click to edit Master title style</a:t>
            </a:r>
            <a:endParaRPr lang="en-US"/>
          </a:p>
        </p:txBody>
      </p:sp>
      <p:sp>
        <p:nvSpPr>
          <p:cNvPr id="2" name="Slide Number Placeholder 3">
            <a:extLst>
              <a:ext uri="{FF2B5EF4-FFF2-40B4-BE49-F238E27FC236}">
                <a16:creationId xmlns:a16="http://schemas.microsoft.com/office/drawing/2014/main" id="{EA2AED5E-A76C-D5A1-53EF-4D6B6729FF53}"/>
              </a:ext>
            </a:extLst>
          </p:cNvPr>
          <p:cNvSpPr>
            <a:spLocks noGrp="1"/>
          </p:cNvSpPr>
          <p:nvPr>
            <p:ph type="sldNum" sz="quarter" idx="4"/>
          </p:nvPr>
        </p:nvSpPr>
        <p:spPr>
          <a:xfrm>
            <a:off x="11225892" y="6356350"/>
            <a:ext cx="805543" cy="365125"/>
          </a:xfrm>
          <a:prstGeom prst="rect">
            <a:avLst/>
          </a:prstGeom>
        </p:spPr>
        <p:txBody>
          <a:bodyPr vert="horz" lIns="90000" tIns="45720" rIns="91440" bIns="45720" rtlCol="0" anchor="ctr"/>
          <a:lstStyle>
            <a:lvl1pPr algn="r">
              <a:defRPr sz="1200" b="0" i="0">
                <a:solidFill>
                  <a:schemeClr val="tx1"/>
                </a:solidFill>
                <a:latin typeface="Mark OT" panose="020B0504020201010104" pitchFamily="34" charset="77"/>
              </a:defRPr>
            </a:lvl1pPr>
          </a:lstStyle>
          <a:p>
            <a:fld id="{68A61277-D736-5A4E-964C-F8CA1F8ED542}" type="slidenum">
              <a:rPr lang="en-US" smtClean="0"/>
              <a:pPr/>
              <a:t>‹#›</a:t>
            </a:fld>
            <a:endParaRPr lang="en-US"/>
          </a:p>
        </p:txBody>
      </p:sp>
      <p:pic>
        <p:nvPicPr>
          <p:cNvPr id="4" name="Picture 3">
            <a:extLst>
              <a:ext uri="{FF2B5EF4-FFF2-40B4-BE49-F238E27FC236}">
                <a16:creationId xmlns:a16="http://schemas.microsoft.com/office/drawing/2014/main" id="{67EBA50B-D27A-920C-92B5-D18C91861797}"/>
              </a:ext>
            </a:extLst>
          </p:cNvPr>
          <p:cNvPicPr>
            <a:picLocks noChangeAspect="1"/>
          </p:cNvPicPr>
          <p:nvPr userDrawn="1"/>
        </p:nvPicPr>
        <p:blipFill>
          <a:blip r:embed="rId2"/>
          <a:srcRect/>
          <a:stretch/>
        </p:blipFill>
        <p:spPr>
          <a:xfrm>
            <a:off x="10335986" y="296824"/>
            <a:ext cx="1575355" cy="386763"/>
          </a:xfrm>
          <a:prstGeom prst="rect">
            <a:avLst/>
          </a:prstGeom>
        </p:spPr>
      </p:pic>
      <p:sp>
        <p:nvSpPr>
          <p:cNvPr id="6" name="Text Placeholder 5">
            <a:extLst>
              <a:ext uri="{FF2B5EF4-FFF2-40B4-BE49-F238E27FC236}">
                <a16:creationId xmlns:a16="http://schemas.microsoft.com/office/drawing/2014/main" id="{348E1095-B84F-8F80-4D18-3F8C6ADA8C35}"/>
              </a:ext>
            </a:extLst>
          </p:cNvPr>
          <p:cNvSpPr>
            <a:spLocks noGrp="1"/>
          </p:cNvSpPr>
          <p:nvPr>
            <p:ph type="body" sz="quarter" idx="12"/>
          </p:nvPr>
        </p:nvSpPr>
        <p:spPr>
          <a:xfrm>
            <a:off x="360363" y="2097393"/>
            <a:ext cx="4860000" cy="3870922"/>
          </a:xfrm>
        </p:spPr>
        <p:txBody>
          <a:bodyPr/>
          <a:lstStyle>
            <a:lvl1pPr>
              <a:defRPr sz="1100"/>
            </a:lvl1pPr>
            <a:lvl2pPr>
              <a:defRPr sz="1100"/>
            </a:lvl2pPr>
            <a:lvl3pPr>
              <a:defRPr sz="11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5">
            <a:extLst>
              <a:ext uri="{FF2B5EF4-FFF2-40B4-BE49-F238E27FC236}">
                <a16:creationId xmlns:a16="http://schemas.microsoft.com/office/drawing/2014/main" id="{4EE101F9-C7DA-E1DC-E609-21713DA8AF71}"/>
              </a:ext>
            </a:extLst>
          </p:cNvPr>
          <p:cNvSpPr>
            <a:spLocks noGrp="1"/>
          </p:cNvSpPr>
          <p:nvPr>
            <p:ph type="body" sz="quarter" idx="13"/>
          </p:nvPr>
        </p:nvSpPr>
        <p:spPr>
          <a:xfrm>
            <a:off x="6501670" y="2097393"/>
            <a:ext cx="4860000" cy="3870922"/>
          </a:xfrm>
        </p:spPr>
        <p:txBody>
          <a:bodyPr/>
          <a:lstStyle>
            <a:lvl1pPr>
              <a:defRPr sz="1100"/>
            </a:lvl1pPr>
            <a:lvl2pPr>
              <a:defRPr sz="1100"/>
            </a:lvl2pPr>
            <a:lvl3pPr>
              <a:defRPr sz="11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2">
            <a:extLst>
              <a:ext uri="{FF2B5EF4-FFF2-40B4-BE49-F238E27FC236}">
                <a16:creationId xmlns:a16="http://schemas.microsoft.com/office/drawing/2014/main" id="{6C386B62-BE91-80ED-F5AB-F591754D4A36}"/>
              </a:ext>
            </a:extLst>
          </p:cNvPr>
          <p:cNvSpPr>
            <a:spLocks noGrp="1"/>
          </p:cNvSpPr>
          <p:nvPr>
            <p:ph type="body" sz="quarter" idx="14" hasCustomPrompt="1"/>
          </p:nvPr>
        </p:nvSpPr>
        <p:spPr>
          <a:xfrm>
            <a:off x="359999" y="1676704"/>
            <a:ext cx="4860000" cy="296863"/>
          </a:xfrm>
        </p:spPr>
        <p:txBody>
          <a:bodyPr/>
          <a:lstStyle/>
          <a:p>
            <a:pPr lvl="0"/>
            <a:r>
              <a:rPr lang="en-GB"/>
              <a:t>CLICK TO EDIT SUBHEAD</a:t>
            </a:r>
            <a:endParaRPr lang="en-US"/>
          </a:p>
        </p:txBody>
      </p:sp>
      <p:sp>
        <p:nvSpPr>
          <p:cNvPr id="15" name="Text Placeholder 14">
            <a:extLst>
              <a:ext uri="{FF2B5EF4-FFF2-40B4-BE49-F238E27FC236}">
                <a16:creationId xmlns:a16="http://schemas.microsoft.com/office/drawing/2014/main" id="{89182DEC-2900-3AE2-B76D-CEC5F3949AFD}"/>
              </a:ext>
            </a:extLst>
          </p:cNvPr>
          <p:cNvSpPr>
            <a:spLocks noGrp="1"/>
          </p:cNvSpPr>
          <p:nvPr>
            <p:ph type="body" sz="quarter" idx="15" hasCustomPrompt="1"/>
          </p:nvPr>
        </p:nvSpPr>
        <p:spPr>
          <a:xfrm>
            <a:off x="6501669" y="1676400"/>
            <a:ext cx="4860000" cy="296863"/>
          </a:xfrm>
        </p:spPr>
        <p:txBody>
          <a:bodyPr/>
          <a:lstStyle/>
          <a:p>
            <a:pPr lvl="0"/>
            <a:r>
              <a:rPr lang="en-GB"/>
              <a:t>CLICK TO EDIT SUBHEAD</a:t>
            </a:r>
            <a:endParaRPr lang="en-US"/>
          </a:p>
        </p:txBody>
      </p:sp>
      <p:cxnSp>
        <p:nvCxnSpPr>
          <p:cNvPr id="5" name="Straight Connector 4">
            <a:extLst>
              <a:ext uri="{FF2B5EF4-FFF2-40B4-BE49-F238E27FC236}">
                <a16:creationId xmlns:a16="http://schemas.microsoft.com/office/drawing/2014/main" id="{C08FF6EF-2810-6C8D-EC8A-7F515BE3E6C3}"/>
              </a:ext>
            </a:extLst>
          </p:cNvPr>
          <p:cNvCxnSpPr/>
          <p:nvPr userDrawn="1"/>
        </p:nvCxnSpPr>
        <p:spPr>
          <a:xfrm>
            <a:off x="6018547" y="-3488"/>
            <a:ext cx="0" cy="68614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8746374"/>
      </p:ext>
    </p:extLst>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13_Text + Subhead - 2 column_BW">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48D15C6-1340-BDE3-5260-2DB007568602}"/>
              </a:ext>
            </a:extLst>
          </p:cNvPr>
          <p:cNvSpPr/>
          <p:nvPr userDrawn="1"/>
        </p:nvSpPr>
        <p:spPr>
          <a:xfrm>
            <a:off x="-1" y="0"/>
            <a:ext cx="601854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53EB9A6F-C66E-D14C-AF60-13395EF4724E}"/>
              </a:ext>
            </a:extLst>
          </p:cNvPr>
          <p:cNvSpPr>
            <a:spLocks noGrp="1"/>
          </p:cNvSpPr>
          <p:nvPr>
            <p:ph type="title"/>
          </p:nvPr>
        </p:nvSpPr>
        <p:spPr>
          <a:xfrm>
            <a:off x="360000" y="278281"/>
            <a:ext cx="4679951" cy="600072"/>
          </a:xfrm>
        </p:spPr>
        <p:txBody>
          <a:bodyPr/>
          <a:lstStyle>
            <a:lvl1pPr>
              <a:defRPr sz="3000" b="0" i="0">
                <a:solidFill>
                  <a:schemeClr val="bg1"/>
                </a:solidFill>
                <a:latin typeface="Mark OT" panose="020B0504020201010104" pitchFamily="34" charset="77"/>
              </a:defRPr>
            </a:lvl1pPr>
          </a:lstStyle>
          <a:p>
            <a:r>
              <a:rPr lang="en-GB"/>
              <a:t>Click to edit Master title style</a:t>
            </a:r>
            <a:endParaRPr lang="en-US"/>
          </a:p>
        </p:txBody>
      </p:sp>
      <p:sp>
        <p:nvSpPr>
          <p:cNvPr id="2" name="Slide Number Placeholder 3">
            <a:extLst>
              <a:ext uri="{FF2B5EF4-FFF2-40B4-BE49-F238E27FC236}">
                <a16:creationId xmlns:a16="http://schemas.microsoft.com/office/drawing/2014/main" id="{EA2AED5E-A76C-D5A1-53EF-4D6B6729FF53}"/>
              </a:ext>
            </a:extLst>
          </p:cNvPr>
          <p:cNvSpPr>
            <a:spLocks noGrp="1"/>
          </p:cNvSpPr>
          <p:nvPr>
            <p:ph type="sldNum" sz="quarter" idx="4"/>
          </p:nvPr>
        </p:nvSpPr>
        <p:spPr>
          <a:xfrm>
            <a:off x="11225892" y="6356350"/>
            <a:ext cx="805543" cy="365125"/>
          </a:xfrm>
          <a:prstGeom prst="rect">
            <a:avLst/>
          </a:prstGeom>
        </p:spPr>
        <p:txBody>
          <a:bodyPr vert="horz" lIns="90000" tIns="45720" rIns="91440" bIns="45720" rtlCol="0" anchor="ctr"/>
          <a:lstStyle>
            <a:lvl1pPr algn="r">
              <a:defRPr sz="1200" b="0" i="0">
                <a:solidFill>
                  <a:schemeClr val="tx1"/>
                </a:solidFill>
                <a:latin typeface="Mark OT" panose="020B0504020201010104" pitchFamily="34" charset="77"/>
              </a:defRPr>
            </a:lvl1pPr>
          </a:lstStyle>
          <a:p>
            <a:fld id="{68A61277-D736-5A4E-964C-F8CA1F8ED542}" type="slidenum">
              <a:rPr lang="en-US" smtClean="0"/>
              <a:pPr/>
              <a:t>‹#›</a:t>
            </a:fld>
            <a:endParaRPr lang="en-US"/>
          </a:p>
        </p:txBody>
      </p:sp>
      <p:pic>
        <p:nvPicPr>
          <p:cNvPr id="4" name="Picture 3">
            <a:extLst>
              <a:ext uri="{FF2B5EF4-FFF2-40B4-BE49-F238E27FC236}">
                <a16:creationId xmlns:a16="http://schemas.microsoft.com/office/drawing/2014/main" id="{67EBA50B-D27A-920C-92B5-D18C91861797}"/>
              </a:ext>
            </a:extLst>
          </p:cNvPr>
          <p:cNvPicPr>
            <a:picLocks noChangeAspect="1"/>
          </p:cNvPicPr>
          <p:nvPr userDrawn="1"/>
        </p:nvPicPr>
        <p:blipFill>
          <a:blip r:embed="rId2"/>
          <a:srcRect/>
          <a:stretch/>
        </p:blipFill>
        <p:spPr>
          <a:xfrm>
            <a:off x="10335986" y="296824"/>
            <a:ext cx="1575355" cy="386763"/>
          </a:xfrm>
          <a:prstGeom prst="rect">
            <a:avLst/>
          </a:prstGeom>
        </p:spPr>
      </p:pic>
      <p:sp>
        <p:nvSpPr>
          <p:cNvPr id="6" name="Text Placeholder 5">
            <a:extLst>
              <a:ext uri="{FF2B5EF4-FFF2-40B4-BE49-F238E27FC236}">
                <a16:creationId xmlns:a16="http://schemas.microsoft.com/office/drawing/2014/main" id="{348E1095-B84F-8F80-4D18-3F8C6ADA8C35}"/>
              </a:ext>
            </a:extLst>
          </p:cNvPr>
          <p:cNvSpPr>
            <a:spLocks noGrp="1"/>
          </p:cNvSpPr>
          <p:nvPr>
            <p:ph type="body" sz="quarter" idx="12"/>
          </p:nvPr>
        </p:nvSpPr>
        <p:spPr>
          <a:xfrm>
            <a:off x="360363" y="2341601"/>
            <a:ext cx="4679950" cy="4014749"/>
          </a:xfrm>
        </p:spPr>
        <p:txBody>
          <a:bodyPr/>
          <a:lstStyle>
            <a:lvl1pPr>
              <a:defRPr sz="1100">
                <a:solidFill>
                  <a:schemeClr val="bg1"/>
                </a:solidFill>
              </a:defRPr>
            </a:lvl1pPr>
            <a:lvl2pPr>
              <a:defRPr sz="1100">
                <a:solidFill>
                  <a:schemeClr val="bg1"/>
                </a:solidFill>
              </a:defRPr>
            </a:lvl2pPr>
            <a:lvl3pPr>
              <a:defRPr sz="1100">
                <a:solidFill>
                  <a:schemeClr val="bg1"/>
                </a:solidFill>
              </a:defRPr>
            </a:lvl3pPr>
            <a:lvl4pPr>
              <a:defRPr sz="1100">
                <a:solidFill>
                  <a:schemeClr val="bg1"/>
                </a:solidFill>
              </a:defRPr>
            </a:lvl4pPr>
            <a:lvl5pPr>
              <a:defRPr sz="1100">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ext Placeholder 5">
            <a:extLst>
              <a:ext uri="{FF2B5EF4-FFF2-40B4-BE49-F238E27FC236}">
                <a16:creationId xmlns:a16="http://schemas.microsoft.com/office/drawing/2014/main" id="{4EE101F9-C7DA-E1DC-E609-21713DA8AF71}"/>
              </a:ext>
            </a:extLst>
          </p:cNvPr>
          <p:cNvSpPr>
            <a:spLocks noGrp="1"/>
          </p:cNvSpPr>
          <p:nvPr>
            <p:ph type="body" sz="quarter" idx="13"/>
          </p:nvPr>
        </p:nvSpPr>
        <p:spPr>
          <a:xfrm>
            <a:off x="6501600" y="2341601"/>
            <a:ext cx="4679950" cy="4014749"/>
          </a:xfrm>
        </p:spPr>
        <p:txBody>
          <a:bodyPr/>
          <a:lstStyle>
            <a:lvl1pPr>
              <a:defRPr sz="1100"/>
            </a:lvl1pPr>
            <a:lvl2pPr>
              <a:defRPr sz="1100"/>
            </a:lvl2pPr>
            <a:lvl3pPr>
              <a:defRPr sz="1100"/>
            </a:lvl3pPr>
            <a:lvl4pPr>
              <a:defRPr sz="1100"/>
            </a:lvl4pPr>
            <a:lvl5pPr>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3" name="Text Placeholder 12">
            <a:extLst>
              <a:ext uri="{FF2B5EF4-FFF2-40B4-BE49-F238E27FC236}">
                <a16:creationId xmlns:a16="http://schemas.microsoft.com/office/drawing/2014/main" id="{6C386B62-BE91-80ED-F5AB-F591754D4A36}"/>
              </a:ext>
            </a:extLst>
          </p:cNvPr>
          <p:cNvSpPr>
            <a:spLocks noGrp="1"/>
          </p:cNvSpPr>
          <p:nvPr>
            <p:ph type="body" sz="quarter" idx="14" hasCustomPrompt="1"/>
          </p:nvPr>
        </p:nvSpPr>
        <p:spPr>
          <a:xfrm>
            <a:off x="360000" y="1920913"/>
            <a:ext cx="4679951" cy="296863"/>
          </a:xfrm>
        </p:spPr>
        <p:txBody>
          <a:bodyPr/>
          <a:lstStyle>
            <a:lvl1pPr>
              <a:defRPr>
                <a:solidFill>
                  <a:schemeClr val="bg1"/>
                </a:solidFill>
              </a:defRPr>
            </a:lvl1pPr>
          </a:lstStyle>
          <a:p>
            <a:pPr lvl="0"/>
            <a:r>
              <a:rPr lang="en-GB"/>
              <a:t>CLICK TO EDIT SUBHEAD</a:t>
            </a:r>
            <a:endParaRPr lang="en-US"/>
          </a:p>
        </p:txBody>
      </p:sp>
      <p:sp>
        <p:nvSpPr>
          <p:cNvPr id="15" name="Text Placeholder 14">
            <a:extLst>
              <a:ext uri="{FF2B5EF4-FFF2-40B4-BE49-F238E27FC236}">
                <a16:creationId xmlns:a16="http://schemas.microsoft.com/office/drawing/2014/main" id="{89182DEC-2900-3AE2-B76D-CEC5F3949AFD}"/>
              </a:ext>
            </a:extLst>
          </p:cNvPr>
          <p:cNvSpPr>
            <a:spLocks noGrp="1"/>
          </p:cNvSpPr>
          <p:nvPr>
            <p:ph type="body" sz="quarter" idx="15" hasCustomPrompt="1"/>
          </p:nvPr>
        </p:nvSpPr>
        <p:spPr>
          <a:xfrm>
            <a:off x="6501600" y="1920609"/>
            <a:ext cx="4680000" cy="296863"/>
          </a:xfrm>
        </p:spPr>
        <p:txBody>
          <a:bodyPr/>
          <a:lstStyle/>
          <a:p>
            <a:pPr lvl="0"/>
            <a:r>
              <a:rPr lang="en-GB"/>
              <a:t>CLICK TO EDIT SUBHEAD</a:t>
            </a:r>
            <a:endParaRPr lang="en-US"/>
          </a:p>
        </p:txBody>
      </p:sp>
      <p:cxnSp>
        <p:nvCxnSpPr>
          <p:cNvPr id="8" name="Straight Connector 7">
            <a:extLst>
              <a:ext uri="{FF2B5EF4-FFF2-40B4-BE49-F238E27FC236}">
                <a16:creationId xmlns:a16="http://schemas.microsoft.com/office/drawing/2014/main" id="{5209C030-2E09-7F77-53EE-6D491ADCEA9F}"/>
              </a:ext>
            </a:extLst>
          </p:cNvPr>
          <p:cNvCxnSpPr>
            <a:cxnSpLocks/>
          </p:cNvCxnSpPr>
          <p:nvPr userDrawn="1"/>
        </p:nvCxnSpPr>
        <p:spPr>
          <a:xfrm>
            <a:off x="0" y="1424272"/>
            <a:ext cx="6018540"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CE47151C-A106-E551-4A81-03063F5FC99F}"/>
              </a:ext>
            </a:extLst>
          </p:cNvPr>
          <p:cNvSpPr txBox="1"/>
          <p:nvPr userDrawn="1"/>
        </p:nvSpPr>
        <p:spPr>
          <a:xfrm>
            <a:off x="101600" y="6598974"/>
            <a:ext cx="1261884" cy="215444"/>
          </a:xfrm>
          <a:prstGeom prst="rect">
            <a:avLst/>
          </a:prstGeom>
          <a:noFill/>
        </p:spPr>
        <p:txBody>
          <a:bodyPr wrap="none" rtlCol="0">
            <a:spAutoFit/>
          </a:bodyPr>
          <a:lstStyle/>
          <a:p>
            <a:r>
              <a:rPr lang="en-US" sz="800" i="1">
                <a:solidFill>
                  <a:schemeClr val="bg1"/>
                </a:solidFill>
              </a:rPr>
              <a:t>INTERNAL USE ONLY</a:t>
            </a:r>
            <a:endParaRPr lang="en-AU" sz="800" i="1">
              <a:solidFill>
                <a:schemeClr val="bg1"/>
              </a:solidFill>
            </a:endParaRPr>
          </a:p>
        </p:txBody>
      </p:sp>
    </p:spTree>
    <p:extLst>
      <p:ext uri="{BB962C8B-B14F-4D97-AF65-F5344CB8AC3E}">
        <p14:creationId xmlns:p14="http://schemas.microsoft.com/office/powerpoint/2010/main" val="3189439354"/>
      </p:ext>
    </p:extLst>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13_Header_GREY/WHIT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E07A2E-5E58-930B-9204-11B0AF19E56B}"/>
              </a:ext>
            </a:extLst>
          </p:cNvPr>
          <p:cNvSpPr/>
          <p:nvPr userDrawn="1"/>
        </p:nvSpPr>
        <p:spPr>
          <a:xfrm>
            <a:off x="0" y="3618000"/>
            <a:ext cx="12192000" cy="324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1">
            <a:extLst>
              <a:ext uri="{FF2B5EF4-FFF2-40B4-BE49-F238E27FC236}">
                <a16:creationId xmlns:a16="http://schemas.microsoft.com/office/drawing/2014/main" id="{53EB9A6F-C66E-D14C-AF60-13395EF4724E}"/>
              </a:ext>
            </a:extLst>
          </p:cNvPr>
          <p:cNvSpPr>
            <a:spLocks noGrp="1"/>
          </p:cNvSpPr>
          <p:nvPr>
            <p:ph type="title" hasCustomPrompt="1"/>
          </p:nvPr>
        </p:nvSpPr>
        <p:spPr>
          <a:xfrm>
            <a:off x="360000" y="278281"/>
            <a:ext cx="7814320" cy="600072"/>
          </a:xfrm>
        </p:spPr>
        <p:txBody>
          <a:bodyPr/>
          <a:lstStyle>
            <a:lvl1pPr>
              <a:defRPr sz="3000" b="0" i="0">
                <a:solidFill>
                  <a:schemeClr val="tx1"/>
                </a:solidFill>
                <a:latin typeface="Mark OT" panose="020B0504020201010104" pitchFamily="34" charset="77"/>
              </a:defRPr>
            </a:lvl1pPr>
          </a:lstStyle>
          <a:p>
            <a:r>
              <a:rPr lang="en-US"/>
              <a:t>Click to edit slide title</a:t>
            </a:r>
          </a:p>
        </p:txBody>
      </p:sp>
      <p:sp>
        <p:nvSpPr>
          <p:cNvPr id="2" name="Slide Number Placeholder 3">
            <a:extLst>
              <a:ext uri="{FF2B5EF4-FFF2-40B4-BE49-F238E27FC236}">
                <a16:creationId xmlns:a16="http://schemas.microsoft.com/office/drawing/2014/main" id="{EA2AED5E-A76C-D5A1-53EF-4D6B6729FF53}"/>
              </a:ext>
            </a:extLst>
          </p:cNvPr>
          <p:cNvSpPr>
            <a:spLocks noGrp="1"/>
          </p:cNvSpPr>
          <p:nvPr>
            <p:ph type="sldNum" sz="quarter" idx="4"/>
          </p:nvPr>
        </p:nvSpPr>
        <p:spPr>
          <a:xfrm>
            <a:off x="11225892" y="6356350"/>
            <a:ext cx="805543" cy="365125"/>
          </a:xfrm>
          <a:prstGeom prst="rect">
            <a:avLst/>
          </a:prstGeom>
        </p:spPr>
        <p:txBody>
          <a:bodyPr vert="horz" lIns="90000" tIns="45720" rIns="91440" bIns="45720" rtlCol="0" anchor="ctr"/>
          <a:lstStyle>
            <a:lvl1pPr algn="r">
              <a:defRPr sz="1200" b="0" i="0">
                <a:solidFill>
                  <a:schemeClr val="tx1"/>
                </a:solidFill>
                <a:latin typeface="Mark OT" panose="020B0504020201010104" pitchFamily="34" charset="77"/>
              </a:defRPr>
            </a:lvl1pPr>
          </a:lstStyle>
          <a:p>
            <a:fld id="{68A61277-D736-5A4E-964C-F8CA1F8ED542}" type="slidenum">
              <a:rPr lang="en-US" smtClean="0"/>
              <a:pPr/>
              <a:t>‹#›</a:t>
            </a:fld>
            <a:endParaRPr lang="en-US"/>
          </a:p>
        </p:txBody>
      </p:sp>
      <p:pic>
        <p:nvPicPr>
          <p:cNvPr id="4" name="Picture 3">
            <a:extLst>
              <a:ext uri="{FF2B5EF4-FFF2-40B4-BE49-F238E27FC236}">
                <a16:creationId xmlns:a16="http://schemas.microsoft.com/office/drawing/2014/main" id="{67EBA50B-D27A-920C-92B5-D18C91861797}"/>
              </a:ext>
            </a:extLst>
          </p:cNvPr>
          <p:cNvPicPr>
            <a:picLocks noChangeAspect="1"/>
          </p:cNvPicPr>
          <p:nvPr userDrawn="1"/>
        </p:nvPicPr>
        <p:blipFill>
          <a:blip r:embed="rId2"/>
          <a:srcRect/>
          <a:stretch/>
        </p:blipFill>
        <p:spPr>
          <a:xfrm>
            <a:off x="10335986" y="296824"/>
            <a:ext cx="1575355" cy="386763"/>
          </a:xfrm>
          <a:prstGeom prst="rect">
            <a:avLst/>
          </a:prstGeom>
        </p:spPr>
      </p:pic>
      <p:cxnSp>
        <p:nvCxnSpPr>
          <p:cNvPr id="5" name="Straight Connector 4">
            <a:extLst>
              <a:ext uri="{FF2B5EF4-FFF2-40B4-BE49-F238E27FC236}">
                <a16:creationId xmlns:a16="http://schemas.microsoft.com/office/drawing/2014/main" id="{4B27B72C-9CA8-7334-2B62-61E948992412}"/>
              </a:ext>
            </a:extLst>
          </p:cNvPr>
          <p:cNvCxnSpPr/>
          <p:nvPr userDrawn="1"/>
        </p:nvCxnSpPr>
        <p:spPr>
          <a:xfrm>
            <a:off x="0" y="3617846"/>
            <a:ext cx="12192000" cy="0"/>
          </a:xfrm>
          <a:prstGeom prst="line">
            <a:avLst/>
          </a:prstGeom>
          <a:ln w="9525">
            <a:solidFill>
              <a:srgbClr val="151515"/>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FF96A5E-8566-1A66-2A97-0CE1B4721DFF}"/>
              </a:ext>
            </a:extLst>
          </p:cNvPr>
          <p:cNvSpPr txBox="1"/>
          <p:nvPr userDrawn="1"/>
        </p:nvSpPr>
        <p:spPr>
          <a:xfrm>
            <a:off x="101600" y="6598974"/>
            <a:ext cx="1261884" cy="215444"/>
          </a:xfrm>
          <a:prstGeom prst="rect">
            <a:avLst/>
          </a:prstGeom>
          <a:noFill/>
        </p:spPr>
        <p:txBody>
          <a:bodyPr wrap="none" rtlCol="0">
            <a:spAutoFit/>
          </a:bodyPr>
          <a:lstStyle/>
          <a:p>
            <a:r>
              <a:rPr lang="en-US" sz="800" i="1"/>
              <a:t>INTERNAL USE ONLY</a:t>
            </a:r>
            <a:endParaRPr lang="en-AU" sz="800" i="1"/>
          </a:p>
        </p:txBody>
      </p:sp>
    </p:spTree>
    <p:extLst>
      <p:ext uri="{BB962C8B-B14F-4D97-AF65-F5344CB8AC3E}">
        <p14:creationId xmlns:p14="http://schemas.microsoft.com/office/powerpoint/2010/main" val="1097115045"/>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preserve="1" userDrawn="1">
  <p:cSld name="14_Blank + Subhead/Logo">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95E4D-1836-1349-9C6D-E9BFB94DDC61}"/>
              </a:ext>
            </a:extLst>
          </p:cNvPr>
          <p:cNvSpPr>
            <a:spLocks noGrp="1"/>
          </p:cNvSpPr>
          <p:nvPr>
            <p:ph type="ctrTitle" hasCustomPrompt="1"/>
          </p:nvPr>
        </p:nvSpPr>
        <p:spPr>
          <a:xfrm>
            <a:off x="287984" y="5257663"/>
            <a:ext cx="1655113" cy="1341311"/>
          </a:xfrm>
        </p:spPr>
        <p:txBody>
          <a:bodyPr anchor="b" anchorCtr="0"/>
          <a:lstStyle>
            <a:lvl1pPr algn="l">
              <a:defRPr sz="1600">
                <a:solidFill>
                  <a:schemeClr val="tx1"/>
                </a:solidFill>
              </a:defRPr>
            </a:lvl1pPr>
          </a:lstStyle>
          <a:p>
            <a:r>
              <a:rPr lang="en-US"/>
              <a:t>CLICK TO EDIT SLIDE TITLE</a:t>
            </a:r>
          </a:p>
        </p:txBody>
      </p:sp>
      <p:cxnSp>
        <p:nvCxnSpPr>
          <p:cNvPr id="3" name="Straight Connector 2">
            <a:extLst>
              <a:ext uri="{FF2B5EF4-FFF2-40B4-BE49-F238E27FC236}">
                <a16:creationId xmlns:a16="http://schemas.microsoft.com/office/drawing/2014/main" id="{E191AA7F-36D0-ACC8-8A65-4EF64574A7C9}"/>
              </a:ext>
            </a:extLst>
          </p:cNvPr>
          <p:cNvCxnSpPr>
            <a:cxnSpLocks/>
          </p:cNvCxnSpPr>
          <p:nvPr userDrawn="1"/>
        </p:nvCxnSpPr>
        <p:spPr>
          <a:xfrm>
            <a:off x="2152285" y="0"/>
            <a:ext cx="0" cy="6858000"/>
          </a:xfrm>
          <a:prstGeom prst="line">
            <a:avLst/>
          </a:prstGeom>
          <a:ln w="9525">
            <a:solidFill>
              <a:srgbClr val="151515"/>
            </a:solidFill>
          </a:ln>
        </p:spPr>
        <p:style>
          <a:lnRef idx="1">
            <a:schemeClr val="accent1"/>
          </a:lnRef>
          <a:fillRef idx="0">
            <a:schemeClr val="accent1"/>
          </a:fillRef>
          <a:effectRef idx="0">
            <a:schemeClr val="accent1"/>
          </a:effectRef>
          <a:fontRef idx="minor">
            <a:schemeClr val="tx1"/>
          </a:fontRef>
        </p:style>
      </p:cxnSp>
      <p:sp>
        <p:nvSpPr>
          <p:cNvPr id="8" name="Slide Number Placeholder 3">
            <a:extLst>
              <a:ext uri="{FF2B5EF4-FFF2-40B4-BE49-F238E27FC236}">
                <a16:creationId xmlns:a16="http://schemas.microsoft.com/office/drawing/2014/main" id="{276DE4FF-300A-66A2-41B9-37C0F198FC3D}"/>
              </a:ext>
            </a:extLst>
          </p:cNvPr>
          <p:cNvSpPr>
            <a:spLocks noGrp="1"/>
          </p:cNvSpPr>
          <p:nvPr>
            <p:ph type="sldNum" sz="quarter" idx="4"/>
          </p:nvPr>
        </p:nvSpPr>
        <p:spPr>
          <a:xfrm>
            <a:off x="11225892" y="6356350"/>
            <a:ext cx="805543" cy="365125"/>
          </a:xfrm>
          <a:prstGeom prst="rect">
            <a:avLst/>
          </a:prstGeom>
        </p:spPr>
        <p:txBody>
          <a:bodyPr vert="horz" lIns="90000" tIns="45720" rIns="91440" bIns="45720" rtlCol="0" anchor="ctr"/>
          <a:lstStyle>
            <a:lvl1pPr algn="r">
              <a:defRPr sz="1200" b="0" i="0">
                <a:solidFill>
                  <a:schemeClr val="tx1"/>
                </a:solidFill>
                <a:latin typeface="Mark OT" panose="020B0504020201010104" pitchFamily="34" charset="77"/>
              </a:defRPr>
            </a:lvl1pPr>
          </a:lstStyle>
          <a:p>
            <a:fld id="{68A61277-D736-5A4E-964C-F8CA1F8ED542}" type="slidenum">
              <a:rPr lang="en-US" smtClean="0"/>
              <a:pPr/>
              <a:t>‹#›</a:t>
            </a:fld>
            <a:endParaRPr lang="en-US"/>
          </a:p>
        </p:txBody>
      </p:sp>
      <p:pic>
        <p:nvPicPr>
          <p:cNvPr id="9" name="Picture 8">
            <a:extLst>
              <a:ext uri="{FF2B5EF4-FFF2-40B4-BE49-F238E27FC236}">
                <a16:creationId xmlns:a16="http://schemas.microsoft.com/office/drawing/2014/main" id="{671C84E2-1DE2-F06D-7601-02B39F52F247}"/>
              </a:ext>
            </a:extLst>
          </p:cNvPr>
          <p:cNvPicPr>
            <a:picLocks noChangeAspect="1"/>
          </p:cNvPicPr>
          <p:nvPr userDrawn="1"/>
        </p:nvPicPr>
        <p:blipFill>
          <a:blip r:embed="rId2"/>
          <a:srcRect/>
          <a:stretch/>
        </p:blipFill>
        <p:spPr>
          <a:xfrm>
            <a:off x="288000" y="296824"/>
            <a:ext cx="1575355" cy="386763"/>
          </a:xfrm>
          <a:prstGeom prst="rect">
            <a:avLst/>
          </a:prstGeom>
        </p:spPr>
      </p:pic>
    </p:spTree>
    <p:extLst>
      <p:ext uri="{BB962C8B-B14F-4D97-AF65-F5344CB8AC3E}">
        <p14:creationId xmlns:p14="http://schemas.microsoft.com/office/powerpoint/2010/main" val="2609993059"/>
      </p:ext>
    </p:extLst>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14_Blank + A/Logo">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3B81920-FA5E-7434-7FCF-32F3F6373C0A}"/>
              </a:ext>
            </a:extLst>
          </p:cNvPr>
          <p:cNvPicPr>
            <a:picLocks noChangeAspect="1"/>
          </p:cNvPicPr>
          <p:nvPr userDrawn="1"/>
        </p:nvPicPr>
        <p:blipFill>
          <a:blip r:embed="rId2"/>
          <a:srcRect/>
          <a:stretch/>
        </p:blipFill>
        <p:spPr>
          <a:xfrm>
            <a:off x="6609984" y="225064"/>
            <a:ext cx="5402715" cy="6407872"/>
          </a:xfrm>
          <a:prstGeom prst="rect">
            <a:avLst/>
          </a:prstGeom>
        </p:spPr>
      </p:pic>
      <p:pic>
        <p:nvPicPr>
          <p:cNvPr id="3" name="Picture 2">
            <a:extLst>
              <a:ext uri="{FF2B5EF4-FFF2-40B4-BE49-F238E27FC236}">
                <a16:creationId xmlns:a16="http://schemas.microsoft.com/office/drawing/2014/main" id="{3B15A7E8-6444-42FA-037E-C2AF5232EE02}"/>
              </a:ext>
            </a:extLst>
          </p:cNvPr>
          <p:cNvPicPr>
            <a:picLocks noChangeAspect="1"/>
          </p:cNvPicPr>
          <p:nvPr userDrawn="1"/>
        </p:nvPicPr>
        <p:blipFill>
          <a:blip r:embed="rId3"/>
          <a:srcRect/>
          <a:stretch/>
        </p:blipFill>
        <p:spPr>
          <a:xfrm>
            <a:off x="10335986" y="6229192"/>
            <a:ext cx="1575355" cy="386763"/>
          </a:xfrm>
          <a:prstGeom prst="rect">
            <a:avLst/>
          </a:prstGeom>
        </p:spPr>
      </p:pic>
    </p:spTree>
    <p:extLst>
      <p:ext uri="{BB962C8B-B14F-4D97-AF65-F5344CB8AC3E}">
        <p14:creationId xmlns:p14="http://schemas.microsoft.com/office/powerpoint/2010/main" val="1442039700"/>
      </p:ext>
    </p:extLst>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14_Blank + Logo">
    <p:bg>
      <p:bgPr>
        <a:solidFill>
          <a:schemeClr val="bg1"/>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053CDC4-61D8-3AD5-2F67-2EF26E05F1E0}"/>
              </a:ext>
            </a:extLst>
          </p:cNvPr>
          <p:cNvCxnSpPr>
            <a:cxnSpLocks/>
          </p:cNvCxnSpPr>
          <p:nvPr userDrawn="1"/>
        </p:nvCxnSpPr>
        <p:spPr>
          <a:xfrm>
            <a:off x="10012533" y="0"/>
            <a:ext cx="0" cy="6858000"/>
          </a:xfrm>
          <a:prstGeom prst="line">
            <a:avLst/>
          </a:prstGeom>
          <a:ln w="9525">
            <a:solidFill>
              <a:srgbClr val="151515"/>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D5AD277C-8EBD-1B62-6732-9A671B522BDE}"/>
              </a:ext>
            </a:extLst>
          </p:cNvPr>
          <p:cNvPicPr>
            <a:picLocks noChangeAspect="1"/>
          </p:cNvPicPr>
          <p:nvPr userDrawn="1"/>
        </p:nvPicPr>
        <p:blipFill>
          <a:blip r:embed="rId2"/>
          <a:srcRect/>
          <a:stretch/>
        </p:blipFill>
        <p:spPr>
          <a:xfrm>
            <a:off x="10335986" y="296824"/>
            <a:ext cx="1575355" cy="386763"/>
          </a:xfrm>
          <a:prstGeom prst="rect">
            <a:avLst/>
          </a:prstGeom>
        </p:spPr>
      </p:pic>
    </p:spTree>
    <p:extLst>
      <p:ext uri="{BB962C8B-B14F-4D97-AF65-F5344CB8AC3E}">
        <p14:creationId xmlns:p14="http://schemas.microsoft.com/office/powerpoint/2010/main" val="1644841855"/>
      </p:ext>
    </p:extLst>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userDrawn="1">
  <p:cSld name="14_Blank + Logo_GREY">
    <p:bg>
      <p:bgPr>
        <a:solidFill>
          <a:srgbClr val="B4B4B4"/>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CB459899-0B18-947B-BAE4-437D60E52F71}"/>
              </a:ext>
            </a:extLst>
          </p:cNvPr>
          <p:cNvPicPr>
            <a:picLocks noChangeAspect="1"/>
          </p:cNvPicPr>
          <p:nvPr userDrawn="1"/>
        </p:nvPicPr>
        <p:blipFill>
          <a:blip r:embed="rId2"/>
          <a:srcRect/>
          <a:stretch/>
        </p:blipFill>
        <p:spPr>
          <a:xfrm>
            <a:off x="10335986" y="296824"/>
            <a:ext cx="1575355" cy="386763"/>
          </a:xfrm>
          <a:prstGeom prst="rect">
            <a:avLst/>
          </a:prstGeom>
        </p:spPr>
      </p:pic>
    </p:spTree>
    <p:extLst>
      <p:ext uri="{BB962C8B-B14F-4D97-AF65-F5344CB8AC3E}">
        <p14:creationId xmlns:p14="http://schemas.microsoft.com/office/powerpoint/2010/main" val="114028911"/>
      </p:ext>
    </p:extLst>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userDrawn="1">
  <p:cSld name="14_Blank + Logo_WHITE">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7C535A-CAD3-74BE-CE88-75AD2794206D}"/>
              </a:ext>
            </a:extLst>
          </p:cNvPr>
          <p:cNvPicPr>
            <a:picLocks noChangeAspect="1"/>
          </p:cNvPicPr>
          <p:nvPr userDrawn="1"/>
        </p:nvPicPr>
        <p:blipFill>
          <a:blip r:embed="rId2"/>
          <a:srcRect/>
          <a:stretch/>
        </p:blipFill>
        <p:spPr>
          <a:xfrm>
            <a:off x="10335986" y="296824"/>
            <a:ext cx="1575355" cy="386763"/>
          </a:xfrm>
          <a:prstGeom prst="rect">
            <a:avLst/>
          </a:prstGeom>
        </p:spPr>
      </p:pic>
    </p:spTree>
    <p:extLst>
      <p:ext uri="{BB962C8B-B14F-4D97-AF65-F5344CB8AC3E}">
        <p14:creationId xmlns:p14="http://schemas.microsoft.com/office/powerpoint/2010/main" val="2688252179"/>
      </p:ext>
    </p:extLst>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userDrawn="1">
  <p:cSld name="15_Thank You slide">
    <p:bg>
      <p:bgPr>
        <a:solidFill>
          <a:srgbClr val="B4B4B4"/>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E322DF-DCE3-28C8-DD12-A18989D2F021}"/>
              </a:ext>
            </a:extLst>
          </p:cNvPr>
          <p:cNvPicPr>
            <a:picLocks noChangeAspect="1"/>
          </p:cNvPicPr>
          <p:nvPr userDrawn="1"/>
        </p:nvPicPr>
        <p:blipFill>
          <a:blip r:embed="rId2"/>
          <a:srcRect/>
          <a:stretch/>
        </p:blipFill>
        <p:spPr>
          <a:xfrm>
            <a:off x="3462845" y="6015332"/>
            <a:ext cx="2006194" cy="492538"/>
          </a:xfrm>
          <a:prstGeom prst="rect">
            <a:avLst/>
          </a:prstGeom>
        </p:spPr>
      </p:pic>
      <p:cxnSp>
        <p:nvCxnSpPr>
          <p:cNvPr id="5" name="Straight Connector 4">
            <a:extLst>
              <a:ext uri="{FF2B5EF4-FFF2-40B4-BE49-F238E27FC236}">
                <a16:creationId xmlns:a16="http://schemas.microsoft.com/office/drawing/2014/main" id="{B0F6851E-CEDB-2D92-BB06-63950D398EA4}"/>
              </a:ext>
            </a:extLst>
          </p:cNvPr>
          <p:cNvCxnSpPr/>
          <p:nvPr userDrawn="1"/>
        </p:nvCxnSpPr>
        <p:spPr>
          <a:xfrm>
            <a:off x="3095812" y="-3488"/>
            <a:ext cx="0" cy="6861488"/>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795E4D-1836-1349-9C6D-E9BFB94DDC61}"/>
              </a:ext>
            </a:extLst>
          </p:cNvPr>
          <p:cNvSpPr>
            <a:spLocks noGrp="1"/>
          </p:cNvSpPr>
          <p:nvPr>
            <p:ph type="ctrTitle" hasCustomPrompt="1"/>
          </p:nvPr>
        </p:nvSpPr>
        <p:spPr>
          <a:xfrm>
            <a:off x="3462845" y="2509177"/>
            <a:ext cx="4185987" cy="692563"/>
          </a:xfrm>
        </p:spPr>
        <p:txBody>
          <a:bodyPr anchor="t" anchorCtr="0"/>
          <a:lstStyle>
            <a:lvl1pPr algn="l">
              <a:defRPr sz="6000">
                <a:solidFill>
                  <a:schemeClr val="tx1"/>
                </a:solidFill>
              </a:defRPr>
            </a:lvl1pPr>
          </a:lstStyle>
          <a:p>
            <a:r>
              <a:rPr lang="en-US"/>
              <a:t>Thank you</a:t>
            </a:r>
          </a:p>
        </p:txBody>
      </p:sp>
      <p:cxnSp>
        <p:nvCxnSpPr>
          <p:cNvPr id="3" name="Straight Connector 2">
            <a:extLst>
              <a:ext uri="{FF2B5EF4-FFF2-40B4-BE49-F238E27FC236}">
                <a16:creationId xmlns:a16="http://schemas.microsoft.com/office/drawing/2014/main" id="{521E41A8-ED81-5836-4B0B-1B52FB0DE93E}"/>
              </a:ext>
            </a:extLst>
          </p:cNvPr>
          <p:cNvCxnSpPr>
            <a:cxnSpLocks/>
          </p:cNvCxnSpPr>
          <p:nvPr userDrawn="1"/>
        </p:nvCxnSpPr>
        <p:spPr>
          <a:xfrm>
            <a:off x="0" y="5675068"/>
            <a:ext cx="1219200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3580476"/>
      </p:ext>
    </p:extLst>
  </p:cSld>
  <p:clrMapOvr>
    <a:masterClrMapping/>
  </p:clrMapOvr>
</p:sldLayout>
</file>

<file path=ppt/slideMasters/_rels/slideMaster1.xml.rels><?xml version="1.0" encoding="UTF-8" standalone="yes"?>
<Relationships xmlns="http://schemas.openxmlformats.org/package/2006/relationships"><Relationship Id="rId117" Type="http://schemas.openxmlformats.org/officeDocument/2006/relationships/slideLayout" Target="../slideLayouts/slideLayout117.xml"/><Relationship Id="rId299" Type="http://schemas.openxmlformats.org/officeDocument/2006/relationships/slideLayout" Target="../slideLayouts/slideLayout299.xml"/><Relationship Id="rId21" Type="http://schemas.openxmlformats.org/officeDocument/2006/relationships/slideLayout" Target="../slideLayouts/slideLayout21.xml"/><Relationship Id="rId63" Type="http://schemas.openxmlformats.org/officeDocument/2006/relationships/slideLayout" Target="../slideLayouts/slideLayout63.xml"/><Relationship Id="rId159" Type="http://schemas.openxmlformats.org/officeDocument/2006/relationships/slideLayout" Target="../slideLayouts/slideLayout159.xml"/><Relationship Id="rId170" Type="http://schemas.openxmlformats.org/officeDocument/2006/relationships/slideLayout" Target="../slideLayouts/slideLayout170.xml"/><Relationship Id="rId226" Type="http://schemas.openxmlformats.org/officeDocument/2006/relationships/slideLayout" Target="../slideLayouts/slideLayout226.xml"/><Relationship Id="rId268" Type="http://schemas.openxmlformats.org/officeDocument/2006/relationships/slideLayout" Target="../slideLayouts/slideLayout268.xml"/><Relationship Id="rId32" Type="http://schemas.openxmlformats.org/officeDocument/2006/relationships/slideLayout" Target="../slideLayouts/slideLayout32.xml"/><Relationship Id="rId74" Type="http://schemas.openxmlformats.org/officeDocument/2006/relationships/slideLayout" Target="../slideLayouts/slideLayout74.xml"/><Relationship Id="rId128" Type="http://schemas.openxmlformats.org/officeDocument/2006/relationships/slideLayout" Target="../slideLayouts/slideLayout128.xml"/><Relationship Id="rId5" Type="http://schemas.openxmlformats.org/officeDocument/2006/relationships/slideLayout" Target="../slideLayouts/slideLayout5.xml"/><Relationship Id="rId181" Type="http://schemas.openxmlformats.org/officeDocument/2006/relationships/slideLayout" Target="../slideLayouts/slideLayout181.xml"/><Relationship Id="rId237" Type="http://schemas.openxmlformats.org/officeDocument/2006/relationships/slideLayout" Target="../slideLayouts/slideLayout237.xml"/><Relationship Id="rId279" Type="http://schemas.openxmlformats.org/officeDocument/2006/relationships/slideLayout" Target="../slideLayouts/slideLayout279.xml"/><Relationship Id="rId43" Type="http://schemas.openxmlformats.org/officeDocument/2006/relationships/slideLayout" Target="../slideLayouts/slideLayout43.xml"/><Relationship Id="rId139" Type="http://schemas.openxmlformats.org/officeDocument/2006/relationships/slideLayout" Target="../slideLayouts/slideLayout139.xml"/><Relationship Id="rId290" Type="http://schemas.openxmlformats.org/officeDocument/2006/relationships/slideLayout" Target="../slideLayouts/slideLayout290.xml"/><Relationship Id="rId304" Type="http://schemas.openxmlformats.org/officeDocument/2006/relationships/slideLayout" Target="../slideLayouts/slideLayout304.xml"/><Relationship Id="rId85" Type="http://schemas.openxmlformats.org/officeDocument/2006/relationships/slideLayout" Target="../slideLayouts/slideLayout85.xml"/><Relationship Id="rId150" Type="http://schemas.openxmlformats.org/officeDocument/2006/relationships/slideLayout" Target="../slideLayouts/slideLayout150.xml"/><Relationship Id="rId192" Type="http://schemas.openxmlformats.org/officeDocument/2006/relationships/slideLayout" Target="../slideLayouts/slideLayout192.xml"/><Relationship Id="rId206" Type="http://schemas.openxmlformats.org/officeDocument/2006/relationships/slideLayout" Target="../slideLayouts/slideLayout206.xml"/><Relationship Id="rId248" Type="http://schemas.openxmlformats.org/officeDocument/2006/relationships/slideLayout" Target="../slideLayouts/slideLayout248.xml"/><Relationship Id="rId12" Type="http://schemas.openxmlformats.org/officeDocument/2006/relationships/slideLayout" Target="../slideLayouts/slideLayout12.xml"/><Relationship Id="rId108" Type="http://schemas.openxmlformats.org/officeDocument/2006/relationships/slideLayout" Target="../slideLayouts/slideLayout108.xml"/><Relationship Id="rId54" Type="http://schemas.openxmlformats.org/officeDocument/2006/relationships/slideLayout" Target="../slideLayouts/slideLayout54.xml"/><Relationship Id="rId96" Type="http://schemas.openxmlformats.org/officeDocument/2006/relationships/slideLayout" Target="../slideLayouts/slideLayout96.xml"/><Relationship Id="rId161" Type="http://schemas.openxmlformats.org/officeDocument/2006/relationships/slideLayout" Target="../slideLayouts/slideLayout161.xml"/><Relationship Id="rId217" Type="http://schemas.openxmlformats.org/officeDocument/2006/relationships/slideLayout" Target="../slideLayouts/slideLayout217.xml"/><Relationship Id="rId259" Type="http://schemas.openxmlformats.org/officeDocument/2006/relationships/slideLayout" Target="../slideLayouts/slideLayout259.xml"/><Relationship Id="rId23" Type="http://schemas.openxmlformats.org/officeDocument/2006/relationships/slideLayout" Target="../slideLayouts/slideLayout23.xml"/><Relationship Id="rId119" Type="http://schemas.openxmlformats.org/officeDocument/2006/relationships/slideLayout" Target="../slideLayouts/slideLayout119.xml"/><Relationship Id="rId270" Type="http://schemas.openxmlformats.org/officeDocument/2006/relationships/slideLayout" Target="../slideLayouts/slideLayout270.xml"/><Relationship Id="rId65" Type="http://schemas.openxmlformats.org/officeDocument/2006/relationships/slideLayout" Target="../slideLayouts/slideLayout65.xml"/><Relationship Id="rId130" Type="http://schemas.openxmlformats.org/officeDocument/2006/relationships/slideLayout" Target="../slideLayouts/slideLayout130.xml"/><Relationship Id="rId172" Type="http://schemas.openxmlformats.org/officeDocument/2006/relationships/slideLayout" Target="../slideLayouts/slideLayout172.xml"/><Relationship Id="rId193" Type="http://schemas.openxmlformats.org/officeDocument/2006/relationships/slideLayout" Target="../slideLayouts/slideLayout193.xml"/><Relationship Id="rId207" Type="http://schemas.openxmlformats.org/officeDocument/2006/relationships/slideLayout" Target="../slideLayouts/slideLayout207.xml"/><Relationship Id="rId228" Type="http://schemas.openxmlformats.org/officeDocument/2006/relationships/slideLayout" Target="../slideLayouts/slideLayout228.xml"/><Relationship Id="rId249" Type="http://schemas.openxmlformats.org/officeDocument/2006/relationships/slideLayout" Target="../slideLayouts/slideLayout249.xml"/><Relationship Id="rId13" Type="http://schemas.openxmlformats.org/officeDocument/2006/relationships/slideLayout" Target="../slideLayouts/slideLayout13.xml"/><Relationship Id="rId109" Type="http://schemas.openxmlformats.org/officeDocument/2006/relationships/slideLayout" Target="../slideLayouts/slideLayout109.xml"/><Relationship Id="rId260" Type="http://schemas.openxmlformats.org/officeDocument/2006/relationships/slideLayout" Target="../slideLayouts/slideLayout260.xml"/><Relationship Id="rId281" Type="http://schemas.openxmlformats.org/officeDocument/2006/relationships/slideLayout" Target="../slideLayouts/slideLayout281.xml"/><Relationship Id="rId34" Type="http://schemas.openxmlformats.org/officeDocument/2006/relationships/slideLayout" Target="../slideLayouts/slideLayout34.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20" Type="http://schemas.openxmlformats.org/officeDocument/2006/relationships/slideLayout" Target="../slideLayouts/slideLayout120.xml"/><Relationship Id="rId141" Type="http://schemas.openxmlformats.org/officeDocument/2006/relationships/slideLayout" Target="../slideLayouts/slideLayout141.xml"/><Relationship Id="rId7" Type="http://schemas.openxmlformats.org/officeDocument/2006/relationships/slideLayout" Target="../slideLayouts/slideLayout7.xml"/><Relationship Id="rId162" Type="http://schemas.openxmlformats.org/officeDocument/2006/relationships/slideLayout" Target="../slideLayouts/slideLayout162.xml"/><Relationship Id="rId183" Type="http://schemas.openxmlformats.org/officeDocument/2006/relationships/slideLayout" Target="../slideLayouts/slideLayout183.xml"/><Relationship Id="rId218" Type="http://schemas.openxmlformats.org/officeDocument/2006/relationships/slideLayout" Target="../slideLayouts/slideLayout218.xml"/><Relationship Id="rId239" Type="http://schemas.openxmlformats.org/officeDocument/2006/relationships/slideLayout" Target="../slideLayouts/slideLayout239.xml"/><Relationship Id="rId250" Type="http://schemas.openxmlformats.org/officeDocument/2006/relationships/slideLayout" Target="../slideLayouts/slideLayout250.xml"/><Relationship Id="rId271" Type="http://schemas.openxmlformats.org/officeDocument/2006/relationships/slideLayout" Target="../slideLayouts/slideLayout271.xml"/><Relationship Id="rId292" Type="http://schemas.openxmlformats.org/officeDocument/2006/relationships/slideLayout" Target="../slideLayouts/slideLayout292.xml"/><Relationship Id="rId306" Type="http://schemas.openxmlformats.org/officeDocument/2006/relationships/slideLayout" Target="../slideLayouts/slideLayout306.xml"/><Relationship Id="rId24" Type="http://schemas.openxmlformats.org/officeDocument/2006/relationships/slideLayout" Target="../slideLayouts/slideLayout24.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31" Type="http://schemas.openxmlformats.org/officeDocument/2006/relationships/slideLayout" Target="../slideLayouts/slideLayout131.xml"/><Relationship Id="rId152" Type="http://schemas.openxmlformats.org/officeDocument/2006/relationships/slideLayout" Target="../slideLayouts/slideLayout152.xml"/><Relationship Id="rId173" Type="http://schemas.openxmlformats.org/officeDocument/2006/relationships/slideLayout" Target="../slideLayouts/slideLayout173.xml"/><Relationship Id="rId194" Type="http://schemas.openxmlformats.org/officeDocument/2006/relationships/slideLayout" Target="../slideLayouts/slideLayout194.xml"/><Relationship Id="rId208" Type="http://schemas.openxmlformats.org/officeDocument/2006/relationships/slideLayout" Target="../slideLayouts/slideLayout208.xml"/><Relationship Id="rId229" Type="http://schemas.openxmlformats.org/officeDocument/2006/relationships/slideLayout" Target="../slideLayouts/slideLayout229.xml"/><Relationship Id="rId240" Type="http://schemas.openxmlformats.org/officeDocument/2006/relationships/slideLayout" Target="../slideLayouts/slideLayout240.xml"/><Relationship Id="rId261" Type="http://schemas.openxmlformats.org/officeDocument/2006/relationships/slideLayout" Target="../slideLayouts/slideLayout261.xml"/><Relationship Id="rId14" Type="http://schemas.openxmlformats.org/officeDocument/2006/relationships/slideLayout" Target="../slideLayouts/slideLayout14.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282" Type="http://schemas.openxmlformats.org/officeDocument/2006/relationships/slideLayout" Target="../slideLayouts/slideLayout282.xml"/><Relationship Id="rId8" Type="http://schemas.openxmlformats.org/officeDocument/2006/relationships/slideLayout" Target="../slideLayouts/slideLayout8.xml"/><Relationship Id="rId98" Type="http://schemas.openxmlformats.org/officeDocument/2006/relationships/slideLayout" Target="../slideLayouts/slideLayout98.xml"/><Relationship Id="rId121" Type="http://schemas.openxmlformats.org/officeDocument/2006/relationships/slideLayout" Target="../slideLayouts/slideLayout121.xml"/><Relationship Id="rId142" Type="http://schemas.openxmlformats.org/officeDocument/2006/relationships/slideLayout" Target="../slideLayouts/slideLayout142.xml"/><Relationship Id="rId163" Type="http://schemas.openxmlformats.org/officeDocument/2006/relationships/slideLayout" Target="../slideLayouts/slideLayout163.xml"/><Relationship Id="rId184" Type="http://schemas.openxmlformats.org/officeDocument/2006/relationships/slideLayout" Target="../slideLayouts/slideLayout184.xml"/><Relationship Id="rId219" Type="http://schemas.openxmlformats.org/officeDocument/2006/relationships/slideLayout" Target="../slideLayouts/slideLayout219.xml"/><Relationship Id="rId230" Type="http://schemas.openxmlformats.org/officeDocument/2006/relationships/slideLayout" Target="../slideLayouts/slideLayout230.xml"/><Relationship Id="rId251" Type="http://schemas.openxmlformats.org/officeDocument/2006/relationships/slideLayout" Target="../slideLayouts/slideLayout251.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272" Type="http://schemas.openxmlformats.org/officeDocument/2006/relationships/slideLayout" Target="../slideLayouts/slideLayout272.xml"/><Relationship Id="rId293" Type="http://schemas.openxmlformats.org/officeDocument/2006/relationships/slideLayout" Target="../slideLayouts/slideLayout293.xml"/><Relationship Id="rId307" Type="http://schemas.openxmlformats.org/officeDocument/2006/relationships/slideLayout" Target="../slideLayouts/slideLayout307.xml"/><Relationship Id="rId88" Type="http://schemas.openxmlformats.org/officeDocument/2006/relationships/slideLayout" Target="../slideLayouts/slideLayout88.xml"/><Relationship Id="rId111" Type="http://schemas.openxmlformats.org/officeDocument/2006/relationships/slideLayout" Target="../slideLayouts/slideLayout111.xml"/><Relationship Id="rId132" Type="http://schemas.openxmlformats.org/officeDocument/2006/relationships/slideLayout" Target="../slideLayouts/slideLayout132.xml"/><Relationship Id="rId153" Type="http://schemas.openxmlformats.org/officeDocument/2006/relationships/slideLayout" Target="../slideLayouts/slideLayout153.xml"/><Relationship Id="rId174" Type="http://schemas.openxmlformats.org/officeDocument/2006/relationships/slideLayout" Target="../slideLayouts/slideLayout174.xml"/><Relationship Id="rId195" Type="http://schemas.openxmlformats.org/officeDocument/2006/relationships/slideLayout" Target="../slideLayouts/slideLayout195.xml"/><Relationship Id="rId209" Type="http://schemas.openxmlformats.org/officeDocument/2006/relationships/slideLayout" Target="../slideLayouts/slideLayout209.xml"/><Relationship Id="rId220" Type="http://schemas.openxmlformats.org/officeDocument/2006/relationships/slideLayout" Target="../slideLayouts/slideLayout220.xml"/><Relationship Id="rId241" Type="http://schemas.openxmlformats.org/officeDocument/2006/relationships/slideLayout" Target="../slideLayouts/slideLayout241.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slideLayout" Target="../slideLayouts/slideLayout57.xml"/><Relationship Id="rId262" Type="http://schemas.openxmlformats.org/officeDocument/2006/relationships/slideLayout" Target="../slideLayouts/slideLayout262.xml"/><Relationship Id="rId283" Type="http://schemas.openxmlformats.org/officeDocument/2006/relationships/slideLayout" Target="../slideLayouts/slideLayout283.xml"/><Relationship Id="rId78" Type="http://schemas.openxmlformats.org/officeDocument/2006/relationships/slideLayout" Target="../slideLayouts/slideLayout78.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122" Type="http://schemas.openxmlformats.org/officeDocument/2006/relationships/slideLayout" Target="../slideLayouts/slideLayout122.xml"/><Relationship Id="rId143" Type="http://schemas.openxmlformats.org/officeDocument/2006/relationships/slideLayout" Target="../slideLayouts/slideLayout143.xml"/><Relationship Id="rId164" Type="http://schemas.openxmlformats.org/officeDocument/2006/relationships/slideLayout" Target="../slideLayouts/slideLayout164.xml"/><Relationship Id="rId185" Type="http://schemas.openxmlformats.org/officeDocument/2006/relationships/slideLayout" Target="../slideLayouts/slideLayout185.xml"/><Relationship Id="rId9" Type="http://schemas.openxmlformats.org/officeDocument/2006/relationships/slideLayout" Target="../slideLayouts/slideLayout9.xml"/><Relationship Id="rId210" Type="http://schemas.openxmlformats.org/officeDocument/2006/relationships/slideLayout" Target="../slideLayouts/slideLayout210.xml"/><Relationship Id="rId26" Type="http://schemas.openxmlformats.org/officeDocument/2006/relationships/slideLayout" Target="../slideLayouts/slideLayout26.xml"/><Relationship Id="rId231" Type="http://schemas.openxmlformats.org/officeDocument/2006/relationships/slideLayout" Target="../slideLayouts/slideLayout231.xml"/><Relationship Id="rId252" Type="http://schemas.openxmlformats.org/officeDocument/2006/relationships/slideLayout" Target="../slideLayouts/slideLayout252.xml"/><Relationship Id="rId273" Type="http://schemas.openxmlformats.org/officeDocument/2006/relationships/slideLayout" Target="../slideLayouts/slideLayout273.xml"/><Relationship Id="rId294" Type="http://schemas.openxmlformats.org/officeDocument/2006/relationships/slideLayout" Target="../slideLayouts/slideLayout294.xml"/><Relationship Id="rId308" Type="http://schemas.openxmlformats.org/officeDocument/2006/relationships/slideLayout" Target="../slideLayouts/slideLayout308.xml"/><Relationship Id="rId47" Type="http://schemas.openxmlformats.org/officeDocument/2006/relationships/slideLayout" Target="../slideLayouts/slideLayout47.xml"/><Relationship Id="rId68" Type="http://schemas.openxmlformats.org/officeDocument/2006/relationships/slideLayout" Target="../slideLayouts/slideLayout68.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33" Type="http://schemas.openxmlformats.org/officeDocument/2006/relationships/slideLayout" Target="../slideLayouts/slideLayout133.xml"/><Relationship Id="rId154" Type="http://schemas.openxmlformats.org/officeDocument/2006/relationships/slideLayout" Target="../slideLayouts/slideLayout154.xml"/><Relationship Id="rId175" Type="http://schemas.openxmlformats.org/officeDocument/2006/relationships/slideLayout" Target="../slideLayouts/slideLayout175.xml"/><Relationship Id="rId196" Type="http://schemas.openxmlformats.org/officeDocument/2006/relationships/slideLayout" Target="../slideLayouts/slideLayout196.xml"/><Relationship Id="rId200" Type="http://schemas.openxmlformats.org/officeDocument/2006/relationships/slideLayout" Target="../slideLayouts/slideLayout200.xml"/><Relationship Id="rId16" Type="http://schemas.openxmlformats.org/officeDocument/2006/relationships/slideLayout" Target="../slideLayouts/slideLayout16.xml"/><Relationship Id="rId221" Type="http://schemas.openxmlformats.org/officeDocument/2006/relationships/slideLayout" Target="../slideLayouts/slideLayout221.xml"/><Relationship Id="rId242" Type="http://schemas.openxmlformats.org/officeDocument/2006/relationships/slideLayout" Target="../slideLayouts/slideLayout242.xml"/><Relationship Id="rId263" Type="http://schemas.openxmlformats.org/officeDocument/2006/relationships/slideLayout" Target="../slideLayouts/slideLayout263.xml"/><Relationship Id="rId284" Type="http://schemas.openxmlformats.org/officeDocument/2006/relationships/slideLayout" Target="../slideLayouts/slideLayout284.xml"/><Relationship Id="rId37" Type="http://schemas.openxmlformats.org/officeDocument/2006/relationships/slideLayout" Target="../slideLayouts/slideLayout37.xml"/><Relationship Id="rId58" Type="http://schemas.openxmlformats.org/officeDocument/2006/relationships/slideLayout" Target="../slideLayouts/slideLayout58.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123" Type="http://schemas.openxmlformats.org/officeDocument/2006/relationships/slideLayout" Target="../slideLayouts/slideLayout123.xml"/><Relationship Id="rId144" Type="http://schemas.openxmlformats.org/officeDocument/2006/relationships/slideLayout" Target="../slideLayouts/slideLayout144.xml"/><Relationship Id="rId90" Type="http://schemas.openxmlformats.org/officeDocument/2006/relationships/slideLayout" Target="../slideLayouts/slideLayout90.xml"/><Relationship Id="rId165" Type="http://schemas.openxmlformats.org/officeDocument/2006/relationships/slideLayout" Target="../slideLayouts/slideLayout165.xml"/><Relationship Id="rId186" Type="http://schemas.openxmlformats.org/officeDocument/2006/relationships/slideLayout" Target="../slideLayouts/slideLayout186.xml"/><Relationship Id="rId211" Type="http://schemas.openxmlformats.org/officeDocument/2006/relationships/slideLayout" Target="../slideLayouts/slideLayout211.xml"/><Relationship Id="rId232" Type="http://schemas.openxmlformats.org/officeDocument/2006/relationships/slideLayout" Target="../slideLayouts/slideLayout232.xml"/><Relationship Id="rId253" Type="http://schemas.openxmlformats.org/officeDocument/2006/relationships/slideLayout" Target="../slideLayouts/slideLayout253.xml"/><Relationship Id="rId274" Type="http://schemas.openxmlformats.org/officeDocument/2006/relationships/slideLayout" Target="../slideLayouts/slideLayout274.xml"/><Relationship Id="rId295" Type="http://schemas.openxmlformats.org/officeDocument/2006/relationships/slideLayout" Target="../slideLayouts/slideLayout295.xml"/><Relationship Id="rId309" Type="http://schemas.openxmlformats.org/officeDocument/2006/relationships/slideLayout" Target="../slideLayouts/slideLayout309.xml"/><Relationship Id="rId27" Type="http://schemas.openxmlformats.org/officeDocument/2006/relationships/slideLayout" Target="../slideLayouts/slideLayout27.xml"/><Relationship Id="rId48" Type="http://schemas.openxmlformats.org/officeDocument/2006/relationships/slideLayout" Target="../slideLayouts/slideLayout48.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134" Type="http://schemas.openxmlformats.org/officeDocument/2006/relationships/slideLayout" Target="../slideLayouts/slideLayout134.xml"/><Relationship Id="rId80" Type="http://schemas.openxmlformats.org/officeDocument/2006/relationships/slideLayout" Target="../slideLayouts/slideLayout80.xml"/><Relationship Id="rId155" Type="http://schemas.openxmlformats.org/officeDocument/2006/relationships/slideLayout" Target="../slideLayouts/slideLayout155.xml"/><Relationship Id="rId176" Type="http://schemas.openxmlformats.org/officeDocument/2006/relationships/slideLayout" Target="../slideLayouts/slideLayout176.xml"/><Relationship Id="rId197" Type="http://schemas.openxmlformats.org/officeDocument/2006/relationships/slideLayout" Target="../slideLayouts/slideLayout197.xml"/><Relationship Id="rId201" Type="http://schemas.openxmlformats.org/officeDocument/2006/relationships/slideLayout" Target="../slideLayouts/slideLayout201.xml"/><Relationship Id="rId222" Type="http://schemas.openxmlformats.org/officeDocument/2006/relationships/slideLayout" Target="../slideLayouts/slideLayout222.xml"/><Relationship Id="rId243" Type="http://schemas.openxmlformats.org/officeDocument/2006/relationships/slideLayout" Target="../slideLayouts/slideLayout243.xml"/><Relationship Id="rId264" Type="http://schemas.openxmlformats.org/officeDocument/2006/relationships/slideLayout" Target="../slideLayouts/slideLayout264.xml"/><Relationship Id="rId285" Type="http://schemas.openxmlformats.org/officeDocument/2006/relationships/slideLayout" Target="../slideLayouts/slideLayout285.xml"/><Relationship Id="rId17" Type="http://schemas.openxmlformats.org/officeDocument/2006/relationships/slideLayout" Target="../slideLayouts/slideLayout17.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24" Type="http://schemas.openxmlformats.org/officeDocument/2006/relationships/slideLayout" Target="../slideLayouts/slideLayout124.xml"/><Relationship Id="rId310" Type="http://schemas.openxmlformats.org/officeDocument/2006/relationships/theme" Target="../theme/theme1.xml"/><Relationship Id="rId70" Type="http://schemas.openxmlformats.org/officeDocument/2006/relationships/slideLayout" Target="../slideLayouts/slideLayout70.xml"/><Relationship Id="rId91" Type="http://schemas.openxmlformats.org/officeDocument/2006/relationships/slideLayout" Target="../slideLayouts/slideLayout91.xml"/><Relationship Id="rId145" Type="http://schemas.openxmlformats.org/officeDocument/2006/relationships/slideLayout" Target="../slideLayouts/slideLayout145.xml"/><Relationship Id="rId166" Type="http://schemas.openxmlformats.org/officeDocument/2006/relationships/slideLayout" Target="../slideLayouts/slideLayout166.xml"/><Relationship Id="rId187" Type="http://schemas.openxmlformats.org/officeDocument/2006/relationships/slideLayout" Target="../slideLayouts/slideLayout187.xml"/><Relationship Id="rId1" Type="http://schemas.openxmlformats.org/officeDocument/2006/relationships/slideLayout" Target="../slideLayouts/slideLayout1.xml"/><Relationship Id="rId212" Type="http://schemas.openxmlformats.org/officeDocument/2006/relationships/slideLayout" Target="../slideLayouts/slideLayout212.xml"/><Relationship Id="rId233" Type="http://schemas.openxmlformats.org/officeDocument/2006/relationships/slideLayout" Target="../slideLayouts/slideLayout233.xml"/><Relationship Id="rId254" Type="http://schemas.openxmlformats.org/officeDocument/2006/relationships/slideLayout" Target="../slideLayouts/slideLayout254.xml"/><Relationship Id="rId28" Type="http://schemas.openxmlformats.org/officeDocument/2006/relationships/slideLayout" Target="../slideLayouts/slideLayout28.xml"/><Relationship Id="rId49" Type="http://schemas.openxmlformats.org/officeDocument/2006/relationships/slideLayout" Target="../slideLayouts/slideLayout49.xml"/><Relationship Id="rId114" Type="http://schemas.openxmlformats.org/officeDocument/2006/relationships/slideLayout" Target="../slideLayouts/slideLayout114.xml"/><Relationship Id="rId275" Type="http://schemas.openxmlformats.org/officeDocument/2006/relationships/slideLayout" Target="../slideLayouts/slideLayout275.xml"/><Relationship Id="rId296" Type="http://schemas.openxmlformats.org/officeDocument/2006/relationships/slideLayout" Target="../slideLayouts/slideLayout296.xml"/><Relationship Id="rId300" Type="http://schemas.openxmlformats.org/officeDocument/2006/relationships/slideLayout" Target="../slideLayouts/slideLayout300.xml"/><Relationship Id="rId60" Type="http://schemas.openxmlformats.org/officeDocument/2006/relationships/slideLayout" Target="../slideLayouts/slideLayout60.xml"/><Relationship Id="rId81" Type="http://schemas.openxmlformats.org/officeDocument/2006/relationships/slideLayout" Target="../slideLayouts/slideLayout81.xml"/><Relationship Id="rId135" Type="http://schemas.openxmlformats.org/officeDocument/2006/relationships/slideLayout" Target="../slideLayouts/slideLayout135.xml"/><Relationship Id="rId156" Type="http://schemas.openxmlformats.org/officeDocument/2006/relationships/slideLayout" Target="../slideLayouts/slideLayout156.xml"/><Relationship Id="rId177" Type="http://schemas.openxmlformats.org/officeDocument/2006/relationships/slideLayout" Target="../slideLayouts/slideLayout177.xml"/><Relationship Id="rId198" Type="http://schemas.openxmlformats.org/officeDocument/2006/relationships/slideLayout" Target="../slideLayouts/slideLayout198.xml"/><Relationship Id="rId202" Type="http://schemas.openxmlformats.org/officeDocument/2006/relationships/slideLayout" Target="../slideLayouts/slideLayout202.xml"/><Relationship Id="rId223" Type="http://schemas.openxmlformats.org/officeDocument/2006/relationships/slideLayout" Target="../slideLayouts/slideLayout223.xml"/><Relationship Id="rId244" Type="http://schemas.openxmlformats.org/officeDocument/2006/relationships/slideLayout" Target="../slideLayouts/slideLayout244.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265" Type="http://schemas.openxmlformats.org/officeDocument/2006/relationships/slideLayout" Target="../slideLayouts/slideLayout265.xml"/><Relationship Id="rId286" Type="http://schemas.openxmlformats.org/officeDocument/2006/relationships/slideLayout" Target="../slideLayouts/slideLayout286.xml"/><Relationship Id="rId50" Type="http://schemas.openxmlformats.org/officeDocument/2006/relationships/slideLayout" Target="../slideLayouts/slideLayout50.xml"/><Relationship Id="rId104" Type="http://schemas.openxmlformats.org/officeDocument/2006/relationships/slideLayout" Target="../slideLayouts/slideLayout104.xml"/><Relationship Id="rId125" Type="http://schemas.openxmlformats.org/officeDocument/2006/relationships/slideLayout" Target="../slideLayouts/slideLayout125.xml"/><Relationship Id="rId146" Type="http://schemas.openxmlformats.org/officeDocument/2006/relationships/slideLayout" Target="../slideLayouts/slideLayout146.xml"/><Relationship Id="rId167" Type="http://schemas.openxmlformats.org/officeDocument/2006/relationships/slideLayout" Target="../slideLayouts/slideLayout167.xml"/><Relationship Id="rId188" Type="http://schemas.openxmlformats.org/officeDocument/2006/relationships/slideLayout" Target="../slideLayouts/slideLayout188.xml"/><Relationship Id="rId311" Type="http://schemas.openxmlformats.org/officeDocument/2006/relationships/tags" Target="../tags/tag1.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13" Type="http://schemas.openxmlformats.org/officeDocument/2006/relationships/slideLayout" Target="../slideLayouts/slideLayout213.xml"/><Relationship Id="rId234" Type="http://schemas.openxmlformats.org/officeDocument/2006/relationships/slideLayout" Target="../slideLayouts/slideLayout234.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55" Type="http://schemas.openxmlformats.org/officeDocument/2006/relationships/slideLayout" Target="../slideLayouts/slideLayout255.xml"/><Relationship Id="rId276" Type="http://schemas.openxmlformats.org/officeDocument/2006/relationships/slideLayout" Target="../slideLayouts/slideLayout276.xml"/><Relationship Id="rId297" Type="http://schemas.openxmlformats.org/officeDocument/2006/relationships/slideLayout" Target="../slideLayouts/slideLayout297.xml"/><Relationship Id="rId40" Type="http://schemas.openxmlformats.org/officeDocument/2006/relationships/slideLayout" Target="../slideLayouts/slideLayout40.xml"/><Relationship Id="rId115" Type="http://schemas.openxmlformats.org/officeDocument/2006/relationships/slideLayout" Target="../slideLayouts/slideLayout115.xml"/><Relationship Id="rId136" Type="http://schemas.openxmlformats.org/officeDocument/2006/relationships/slideLayout" Target="../slideLayouts/slideLayout136.xml"/><Relationship Id="rId157" Type="http://schemas.openxmlformats.org/officeDocument/2006/relationships/slideLayout" Target="../slideLayouts/slideLayout157.xml"/><Relationship Id="rId178" Type="http://schemas.openxmlformats.org/officeDocument/2006/relationships/slideLayout" Target="../slideLayouts/slideLayout178.xml"/><Relationship Id="rId301" Type="http://schemas.openxmlformats.org/officeDocument/2006/relationships/slideLayout" Target="../slideLayouts/slideLayout301.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9" Type="http://schemas.openxmlformats.org/officeDocument/2006/relationships/slideLayout" Target="../slideLayouts/slideLayout199.xml"/><Relationship Id="rId203" Type="http://schemas.openxmlformats.org/officeDocument/2006/relationships/slideLayout" Target="../slideLayouts/slideLayout203.xml"/><Relationship Id="rId19" Type="http://schemas.openxmlformats.org/officeDocument/2006/relationships/slideLayout" Target="../slideLayouts/slideLayout19.xml"/><Relationship Id="rId224" Type="http://schemas.openxmlformats.org/officeDocument/2006/relationships/slideLayout" Target="../slideLayouts/slideLayout224.xml"/><Relationship Id="rId245" Type="http://schemas.openxmlformats.org/officeDocument/2006/relationships/slideLayout" Target="../slideLayouts/slideLayout245.xml"/><Relationship Id="rId266" Type="http://schemas.openxmlformats.org/officeDocument/2006/relationships/slideLayout" Target="../slideLayouts/slideLayout266.xml"/><Relationship Id="rId287" Type="http://schemas.openxmlformats.org/officeDocument/2006/relationships/slideLayout" Target="../slideLayouts/slideLayout287.xml"/><Relationship Id="rId30" Type="http://schemas.openxmlformats.org/officeDocument/2006/relationships/slideLayout" Target="../slideLayouts/slideLayout30.xml"/><Relationship Id="rId105" Type="http://schemas.openxmlformats.org/officeDocument/2006/relationships/slideLayout" Target="../slideLayouts/slideLayout105.xml"/><Relationship Id="rId126" Type="http://schemas.openxmlformats.org/officeDocument/2006/relationships/slideLayout" Target="../slideLayouts/slideLayout126.xml"/><Relationship Id="rId147" Type="http://schemas.openxmlformats.org/officeDocument/2006/relationships/slideLayout" Target="../slideLayouts/slideLayout147.xml"/><Relationship Id="rId168" Type="http://schemas.openxmlformats.org/officeDocument/2006/relationships/slideLayout" Target="../slideLayouts/slideLayout168.xml"/><Relationship Id="rId312" Type="http://schemas.openxmlformats.org/officeDocument/2006/relationships/tags" Target="../tags/tag2.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189" Type="http://schemas.openxmlformats.org/officeDocument/2006/relationships/slideLayout" Target="../slideLayouts/slideLayout189.xml"/><Relationship Id="rId3" Type="http://schemas.openxmlformats.org/officeDocument/2006/relationships/slideLayout" Target="../slideLayouts/slideLayout3.xml"/><Relationship Id="rId214" Type="http://schemas.openxmlformats.org/officeDocument/2006/relationships/slideLayout" Target="../slideLayouts/slideLayout214.xml"/><Relationship Id="rId235" Type="http://schemas.openxmlformats.org/officeDocument/2006/relationships/slideLayout" Target="../slideLayouts/slideLayout235.xml"/><Relationship Id="rId256" Type="http://schemas.openxmlformats.org/officeDocument/2006/relationships/slideLayout" Target="../slideLayouts/slideLayout256.xml"/><Relationship Id="rId277" Type="http://schemas.openxmlformats.org/officeDocument/2006/relationships/slideLayout" Target="../slideLayouts/slideLayout277.xml"/><Relationship Id="rId298" Type="http://schemas.openxmlformats.org/officeDocument/2006/relationships/slideLayout" Target="../slideLayouts/slideLayout298.xml"/><Relationship Id="rId116" Type="http://schemas.openxmlformats.org/officeDocument/2006/relationships/slideLayout" Target="../slideLayouts/slideLayout116.xml"/><Relationship Id="rId137" Type="http://schemas.openxmlformats.org/officeDocument/2006/relationships/slideLayout" Target="../slideLayouts/slideLayout137.xml"/><Relationship Id="rId158" Type="http://schemas.openxmlformats.org/officeDocument/2006/relationships/slideLayout" Target="../slideLayouts/slideLayout158.xml"/><Relationship Id="rId302" Type="http://schemas.openxmlformats.org/officeDocument/2006/relationships/slideLayout" Target="../slideLayouts/slideLayout302.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179" Type="http://schemas.openxmlformats.org/officeDocument/2006/relationships/slideLayout" Target="../slideLayouts/slideLayout179.xml"/><Relationship Id="rId190" Type="http://schemas.openxmlformats.org/officeDocument/2006/relationships/slideLayout" Target="../slideLayouts/slideLayout190.xml"/><Relationship Id="rId204" Type="http://schemas.openxmlformats.org/officeDocument/2006/relationships/slideLayout" Target="../slideLayouts/slideLayout204.xml"/><Relationship Id="rId225" Type="http://schemas.openxmlformats.org/officeDocument/2006/relationships/slideLayout" Target="../slideLayouts/slideLayout225.xml"/><Relationship Id="rId246" Type="http://schemas.openxmlformats.org/officeDocument/2006/relationships/slideLayout" Target="../slideLayouts/slideLayout246.xml"/><Relationship Id="rId267" Type="http://schemas.openxmlformats.org/officeDocument/2006/relationships/slideLayout" Target="../slideLayouts/slideLayout267.xml"/><Relationship Id="rId288" Type="http://schemas.openxmlformats.org/officeDocument/2006/relationships/slideLayout" Target="../slideLayouts/slideLayout288.xml"/><Relationship Id="rId106" Type="http://schemas.openxmlformats.org/officeDocument/2006/relationships/slideLayout" Target="../slideLayouts/slideLayout106.xml"/><Relationship Id="rId127" Type="http://schemas.openxmlformats.org/officeDocument/2006/relationships/slideLayout" Target="../slideLayouts/slideLayout127.xml"/><Relationship Id="rId313" Type="http://schemas.openxmlformats.org/officeDocument/2006/relationships/oleObject" Target="../embeddings/oleObject1.bin"/><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slideLayout" Target="../slideLayouts/slideLayout52.xml"/><Relationship Id="rId73" Type="http://schemas.openxmlformats.org/officeDocument/2006/relationships/slideLayout" Target="../slideLayouts/slideLayout73.xml"/><Relationship Id="rId94" Type="http://schemas.openxmlformats.org/officeDocument/2006/relationships/slideLayout" Target="../slideLayouts/slideLayout94.xml"/><Relationship Id="rId148" Type="http://schemas.openxmlformats.org/officeDocument/2006/relationships/slideLayout" Target="../slideLayouts/slideLayout148.xml"/><Relationship Id="rId169" Type="http://schemas.openxmlformats.org/officeDocument/2006/relationships/slideLayout" Target="../slideLayouts/slideLayout169.xml"/><Relationship Id="rId4" Type="http://schemas.openxmlformats.org/officeDocument/2006/relationships/slideLayout" Target="../slideLayouts/slideLayout4.xml"/><Relationship Id="rId180" Type="http://schemas.openxmlformats.org/officeDocument/2006/relationships/slideLayout" Target="../slideLayouts/slideLayout180.xml"/><Relationship Id="rId215" Type="http://schemas.openxmlformats.org/officeDocument/2006/relationships/slideLayout" Target="../slideLayouts/slideLayout215.xml"/><Relationship Id="rId236" Type="http://schemas.openxmlformats.org/officeDocument/2006/relationships/slideLayout" Target="../slideLayouts/slideLayout236.xml"/><Relationship Id="rId257" Type="http://schemas.openxmlformats.org/officeDocument/2006/relationships/slideLayout" Target="../slideLayouts/slideLayout257.xml"/><Relationship Id="rId278" Type="http://schemas.openxmlformats.org/officeDocument/2006/relationships/slideLayout" Target="../slideLayouts/slideLayout278.xml"/><Relationship Id="rId303" Type="http://schemas.openxmlformats.org/officeDocument/2006/relationships/slideLayout" Target="../slideLayouts/slideLayout303.xml"/><Relationship Id="rId42" Type="http://schemas.openxmlformats.org/officeDocument/2006/relationships/slideLayout" Target="../slideLayouts/slideLayout42.xml"/><Relationship Id="rId84" Type="http://schemas.openxmlformats.org/officeDocument/2006/relationships/slideLayout" Target="../slideLayouts/slideLayout84.xml"/><Relationship Id="rId138" Type="http://schemas.openxmlformats.org/officeDocument/2006/relationships/slideLayout" Target="../slideLayouts/slideLayout138.xml"/><Relationship Id="rId191" Type="http://schemas.openxmlformats.org/officeDocument/2006/relationships/slideLayout" Target="../slideLayouts/slideLayout191.xml"/><Relationship Id="rId205" Type="http://schemas.openxmlformats.org/officeDocument/2006/relationships/slideLayout" Target="../slideLayouts/slideLayout205.xml"/><Relationship Id="rId247" Type="http://schemas.openxmlformats.org/officeDocument/2006/relationships/slideLayout" Target="../slideLayouts/slideLayout247.xml"/><Relationship Id="rId107" Type="http://schemas.openxmlformats.org/officeDocument/2006/relationships/slideLayout" Target="../slideLayouts/slideLayout107.xml"/><Relationship Id="rId289" Type="http://schemas.openxmlformats.org/officeDocument/2006/relationships/slideLayout" Target="../slideLayouts/slideLayout289.xml"/><Relationship Id="rId11" Type="http://schemas.openxmlformats.org/officeDocument/2006/relationships/slideLayout" Target="../slideLayouts/slideLayout11.xml"/><Relationship Id="rId53" Type="http://schemas.openxmlformats.org/officeDocument/2006/relationships/slideLayout" Target="../slideLayouts/slideLayout53.xml"/><Relationship Id="rId149" Type="http://schemas.openxmlformats.org/officeDocument/2006/relationships/slideLayout" Target="../slideLayouts/slideLayout149.xml"/><Relationship Id="rId314" Type="http://schemas.openxmlformats.org/officeDocument/2006/relationships/image" Target="../media/image1.emf"/><Relationship Id="rId95" Type="http://schemas.openxmlformats.org/officeDocument/2006/relationships/slideLayout" Target="../slideLayouts/slideLayout95.xml"/><Relationship Id="rId160" Type="http://schemas.openxmlformats.org/officeDocument/2006/relationships/slideLayout" Target="../slideLayouts/slideLayout160.xml"/><Relationship Id="rId216" Type="http://schemas.openxmlformats.org/officeDocument/2006/relationships/slideLayout" Target="../slideLayouts/slideLayout216.xml"/><Relationship Id="rId258" Type="http://schemas.openxmlformats.org/officeDocument/2006/relationships/slideLayout" Target="../slideLayouts/slideLayout258.xml"/><Relationship Id="rId22" Type="http://schemas.openxmlformats.org/officeDocument/2006/relationships/slideLayout" Target="../slideLayouts/slideLayout22.xml"/><Relationship Id="rId64" Type="http://schemas.openxmlformats.org/officeDocument/2006/relationships/slideLayout" Target="../slideLayouts/slideLayout64.xml"/><Relationship Id="rId118" Type="http://schemas.openxmlformats.org/officeDocument/2006/relationships/slideLayout" Target="../slideLayouts/slideLayout118.xml"/><Relationship Id="rId171" Type="http://schemas.openxmlformats.org/officeDocument/2006/relationships/slideLayout" Target="../slideLayouts/slideLayout171.xml"/><Relationship Id="rId227" Type="http://schemas.openxmlformats.org/officeDocument/2006/relationships/slideLayout" Target="../slideLayouts/slideLayout227.xml"/><Relationship Id="rId269" Type="http://schemas.openxmlformats.org/officeDocument/2006/relationships/slideLayout" Target="../slideLayouts/slideLayout269.xml"/><Relationship Id="rId33" Type="http://schemas.openxmlformats.org/officeDocument/2006/relationships/slideLayout" Target="../slideLayouts/slideLayout33.xml"/><Relationship Id="rId129" Type="http://schemas.openxmlformats.org/officeDocument/2006/relationships/slideLayout" Target="../slideLayouts/slideLayout129.xml"/><Relationship Id="rId280" Type="http://schemas.openxmlformats.org/officeDocument/2006/relationships/slideLayout" Target="../slideLayouts/slideLayout280.xml"/><Relationship Id="rId75" Type="http://schemas.openxmlformats.org/officeDocument/2006/relationships/slideLayout" Target="../slideLayouts/slideLayout75.xml"/><Relationship Id="rId140" Type="http://schemas.openxmlformats.org/officeDocument/2006/relationships/slideLayout" Target="../slideLayouts/slideLayout140.xml"/><Relationship Id="rId182" Type="http://schemas.openxmlformats.org/officeDocument/2006/relationships/slideLayout" Target="../slideLayouts/slideLayout182.xml"/><Relationship Id="rId6" Type="http://schemas.openxmlformats.org/officeDocument/2006/relationships/slideLayout" Target="../slideLayouts/slideLayout6.xml"/><Relationship Id="rId238" Type="http://schemas.openxmlformats.org/officeDocument/2006/relationships/slideLayout" Target="../slideLayouts/slideLayout238.xml"/><Relationship Id="rId291" Type="http://schemas.openxmlformats.org/officeDocument/2006/relationships/slideLayout" Target="../slideLayouts/slideLayout291.xml"/><Relationship Id="rId305" Type="http://schemas.openxmlformats.org/officeDocument/2006/relationships/slideLayout" Target="../slideLayouts/slideLayout305.xml"/><Relationship Id="rId44" Type="http://schemas.openxmlformats.org/officeDocument/2006/relationships/slideLayout" Target="../slideLayouts/slideLayout44.xml"/><Relationship Id="rId86" Type="http://schemas.openxmlformats.org/officeDocument/2006/relationships/slideLayout" Target="../slideLayouts/slideLayout86.xml"/><Relationship Id="rId151" Type="http://schemas.openxmlformats.org/officeDocument/2006/relationships/slideLayout" Target="../slideLayouts/slideLayout15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7.xml"/><Relationship Id="rId13" Type="http://schemas.openxmlformats.org/officeDocument/2006/relationships/slideLayout" Target="../slideLayouts/slideLayout322.xml"/><Relationship Id="rId18" Type="http://schemas.openxmlformats.org/officeDocument/2006/relationships/slideLayout" Target="../slideLayouts/slideLayout327.xml"/><Relationship Id="rId26" Type="http://schemas.openxmlformats.org/officeDocument/2006/relationships/slideLayout" Target="../slideLayouts/slideLayout335.xml"/><Relationship Id="rId3" Type="http://schemas.openxmlformats.org/officeDocument/2006/relationships/slideLayout" Target="../slideLayouts/slideLayout312.xml"/><Relationship Id="rId21" Type="http://schemas.openxmlformats.org/officeDocument/2006/relationships/slideLayout" Target="../slideLayouts/slideLayout330.xml"/><Relationship Id="rId7" Type="http://schemas.openxmlformats.org/officeDocument/2006/relationships/slideLayout" Target="../slideLayouts/slideLayout316.xml"/><Relationship Id="rId12" Type="http://schemas.openxmlformats.org/officeDocument/2006/relationships/slideLayout" Target="../slideLayouts/slideLayout321.xml"/><Relationship Id="rId17" Type="http://schemas.openxmlformats.org/officeDocument/2006/relationships/slideLayout" Target="../slideLayouts/slideLayout326.xml"/><Relationship Id="rId25" Type="http://schemas.openxmlformats.org/officeDocument/2006/relationships/slideLayout" Target="../slideLayouts/slideLayout334.xml"/><Relationship Id="rId2" Type="http://schemas.openxmlformats.org/officeDocument/2006/relationships/slideLayout" Target="../slideLayouts/slideLayout311.xml"/><Relationship Id="rId16" Type="http://schemas.openxmlformats.org/officeDocument/2006/relationships/slideLayout" Target="../slideLayouts/slideLayout325.xml"/><Relationship Id="rId20" Type="http://schemas.openxmlformats.org/officeDocument/2006/relationships/slideLayout" Target="../slideLayouts/slideLayout329.xml"/><Relationship Id="rId29" Type="http://schemas.openxmlformats.org/officeDocument/2006/relationships/slideLayout" Target="../slideLayouts/slideLayout338.xml"/><Relationship Id="rId1" Type="http://schemas.openxmlformats.org/officeDocument/2006/relationships/slideLayout" Target="../slideLayouts/slideLayout310.xml"/><Relationship Id="rId6" Type="http://schemas.openxmlformats.org/officeDocument/2006/relationships/slideLayout" Target="../slideLayouts/slideLayout315.xml"/><Relationship Id="rId11" Type="http://schemas.openxmlformats.org/officeDocument/2006/relationships/slideLayout" Target="../slideLayouts/slideLayout320.xml"/><Relationship Id="rId24" Type="http://schemas.openxmlformats.org/officeDocument/2006/relationships/slideLayout" Target="../slideLayouts/slideLayout333.xml"/><Relationship Id="rId5" Type="http://schemas.openxmlformats.org/officeDocument/2006/relationships/slideLayout" Target="../slideLayouts/slideLayout314.xml"/><Relationship Id="rId15" Type="http://schemas.openxmlformats.org/officeDocument/2006/relationships/slideLayout" Target="../slideLayouts/slideLayout324.xml"/><Relationship Id="rId23" Type="http://schemas.openxmlformats.org/officeDocument/2006/relationships/slideLayout" Target="../slideLayouts/slideLayout332.xml"/><Relationship Id="rId28" Type="http://schemas.openxmlformats.org/officeDocument/2006/relationships/slideLayout" Target="../slideLayouts/slideLayout337.xml"/><Relationship Id="rId10" Type="http://schemas.openxmlformats.org/officeDocument/2006/relationships/slideLayout" Target="../slideLayouts/slideLayout319.xml"/><Relationship Id="rId19" Type="http://schemas.openxmlformats.org/officeDocument/2006/relationships/slideLayout" Target="../slideLayouts/slideLayout328.xml"/><Relationship Id="rId4" Type="http://schemas.openxmlformats.org/officeDocument/2006/relationships/slideLayout" Target="../slideLayouts/slideLayout313.xml"/><Relationship Id="rId9" Type="http://schemas.openxmlformats.org/officeDocument/2006/relationships/slideLayout" Target="../slideLayouts/slideLayout318.xml"/><Relationship Id="rId14" Type="http://schemas.openxmlformats.org/officeDocument/2006/relationships/slideLayout" Target="../slideLayouts/slideLayout323.xml"/><Relationship Id="rId22" Type="http://schemas.openxmlformats.org/officeDocument/2006/relationships/slideLayout" Target="../slideLayouts/slideLayout331.xml"/><Relationship Id="rId27" Type="http://schemas.openxmlformats.org/officeDocument/2006/relationships/slideLayout" Target="../slideLayouts/slideLayout336.xml"/><Relationship Id="rId30"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F98F9BD9-A96F-4656-9C38-EA58E7AFE09F}"/>
              </a:ext>
            </a:extLst>
          </p:cNvPr>
          <p:cNvGraphicFramePr>
            <a:graphicFrameLocks/>
          </p:cNvGraphicFramePr>
          <p:nvPr>
            <p:custDataLst>
              <p:tags r:id="rId31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13" imgW="216" imgH="216" progId="TCLayout.ActiveDocument.1">
                  <p:embed/>
                </p:oleObj>
              </mc:Choice>
              <mc:Fallback>
                <p:oleObj name="think-cell Slide" r:id="rId313" imgW="216" imgH="216" progId="TCLayout.ActiveDocument.1">
                  <p:embed/>
                  <p:pic>
                    <p:nvPicPr>
                      <p:cNvPr id="5" name="Object 4" hidden="1">
                        <a:extLst>
                          <a:ext uri="{FF2B5EF4-FFF2-40B4-BE49-F238E27FC236}">
                            <a16:creationId xmlns:a16="http://schemas.microsoft.com/office/drawing/2014/main" id="{F98F9BD9-A96F-4656-9C38-EA58E7AFE09F}"/>
                          </a:ext>
                        </a:extLst>
                      </p:cNvPr>
                      <p:cNvPicPr/>
                      <p:nvPr/>
                    </p:nvPicPr>
                    <p:blipFill>
                      <a:blip r:embed="rId314"/>
                      <a:stretch>
                        <a:fillRect/>
                      </a:stretch>
                    </p:blipFill>
                    <p:spPr>
                      <a:xfrm>
                        <a:off x="1588" y="1588"/>
                        <a:ext cx="1588" cy="1588"/>
                      </a:xfrm>
                      <a:prstGeom prst="rect">
                        <a:avLst/>
                      </a:prstGeom>
                    </p:spPr>
                  </p:pic>
                </p:oleObj>
              </mc:Fallback>
            </mc:AlternateContent>
          </a:graphicData>
        </a:graphic>
      </p:graphicFrame>
      <p:sp>
        <p:nvSpPr>
          <p:cNvPr id="4" name="Rectangle 3" hidden="1">
            <a:extLst>
              <a:ext uri="{FF2B5EF4-FFF2-40B4-BE49-F238E27FC236}">
                <a16:creationId xmlns:a16="http://schemas.microsoft.com/office/drawing/2014/main" id="{267C6BBB-2CFF-4745-A83B-9FFC552C53E5}"/>
              </a:ext>
            </a:extLst>
          </p:cNvPr>
          <p:cNvSpPr/>
          <p:nvPr>
            <p:custDataLst>
              <p:tags r:id="rId312"/>
            </p:custDataLst>
          </p:nvPr>
        </p:nvSpPr>
        <p:spPr>
          <a:xfrm>
            <a:off x="0" y="0"/>
            <a:ext cx="158750" cy="158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AU" sz="2400" b="0" i="0" baseline="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Placeholder 1">
            <a:extLst>
              <a:ext uri="{FF2B5EF4-FFF2-40B4-BE49-F238E27FC236}">
                <a16:creationId xmlns:a16="http://schemas.microsoft.com/office/drawing/2014/main" id="{C201EDE2-7220-704C-A8E8-037FA57B8145}"/>
              </a:ext>
            </a:extLst>
          </p:cNvPr>
          <p:cNvSpPr>
            <a:spLocks noGrp="1"/>
          </p:cNvSpPr>
          <p:nvPr>
            <p:ph type="title"/>
          </p:nvPr>
        </p:nvSpPr>
        <p:spPr>
          <a:xfrm>
            <a:off x="334963" y="810229"/>
            <a:ext cx="11557000" cy="419112"/>
          </a:xfrm>
          <a:prstGeom prst="rect">
            <a:avLst/>
          </a:prstGeom>
        </p:spPr>
        <p:txBody>
          <a:bodyPr vert="horz" lIns="0" tIns="0" rIns="0" bIns="0" rtlCol="0" anchor="t" anchorCtr="0">
            <a:no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BFA454C-98EC-0946-BF98-DD0690DC8361}"/>
              </a:ext>
            </a:extLst>
          </p:cNvPr>
          <p:cNvSpPr>
            <a:spLocks noGrp="1"/>
          </p:cNvSpPr>
          <p:nvPr>
            <p:ph type="body" idx="1"/>
          </p:nvPr>
        </p:nvSpPr>
        <p:spPr>
          <a:xfrm>
            <a:off x="322351" y="1489295"/>
            <a:ext cx="8739669" cy="4351338"/>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983146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 id="2147483767" r:id="rId107"/>
    <p:sldLayoutId id="2147483768" r:id="rId108"/>
    <p:sldLayoutId id="2147483769" r:id="rId109"/>
    <p:sldLayoutId id="2147483770" r:id="rId110"/>
    <p:sldLayoutId id="2147483771" r:id="rId111"/>
    <p:sldLayoutId id="2147483772" r:id="rId112"/>
    <p:sldLayoutId id="2147483773" r:id="rId113"/>
    <p:sldLayoutId id="2147483774" r:id="rId114"/>
    <p:sldLayoutId id="2147483775" r:id="rId115"/>
    <p:sldLayoutId id="2147483776" r:id="rId116"/>
    <p:sldLayoutId id="2147483777" r:id="rId117"/>
    <p:sldLayoutId id="2147483778" r:id="rId118"/>
    <p:sldLayoutId id="2147483779" r:id="rId119"/>
    <p:sldLayoutId id="2147483780" r:id="rId120"/>
    <p:sldLayoutId id="2147483781" r:id="rId121"/>
    <p:sldLayoutId id="2147483782" r:id="rId122"/>
    <p:sldLayoutId id="2147483783" r:id="rId123"/>
    <p:sldLayoutId id="2147483784" r:id="rId124"/>
    <p:sldLayoutId id="2147483785" r:id="rId125"/>
    <p:sldLayoutId id="2147483786" r:id="rId126"/>
    <p:sldLayoutId id="2147483787" r:id="rId127"/>
    <p:sldLayoutId id="2147483788" r:id="rId128"/>
    <p:sldLayoutId id="2147483789" r:id="rId129"/>
    <p:sldLayoutId id="2147483790" r:id="rId130"/>
    <p:sldLayoutId id="2147483791" r:id="rId131"/>
    <p:sldLayoutId id="2147483792" r:id="rId132"/>
    <p:sldLayoutId id="2147483793" r:id="rId133"/>
    <p:sldLayoutId id="2147483794" r:id="rId134"/>
    <p:sldLayoutId id="2147483795" r:id="rId135"/>
    <p:sldLayoutId id="2147483796" r:id="rId136"/>
    <p:sldLayoutId id="2147483797" r:id="rId137"/>
    <p:sldLayoutId id="2147483798" r:id="rId138"/>
    <p:sldLayoutId id="2147483799" r:id="rId139"/>
    <p:sldLayoutId id="2147483800" r:id="rId140"/>
    <p:sldLayoutId id="2147483801" r:id="rId141"/>
    <p:sldLayoutId id="2147483802" r:id="rId142"/>
    <p:sldLayoutId id="2147483803" r:id="rId143"/>
    <p:sldLayoutId id="2147483804" r:id="rId144"/>
    <p:sldLayoutId id="2147483805" r:id="rId145"/>
    <p:sldLayoutId id="2147483806" r:id="rId146"/>
    <p:sldLayoutId id="2147483807" r:id="rId147"/>
    <p:sldLayoutId id="2147483808" r:id="rId148"/>
    <p:sldLayoutId id="2147483809" r:id="rId149"/>
    <p:sldLayoutId id="2147483810" r:id="rId150"/>
    <p:sldLayoutId id="2147483811" r:id="rId151"/>
    <p:sldLayoutId id="2147483812" r:id="rId152"/>
    <p:sldLayoutId id="2147483813" r:id="rId153"/>
    <p:sldLayoutId id="2147483814" r:id="rId154"/>
    <p:sldLayoutId id="2147483815" r:id="rId155"/>
    <p:sldLayoutId id="2147483816" r:id="rId156"/>
    <p:sldLayoutId id="2147483817" r:id="rId157"/>
    <p:sldLayoutId id="2147483818" r:id="rId158"/>
    <p:sldLayoutId id="2147483819" r:id="rId159"/>
    <p:sldLayoutId id="2147483820" r:id="rId160"/>
    <p:sldLayoutId id="2147483821" r:id="rId161"/>
    <p:sldLayoutId id="2147483822" r:id="rId162"/>
    <p:sldLayoutId id="2147483823" r:id="rId163"/>
    <p:sldLayoutId id="2147483824" r:id="rId164"/>
    <p:sldLayoutId id="2147483825" r:id="rId165"/>
    <p:sldLayoutId id="2147483826" r:id="rId166"/>
    <p:sldLayoutId id="2147483827" r:id="rId167"/>
    <p:sldLayoutId id="2147483828" r:id="rId168"/>
    <p:sldLayoutId id="2147483829" r:id="rId169"/>
    <p:sldLayoutId id="2147483830" r:id="rId170"/>
    <p:sldLayoutId id="2147483831" r:id="rId171"/>
    <p:sldLayoutId id="2147483832" r:id="rId172"/>
    <p:sldLayoutId id="2147483833" r:id="rId173"/>
    <p:sldLayoutId id="2147483834" r:id="rId174"/>
    <p:sldLayoutId id="2147483835" r:id="rId175"/>
    <p:sldLayoutId id="2147483836" r:id="rId176"/>
    <p:sldLayoutId id="2147483837" r:id="rId177"/>
    <p:sldLayoutId id="2147483838" r:id="rId178"/>
    <p:sldLayoutId id="2147483839" r:id="rId179"/>
    <p:sldLayoutId id="2147483840" r:id="rId180"/>
    <p:sldLayoutId id="2147483841" r:id="rId181"/>
    <p:sldLayoutId id="2147483842" r:id="rId182"/>
    <p:sldLayoutId id="2147483843" r:id="rId183"/>
    <p:sldLayoutId id="2147483844" r:id="rId184"/>
    <p:sldLayoutId id="2147483845" r:id="rId185"/>
    <p:sldLayoutId id="2147483846" r:id="rId186"/>
    <p:sldLayoutId id="2147483847" r:id="rId187"/>
    <p:sldLayoutId id="2147483848" r:id="rId188"/>
    <p:sldLayoutId id="2147483849" r:id="rId189"/>
    <p:sldLayoutId id="2147483850" r:id="rId190"/>
    <p:sldLayoutId id="2147483851" r:id="rId191"/>
    <p:sldLayoutId id="2147483852" r:id="rId192"/>
    <p:sldLayoutId id="2147483853" r:id="rId193"/>
    <p:sldLayoutId id="2147483854" r:id="rId194"/>
    <p:sldLayoutId id="2147483855" r:id="rId195"/>
    <p:sldLayoutId id="2147483856" r:id="rId196"/>
    <p:sldLayoutId id="2147483857" r:id="rId197"/>
    <p:sldLayoutId id="2147483858" r:id="rId198"/>
    <p:sldLayoutId id="2147483859" r:id="rId199"/>
    <p:sldLayoutId id="2147483860" r:id="rId200"/>
    <p:sldLayoutId id="2147483861" r:id="rId201"/>
    <p:sldLayoutId id="2147483862" r:id="rId202"/>
    <p:sldLayoutId id="2147483863" r:id="rId203"/>
    <p:sldLayoutId id="2147483864" r:id="rId204"/>
    <p:sldLayoutId id="2147483865" r:id="rId205"/>
    <p:sldLayoutId id="2147483866" r:id="rId206"/>
    <p:sldLayoutId id="2147483867" r:id="rId207"/>
    <p:sldLayoutId id="2147483868" r:id="rId208"/>
    <p:sldLayoutId id="2147483869" r:id="rId209"/>
    <p:sldLayoutId id="2147483870" r:id="rId210"/>
    <p:sldLayoutId id="2147483871" r:id="rId211"/>
    <p:sldLayoutId id="2147483872" r:id="rId212"/>
    <p:sldLayoutId id="2147483873" r:id="rId213"/>
    <p:sldLayoutId id="2147483874" r:id="rId214"/>
    <p:sldLayoutId id="2147483875" r:id="rId215"/>
    <p:sldLayoutId id="2147483876" r:id="rId216"/>
    <p:sldLayoutId id="2147483877" r:id="rId217"/>
    <p:sldLayoutId id="2147483878" r:id="rId218"/>
    <p:sldLayoutId id="2147483879" r:id="rId219"/>
    <p:sldLayoutId id="2147483880" r:id="rId220"/>
    <p:sldLayoutId id="2147483881" r:id="rId221"/>
    <p:sldLayoutId id="2147483882" r:id="rId222"/>
    <p:sldLayoutId id="2147483883" r:id="rId223"/>
    <p:sldLayoutId id="2147483884" r:id="rId224"/>
    <p:sldLayoutId id="2147483885" r:id="rId225"/>
    <p:sldLayoutId id="2147483886" r:id="rId226"/>
    <p:sldLayoutId id="2147483887" r:id="rId227"/>
    <p:sldLayoutId id="2147483888" r:id="rId228"/>
    <p:sldLayoutId id="2147483889" r:id="rId229"/>
    <p:sldLayoutId id="2147483890" r:id="rId230"/>
    <p:sldLayoutId id="2147483891" r:id="rId231"/>
    <p:sldLayoutId id="2147483892" r:id="rId232"/>
    <p:sldLayoutId id="2147483893" r:id="rId233"/>
    <p:sldLayoutId id="2147483894" r:id="rId234"/>
    <p:sldLayoutId id="2147483895" r:id="rId235"/>
    <p:sldLayoutId id="2147483896" r:id="rId236"/>
    <p:sldLayoutId id="2147483897" r:id="rId237"/>
    <p:sldLayoutId id="2147483898" r:id="rId238"/>
    <p:sldLayoutId id="2147483899" r:id="rId239"/>
    <p:sldLayoutId id="2147483900" r:id="rId240"/>
    <p:sldLayoutId id="2147483901" r:id="rId241"/>
    <p:sldLayoutId id="2147483902" r:id="rId242"/>
    <p:sldLayoutId id="2147483903" r:id="rId243"/>
    <p:sldLayoutId id="2147483904" r:id="rId244"/>
    <p:sldLayoutId id="2147483905" r:id="rId245"/>
    <p:sldLayoutId id="2147483906" r:id="rId246"/>
    <p:sldLayoutId id="2147483907" r:id="rId247"/>
    <p:sldLayoutId id="2147483908" r:id="rId248"/>
    <p:sldLayoutId id="2147483909" r:id="rId249"/>
    <p:sldLayoutId id="2147483910" r:id="rId250"/>
    <p:sldLayoutId id="2147483911" r:id="rId251"/>
    <p:sldLayoutId id="2147483912" r:id="rId252"/>
    <p:sldLayoutId id="2147483913" r:id="rId253"/>
    <p:sldLayoutId id="2147483914" r:id="rId254"/>
    <p:sldLayoutId id="2147483915" r:id="rId255"/>
    <p:sldLayoutId id="2147483916" r:id="rId256"/>
    <p:sldLayoutId id="2147483917" r:id="rId257"/>
    <p:sldLayoutId id="2147483918" r:id="rId258"/>
    <p:sldLayoutId id="2147483919" r:id="rId259"/>
    <p:sldLayoutId id="2147483920" r:id="rId260"/>
    <p:sldLayoutId id="2147483921" r:id="rId261"/>
    <p:sldLayoutId id="2147483922" r:id="rId262"/>
    <p:sldLayoutId id="2147483923" r:id="rId263"/>
    <p:sldLayoutId id="2147483924" r:id="rId264"/>
    <p:sldLayoutId id="2147483925" r:id="rId265"/>
    <p:sldLayoutId id="2147483926" r:id="rId266"/>
    <p:sldLayoutId id="2147483927" r:id="rId267"/>
    <p:sldLayoutId id="2147483928" r:id="rId268"/>
    <p:sldLayoutId id="2147483929" r:id="rId269"/>
    <p:sldLayoutId id="2147483930" r:id="rId270"/>
    <p:sldLayoutId id="2147483931" r:id="rId271"/>
    <p:sldLayoutId id="2147483932" r:id="rId272"/>
    <p:sldLayoutId id="2147483933" r:id="rId273"/>
    <p:sldLayoutId id="2147483934" r:id="rId274"/>
    <p:sldLayoutId id="2147483935" r:id="rId275"/>
    <p:sldLayoutId id="2147483936" r:id="rId276"/>
    <p:sldLayoutId id="2147483937" r:id="rId277"/>
    <p:sldLayoutId id="2147483938" r:id="rId278"/>
    <p:sldLayoutId id="2147483939" r:id="rId279"/>
    <p:sldLayoutId id="2147483940" r:id="rId280"/>
    <p:sldLayoutId id="2147483941" r:id="rId281"/>
    <p:sldLayoutId id="2147483942" r:id="rId282"/>
    <p:sldLayoutId id="2147483943" r:id="rId283"/>
    <p:sldLayoutId id="2147483944" r:id="rId284"/>
    <p:sldLayoutId id="2147483945" r:id="rId285"/>
    <p:sldLayoutId id="2147483946" r:id="rId286"/>
    <p:sldLayoutId id="2147483947" r:id="rId287"/>
    <p:sldLayoutId id="2147483948" r:id="rId288"/>
    <p:sldLayoutId id="2147483949" r:id="rId289"/>
    <p:sldLayoutId id="2147483950" r:id="rId290"/>
    <p:sldLayoutId id="2147483951" r:id="rId291"/>
    <p:sldLayoutId id="2147483952" r:id="rId292"/>
    <p:sldLayoutId id="2147483953" r:id="rId293"/>
    <p:sldLayoutId id="2147483954" r:id="rId294"/>
    <p:sldLayoutId id="2147483955" r:id="rId295"/>
    <p:sldLayoutId id="2147483956" r:id="rId296"/>
    <p:sldLayoutId id="2147483957" r:id="rId297"/>
    <p:sldLayoutId id="2147483958" r:id="rId298"/>
    <p:sldLayoutId id="2147483959" r:id="rId299"/>
    <p:sldLayoutId id="2147483960" r:id="rId300"/>
    <p:sldLayoutId id="2147483961" r:id="rId301"/>
    <p:sldLayoutId id="2147483962" r:id="rId302"/>
    <p:sldLayoutId id="2147483963" r:id="rId303"/>
    <p:sldLayoutId id="2147483964" r:id="rId304"/>
    <p:sldLayoutId id="2147483965" r:id="rId305"/>
    <p:sldLayoutId id="2147483966" r:id="rId306"/>
    <p:sldLayoutId id="2147483967" r:id="rId307"/>
    <p:sldLayoutId id="2147483968" r:id="rId308"/>
    <p:sldLayoutId id="2147483969" r:id="rId309"/>
  </p:sldLayoutIdLst>
  <p:hf hdr="0" dt="0"/>
  <p:txStyles>
    <p:titleStyle>
      <a:lvl1pPr algn="l" defTabSz="914400" rtl="0" eaLnBrk="1" latinLnBrk="0" hangingPunct="1">
        <a:lnSpc>
          <a:spcPct val="100000"/>
        </a:lnSpc>
        <a:spcBef>
          <a:spcPct val="0"/>
        </a:spcBef>
        <a:buNone/>
        <a:defRPr sz="2400" b="0" i="0" kern="1200">
          <a:solidFill>
            <a:schemeClr val="accent1"/>
          </a:solidFill>
          <a:latin typeface="Arial" panose="020B0604020202020204" pitchFamily="34" charset="0"/>
          <a:ea typeface="+mj-ea"/>
          <a:cs typeface="Arial" panose="020B0604020202020204" pitchFamily="34" charset="0"/>
        </a:defRPr>
      </a:lvl1pPr>
    </p:titleStyle>
    <p:bodyStyle>
      <a:lvl1pPr marL="0" indent="0" algn="l" defTabSz="914400" rtl="0" eaLnBrk="1" latinLnBrk="0" hangingPunct="1">
        <a:lnSpc>
          <a:spcPct val="100000"/>
        </a:lnSpc>
        <a:spcBef>
          <a:spcPts val="0"/>
        </a:spcBef>
        <a:buFont typeface="Arial" panose="020B0604020202020204" pitchFamily="34" charset="0"/>
        <a:buNone/>
        <a:defRPr sz="1450" b="0" i="0" kern="1200">
          <a:solidFill>
            <a:schemeClr val="tx1"/>
          </a:solidFill>
          <a:latin typeface="Arial" panose="020B0604020202020204" pitchFamily="34" charset="0"/>
          <a:ea typeface="+mn-ea"/>
          <a:cs typeface="Arial" panose="020B0604020202020204" pitchFamily="34" charset="0"/>
        </a:defRPr>
      </a:lvl1pPr>
      <a:lvl2pPr marL="269875" indent="-269875" algn="l" defTabSz="914400" rtl="0" eaLnBrk="1" latinLnBrk="0" hangingPunct="1">
        <a:lnSpc>
          <a:spcPct val="100000"/>
        </a:lnSpc>
        <a:spcBef>
          <a:spcPts val="0"/>
        </a:spcBef>
        <a:buFont typeface="Arial" panose="020B0604020202020204" pitchFamily="34" charset="0"/>
        <a:buChar char="•"/>
        <a:tabLst/>
        <a:defRPr sz="1450" b="0" i="0" kern="1200">
          <a:solidFill>
            <a:schemeClr val="tx1"/>
          </a:solidFill>
          <a:latin typeface="Arial" panose="020B0604020202020204" pitchFamily="34" charset="0"/>
          <a:ea typeface="+mn-ea"/>
          <a:cs typeface="Arial" panose="020B0604020202020204" pitchFamily="34" charset="0"/>
        </a:defRPr>
      </a:lvl2pPr>
      <a:lvl3pPr marL="540000" indent="-270000" algn="l" defTabSz="914400" rtl="0" eaLnBrk="1" latinLnBrk="0" hangingPunct="1">
        <a:lnSpc>
          <a:spcPct val="100000"/>
        </a:lnSpc>
        <a:spcBef>
          <a:spcPts val="0"/>
        </a:spcBef>
        <a:buFont typeface="Arial" panose="020B0604020202020204" pitchFamily="34" charset="0"/>
        <a:buChar char="•"/>
        <a:tabLst/>
        <a:defRPr sz="1450" b="0" i="0" kern="1200">
          <a:solidFill>
            <a:schemeClr val="tx1"/>
          </a:solidFill>
          <a:latin typeface="Arial" panose="020B0604020202020204" pitchFamily="34" charset="0"/>
          <a:ea typeface="+mn-ea"/>
          <a:cs typeface="Arial" panose="020B0604020202020204" pitchFamily="34" charset="0"/>
        </a:defRPr>
      </a:lvl3pPr>
      <a:lvl4pPr marL="810000" indent="-269875" algn="l" defTabSz="914400" rtl="0" eaLnBrk="1" latinLnBrk="0" hangingPunct="1">
        <a:lnSpc>
          <a:spcPct val="100000"/>
        </a:lnSpc>
        <a:spcBef>
          <a:spcPts val="0"/>
        </a:spcBef>
        <a:buFont typeface="Arial" panose="020B0604020202020204" pitchFamily="34" charset="0"/>
        <a:buChar char="•"/>
        <a:tabLst/>
        <a:defRPr sz="1450" b="0" i="0" kern="1200">
          <a:solidFill>
            <a:schemeClr val="tx1"/>
          </a:solidFill>
          <a:latin typeface="Arial" panose="020B0604020202020204" pitchFamily="34" charset="0"/>
          <a:ea typeface="+mn-ea"/>
          <a:cs typeface="Arial" panose="020B0604020202020204" pitchFamily="34" charset="0"/>
        </a:defRPr>
      </a:lvl4pPr>
      <a:lvl5pPr marL="1080000" indent="-270000" algn="l" defTabSz="914400" rtl="0" eaLnBrk="1" latinLnBrk="0" hangingPunct="1">
        <a:lnSpc>
          <a:spcPct val="100000"/>
        </a:lnSpc>
        <a:spcBef>
          <a:spcPts val="0"/>
        </a:spcBef>
        <a:buFont typeface="Arial" panose="020B0604020202020204" pitchFamily="34" charset="0"/>
        <a:buChar char="•"/>
        <a:tabLst/>
        <a:defRPr sz="1450" b="0" i="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3840">
          <p15:clr>
            <a:srgbClr val="F26B43"/>
          </p15:clr>
        </p15:guide>
        <p15:guide id="3" pos="211">
          <p15:clr>
            <a:srgbClr val="F26B43"/>
          </p15:clr>
        </p15:guide>
        <p15:guide id="4" orient="horz" pos="391">
          <p15:clr>
            <a:srgbClr val="F26B43"/>
          </p15:clr>
        </p15:guide>
        <p15:guide id="5" orient="horz" pos="4133">
          <p15:clr>
            <a:srgbClr val="F26B43"/>
          </p15:clr>
        </p15:guide>
        <p15:guide id="6" pos="7491">
          <p15:clr>
            <a:srgbClr val="F26B43"/>
          </p15:clr>
        </p15:guide>
        <p15:guide id="7" orient="horz" pos="935">
          <p15:clr>
            <a:srgbClr val="F26B43"/>
          </p15:clr>
        </p15:guide>
        <p15:guide id="8" orient="horz" pos="777">
          <p15:clr>
            <a:srgbClr val="F26B43"/>
          </p15:clr>
        </p15:guide>
        <p15:guide id="9" orient="horz" pos="2160">
          <p15:clr>
            <a:srgbClr val="C35EA4"/>
          </p15:clr>
        </p15:guide>
        <p15:guide id="10" pos="3843">
          <p15:clr>
            <a:srgbClr val="C35E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01EDE2-7220-704C-A8E8-037FA57B8145}"/>
              </a:ext>
            </a:extLst>
          </p:cNvPr>
          <p:cNvSpPr>
            <a:spLocks noGrp="1"/>
          </p:cNvSpPr>
          <p:nvPr>
            <p:ph type="title"/>
          </p:nvPr>
        </p:nvSpPr>
        <p:spPr>
          <a:xfrm>
            <a:off x="360000" y="520259"/>
            <a:ext cx="11557000" cy="662782"/>
          </a:xfrm>
          <a:prstGeom prst="rect">
            <a:avLst/>
          </a:prstGeom>
        </p:spPr>
        <p:txBody>
          <a:bodyPr vert="horz" lIns="0" tIns="0" rIns="0" bIns="0" rtlCol="0" anchor="t" anchorCtr="0">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BFA454C-98EC-0946-BF98-DD0690DC8361}"/>
              </a:ext>
            </a:extLst>
          </p:cNvPr>
          <p:cNvSpPr>
            <a:spLocks noGrp="1"/>
          </p:cNvSpPr>
          <p:nvPr>
            <p:ph type="body" idx="1"/>
          </p:nvPr>
        </p:nvSpPr>
        <p:spPr>
          <a:xfrm>
            <a:off x="360000" y="1489295"/>
            <a:ext cx="8739669" cy="4351338"/>
          </a:xfrm>
          <a:prstGeom prst="rect">
            <a:avLst/>
          </a:prstGeom>
        </p:spPr>
        <p:txBody>
          <a:bodyPr vert="horz" lIns="0" tIns="0" rIns="0" bIns="0" rtlCol="0" anchor="t" anchorCtr="0">
            <a:no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Slide Number Placeholder 3">
            <a:extLst>
              <a:ext uri="{FF2B5EF4-FFF2-40B4-BE49-F238E27FC236}">
                <a16:creationId xmlns:a16="http://schemas.microsoft.com/office/drawing/2014/main" id="{EC070E16-AE24-5D78-2059-D50B348E09A8}"/>
              </a:ext>
            </a:extLst>
          </p:cNvPr>
          <p:cNvSpPr>
            <a:spLocks noGrp="1"/>
          </p:cNvSpPr>
          <p:nvPr>
            <p:ph type="sldNum" sz="quarter" idx="4"/>
          </p:nvPr>
        </p:nvSpPr>
        <p:spPr>
          <a:xfrm>
            <a:off x="11250384" y="6356350"/>
            <a:ext cx="805543" cy="365125"/>
          </a:xfrm>
          <a:prstGeom prst="rect">
            <a:avLst/>
          </a:prstGeom>
        </p:spPr>
        <p:txBody>
          <a:bodyPr vert="horz" lIns="90000" tIns="45720" rIns="91440" bIns="45720" rtlCol="0" anchor="ctr"/>
          <a:lstStyle>
            <a:lvl1pPr algn="r">
              <a:defRPr sz="1200" b="0" i="0">
                <a:solidFill>
                  <a:schemeClr val="tx1"/>
                </a:solidFill>
                <a:latin typeface="Mark OT" panose="020B0504020201010104" pitchFamily="34" charset="77"/>
              </a:defRPr>
            </a:lvl1pPr>
          </a:lstStyle>
          <a:p>
            <a:fld id="{BAC2A6A9-53A2-2444-B6D4-0E088C9CAE81}" type="slidenum">
              <a:rPr lang="en-US" smtClean="0"/>
              <a:pPr/>
              <a:t>‹#›</a:t>
            </a:fld>
            <a:endParaRPr lang="en-US"/>
          </a:p>
        </p:txBody>
      </p:sp>
      <p:sp>
        <p:nvSpPr>
          <p:cNvPr id="5" name="TextBox 4">
            <a:extLst>
              <a:ext uri="{FF2B5EF4-FFF2-40B4-BE49-F238E27FC236}">
                <a16:creationId xmlns:a16="http://schemas.microsoft.com/office/drawing/2014/main" id="{D74744BE-45B2-57B2-E057-E892D2EEA83C}"/>
              </a:ext>
            </a:extLst>
          </p:cNvPr>
          <p:cNvSpPr txBox="1"/>
          <p:nvPr userDrawn="1"/>
        </p:nvSpPr>
        <p:spPr>
          <a:xfrm>
            <a:off x="101600" y="6598974"/>
            <a:ext cx="1261884" cy="215444"/>
          </a:xfrm>
          <a:prstGeom prst="rect">
            <a:avLst/>
          </a:prstGeom>
          <a:noFill/>
        </p:spPr>
        <p:txBody>
          <a:bodyPr wrap="none" rtlCol="0">
            <a:spAutoFit/>
          </a:bodyPr>
          <a:lstStyle/>
          <a:p>
            <a:r>
              <a:rPr lang="en-US" sz="800" i="1"/>
              <a:t>INTERNAL USE ONLY</a:t>
            </a:r>
            <a:endParaRPr lang="en-AU" sz="800" i="1"/>
          </a:p>
        </p:txBody>
      </p:sp>
    </p:spTree>
    <p:extLst>
      <p:ext uri="{BB962C8B-B14F-4D97-AF65-F5344CB8AC3E}">
        <p14:creationId xmlns:p14="http://schemas.microsoft.com/office/powerpoint/2010/main" val="2710592768"/>
      </p:ext>
    </p:extLst>
  </p:cSld>
  <p:clrMap bg1="lt1" tx1="dk1" bg2="lt2" tx2="dk2" accent1="accent1" accent2="accent2" accent3="accent3" accent4="accent4" accent5="accent5" accent6="accent6" hlink="hlink" folHlink="folHlink"/>
  <p:sldLayoutIdLst>
    <p:sldLayoutId id="2147483971" r:id="rId1"/>
    <p:sldLayoutId id="2147483972" r:id="rId2"/>
    <p:sldLayoutId id="2147483973" r:id="rId3"/>
    <p:sldLayoutId id="2147483974" r:id="rId4"/>
    <p:sldLayoutId id="2147483975" r:id="rId5"/>
    <p:sldLayoutId id="2147483976" r:id="rId6"/>
    <p:sldLayoutId id="2147483977" r:id="rId7"/>
    <p:sldLayoutId id="2147483978" r:id="rId8"/>
    <p:sldLayoutId id="2147483979" r:id="rId9"/>
    <p:sldLayoutId id="2147483980" r:id="rId10"/>
    <p:sldLayoutId id="2147483981" r:id="rId11"/>
    <p:sldLayoutId id="2147483982" r:id="rId12"/>
    <p:sldLayoutId id="2147483983" r:id="rId13"/>
    <p:sldLayoutId id="2147483984" r:id="rId14"/>
    <p:sldLayoutId id="2147483985" r:id="rId15"/>
    <p:sldLayoutId id="2147483986" r:id="rId16"/>
    <p:sldLayoutId id="2147483987" r:id="rId17"/>
    <p:sldLayoutId id="2147483988" r:id="rId18"/>
    <p:sldLayoutId id="2147483989" r:id="rId19"/>
    <p:sldLayoutId id="2147483990" r:id="rId20"/>
    <p:sldLayoutId id="2147483991" r:id="rId21"/>
    <p:sldLayoutId id="2147483992" r:id="rId22"/>
    <p:sldLayoutId id="2147483993" r:id="rId23"/>
    <p:sldLayoutId id="2147483994" r:id="rId24"/>
    <p:sldLayoutId id="2147483995" r:id="rId25"/>
    <p:sldLayoutId id="2147483996" r:id="rId26"/>
    <p:sldLayoutId id="2147483997" r:id="rId27"/>
    <p:sldLayoutId id="2147483998" r:id="rId28"/>
    <p:sldLayoutId id="2147483999" r:id="rId29"/>
  </p:sldLayoutIdLst>
  <p:hf hdr="0" ftr="0" dt="0"/>
  <p:txStyles>
    <p:titleStyle>
      <a:lvl1pPr algn="l" defTabSz="914400" rtl="0" eaLnBrk="1" latinLnBrk="0" hangingPunct="1">
        <a:lnSpc>
          <a:spcPct val="100000"/>
        </a:lnSpc>
        <a:spcBef>
          <a:spcPct val="0"/>
        </a:spcBef>
        <a:buNone/>
        <a:defRPr sz="3400" b="0" i="0" kern="1200">
          <a:solidFill>
            <a:srgbClr val="151515"/>
          </a:solidFill>
          <a:latin typeface="Mark OT" panose="020B0504020201010104" pitchFamily="34" charset="77"/>
          <a:ea typeface="+mj-ea"/>
          <a:cs typeface="+mj-cs"/>
        </a:defRPr>
      </a:lvl1pPr>
    </p:titleStyle>
    <p:bodyStyle>
      <a:lvl1pPr marL="0" indent="0" algn="l" defTabSz="914400" rtl="0" eaLnBrk="1" latinLnBrk="0" hangingPunct="1">
        <a:lnSpc>
          <a:spcPct val="100000"/>
        </a:lnSpc>
        <a:spcBef>
          <a:spcPts val="0"/>
        </a:spcBef>
        <a:buFont typeface="Arial" panose="020B0604020202020204" pitchFamily="34" charset="0"/>
        <a:buNone/>
        <a:defRPr sz="1450" b="0" i="0" kern="1200">
          <a:solidFill>
            <a:srgbClr val="151515"/>
          </a:solidFill>
          <a:latin typeface="Mark OT" panose="020B0504020201010104" pitchFamily="34" charset="77"/>
          <a:ea typeface="+mn-ea"/>
          <a:cs typeface="+mn-cs"/>
        </a:defRPr>
      </a:lvl1pPr>
      <a:lvl2pPr marL="269875" indent="-269875" algn="l" defTabSz="914400" rtl="0" eaLnBrk="1" latinLnBrk="0" hangingPunct="1">
        <a:lnSpc>
          <a:spcPct val="100000"/>
        </a:lnSpc>
        <a:spcBef>
          <a:spcPts val="0"/>
        </a:spcBef>
        <a:buFont typeface="Arial" panose="020B0604020202020204" pitchFamily="34" charset="0"/>
        <a:buChar char="•"/>
        <a:tabLst/>
        <a:defRPr sz="1450" b="0" i="0" kern="1200">
          <a:solidFill>
            <a:srgbClr val="151515"/>
          </a:solidFill>
          <a:latin typeface="Mark OT" panose="020B0504020201010104" pitchFamily="34" charset="77"/>
          <a:ea typeface="+mn-ea"/>
          <a:cs typeface="+mn-cs"/>
        </a:defRPr>
      </a:lvl2pPr>
      <a:lvl3pPr marL="540000" indent="-270000" algn="l" defTabSz="914400" rtl="0" eaLnBrk="1" latinLnBrk="0" hangingPunct="1">
        <a:lnSpc>
          <a:spcPct val="100000"/>
        </a:lnSpc>
        <a:spcBef>
          <a:spcPts val="0"/>
        </a:spcBef>
        <a:buFont typeface="Arial" panose="020B0604020202020204" pitchFamily="34" charset="0"/>
        <a:buChar char="•"/>
        <a:tabLst/>
        <a:defRPr sz="1450" b="0" i="0" kern="1200">
          <a:solidFill>
            <a:srgbClr val="151515"/>
          </a:solidFill>
          <a:latin typeface="Mark OT" panose="020B0504020201010104" pitchFamily="34" charset="77"/>
          <a:ea typeface="+mn-ea"/>
          <a:cs typeface="+mn-cs"/>
        </a:defRPr>
      </a:lvl3pPr>
      <a:lvl4pPr marL="810000" indent="-269875" algn="l" defTabSz="914400" rtl="0" eaLnBrk="1" latinLnBrk="0" hangingPunct="1">
        <a:lnSpc>
          <a:spcPct val="100000"/>
        </a:lnSpc>
        <a:spcBef>
          <a:spcPts val="0"/>
        </a:spcBef>
        <a:buFont typeface="Arial" panose="020B0604020202020204" pitchFamily="34" charset="0"/>
        <a:buChar char="•"/>
        <a:tabLst/>
        <a:defRPr sz="1450" b="0" i="0" kern="1200">
          <a:solidFill>
            <a:srgbClr val="151515"/>
          </a:solidFill>
          <a:latin typeface="Mark OT" panose="020B0504020201010104" pitchFamily="34" charset="77"/>
          <a:ea typeface="+mn-ea"/>
          <a:cs typeface="+mn-cs"/>
        </a:defRPr>
      </a:lvl4pPr>
      <a:lvl5pPr marL="1080000" indent="-270000" algn="l" defTabSz="914400" rtl="0" eaLnBrk="1" latinLnBrk="0" hangingPunct="1">
        <a:lnSpc>
          <a:spcPct val="100000"/>
        </a:lnSpc>
        <a:spcBef>
          <a:spcPts val="0"/>
        </a:spcBef>
        <a:buFont typeface="Arial" panose="020B0604020202020204" pitchFamily="34" charset="0"/>
        <a:buChar char="•"/>
        <a:tabLst/>
        <a:defRPr sz="1450" b="0" i="0" kern="1200">
          <a:solidFill>
            <a:srgbClr val="151515"/>
          </a:solidFill>
          <a:latin typeface="Mark OT" panose="020B0504020201010104"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11">
          <p15:clr>
            <a:srgbClr val="F26B43"/>
          </p15:clr>
        </p15:guide>
        <p15:guide id="4" orient="horz" pos="391">
          <p15:clr>
            <a:srgbClr val="F26B43"/>
          </p15:clr>
        </p15:guide>
        <p15:guide id="5" orient="horz" pos="4133">
          <p15:clr>
            <a:srgbClr val="F26B43"/>
          </p15:clr>
        </p15:guide>
        <p15:guide id="6" pos="7491">
          <p15:clr>
            <a:srgbClr val="F26B43"/>
          </p15:clr>
        </p15:guide>
        <p15:guide id="7" orient="horz" pos="958">
          <p15:clr>
            <a:srgbClr val="F26B43"/>
          </p15:clr>
        </p15:guide>
        <p15:guide id="8" orient="horz" pos="777">
          <p15:clr>
            <a:srgbClr val="F26B43"/>
          </p15:clr>
        </p15:guide>
        <p15:guide id="9" pos="4135">
          <p15:clr>
            <a:srgbClr val="F26B43"/>
          </p15:clr>
        </p15:guide>
        <p15:guide id="10" pos="3545">
          <p15:clr>
            <a:srgbClr val="F26B43"/>
          </p15:clr>
        </p15:guide>
        <p15:guide id="11" pos="5223">
          <p15:clr>
            <a:srgbClr val="F26B43"/>
          </p15:clr>
        </p15:guide>
        <p15:guide id="12" pos="270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microsoft.com/office/2007/relationships/hdphoto" Target="../media/hdphoto1.wdp"/><Relationship Id="rId2" Type="http://schemas.openxmlformats.org/officeDocument/2006/relationships/slideLayout" Target="../slideLayouts/slideLayout308.xml"/><Relationship Id="rId1" Type="http://schemas.openxmlformats.org/officeDocument/2006/relationships/tags" Target="../tags/tag247.xml"/><Relationship Id="rId6" Type="http://schemas.openxmlformats.org/officeDocument/2006/relationships/image" Target="../media/image15.png"/><Relationship Id="rId5" Type="http://schemas.openxmlformats.org/officeDocument/2006/relationships/image" Target="../media/image2.emf"/><Relationship Id="rId4" Type="http://schemas.openxmlformats.org/officeDocument/2006/relationships/oleObject" Target="../embeddings/oleObject235.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84.xml"/><Relationship Id="rId1" Type="http://schemas.openxmlformats.org/officeDocument/2006/relationships/tags" Target="../tags/tag248.xml"/><Relationship Id="rId5" Type="http://schemas.openxmlformats.org/officeDocument/2006/relationships/image" Target="../media/image2.emf"/><Relationship Id="rId4" Type="http://schemas.openxmlformats.org/officeDocument/2006/relationships/oleObject" Target="../embeddings/oleObject236.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84.xml"/><Relationship Id="rId1" Type="http://schemas.openxmlformats.org/officeDocument/2006/relationships/tags" Target="../tags/tag249.xml"/><Relationship Id="rId5" Type="http://schemas.openxmlformats.org/officeDocument/2006/relationships/image" Target="../media/image2.emf"/><Relationship Id="rId4" Type="http://schemas.openxmlformats.org/officeDocument/2006/relationships/oleObject" Target="../embeddings/oleObject236.bin"/></Relationships>
</file>

<file path=ppt/slides/_rels/slide4.xml.rels><?xml version="1.0" encoding="UTF-8" standalone="yes"?>
<Relationships xmlns="http://schemas.openxmlformats.org/package/2006/relationships"><Relationship Id="rId3" Type="http://schemas.microsoft.com/office/2018/10/relationships/comments" Target="../comments/modernComment_132_F9F91928.xml"/><Relationship Id="rId2" Type="http://schemas.openxmlformats.org/officeDocument/2006/relationships/notesSlide" Target="../notesSlides/notesSlide4.xml"/><Relationship Id="rId1" Type="http://schemas.openxmlformats.org/officeDocument/2006/relationships/slideLayout" Target="../slideLayouts/slideLayout326.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4.xml"/><Relationship Id="rId1" Type="http://schemas.openxmlformats.org/officeDocument/2006/relationships/tags" Target="../tags/tag250.xml"/><Relationship Id="rId6" Type="http://schemas.openxmlformats.org/officeDocument/2006/relationships/chart" Target="../charts/chart1.xml"/><Relationship Id="rId5" Type="http://schemas.openxmlformats.org/officeDocument/2006/relationships/image" Target="../media/image2.emf"/><Relationship Id="rId4" Type="http://schemas.openxmlformats.org/officeDocument/2006/relationships/oleObject" Target="../embeddings/oleObject237.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84.xml"/><Relationship Id="rId1" Type="http://schemas.openxmlformats.org/officeDocument/2006/relationships/tags" Target="../tags/tag251.xml"/><Relationship Id="rId5" Type="http://schemas.openxmlformats.org/officeDocument/2006/relationships/image" Target="../media/image2.emf"/><Relationship Id="rId4" Type="http://schemas.openxmlformats.org/officeDocument/2006/relationships/oleObject" Target="../embeddings/oleObject237.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84.xml"/><Relationship Id="rId1" Type="http://schemas.openxmlformats.org/officeDocument/2006/relationships/tags" Target="../tags/tag252.xml"/><Relationship Id="rId6" Type="http://schemas.openxmlformats.org/officeDocument/2006/relationships/chart" Target="../charts/chart2.xml"/><Relationship Id="rId5" Type="http://schemas.openxmlformats.org/officeDocument/2006/relationships/image" Target="../media/image2.emf"/><Relationship Id="rId4" Type="http://schemas.openxmlformats.org/officeDocument/2006/relationships/oleObject" Target="../embeddings/oleObject237.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4.xml"/><Relationship Id="rId1" Type="http://schemas.openxmlformats.org/officeDocument/2006/relationships/tags" Target="../tags/tag253.xml"/><Relationship Id="rId5" Type="http://schemas.openxmlformats.org/officeDocument/2006/relationships/image" Target="../media/image2.emf"/><Relationship Id="rId4" Type="http://schemas.openxmlformats.org/officeDocument/2006/relationships/oleObject" Target="../embeddings/oleObject237.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A4A6D7F-E1A8-A66B-F320-6E092E068F18}"/>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84" imgH="486" progId="TCLayout.ActiveDocument.1">
                  <p:embed/>
                </p:oleObj>
              </mc:Choice>
              <mc:Fallback>
                <p:oleObj name="think-cell Slide" r:id="rId4" imgW="484" imgH="486" progId="TCLayout.ActiveDocument.1">
                  <p:embed/>
                  <p:pic>
                    <p:nvPicPr>
                      <p:cNvPr id="3" name="think-cell data - do not delete" hidden="1">
                        <a:extLst>
                          <a:ext uri="{FF2B5EF4-FFF2-40B4-BE49-F238E27FC236}">
                            <a16:creationId xmlns:a16="http://schemas.microsoft.com/office/drawing/2014/main" id="{4A4A6D7F-E1A8-A66B-F320-6E092E068F1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12" name="Picture Placeholder 5">
            <a:extLst>
              <a:ext uri="{FF2B5EF4-FFF2-40B4-BE49-F238E27FC236}">
                <a16:creationId xmlns:a16="http://schemas.microsoft.com/office/drawing/2014/main" id="{F78BC274-167F-63F5-D344-8F977B9A3D64}"/>
              </a:ext>
            </a:extLst>
          </p:cNvPr>
          <p:cNvPicPr>
            <a:picLocks noChangeAspect="1"/>
          </p:cNvPicPr>
          <p:nvPr/>
        </p:nvPicPr>
        <p:blipFill>
          <a:blip r:embed="rId6">
            <a:alphaModFix amt="35000"/>
            <a:extLst>
              <a:ext uri="{BEBA8EAE-BF5A-486C-A8C5-ECC9F3942E4B}">
                <a14:imgProps xmlns:a14="http://schemas.microsoft.com/office/drawing/2010/main">
                  <a14:imgLayer r:embed="rId7">
                    <a14:imgEffect>
                      <a14:saturation sat="66000"/>
                    </a14:imgEffect>
                  </a14:imgLayer>
                </a14:imgProps>
              </a:ext>
            </a:extLst>
          </a:blip>
          <a:srcRect l="1540" t="6590" r="166" b="10312"/>
          <a:stretch/>
        </p:blipFill>
        <p:spPr>
          <a:xfrm>
            <a:off x="-1109" y="0"/>
            <a:ext cx="12193109" cy="6858000"/>
          </a:xfrm>
          <a:prstGeom prst="rect">
            <a:avLst/>
          </a:prstGeom>
        </p:spPr>
      </p:pic>
      <p:sp>
        <p:nvSpPr>
          <p:cNvPr id="10" name="Title 1">
            <a:extLst>
              <a:ext uri="{FF2B5EF4-FFF2-40B4-BE49-F238E27FC236}">
                <a16:creationId xmlns:a16="http://schemas.microsoft.com/office/drawing/2014/main" id="{2CACBFBD-4D85-10EA-1A74-FD11B6EFA1D1}"/>
              </a:ext>
            </a:extLst>
          </p:cNvPr>
          <p:cNvSpPr>
            <a:spLocks noGrp="1"/>
          </p:cNvSpPr>
          <p:nvPr>
            <p:ph type="ctrTitle"/>
          </p:nvPr>
        </p:nvSpPr>
        <p:spPr>
          <a:xfrm>
            <a:off x="374901" y="2144158"/>
            <a:ext cx="10687792" cy="1954600"/>
          </a:xfrm>
        </p:spPr>
        <p:txBody>
          <a:bodyPr vert="horz">
            <a:normAutofit fontScale="90000"/>
          </a:bodyPr>
          <a:lstStyle/>
          <a:p>
            <a:r>
              <a:rPr lang="en-US" sz="4800" dirty="0">
                <a:latin typeface="MarkOT "/>
              </a:rPr>
              <a:t>TDD People Cost Forecast</a:t>
            </a:r>
            <a:br>
              <a:rPr lang="en-US" sz="4800" dirty="0">
                <a:latin typeface="MarkOT "/>
              </a:rPr>
            </a:br>
            <a:r>
              <a:rPr lang="en-US" sz="4800" dirty="0">
                <a:latin typeface="MarkOT "/>
              </a:rPr>
              <a:t>FY26 &amp; FY27</a:t>
            </a:r>
            <a:br>
              <a:rPr lang="en-US" sz="4800" dirty="0">
                <a:latin typeface="MarkOT "/>
              </a:rPr>
            </a:br>
            <a:endParaRPr lang="en-US" sz="4800" dirty="0">
              <a:solidFill>
                <a:schemeClr val="tx1"/>
              </a:solidFill>
              <a:highlight>
                <a:srgbClr val="FFFF00"/>
              </a:highlight>
              <a:latin typeface="MarkOT "/>
            </a:endParaRPr>
          </a:p>
        </p:txBody>
      </p:sp>
    </p:spTree>
    <p:extLst>
      <p:ext uri="{BB962C8B-B14F-4D97-AF65-F5344CB8AC3E}">
        <p14:creationId xmlns:p14="http://schemas.microsoft.com/office/powerpoint/2010/main" val="13753352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50">
          <a:extLst>
            <a:ext uri="{FF2B5EF4-FFF2-40B4-BE49-F238E27FC236}">
              <a16:creationId xmlns:a16="http://schemas.microsoft.com/office/drawing/2014/main" id="{CC22ABDA-2738-5EE7-B5AD-0CFCC3375D4C}"/>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5825FE0-367F-118F-ABC3-8779A05DCE50}"/>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3" name="think-cell data - do not delete" hidden="1">
                        <a:extLst>
                          <a:ext uri="{FF2B5EF4-FFF2-40B4-BE49-F238E27FC236}">
                            <a16:creationId xmlns:a16="http://schemas.microsoft.com/office/drawing/2014/main" id="{45825FE0-367F-118F-ABC3-8779A05DCE5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451" name="Google Shape;2451;g32ea127f990_0_0">
            <a:extLst>
              <a:ext uri="{FF2B5EF4-FFF2-40B4-BE49-F238E27FC236}">
                <a16:creationId xmlns:a16="http://schemas.microsoft.com/office/drawing/2014/main" id="{215234C9-2E8F-6EAF-3233-7DC353B66D73}"/>
              </a:ext>
            </a:extLst>
          </p:cNvPr>
          <p:cNvSpPr txBox="1"/>
          <p:nvPr/>
        </p:nvSpPr>
        <p:spPr>
          <a:xfrm>
            <a:off x="442913" y="430514"/>
            <a:ext cx="11306100" cy="2760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85000"/>
              </a:lnSpc>
              <a:spcBef>
                <a:spcPts val="0"/>
              </a:spcBef>
              <a:spcAft>
                <a:spcPts val="0"/>
              </a:spcAft>
              <a:buClr>
                <a:srgbClr val="18249C"/>
              </a:buClr>
              <a:buSzPts val="2700"/>
              <a:buFont typeface="Arial"/>
              <a:buNone/>
              <a:tabLst/>
              <a:defRPr/>
            </a:pPr>
            <a:endParaRPr kumimoji="0" lang="en-AU" sz="3200" b="1" i="0" u="none" strike="noStrike" kern="1200" cap="none" spc="0" normalizeH="0" baseline="0" noProof="0">
              <a:ln>
                <a:noFill/>
              </a:ln>
              <a:solidFill>
                <a:srgbClr val="000000"/>
              </a:solidFill>
              <a:effectLst/>
              <a:uLnTx/>
              <a:uFillTx/>
              <a:latin typeface="MarkOT"/>
              <a:ea typeface="Arial"/>
              <a:cs typeface="Arial"/>
              <a:sym typeface="Arial"/>
            </a:endParaRPr>
          </a:p>
        </p:txBody>
      </p:sp>
      <p:sp>
        <p:nvSpPr>
          <p:cNvPr id="13" name="Title 1">
            <a:extLst>
              <a:ext uri="{FF2B5EF4-FFF2-40B4-BE49-F238E27FC236}">
                <a16:creationId xmlns:a16="http://schemas.microsoft.com/office/drawing/2014/main" id="{3920EBE7-6E8E-7DA9-D9DB-4DDC092BE934}"/>
              </a:ext>
            </a:extLst>
          </p:cNvPr>
          <p:cNvSpPr txBox="1">
            <a:spLocks/>
          </p:cNvSpPr>
          <p:nvPr/>
        </p:nvSpPr>
        <p:spPr>
          <a:xfrm>
            <a:off x="442913" y="430514"/>
            <a:ext cx="11306100" cy="743700"/>
          </a:xfrm>
          <a:prstGeom prst="rect">
            <a:avLst/>
          </a:prstGeom>
          <a:noFill/>
          <a:ln>
            <a:noFill/>
          </a:ln>
        </p:spPr>
        <p:txBody>
          <a:bodyPr spcFirstLastPara="1" vert="horz" wrap="square" lIns="0" tIns="0" rIns="0" bIns="0" rtlCol="0" anchor="t" anchorCtr="0">
            <a:noAutofit/>
          </a:bodyPr>
          <a:lstStyle>
            <a:lvl1pPr marR="0" lvl="0" algn="l" defTabSz="914400" rtl="0" eaLnBrk="1" latinLnBrk="0" hangingPunct="1">
              <a:lnSpc>
                <a:spcPct val="85000"/>
              </a:lnSpc>
              <a:spcBef>
                <a:spcPts val="0"/>
              </a:spcBef>
              <a:spcAft>
                <a:spcPts val="0"/>
              </a:spcAft>
              <a:buClr>
                <a:schemeClr val="accent1"/>
              </a:buClr>
              <a:buSzPts val="2700"/>
              <a:buNone/>
              <a:defRPr sz="2700" b="1" i="0" u="none" strike="noStrike" kern="1200" cap="none">
                <a:solidFill>
                  <a:schemeClr val="accent1"/>
                </a:solidFill>
                <a:latin typeface="Arial" panose="020B0604020202020204" pitchFamily="34" charset="0"/>
                <a:ea typeface="+mj-ea"/>
                <a:cs typeface="Arial" panose="020B0604020202020204" pitchFamily="34" charset="0"/>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pPr marL="0" marR="0" lvl="0" indent="0" algn="l" defTabSz="914400" rtl="0" eaLnBrk="1" fontAlgn="auto" latinLnBrk="0" hangingPunct="1">
              <a:lnSpc>
                <a:spcPct val="85000"/>
              </a:lnSpc>
              <a:spcBef>
                <a:spcPts val="0"/>
              </a:spcBef>
              <a:spcAft>
                <a:spcPts val="0"/>
              </a:spcAft>
              <a:buClr>
                <a:srgbClr val="18249C"/>
              </a:buClr>
              <a:buSzPts val="2700"/>
              <a:buFontTx/>
              <a:buNone/>
              <a:tabLst/>
              <a:defRPr/>
            </a:pPr>
            <a:r>
              <a:rPr kumimoji="0" lang="en-US" sz="2400" b="0" i="0" u="none" strike="noStrike" kern="1200" cap="none" spc="0" normalizeH="0" baseline="0" noProof="0">
                <a:ln>
                  <a:noFill/>
                </a:ln>
                <a:solidFill>
                  <a:srgbClr val="000000"/>
                </a:solidFill>
                <a:effectLst/>
                <a:uLnTx/>
                <a:uFillTx/>
                <a:latin typeface="MarkOT"/>
                <a:ea typeface="+mj-ea"/>
                <a:cs typeface="Arial"/>
              </a:rPr>
              <a:t>Executive Summary</a:t>
            </a:r>
          </a:p>
        </p:txBody>
      </p:sp>
      <p:sp>
        <p:nvSpPr>
          <p:cNvPr id="7" name="Rectangle 6">
            <a:extLst>
              <a:ext uri="{FF2B5EF4-FFF2-40B4-BE49-F238E27FC236}">
                <a16:creationId xmlns:a16="http://schemas.microsoft.com/office/drawing/2014/main" id="{3D16E257-DFFC-705D-86F9-2A9241F1BD4A}"/>
              </a:ext>
            </a:extLst>
          </p:cNvPr>
          <p:cNvSpPr/>
          <p:nvPr/>
        </p:nvSpPr>
        <p:spPr>
          <a:xfrm>
            <a:off x="442913" y="1174214"/>
            <a:ext cx="3744624" cy="81533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arkOT" panose="020B0504020201010104" pitchFamily="34" charset="0"/>
                <a:ea typeface="+mn-ea"/>
                <a:cs typeface="+mn-cs"/>
              </a:rPr>
              <a:t>TDD Operating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arkOT" panose="020B0504020201010104" pitchFamily="34" charset="0"/>
                <a:ea typeface="+mn-ea"/>
                <a:cs typeface="+mn-cs"/>
              </a:rPr>
              <a:t> Model </a:t>
            </a:r>
          </a:p>
        </p:txBody>
      </p:sp>
      <p:sp>
        <p:nvSpPr>
          <p:cNvPr id="9" name="Rectangle 8">
            <a:extLst>
              <a:ext uri="{FF2B5EF4-FFF2-40B4-BE49-F238E27FC236}">
                <a16:creationId xmlns:a16="http://schemas.microsoft.com/office/drawing/2014/main" id="{C743C9B7-6333-DE3D-EC7E-FD8CED52BF7E}"/>
              </a:ext>
            </a:extLst>
          </p:cNvPr>
          <p:cNvSpPr/>
          <p:nvPr/>
        </p:nvSpPr>
        <p:spPr>
          <a:xfrm>
            <a:off x="4259765" y="1174214"/>
            <a:ext cx="3744624" cy="81533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arkOT" panose="020B0504020201010104" pitchFamily="34" charset="0"/>
                <a:ea typeface="+mn-ea"/>
                <a:cs typeface="+mn-cs"/>
              </a:rPr>
              <a:t>Operating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arkOT" panose="020B0504020201010104" pitchFamily="34" charset="0"/>
                <a:ea typeface="+mn-ea"/>
                <a:cs typeface="+mn-cs"/>
              </a:rPr>
              <a:t>Model Implications</a:t>
            </a:r>
          </a:p>
        </p:txBody>
      </p:sp>
      <p:sp>
        <p:nvSpPr>
          <p:cNvPr id="11" name="Rectangle 10">
            <a:extLst>
              <a:ext uri="{FF2B5EF4-FFF2-40B4-BE49-F238E27FC236}">
                <a16:creationId xmlns:a16="http://schemas.microsoft.com/office/drawing/2014/main" id="{51CA1242-057A-38C0-1DC5-E41A7B82E287}"/>
              </a:ext>
            </a:extLst>
          </p:cNvPr>
          <p:cNvSpPr/>
          <p:nvPr/>
        </p:nvSpPr>
        <p:spPr>
          <a:xfrm>
            <a:off x="8076617" y="1174213"/>
            <a:ext cx="3744624" cy="81533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arkOT" panose="020B0504020201010104" pitchFamily="34" charset="0"/>
                <a:ea typeface="+mn-ea"/>
                <a:cs typeface="+mn-cs"/>
              </a:rPr>
              <a:t>Operating Model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arkOT" panose="020B0504020201010104" pitchFamily="34" charset="0"/>
                <a:ea typeface="+mn-ea"/>
                <a:cs typeface="+mn-cs"/>
              </a:rPr>
              <a:t>Cost with Budget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MarkOT" panose="020B0504020201010104" pitchFamily="34" charset="0"/>
                <a:ea typeface="+mn-ea"/>
                <a:cs typeface="+mn-cs"/>
              </a:rPr>
              <a:t>Guidance</a:t>
            </a:r>
          </a:p>
        </p:txBody>
      </p:sp>
      <p:sp>
        <p:nvSpPr>
          <p:cNvPr id="16" name="Rectangle 15">
            <a:extLst>
              <a:ext uri="{FF2B5EF4-FFF2-40B4-BE49-F238E27FC236}">
                <a16:creationId xmlns:a16="http://schemas.microsoft.com/office/drawing/2014/main" id="{0F409F6C-47ED-E3A0-68C7-68E574C30B80}"/>
              </a:ext>
            </a:extLst>
          </p:cNvPr>
          <p:cNvSpPr/>
          <p:nvPr/>
        </p:nvSpPr>
        <p:spPr>
          <a:xfrm>
            <a:off x="442913" y="2058249"/>
            <a:ext cx="3744624" cy="382300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The operating model moves TDD from a functionally </a:t>
            </a:r>
            <a:r>
              <a:rPr kumimoji="0" lang="en-US" sz="1200" b="0" i="0" u="none" strike="noStrike" kern="1200" cap="none" spc="0" normalizeH="0" baseline="0" noProof="0" err="1">
                <a:ln>
                  <a:noFill/>
                </a:ln>
                <a:solidFill>
                  <a:srgbClr val="000000"/>
                </a:solidFill>
                <a:effectLst/>
                <a:uLnTx/>
                <a:uFillTx/>
                <a:latin typeface="MarkOT" panose="020B0504020201010104" pitchFamily="34" charset="0"/>
                <a:ea typeface="+mn-ea"/>
                <a:cs typeface="+mn-cs"/>
              </a:rPr>
              <a:t>organised</a:t>
            </a: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 technology team to a </a:t>
            </a:r>
            <a:r>
              <a:rPr kumimoji="0" lang="en-US" sz="1200" b="1" i="0" u="none" strike="noStrike" kern="1200" cap="none" spc="0" normalizeH="0" baseline="0" noProof="0">
                <a:ln>
                  <a:noFill/>
                </a:ln>
                <a:solidFill>
                  <a:srgbClr val="000000"/>
                </a:solidFill>
                <a:effectLst/>
                <a:uLnTx/>
                <a:uFillTx/>
                <a:latin typeface="MarkOT" panose="020B0504020201010104" pitchFamily="34" charset="0"/>
                <a:ea typeface="+mn-ea"/>
                <a:cs typeface="+mn-cs"/>
              </a:rPr>
              <a:t>business-aligned platform </a:t>
            </a:r>
            <a:r>
              <a:rPr kumimoji="0" lang="en-US" sz="1200" b="1" i="0" u="none" strike="noStrike" kern="1200" cap="none" spc="0" normalizeH="0" baseline="0" noProof="0" err="1">
                <a:ln>
                  <a:noFill/>
                </a:ln>
                <a:solidFill>
                  <a:srgbClr val="000000"/>
                </a:solidFill>
                <a:effectLst/>
                <a:uLnTx/>
                <a:uFillTx/>
                <a:latin typeface="MarkOT" panose="020B0504020201010104" pitchFamily="34" charset="0"/>
                <a:ea typeface="+mn-ea"/>
                <a:cs typeface="+mn-cs"/>
              </a:rPr>
              <a:t>organisation</a:t>
            </a: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By aligning portfolios, platforms and squads to business outcomes, the model improves accountability, simplifies engagement, increases transparency of technology investment, establishes clearer ownership of delivery outcomes.</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000000"/>
              </a:solidFill>
              <a:effectLst/>
              <a:uLnTx/>
              <a:uFillTx/>
              <a:latin typeface="MarkOT" panose="020B05040202010101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MarkOT" panose="020B0504020201010104" pitchFamily="34" charset="0"/>
                <a:ea typeface="+mn-ea"/>
                <a:cs typeface="+mn-cs"/>
              </a:rPr>
              <a:t>The planned TDD operating model will have 12 portfolios, 24 platforms, 41 squads.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1" i="0" u="none" strike="noStrike" kern="1200" cap="none" spc="0" normalizeH="0" baseline="0" noProof="0">
              <a:ln>
                <a:noFill/>
              </a:ln>
              <a:solidFill>
                <a:srgbClr val="000000"/>
              </a:solidFill>
              <a:effectLst/>
              <a:uLnTx/>
              <a:uFillTx/>
              <a:latin typeface="MarkOT" panose="020B05040202010101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The model includes </a:t>
            </a:r>
            <a:r>
              <a:rPr kumimoji="0" lang="en-US" sz="1200" b="1" i="0" u="none" strike="noStrike" kern="1200" cap="none" spc="0" normalizeH="0" baseline="0" noProof="0">
                <a:ln>
                  <a:noFill/>
                </a:ln>
                <a:solidFill>
                  <a:srgbClr val="000000"/>
                </a:solidFill>
                <a:effectLst/>
                <a:uLnTx/>
                <a:uFillTx/>
                <a:latin typeface="MarkOT" panose="020B0504020201010104" pitchFamily="34" charset="0"/>
                <a:ea typeface="+mn-ea"/>
                <a:cs typeface="+mn-cs"/>
              </a:rPr>
              <a:t>97 funded incremental roles, </a:t>
            </a: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from</a:t>
            </a:r>
            <a:r>
              <a:rPr kumimoji="0" lang="en-US" sz="1200" b="1" i="0" u="none" strike="noStrike" kern="1200" cap="none" spc="0" normalizeH="0" baseline="0" noProof="0">
                <a:ln>
                  <a:noFill/>
                </a:ln>
                <a:solidFill>
                  <a:srgbClr val="000000"/>
                </a:solidFill>
                <a:effectLst/>
                <a:uLnTx/>
                <a:uFillTx/>
                <a:latin typeface="MarkOT" panose="020B0504020201010104" pitchFamily="34" charset="0"/>
                <a:ea typeface="+mn-ea"/>
                <a:cs typeface="+mn-cs"/>
              </a:rPr>
              <a:t> </a:t>
            </a: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420</a:t>
            </a: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sym typeface="Wingdings" panose="05000000000000000000" pitchFamily="2" charset="2"/>
              </a:rPr>
              <a:t> FTE to 517 FTE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sym typeface="Wingdings" panose="05000000000000000000" pitchFamily="2" charset="2"/>
              </a:rPr>
              <a:t>66 onshore roles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sym typeface="Wingdings" panose="05000000000000000000" pitchFamily="2" charset="2"/>
              </a:rPr>
              <a:t>31 offshore roles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sym typeface="Wingdings" panose="05000000000000000000" pitchFamily="2" charset="2"/>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endParaRPr>
          </a:p>
        </p:txBody>
      </p:sp>
      <p:sp>
        <p:nvSpPr>
          <p:cNvPr id="19" name="Rectangle 18">
            <a:extLst>
              <a:ext uri="{FF2B5EF4-FFF2-40B4-BE49-F238E27FC236}">
                <a16:creationId xmlns:a16="http://schemas.microsoft.com/office/drawing/2014/main" id="{DE09359D-74A6-2682-84D8-DC42FBFE783F}"/>
              </a:ext>
            </a:extLst>
          </p:cNvPr>
          <p:cNvSpPr/>
          <p:nvPr/>
        </p:nvSpPr>
        <p:spPr>
          <a:xfrm>
            <a:off x="4259765" y="2058249"/>
            <a:ext cx="3744624" cy="382300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err="1">
                <a:ln>
                  <a:noFill/>
                </a:ln>
                <a:solidFill>
                  <a:srgbClr val="000000"/>
                </a:solidFill>
                <a:effectLst/>
                <a:uLnTx/>
                <a:uFillTx/>
                <a:latin typeface="MarkOT" panose="020B0504020201010104" pitchFamily="34" charset="0"/>
                <a:ea typeface="+mn-ea"/>
                <a:cs typeface="+mn-cs"/>
              </a:rPr>
              <a:t>Optimised</a:t>
            </a:r>
            <a:r>
              <a:rPr kumimoji="0" lang="en-US" sz="1200" b="1" i="0" u="none" strike="noStrike" kern="1200" cap="none" spc="0" normalizeH="0" baseline="0" noProof="0">
                <a:ln>
                  <a:noFill/>
                </a:ln>
                <a:solidFill>
                  <a:srgbClr val="000000"/>
                </a:solidFill>
                <a:effectLst/>
                <a:uLnTx/>
                <a:uFillTx/>
                <a:latin typeface="MarkOT" panose="020B0504020201010104" pitchFamily="34" charset="0"/>
                <a:ea typeface="+mn-ea"/>
                <a:cs typeface="+mn-cs"/>
              </a:rPr>
              <a:t> Spans &amp; layers, t</a:t>
            </a: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he redesigned structure is materially flatter, reducing management density from approximately </a:t>
            </a:r>
            <a:r>
              <a:rPr kumimoji="0" lang="en-US" sz="1200" b="1" i="0" u="none" strike="noStrike" kern="1200" cap="none" spc="0" normalizeH="0" baseline="0" noProof="0">
                <a:ln>
                  <a:noFill/>
                </a:ln>
                <a:solidFill>
                  <a:srgbClr val="000000"/>
                </a:solidFill>
                <a:effectLst/>
                <a:uLnTx/>
                <a:uFillTx/>
                <a:latin typeface="MarkOT" panose="020B0504020201010104" pitchFamily="34" charset="0"/>
                <a:ea typeface="+mn-ea"/>
                <a:cs typeface="+mn-cs"/>
              </a:rPr>
              <a:t>24% to 16%</a:t>
            </a: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 and increasing average leadership spans from </a:t>
            </a:r>
            <a:r>
              <a:rPr kumimoji="0" lang="en-US" sz="1200" b="1" i="0" u="none" strike="noStrike" kern="1200" cap="none" spc="0" normalizeH="0" baseline="0" noProof="0">
                <a:ln>
                  <a:noFill/>
                </a:ln>
                <a:solidFill>
                  <a:srgbClr val="000000"/>
                </a:solidFill>
                <a:effectLst/>
                <a:uLnTx/>
                <a:uFillTx/>
                <a:latin typeface="MarkOT" panose="020B0504020201010104" pitchFamily="34" charset="0"/>
                <a:ea typeface="+mn-ea"/>
                <a:cs typeface="+mn-cs"/>
              </a:rPr>
              <a:t>4.2 to 6.3 </a:t>
            </a: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employees, enabling a greater proportion of resources to be directed toward value delivery rather than </a:t>
            </a:r>
            <a:r>
              <a:rPr kumimoji="0" lang="en-US" sz="1200" b="0" i="0" u="none" strike="noStrike" kern="1200" cap="none" spc="0" normalizeH="0" baseline="0" noProof="0" err="1">
                <a:ln>
                  <a:noFill/>
                </a:ln>
                <a:solidFill>
                  <a:srgbClr val="000000"/>
                </a:solidFill>
                <a:effectLst/>
                <a:uLnTx/>
                <a:uFillTx/>
                <a:latin typeface="MarkOT" panose="020B0504020201010104" pitchFamily="34" charset="0"/>
                <a:ea typeface="+mn-ea"/>
                <a:cs typeface="+mn-cs"/>
              </a:rPr>
              <a:t>organisational</a:t>
            </a: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 overhead.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1" i="0" u="none" strike="noStrike" kern="1200" cap="none" spc="0" normalizeH="0" baseline="0" noProof="0">
              <a:ln>
                <a:noFill/>
              </a:ln>
              <a:solidFill>
                <a:srgbClr val="000000"/>
              </a:solidFill>
              <a:effectLst/>
              <a:uLnTx/>
              <a:uFillTx/>
              <a:latin typeface="MarkOT" panose="020B05040202010101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err="1">
                <a:ln>
                  <a:noFill/>
                </a:ln>
                <a:solidFill>
                  <a:srgbClr val="000000"/>
                </a:solidFill>
                <a:effectLst/>
                <a:uLnTx/>
                <a:uFillTx/>
                <a:latin typeface="MarkOT" panose="020B0504020201010104" pitchFamily="34" charset="0"/>
                <a:ea typeface="+mn-ea"/>
                <a:cs typeface="+mn-cs"/>
              </a:rPr>
              <a:t>Labour</a:t>
            </a:r>
            <a:r>
              <a:rPr kumimoji="0" lang="en-US" sz="1200" b="1" i="0" u="none" strike="noStrike" kern="1200" cap="none" spc="0" normalizeH="0" baseline="0" noProof="0">
                <a:ln>
                  <a:noFill/>
                </a:ln>
                <a:solidFill>
                  <a:srgbClr val="000000"/>
                </a:solidFill>
                <a:effectLst/>
                <a:uLnTx/>
                <a:uFillTx/>
                <a:latin typeface="MarkOT" panose="020B0504020201010104" pitchFamily="34" charset="0"/>
                <a:ea typeface="+mn-ea"/>
                <a:cs typeface="+mn-cs"/>
              </a:rPr>
              <a:t> Cost Allocation in platform model </a:t>
            </a: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 Costs will be recharged to the BU for the </a:t>
            </a:r>
            <a:r>
              <a:rPr kumimoji="0" lang="en-US" sz="1200" b="1" i="0" u="none" strike="noStrike" kern="1200" cap="none" spc="0" normalizeH="0" baseline="0" noProof="0">
                <a:ln>
                  <a:noFill/>
                </a:ln>
                <a:solidFill>
                  <a:srgbClr val="000000"/>
                </a:solidFill>
                <a:effectLst/>
                <a:uLnTx/>
                <a:uFillTx/>
                <a:latin typeface="MarkOT" panose="020B0504020201010104" pitchFamily="34" charset="0"/>
                <a:ea typeface="+mn-ea"/>
                <a:cs typeface="+mn-cs"/>
              </a:rPr>
              <a:t>dedicated squad initiative work only</a:t>
            </a: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 Management, Business partner, </a:t>
            </a:r>
            <a:r>
              <a:rPr kumimoji="0" lang="en-US" sz="1200" b="0" i="0" u="none" strike="noStrike" kern="1200" cap="none" spc="0" normalizeH="0" baseline="0" noProof="0" err="1">
                <a:ln>
                  <a:noFill/>
                </a:ln>
                <a:solidFill>
                  <a:srgbClr val="000000"/>
                </a:solidFill>
                <a:effectLst/>
                <a:uLnTx/>
                <a:uFillTx/>
                <a:latin typeface="MarkOT" panose="020B0504020201010104" pitchFamily="34" charset="0"/>
                <a:ea typeface="+mn-ea"/>
                <a:cs typeface="+mn-cs"/>
              </a:rPr>
              <a:t>CoE</a:t>
            </a: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 overheads, Lights on squad costs will be absorbed by TDD </a:t>
            </a:r>
            <a:r>
              <a:rPr kumimoji="0" lang="en-US" sz="1200" b="0" i="0" u="none" strike="noStrike" kern="1200" cap="none" spc="0" normalizeH="0" baseline="0" noProof="0" err="1">
                <a:ln>
                  <a:noFill/>
                </a:ln>
                <a:solidFill>
                  <a:srgbClr val="000000"/>
                </a:solidFill>
                <a:effectLst/>
                <a:uLnTx/>
                <a:uFillTx/>
                <a:latin typeface="MarkOT" panose="020B0504020201010104" pitchFamily="34" charset="0"/>
                <a:ea typeface="+mn-ea"/>
                <a:cs typeface="+mn-cs"/>
              </a:rPr>
              <a:t>labour</a:t>
            </a: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 budgets.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endParaRPr>
          </a:p>
        </p:txBody>
      </p:sp>
      <p:sp>
        <p:nvSpPr>
          <p:cNvPr id="21" name="Rectangle 20">
            <a:extLst>
              <a:ext uri="{FF2B5EF4-FFF2-40B4-BE49-F238E27FC236}">
                <a16:creationId xmlns:a16="http://schemas.microsoft.com/office/drawing/2014/main" id="{0C31D576-4E1D-C256-82A0-43489AFA09C8}"/>
              </a:ext>
            </a:extLst>
          </p:cNvPr>
          <p:cNvSpPr/>
          <p:nvPr/>
        </p:nvSpPr>
        <p:spPr>
          <a:xfrm>
            <a:off x="8076617" y="2058249"/>
            <a:ext cx="3744624" cy="382300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MarkOT" panose="020B0504020201010104" pitchFamily="34" charset="0"/>
                <a:ea typeface="+mn-ea"/>
                <a:cs typeface="+mn-cs"/>
              </a:rPr>
              <a:t>Cost of platform model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kumimoji="0" lang="en-US" sz="1200" b="1" i="0" u="none" strike="noStrike" kern="1200" cap="none" spc="0" normalizeH="0" baseline="0" noProof="0" dirty="0">
                <a:ln>
                  <a:noFill/>
                </a:ln>
                <a:solidFill>
                  <a:srgbClr val="000000"/>
                </a:solidFill>
                <a:effectLst/>
                <a:uLnTx/>
                <a:uFillTx/>
                <a:latin typeface="MarkOT" panose="020B0504020201010104" pitchFamily="34" charset="0"/>
                <a:ea typeface="+mn-ea"/>
                <a:cs typeface="+mn-cs"/>
              </a:rPr>
              <a:t>FY27 Impact </a:t>
            </a:r>
            <a:r>
              <a:rPr kumimoji="0" lang="en-US" sz="1200" b="0" i="0" u="none" strike="noStrike" kern="1200" cap="none" spc="0" normalizeH="0" baseline="0" noProof="0" dirty="0">
                <a:ln>
                  <a:noFill/>
                </a:ln>
                <a:solidFill>
                  <a:srgbClr val="000000"/>
                </a:solidFill>
                <a:effectLst/>
                <a:uLnTx/>
                <a:uFillTx/>
                <a:latin typeface="MarkOT" panose="020B0504020201010104" pitchFamily="34" charset="0"/>
                <a:ea typeface="+mn-ea"/>
                <a:cs typeface="+mn-cs"/>
              </a:rPr>
              <a:t>– Forecasted TDD </a:t>
            </a:r>
            <a:r>
              <a:rPr kumimoji="0" lang="en-US" sz="1200" b="0" i="0" u="none" strike="noStrike" kern="1200" cap="none" spc="0" normalizeH="0" baseline="0" noProof="0" dirty="0" err="1">
                <a:ln>
                  <a:noFill/>
                </a:ln>
                <a:solidFill>
                  <a:srgbClr val="000000"/>
                </a:solidFill>
                <a:effectLst/>
                <a:uLnTx/>
                <a:uFillTx/>
                <a:latin typeface="MarkOT" panose="020B0504020201010104" pitchFamily="34" charset="0"/>
                <a:ea typeface="+mn-ea"/>
                <a:cs typeface="+mn-cs"/>
              </a:rPr>
              <a:t>labour</a:t>
            </a:r>
            <a:r>
              <a:rPr kumimoji="0" lang="en-US" sz="1200" b="0" i="0" u="none" strike="noStrike" kern="1200" cap="none" spc="0" normalizeH="0" baseline="0" noProof="0" dirty="0">
                <a:ln>
                  <a:noFill/>
                </a:ln>
                <a:solidFill>
                  <a:srgbClr val="000000"/>
                </a:solidFill>
                <a:effectLst/>
                <a:uLnTx/>
                <a:uFillTx/>
                <a:latin typeface="MarkOT" panose="020B0504020201010104" pitchFamily="34" charset="0"/>
                <a:ea typeface="+mn-ea"/>
                <a:cs typeface="+mn-cs"/>
              </a:rPr>
              <a:t> costs for all portfolios for FY27 is </a:t>
            </a:r>
            <a:r>
              <a:rPr kumimoji="0" lang="en-US" sz="1200" b="1" i="0" u="none" strike="noStrike" kern="1200" cap="none" spc="0" normalizeH="0" baseline="0" noProof="0">
                <a:ln>
                  <a:noFill/>
                </a:ln>
                <a:solidFill>
                  <a:srgbClr val="000000"/>
                </a:solidFill>
                <a:effectLst/>
                <a:uLnTx/>
                <a:uFillTx/>
                <a:latin typeface="MarkOT" panose="020B0504020201010104" pitchFamily="34" charset="0"/>
                <a:ea typeface="+mn-ea"/>
                <a:cs typeface="+mn-cs"/>
              </a:rPr>
              <a:t>$</a:t>
            </a:r>
            <a:r>
              <a:rPr kumimoji="0" lang="en-US" sz="1200" b="1" i="0" u="none" strike="noStrike" kern="1200" cap="none" spc="0" normalizeH="0" baseline="0" noProof="0" dirty="0">
                <a:ln>
                  <a:noFill/>
                </a:ln>
                <a:solidFill>
                  <a:srgbClr val="000000"/>
                </a:solidFill>
                <a:effectLst/>
                <a:uLnTx/>
                <a:uFillTx/>
                <a:latin typeface="MarkOT" panose="020B0504020201010104" pitchFamily="34" charset="0"/>
                <a:ea typeface="+mn-ea"/>
                <a:cs typeface="+mn-cs"/>
              </a:rPr>
              <a:t>54.2m vs a budget of $53.8m</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kumimoji="0" lang="en-US" sz="1200" b="1" i="0" u="none" strike="noStrike" kern="1200" cap="none" spc="0" normalizeH="0" baseline="0" noProof="0" dirty="0">
                <a:ln>
                  <a:noFill/>
                </a:ln>
                <a:solidFill>
                  <a:srgbClr val="000000"/>
                </a:solidFill>
                <a:effectLst/>
                <a:uLnTx/>
                <a:uFillTx/>
                <a:latin typeface="MarkOT" panose="020B0504020201010104" pitchFamily="34" charset="0"/>
                <a:ea typeface="+mn-ea"/>
                <a:cs typeface="+mn-cs"/>
              </a:rPr>
              <a:t>FY26 Impact </a:t>
            </a:r>
            <a:r>
              <a:rPr kumimoji="0" lang="en-US" sz="1200" b="0" i="0" u="none" strike="noStrike" kern="1200" cap="none" spc="0" normalizeH="0" baseline="0" noProof="0" dirty="0">
                <a:ln>
                  <a:noFill/>
                </a:ln>
                <a:solidFill>
                  <a:srgbClr val="000000"/>
                </a:solidFill>
                <a:effectLst/>
                <a:uLnTx/>
                <a:uFillTx/>
                <a:latin typeface="MarkOT" panose="020B0504020201010104" pitchFamily="34" charset="0"/>
                <a:ea typeface="+mn-ea"/>
                <a:cs typeface="+mn-cs"/>
              </a:rPr>
              <a:t>– New model implemented in August 2026 will still allow TDD to maintain its budget. Management </a:t>
            </a: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through management </a:t>
            </a:r>
            <a:r>
              <a:rPr kumimoji="0" lang="en-US" sz="1200" b="0" i="0" u="none" strike="noStrike" kern="1200" cap="none" spc="0" normalizeH="0" baseline="0" noProof="0" dirty="0">
                <a:ln>
                  <a:noFill/>
                </a:ln>
                <a:solidFill>
                  <a:srgbClr val="000000"/>
                </a:solidFill>
                <a:effectLst/>
                <a:uLnTx/>
                <a:uFillTx/>
                <a:latin typeface="MarkOT" panose="020B0504020201010104" pitchFamily="34" charset="0"/>
                <a:ea typeface="+mn-ea"/>
                <a:cs typeface="+mn-cs"/>
              </a:rPr>
              <a:t>of </a:t>
            </a: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vacancies</a:t>
            </a:r>
            <a:r>
              <a:rPr kumimoji="0" lang="en-US" sz="1200" b="0" i="0" u="none" strike="noStrike" kern="1200" cap="none" spc="0" normalizeH="0" baseline="0" noProof="0" dirty="0">
                <a:ln>
                  <a:noFill/>
                </a:ln>
                <a:solidFill>
                  <a:srgbClr val="000000"/>
                </a:solidFill>
                <a:effectLst/>
                <a:uLnTx/>
                <a:uFillTx/>
                <a:latin typeface="MarkOT" panose="020B0504020201010104" pitchFamily="34" charset="0"/>
                <a:ea typeface="+mn-ea"/>
                <a:cs typeface="+mn-cs"/>
              </a:rPr>
              <a:t>.</a:t>
            </a:r>
            <a:endParaRPr kumimoji="0" lang="en-US" sz="1200" b="1" i="0" u="none" strike="noStrike" kern="1200" cap="none" spc="0" normalizeH="0" baseline="0" noProof="0" dirty="0">
              <a:ln>
                <a:noFill/>
              </a:ln>
              <a:solidFill>
                <a:srgbClr val="000000"/>
              </a:solidFill>
              <a:effectLst/>
              <a:uLnTx/>
              <a:uFillTx/>
              <a:latin typeface="MarkOT" panose="020B05040202010101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1" i="0" u="none" strike="noStrike" kern="1200" cap="none" spc="0" normalizeH="0" baseline="0" noProof="0" dirty="0">
              <a:ln>
                <a:noFill/>
              </a:ln>
              <a:solidFill>
                <a:srgbClr val="000000"/>
              </a:solidFill>
              <a:effectLst/>
              <a:uLnTx/>
              <a:uFillTx/>
              <a:latin typeface="MarkOT" panose="020B05040202010101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1" i="0" u="none" strike="noStrike" kern="1200" cap="none" spc="0" normalizeH="0" baseline="0" noProof="0" dirty="0">
                <a:ln>
                  <a:noFill/>
                </a:ln>
                <a:solidFill>
                  <a:srgbClr val="000000"/>
                </a:solidFill>
                <a:effectLst/>
                <a:uLnTx/>
                <a:uFillTx/>
                <a:latin typeface="MarkOT" panose="020B0504020201010104" pitchFamily="34" charset="0"/>
                <a:ea typeface="+mn-ea"/>
                <a:cs typeface="+mn-cs"/>
              </a:rPr>
              <a:t>Project Beach aims to right shore the capability </a:t>
            </a:r>
            <a:r>
              <a:rPr kumimoji="0" lang="en-US" sz="1200" b="0" i="0" u="none" strike="noStrike" kern="1200" cap="none" spc="0" normalizeH="0" baseline="0" noProof="0" dirty="0">
                <a:ln>
                  <a:noFill/>
                </a:ln>
                <a:solidFill>
                  <a:srgbClr val="000000"/>
                </a:solidFill>
                <a:effectLst/>
                <a:uLnTx/>
                <a:uFillTx/>
                <a:latin typeface="MarkOT" panose="020B0504020201010104" pitchFamily="34" charset="0"/>
                <a:ea typeface="+mn-ea"/>
                <a:cs typeface="+mn-cs"/>
              </a:rPr>
              <a:t>across the TDD portfolio/ </a:t>
            </a:r>
            <a:r>
              <a:rPr kumimoji="0" lang="en-US" sz="1200" b="0" i="0" u="none" strike="noStrike" kern="1200" cap="none" spc="0" normalizeH="0" baseline="0" noProof="0" dirty="0" err="1">
                <a:ln>
                  <a:noFill/>
                </a:ln>
                <a:solidFill>
                  <a:srgbClr val="000000"/>
                </a:solidFill>
                <a:effectLst/>
                <a:uLnTx/>
                <a:uFillTx/>
                <a:latin typeface="MarkOT" panose="020B0504020201010104" pitchFamily="34" charset="0"/>
                <a:ea typeface="+mn-ea"/>
                <a:cs typeface="+mn-cs"/>
              </a:rPr>
              <a:t>CoE</a:t>
            </a:r>
            <a:r>
              <a:rPr kumimoji="0" lang="en-US" sz="1200" b="0" i="0" u="none" strike="noStrike" kern="1200" cap="none" spc="0" normalizeH="0" baseline="0" noProof="0" dirty="0">
                <a:ln>
                  <a:noFill/>
                </a:ln>
                <a:solidFill>
                  <a:srgbClr val="000000"/>
                </a:solidFill>
                <a:effectLst/>
                <a:uLnTx/>
                <a:uFillTx/>
                <a:latin typeface="MarkOT" panose="020B0504020201010104" pitchFamily="34" charset="0"/>
                <a:ea typeface="+mn-ea"/>
                <a:cs typeface="+mn-cs"/>
              </a:rPr>
              <a:t>, platform, squads with the preferred vendor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000000"/>
              </a:solidFill>
              <a:effectLst/>
              <a:uLnTx/>
              <a:uFillTx/>
              <a:latin typeface="MarkOT" panose="020B0504020201010104" pitchFamily="34" charset="0"/>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kumimoji="0" lang="en-US" sz="1200" b="1" i="0" u="none" strike="noStrike" kern="1200" cap="none" spc="0" normalizeH="0" baseline="0" noProof="0" dirty="0">
                <a:ln>
                  <a:noFill/>
                </a:ln>
                <a:solidFill>
                  <a:srgbClr val="000000"/>
                </a:solidFill>
                <a:effectLst/>
                <a:uLnTx/>
                <a:uFillTx/>
                <a:latin typeface="MarkOT" panose="020B0504020201010104" pitchFamily="34" charset="0"/>
                <a:ea typeface="+mn-ea"/>
                <a:cs typeface="+mn-cs"/>
              </a:rPr>
              <a:t>9 squads and 82 roles </a:t>
            </a:r>
            <a:r>
              <a:rPr kumimoji="0" lang="en-US" sz="1200" b="0" i="0" u="none" strike="noStrike" kern="1200" cap="none" spc="0" normalizeH="0" baseline="0" noProof="0" dirty="0">
                <a:ln>
                  <a:noFill/>
                </a:ln>
                <a:solidFill>
                  <a:srgbClr val="000000"/>
                </a:solidFill>
                <a:effectLst/>
                <a:uLnTx/>
                <a:uFillTx/>
                <a:latin typeface="MarkOT" panose="020B0504020201010104" pitchFamily="34" charset="0"/>
                <a:ea typeface="+mn-ea"/>
                <a:cs typeface="+mn-cs"/>
              </a:rPr>
              <a:t>within the platform model have been identified for offshoring </a:t>
            </a:r>
          </a:p>
          <a:p>
            <a:pPr marL="628650" marR="0" lvl="1" indent="-171450" algn="l" defTabSz="914400" rtl="0" eaLnBrk="1" fontAlgn="auto" latinLnBrk="0" hangingPunct="1">
              <a:lnSpc>
                <a:spcPct val="100000"/>
              </a:lnSpc>
              <a:spcBef>
                <a:spcPts val="0"/>
              </a:spcBef>
              <a:spcAft>
                <a:spcPts val="0"/>
              </a:spcAft>
              <a:buClrTx/>
              <a:buSzTx/>
              <a:buFontTx/>
              <a:buChar char="-"/>
              <a:tabLst/>
              <a:defRPr/>
            </a:pPr>
            <a:r>
              <a:rPr kumimoji="0" lang="en-US" sz="1200" b="1" i="0" u="none" strike="noStrike" kern="1200" cap="none" spc="0" normalizeH="0" baseline="0" noProof="0" dirty="0">
                <a:ln>
                  <a:noFill/>
                </a:ln>
                <a:solidFill>
                  <a:srgbClr val="000000"/>
                </a:solidFill>
                <a:effectLst/>
                <a:uLnTx/>
                <a:uFillTx/>
                <a:latin typeface="MarkOT" panose="020B0504020201010104" pitchFamily="34" charset="0"/>
                <a:ea typeface="+mn-ea"/>
                <a:cs typeface="+mn-cs"/>
              </a:rPr>
              <a:t>Certain roles types </a:t>
            </a:r>
            <a:r>
              <a:rPr kumimoji="0" lang="en-US" sz="1200" b="0" i="0" u="none" strike="noStrike" kern="1200" cap="none" spc="0" normalizeH="0" baseline="0" noProof="0" dirty="0">
                <a:ln>
                  <a:noFill/>
                </a:ln>
                <a:solidFill>
                  <a:srgbClr val="000000"/>
                </a:solidFill>
                <a:effectLst/>
                <a:uLnTx/>
                <a:uFillTx/>
                <a:latin typeface="MarkOT" panose="020B0504020201010104" pitchFamily="34" charset="0"/>
                <a:ea typeface="+mn-ea"/>
                <a:cs typeface="+mn-cs"/>
              </a:rPr>
              <a:t>(e.g. Testing roles) have been identified in scope for role-based offshoring</a:t>
            </a:r>
            <a:endParaRPr kumimoji="0" lang="en-US" sz="1200" b="1" i="0" u="none" strike="noStrike" kern="1200" cap="none" spc="0" normalizeH="0" baseline="0" noProof="0" dirty="0">
              <a:ln>
                <a:noFill/>
              </a:ln>
              <a:solidFill>
                <a:srgbClr val="000000"/>
              </a:solidFill>
              <a:effectLst/>
              <a:uLnTx/>
              <a:uFillTx/>
              <a:latin typeface="MarkOT" panose="020B0504020201010104" pitchFamily="34" charset="0"/>
              <a:ea typeface="+mn-ea"/>
              <a:cs typeface="+mn-cs"/>
            </a:endParaRPr>
          </a:p>
          <a:p>
            <a:pPr marL="628650" marR="0" lvl="1" indent="-171450" algn="l" defTabSz="914400" rtl="0" eaLnBrk="1" fontAlgn="auto" latinLnBrk="0" hangingPunct="1">
              <a:lnSpc>
                <a:spcPct val="100000"/>
              </a:lnSpc>
              <a:spcBef>
                <a:spcPts val="0"/>
              </a:spcBef>
              <a:spcAft>
                <a:spcPts val="0"/>
              </a:spcAft>
              <a:buClrTx/>
              <a:buSzTx/>
              <a:buFontTx/>
              <a:buChar char="-"/>
              <a:tabLst/>
              <a:defRPr/>
            </a:pPr>
            <a:endParaRPr kumimoji="0" lang="en-US" sz="1200" b="1" i="0" u="none" strike="noStrike" kern="1200" cap="none" spc="0" normalizeH="0" baseline="0" noProof="0" dirty="0">
              <a:ln>
                <a:noFill/>
              </a:ln>
              <a:solidFill>
                <a:srgbClr val="000000"/>
              </a:solidFill>
              <a:effectLst/>
              <a:uLnTx/>
              <a:uFillTx/>
              <a:latin typeface="MarkOT" panose="020B0504020201010104" pitchFamily="34" charset="0"/>
              <a:ea typeface="+mn-ea"/>
              <a:cs typeface="+mn-cs"/>
            </a:endParaRPr>
          </a:p>
        </p:txBody>
      </p:sp>
      <p:sp>
        <p:nvSpPr>
          <p:cNvPr id="22" name="TextBox 21">
            <a:extLst>
              <a:ext uri="{FF2B5EF4-FFF2-40B4-BE49-F238E27FC236}">
                <a16:creationId xmlns:a16="http://schemas.microsoft.com/office/drawing/2014/main" id="{F6137D9E-A145-A692-E097-AB7B48BF6373}"/>
              </a:ext>
            </a:extLst>
          </p:cNvPr>
          <p:cNvSpPr txBox="1"/>
          <p:nvPr/>
        </p:nvSpPr>
        <p:spPr>
          <a:xfrm>
            <a:off x="477981" y="1245176"/>
            <a:ext cx="52993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MarkOT" panose="020B0504020201010104" pitchFamily="34" charset="0"/>
                <a:ea typeface="+mn-ea"/>
                <a:cs typeface="+mn-cs"/>
              </a:rPr>
              <a:t>1</a:t>
            </a:r>
            <a:endParaRPr kumimoji="0" lang="en-AU" sz="3600" b="1" i="0" u="none" strike="noStrike" kern="1200" cap="none" spc="0" normalizeH="0" baseline="0" noProof="0">
              <a:ln>
                <a:noFill/>
              </a:ln>
              <a:solidFill>
                <a:srgbClr val="FFFFFF"/>
              </a:solidFill>
              <a:effectLst/>
              <a:uLnTx/>
              <a:uFillTx/>
              <a:latin typeface="MarkOT" panose="020B0504020201010104" pitchFamily="34" charset="0"/>
              <a:ea typeface="+mn-ea"/>
              <a:cs typeface="+mn-cs"/>
            </a:endParaRPr>
          </a:p>
        </p:txBody>
      </p:sp>
      <p:sp>
        <p:nvSpPr>
          <p:cNvPr id="25" name="TextBox 24">
            <a:extLst>
              <a:ext uri="{FF2B5EF4-FFF2-40B4-BE49-F238E27FC236}">
                <a16:creationId xmlns:a16="http://schemas.microsoft.com/office/drawing/2014/main" id="{73E1C695-439B-7E2C-8248-E6078895200F}"/>
              </a:ext>
            </a:extLst>
          </p:cNvPr>
          <p:cNvSpPr txBox="1"/>
          <p:nvPr/>
        </p:nvSpPr>
        <p:spPr>
          <a:xfrm>
            <a:off x="4267200" y="1245176"/>
            <a:ext cx="52993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MarkOT" panose="020B0504020201010104" pitchFamily="34" charset="0"/>
                <a:ea typeface="+mn-ea"/>
                <a:cs typeface="+mn-cs"/>
              </a:rPr>
              <a:t>2</a:t>
            </a:r>
            <a:endParaRPr kumimoji="0" lang="en-AU" sz="3600" b="1" i="0" u="none" strike="noStrike" kern="1200" cap="none" spc="0" normalizeH="0" baseline="0" noProof="0">
              <a:ln>
                <a:noFill/>
              </a:ln>
              <a:solidFill>
                <a:srgbClr val="FFFFFF"/>
              </a:solidFill>
              <a:effectLst/>
              <a:uLnTx/>
              <a:uFillTx/>
              <a:latin typeface="MarkOT" panose="020B0504020201010104" pitchFamily="34" charset="0"/>
              <a:ea typeface="+mn-ea"/>
              <a:cs typeface="+mn-cs"/>
            </a:endParaRPr>
          </a:p>
        </p:txBody>
      </p:sp>
      <p:sp>
        <p:nvSpPr>
          <p:cNvPr id="27" name="TextBox 26">
            <a:extLst>
              <a:ext uri="{FF2B5EF4-FFF2-40B4-BE49-F238E27FC236}">
                <a16:creationId xmlns:a16="http://schemas.microsoft.com/office/drawing/2014/main" id="{EBCA97F0-271A-96DC-C123-45752DC7791F}"/>
              </a:ext>
            </a:extLst>
          </p:cNvPr>
          <p:cNvSpPr txBox="1"/>
          <p:nvPr/>
        </p:nvSpPr>
        <p:spPr>
          <a:xfrm>
            <a:off x="8101294" y="1245176"/>
            <a:ext cx="529936"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MarkOT" panose="020B0504020201010104" pitchFamily="34" charset="0"/>
                <a:ea typeface="+mn-ea"/>
                <a:cs typeface="+mn-cs"/>
              </a:rPr>
              <a:t>3</a:t>
            </a:r>
            <a:endParaRPr kumimoji="0" lang="en-AU" sz="3600" b="1" i="0" u="none" strike="noStrike" kern="1200" cap="none" spc="0" normalizeH="0" baseline="0" noProof="0">
              <a:ln>
                <a:noFill/>
              </a:ln>
              <a:solidFill>
                <a:srgbClr val="FFFFFF"/>
              </a:solidFill>
              <a:effectLst/>
              <a:uLnTx/>
              <a:uFillTx/>
              <a:latin typeface="MarkOT" panose="020B0504020201010104" pitchFamily="34" charset="0"/>
              <a:ea typeface="+mn-ea"/>
              <a:cs typeface="+mn-cs"/>
            </a:endParaRPr>
          </a:p>
        </p:txBody>
      </p:sp>
    </p:spTree>
    <p:extLst>
      <p:ext uri="{BB962C8B-B14F-4D97-AF65-F5344CB8AC3E}">
        <p14:creationId xmlns:p14="http://schemas.microsoft.com/office/powerpoint/2010/main" val="2494199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50">
          <a:extLst>
            <a:ext uri="{FF2B5EF4-FFF2-40B4-BE49-F238E27FC236}">
              <a16:creationId xmlns:a16="http://schemas.microsoft.com/office/drawing/2014/main" id="{7698E100-BEC5-2478-F942-C374EDDE85F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4FD81C8-7E8E-0442-F506-3597E596B170}"/>
              </a:ext>
            </a:extLst>
          </p:cNvPr>
          <p:cNvSpPr/>
          <p:nvPr/>
        </p:nvSpPr>
        <p:spPr>
          <a:xfrm>
            <a:off x="5992091" y="1325098"/>
            <a:ext cx="6199909" cy="542899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Mark OT Book"/>
              <a:ea typeface="+mn-ea"/>
              <a:cs typeface="+mn-cs"/>
            </a:endParaRPr>
          </a:p>
        </p:txBody>
      </p:sp>
      <p:graphicFrame>
        <p:nvGraphicFramePr>
          <p:cNvPr id="3" name="think-cell data - do not delete" hidden="1">
            <a:extLst>
              <a:ext uri="{FF2B5EF4-FFF2-40B4-BE49-F238E27FC236}">
                <a16:creationId xmlns:a16="http://schemas.microsoft.com/office/drawing/2014/main" id="{25977A66-FCC6-2F93-B90C-4586A4FD9C3B}"/>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3" name="think-cell data - do not delete" hidden="1">
                        <a:extLst>
                          <a:ext uri="{FF2B5EF4-FFF2-40B4-BE49-F238E27FC236}">
                            <a16:creationId xmlns:a16="http://schemas.microsoft.com/office/drawing/2014/main" id="{25977A66-FCC6-2F93-B90C-4586A4FD9C3B}"/>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451" name="Google Shape;2451;g32ea127f990_0_0">
            <a:extLst>
              <a:ext uri="{FF2B5EF4-FFF2-40B4-BE49-F238E27FC236}">
                <a16:creationId xmlns:a16="http://schemas.microsoft.com/office/drawing/2014/main" id="{3AD5E346-4B0A-6AFA-64B5-AF8AC078A6EE}"/>
              </a:ext>
            </a:extLst>
          </p:cNvPr>
          <p:cNvSpPr txBox="1"/>
          <p:nvPr/>
        </p:nvSpPr>
        <p:spPr>
          <a:xfrm>
            <a:off x="442913" y="430514"/>
            <a:ext cx="11306100" cy="2760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85000"/>
              </a:lnSpc>
              <a:spcBef>
                <a:spcPts val="0"/>
              </a:spcBef>
              <a:spcAft>
                <a:spcPts val="0"/>
              </a:spcAft>
              <a:buClr>
                <a:srgbClr val="18249C"/>
              </a:buClr>
              <a:buSzPts val="2700"/>
              <a:buFont typeface="Arial"/>
              <a:buNone/>
              <a:tabLst/>
              <a:defRPr/>
            </a:pPr>
            <a:endParaRPr kumimoji="0" lang="en-AU" sz="3200" b="1" i="0" u="none" strike="noStrike" kern="1200" cap="none" spc="0" normalizeH="0" baseline="0" noProof="0">
              <a:ln>
                <a:noFill/>
              </a:ln>
              <a:solidFill>
                <a:srgbClr val="000000"/>
              </a:solidFill>
              <a:effectLst/>
              <a:uLnTx/>
              <a:uFillTx/>
              <a:latin typeface="MarkOT"/>
              <a:ea typeface="Arial"/>
              <a:cs typeface="Arial"/>
              <a:sym typeface="Arial"/>
            </a:endParaRPr>
          </a:p>
        </p:txBody>
      </p:sp>
      <p:sp>
        <p:nvSpPr>
          <p:cNvPr id="13" name="Title 1">
            <a:extLst>
              <a:ext uri="{FF2B5EF4-FFF2-40B4-BE49-F238E27FC236}">
                <a16:creationId xmlns:a16="http://schemas.microsoft.com/office/drawing/2014/main" id="{5B8D9E5B-4163-1DAE-AE8E-DA2DA3660A1F}"/>
              </a:ext>
            </a:extLst>
          </p:cNvPr>
          <p:cNvSpPr txBox="1">
            <a:spLocks/>
          </p:cNvSpPr>
          <p:nvPr/>
        </p:nvSpPr>
        <p:spPr>
          <a:xfrm>
            <a:off x="442913" y="430514"/>
            <a:ext cx="11306100" cy="743700"/>
          </a:xfrm>
          <a:prstGeom prst="rect">
            <a:avLst/>
          </a:prstGeom>
          <a:noFill/>
          <a:ln>
            <a:noFill/>
          </a:ln>
        </p:spPr>
        <p:txBody>
          <a:bodyPr spcFirstLastPara="1" vert="horz" wrap="square" lIns="0" tIns="0" rIns="0" bIns="0" rtlCol="0" anchor="t" anchorCtr="0">
            <a:noAutofit/>
          </a:bodyPr>
          <a:lstStyle>
            <a:lvl1pPr marR="0" lvl="0" algn="l" defTabSz="914400" rtl="0" eaLnBrk="1" latinLnBrk="0" hangingPunct="1">
              <a:lnSpc>
                <a:spcPct val="85000"/>
              </a:lnSpc>
              <a:spcBef>
                <a:spcPts val="0"/>
              </a:spcBef>
              <a:spcAft>
                <a:spcPts val="0"/>
              </a:spcAft>
              <a:buClr>
                <a:schemeClr val="accent1"/>
              </a:buClr>
              <a:buSzPts val="2700"/>
              <a:buNone/>
              <a:defRPr sz="2700" b="1" i="0" u="none" strike="noStrike" kern="1200" cap="none">
                <a:solidFill>
                  <a:schemeClr val="accent1"/>
                </a:solidFill>
                <a:latin typeface="Arial" panose="020B0604020202020204" pitchFamily="34" charset="0"/>
                <a:ea typeface="+mj-ea"/>
                <a:cs typeface="Arial" panose="020B0604020202020204" pitchFamily="34" charset="0"/>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pPr marL="0" marR="0" lvl="0" indent="0" algn="l" defTabSz="914400" rtl="0" eaLnBrk="1" fontAlgn="auto" latinLnBrk="0" hangingPunct="1">
              <a:lnSpc>
                <a:spcPct val="85000"/>
              </a:lnSpc>
              <a:spcBef>
                <a:spcPts val="0"/>
              </a:spcBef>
              <a:spcAft>
                <a:spcPts val="0"/>
              </a:spcAft>
              <a:buClr>
                <a:srgbClr val="18249C"/>
              </a:buClr>
              <a:buSzPts val="2700"/>
              <a:buFontTx/>
              <a:buNone/>
              <a:tabLst/>
              <a:defRPr/>
            </a:pPr>
            <a:r>
              <a:rPr kumimoji="0" lang="en-US" sz="2400" b="0" i="0" u="none" strike="noStrike" kern="1200" cap="none" spc="0" normalizeH="0" baseline="0" noProof="0">
                <a:ln>
                  <a:noFill/>
                </a:ln>
                <a:solidFill>
                  <a:srgbClr val="000000"/>
                </a:solidFill>
                <a:effectLst/>
                <a:uLnTx/>
                <a:uFillTx/>
                <a:latin typeface="MarkOT"/>
                <a:ea typeface="+mj-ea"/>
                <a:cs typeface="Arial"/>
              </a:rPr>
              <a:t>FY26 TDD cost allocation model vs FY27 Platform Model cost allocation model – summary of key differences </a:t>
            </a:r>
          </a:p>
        </p:txBody>
      </p:sp>
      <p:sp>
        <p:nvSpPr>
          <p:cNvPr id="50" name="TextBox 49">
            <a:extLst>
              <a:ext uri="{FF2B5EF4-FFF2-40B4-BE49-F238E27FC236}">
                <a16:creationId xmlns:a16="http://schemas.microsoft.com/office/drawing/2014/main" id="{E116E7E3-F561-CFE9-8BA9-31111DEEF07C}"/>
              </a:ext>
            </a:extLst>
          </p:cNvPr>
          <p:cNvSpPr txBox="1"/>
          <p:nvPr/>
        </p:nvSpPr>
        <p:spPr>
          <a:xfrm>
            <a:off x="564612" y="1497676"/>
            <a:ext cx="484680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arkOTBold" panose="020B0804020201010104" pitchFamily="34" charset="0"/>
                <a:ea typeface="+mn-ea"/>
                <a:cs typeface="+mn-cs"/>
              </a:rPr>
              <a:t>From: Current TDD Cost Allocation Model </a:t>
            </a:r>
            <a:endParaRPr kumimoji="0" lang="en-AU" sz="1600" b="0" i="0" u="none" strike="noStrike" kern="1200" cap="none" spc="0" normalizeH="0" baseline="0" noProof="0">
              <a:ln>
                <a:noFill/>
              </a:ln>
              <a:solidFill>
                <a:srgbClr val="000000"/>
              </a:solidFill>
              <a:effectLst/>
              <a:uLnTx/>
              <a:uFillTx/>
              <a:latin typeface="MarkOTBold" panose="020B0804020201010104" pitchFamily="34" charset="0"/>
              <a:ea typeface="+mn-ea"/>
              <a:cs typeface="+mn-cs"/>
            </a:endParaRPr>
          </a:p>
        </p:txBody>
      </p:sp>
      <p:sp>
        <p:nvSpPr>
          <p:cNvPr id="52" name="TextBox 51">
            <a:extLst>
              <a:ext uri="{FF2B5EF4-FFF2-40B4-BE49-F238E27FC236}">
                <a16:creationId xmlns:a16="http://schemas.microsoft.com/office/drawing/2014/main" id="{81221BBE-2A63-8873-DB7D-8F743A995BBE}"/>
              </a:ext>
            </a:extLst>
          </p:cNvPr>
          <p:cNvSpPr txBox="1"/>
          <p:nvPr/>
        </p:nvSpPr>
        <p:spPr>
          <a:xfrm>
            <a:off x="6340744" y="1533143"/>
            <a:ext cx="5739122"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MarkOTBold" panose="020B0804020201010104" pitchFamily="34" charset="0"/>
                <a:ea typeface="+mn-ea"/>
                <a:cs typeface="+mn-cs"/>
              </a:rPr>
              <a:t>To: Future TDD Cost Allocation Model (platform model)  </a:t>
            </a:r>
            <a:endParaRPr kumimoji="0" lang="en-AU" sz="1600" b="0" i="0" u="none" strike="noStrike" kern="1200" cap="none" spc="0" normalizeH="0" baseline="0" noProof="0">
              <a:ln>
                <a:noFill/>
              </a:ln>
              <a:solidFill>
                <a:srgbClr val="000000"/>
              </a:solidFill>
              <a:effectLst/>
              <a:uLnTx/>
              <a:uFillTx/>
              <a:latin typeface="MarkOTBold" panose="020B0804020201010104" pitchFamily="34" charset="0"/>
              <a:ea typeface="+mn-ea"/>
              <a:cs typeface="+mn-cs"/>
            </a:endParaRPr>
          </a:p>
        </p:txBody>
      </p:sp>
      <p:sp>
        <p:nvSpPr>
          <p:cNvPr id="17" name="Rectangle 16">
            <a:extLst>
              <a:ext uri="{FF2B5EF4-FFF2-40B4-BE49-F238E27FC236}">
                <a16:creationId xmlns:a16="http://schemas.microsoft.com/office/drawing/2014/main" id="{B27B22E1-B62E-D219-6770-0F8C26CE28C6}"/>
              </a:ext>
            </a:extLst>
          </p:cNvPr>
          <p:cNvSpPr/>
          <p:nvPr/>
        </p:nvSpPr>
        <p:spPr>
          <a:xfrm>
            <a:off x="595895" y="2361997"/>
            <a:ext cx="1782815" cy="878100"/>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Management/BP  Overheads </a:t>
            </a:r>
          </a:p>
        </p:txBody>
      </p:sp>
      <p:sp>
        <p:nvSpPr>
          <p:cNvPr id="60" name="TextBox 59">
            <a:extLst>
              <a:ext uri="{FF2B5EF4-FFF2-40B4-BE49-F238E27FC236}">
                <a16:creationId xmlns:a16="http://schemas.microsoft.com/office/drawing/2014/main" id="{694A429E-113F-A95D-3353-DEC8CC834CDA}"/>
              </a:ext>
            </a:extLst>
          </p:cNvPr>
          <p:cNvSpPr txBox="1"/>
          <p:nvPr/>
        </p:nvSpPr>
        <p:spPr>
          <a:xfrm>
            <a:off x="660863" y="4918169"/>
            <a:ext cx="1664251" cy="39957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arkOTBold" panose="020B0804020201010104" pitchFamily="34" charset="0"/>
                <a:ea typeface="+mn-ea"/>
                <a:cs typeface="+mn-cs"/>
              </a:rPr>
              <a:t>Gross TDD People Costs</a:t>
            </a:r>
            <a:endParaRPr kumimoji="0" lang="en-AU" sz="1050" b="0" i="0" u="none" strike="noStrike" kern="1200" cap="none" spc="0" normalizeH="0" baseline="0" noProof="0">
              <a:ln>
                <a:noFill/>
              </a:ln>
              <a:solidFill>
                <a:srgbClr val="000000"/>
              </a:solidFill>
              <a:effectLst/>
              <a:uLnTx/>
              <a:uFillTx/>
              <a:latin typeface="MarkOTBold" panose="020B0804020201010104" pitchFamily="34" charset="0"/>
              <a:ea typeface="+mn-ea"/>
              <a:cs typeface="+mn-cs"/>
            </a:endParaRPr>
          </a:p>
        </p:txBody>
      </p:sp>
      <p:sp>
        <p:nvSpPr>
          <p:cNvPr id="38" name="Rectangle 37">
            <a:extLst>
              <a:ext uri="{FF2B5EF4-FFF2-40B4-BE49-F238E27FC236}">
                <a16:creationId xmlns:a16="http://schemas.microsoft.com/office/drawing/2014/main" id="{43148DD9-BA7A-0334-C444-5D9CE9F77E9F}"/>
              </a:ext>
            </a:extLst>
          </p:cNvPr>
          <p:cNvSpPr/>
          <p:nvPr/>
        </p:nvSpPr>
        <p:spPr>
          <a:xfrm>
            <a:off x="3876068" y="4660548"/>
            <a:ext cx="1790978" cy="129576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MarkOT" panose="020B0504020201010104" pitchFamily="34" charset="0"/>
                <a:ea typeface="+mn-ea"/>
                <a:cs typeface="+mn-cs"/>
              </a:rPr>
              <a:t>TDD Delivery Teams (Initiatives) </a:t>
            </a:r>
            <a:endParaRPr kumimoji="0" lang="en-AU" sz="1200" b="0" i="0" u="none" strike="noStrike" kern="1200" cap="none" spc="0" normalizeH="0" baseline="0" noProof="0">
              <a:ln>
                <a:noFill/>
              </a:ln>
              <a:solidFill>
                <a:srgbClr val="FFFFFF"/>
              </a:solidFill>
              <a:effectLst/>
              <a:uLnTx/>
              <a:uFillTx/>
              <a:latin typeface="MarkOT" panose="020B0504020201010104" pitchFamily="34" charset="0"/>
              <a:ea typeface="+mn-ea"/>
              <a:cs typeface="+mn-cs"/>
            </a:endParaRPr>
          </a:p>
        </p:txBody>
      </p:sp>
      <p:sp>
        <p:nvSpPr>
          <p:cNvPr id="42" name="Rectangle 41">
            <a:extLst>
              <a:ext uri="{FF2B5EF4-FFF2-40B4-BE49-F238E27FC236}">
                <a16:creationId xmlns:a16="http://schemas.microsoft.com/office/drawing/2014/main" id="{2627244A-4E72-E321-1FE0-6941F83ADA40}"/>
              </a:ext>
            </a:extLst>
          </p:cNvPr>
          <p:cNvSpPr/>
          <p:nvPr/>
        </p:nvSpPr>
        <p:spPr>
          <a:xfrm>
            <a:off x="3876067" y="3998690"/>
            <a:ext cx="1790979" cy="685232"/>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Management / BP Overheads </a:t>
            </a:r>
          </a:p>
        </p:txBody>
      </p:sp>
      <p:sp>
        <p:nvSpPr>
          <p:cNvPr id="62" name="TextBox 61">
            <a:extLst>
              <a:ext uri="{FF2B5EF4-FFF2-40B4-BE49-F238E27FC236}">
                <a16:creationId xmlns:a16="http://schemas.microsoft.com/office/drawing/2014/main" id="{89E419D2-A41C-88B2-D901-257B252327F7}"/>
              </a:ext>
            </a:extLst>
          </p:cNvPr>
          <p:cNvSpPr txBox="1"/>
          <p:nvPr/>
        </p:nvSpPr>
        <p:spPr>
          <a:xfrm>
            <a:off x="3778130" y="5957687"/>
            <a:ext cx="2013744"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MarkOTBold" panose="020B0804020201010104" pitchFamily="34" charset="0"/>
                <a:ea typeface="+mn-ea"/>
                <a:cs typeface="+mn-cs"/>
              </a:rPr>
              <a:t>TDD People Costs – Allocated to BU</a:t>
            </a:r>
            <a:endParaRPr kumimoji="0" lang="en-AU" sz="800" b="0" i="0" u="none" strike="noStrike" kern="1200" cap="none" spc="0" normalizeH="0" baseline="0" noProof="0">
              <a:ln>
                <a:noFill/>
              </a:ln>
              <a:solidFill>
                <a:srgbClr val="000000"/>
              </a:solidFill>
              <a:effectLst/>
              <a:uLnTx/>
              <a:uFillTx/>
              <a:latin typeface="MarkOTBold" panose="020B0804020201010104" pitchFamily="34" charset="0"/>
              <a:ea typeface="+mn-ea"/>
              <a:cs typeface="+mn-cs"/>
            </a:endParaRPr>
          </a:p>
        </p:txBody>
      </p:sp>
      <p:sp>
        <p:nvSpPr>
          <p:cNvPr id="2490" name="TextBox 2489">
            <a:extLst>
              <a:ext uri="{FF2B5EF4-FFF2-40B4-BE49-F238E27FC236}">
                <a16:creationId xmlns:a16="http://schemas.microsoft.com/office/drawing/2014/main" id="{13F3F1FD-6C49-0CDD-820F-884110323C91}"/>
              </a:ext>
            </a:extLst>
          </p:cNvPr>
          <p:cNvSpPr txBox="1"/>
          <p:nvPr/>
        </p:nvSpPr>
        <p:spPr>
          <a:xfrm>
            <a:off x="6558103" y="4912417"/>
            <a:ext cx="1664251" cy="39957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arkOTBold" panose="020B0804020201010104" pitchFamily="34" charset="0"/>
                <a:ea typeface="+mn-ea"/>
                <a:cs typeface="+mn-cs"/>
              </a:rPr>
              <a:t>Gross TDD People  Costs</a:t>
            </a:r>
            <a:endParaRPr kumimoji="0" lang="en-AU" sz="1050" b="0" i="0" u="none" strike="noStrike" kern="1200" cap="none" spc="0" normalizeH="0" baseline="0" noProof="0">
              <a:ln>
                <a:noFill/>
              </a:ln>
              <a:solidFill>
                <a:srgbClr val="000000"/>
              </a:solidFill>
              <a:effectLst/>
              <a:uLnTx/>
              <a:uFillTx/>
              <a:latin typeface="MarkOTBold" panose="020B0804020201010104" pitchFamily="34" charset="0"/>
              <a:ea typeface="+mn-ea"/>
              <a:cs typeface="+mn-cs"/>
            </a:endParaRPr>
          </a:p>
        </p:txBody>
      </p:sp>
      <p:sp>
        <p:nvSpPr>
          <p:cNvPr id="29" name="Rectangle 28">
            <a:extLst>
              <a:ext uri="{FF2B5EF4-FFF2-40B4-BE49-F238E27FC236}">
                <a16:creationId xmlns:a16="http://schemas.microsoft.com/office/drawing/2014/main" id="{DBAB97D7-05A1-1462-5D42-CBBEB7B1AE95}"/>
              </a:ext>
            </a:extLst>
          </p:cNvPr>
          <p:cNvSpPr/>
          <p:nvPr/>
        </p:nvSpPr>
        <p:spPr>
          <a:xfrm>
            <a:off x="3910540" y="2777809"/>
            <a:ext cx="1777288" cy="387927"/>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MarkOT" panose="020B0504020201010104" pitchFamily="34" charset="0"/>
                <a:ea typeface="+mn-ea"/>
                <a:cs typeface="+mn-cs"/>
              </a:rPr>
              <a:t>TDD Delivery Teams (Lights On)</a:t>
            </a:r>
            <a:endParaRPr kumimoji="0" lang="en-AU" sz="1200" b="0" i="0" u="none" strike="noStrike" kern="1200" cap="none" spc="0" normalizeH="0" baseline="0" noProof="0">
              <a:ln>
                <a:noFill/>
              </a:ln>
              <a:solidFill>
                <a:srgbClr val="FFFFFF"/>
              </a:solidFill>
              <a:effectLst/>
              <a:uLnTx/>
              <a:uFillTx/>
              <a:latin typeface="MarkOT" panose="020B0504020201010104" pitchFamily="34" charset="0"/>
              <a:ea typeface="+mn-ea"/>
              <a:cs typeface="+mn-cs"/>
            </a:endParaRPr>
          </a:p>
        </p:txBody>
      </p:sp>
      <p:sp>
        <p:nvSpPr>
          <p:cNvPr id="32" name="Rectangle 31">
            <a:extLst>
              <a:ext uri="{FF2B5EF4-FFF2-40B4-BE49-F238E27FC236}">
                <a16:creationId xmlns:a16="http://schemas.microsoft.com/office/drawing/2014/main" id="{CD707F2C-BE5F-DB48-B444-D26AEA8D86BC}"/>
              </a:ext>
            </a:extLst>
          </p:cNvPr>
          <p:cNvSpPr/>
          <p:nvPr/>
        </p:nvSpPr>
        <p:spPr>
          <a:xfrm>
            <a:off x="3806974" y="3860696"/>
            <a:ext cx="1935411" cy="2379339"/>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Mark OT Book"/>
              <a:ea typeface="+mn-ea"/>
              <a:cs typeface="+mn-cs"/>
            </a:endParaRPr>
          </a:p>
        </p:txBody>
      </p:sp>
      <p:sp>
        <p:nvSpPr>
          <p:cNvPr id="34" name="Rectangle 33">
            <a:extLst>
              <a:ext uri="{FF2B5EF4-FFF2-40B4-BE49-F238E27FC236}">
                <a16:creationId xmlns:a16="http://schemas.microsoft.com/office/drawing/2014/main" id="{1D8A85A6-A68F-EE2B-8A86-3F36B4532376}"/>
              </a:ext>
            </a:extLst>
          </p:cNvPr>
          <p:cNvSpPr/>
          <p:nvPr/>
        </p:nvSpPr>
        <p:spPr>
          <a:xfrm>
            <a:off x="3806974" y="2062749"/>
            <a:ext cx="1935411" cy="1413777"/>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Mark OT Book"/>
              <a:ea typeface="+mn-ea"/>
              <a:cs typeface="+mn-cs"/>
            </a:endParaRPr>
          </a:p>
        </p:txBody>
      </p:sp>
      <p:sp>
        <p:nvSpPr>
          <p:cNvPr id="36" name="TextBox 35">
            <a:extLst>
              <a:ext uri="{FF2B5EF4-FFF2-40B4-BE49-F238E27FC236}">
                <a16:creationId xmlns:a16="http://schemas.microsoft.com/office/drawing/2014/main" id="{2265D8EE-085F-B7D1-C960-6D4AB3F0EB36}"/>
              </a:ext>
            </a:extLst>
          </p:cNvPr>
          <p:cNvSpPr txBox="1"/>
          <p:nvPr/>
        </p:nvSpPr>
        <p:spPr>
          <a:xfrm>
            <a:off x="3778130" y="3173153"/>
            <a:ext cx="2013744"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arkOTBold" panose="020B0804020201010104" pitchFamily="34" charset="0"/>
                <a:ea typeface="+mn-ea"/>
                <a:cs typeface="+mn-cs"/>
              </a:rPr>
              <a:t>TDD People Costs –Corporate</a:t>
            </a:r>
            <a:endParaRPr kumimoji="0" lang="en-AU" sz="900" b="0" i="0" u="none" strike="noStrike" kern="1200" cap="none" spc="0" normalizeH="0" baseline="0" noProof="0">
              <a:ln>
                <a:noFill/>
              </a:ln>
              <a:solidFill>
                <a:srgbClr val="000000"/>
              </a:solidFill>
              <a:effectLst/>
              <a:uLnTx/>
              <a:uFillTx/>
              <a:latin typeface="MarkOTBold" panose="020B0804020201010104" pitchFamily="34" charset="0"/>
              <a:ea typeface="+mn-ea"/>
              <a:cs typeface="+mn-cs"/>
            </a:endParaRPr>
          </a:p>
        </p:txBody>
      </p:sp>
      <p:sp>
        <p:nvSpPr>
          <p:cNvPr id="43" name="Rectangle 42">
            <a:extLst>
              <a:ext uri="{FF2B5EF4-FFF2-40B4-BE49-F238E27FC236}">
                <a16:creationId xmlns:a16="http://schemas.microsoft.com/office/drawing/2014/main" id="{2061F3AB-39B9-109E-8170-6AE63D891D61}"/>
              </a:ext>
            </a:extLst>
          </p:cNvPr>
          <p:cNvSpPr/>
          <p:nvPr/>
        </p:nvSpPr>
        <p:spPr>
          <a:xfrm>
            <a:off x="523679" y="2299467"/>
            <a:ext cx="1935411" cy="306076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Mark OT Book"/>
              <a:ea typeface="+mn-ea"/>
              <a:cs typeface="+mn-cs"/>
            </a:endParaRPr>
          </a:p>
        </p:txBody>
      </p:sp>
      <p:cxnSp>
        <p:nvCxnSpPr>
          <p:cNvPr id="46" name="Connector: Elbow 45">
            <a:extLst>
              <a:ext uri="{FF2B5EF4-FFF2-40B4-BE49-F238E27FC236}">
                <a16:creationId xmlns:a16="http://schemas.microsoft.com/office/drawing/2014/main" id="{2A846BFD-0FDC-C6CB-2BA5-F7A974986758}"/>
              </a:ext>
            </a:extLst>
          </p:cNvPr>
          <p:cNvCxnSpPr>
            <a:cxnSpLocks/>
            <a:stCxn id="43" idx="3"/>
            <a:endCxn id="34" idx="1"/>
          </p:cNvCxnSpPr>
          <p:nvPr/>
        </p:nvCxnSpPr>
        <p:spPr>
          <a:xfrm flipV="1">
            <a:off x="2459090" y="2769638"/>
            <a:ext cx="1347884" cy="1060209"/>
          </a:xfrm>
          <a:prstGeom prst="bentConnector3">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cxnSp>
      <p:cxnSp>
        <p:nvCxnSpPr>
          <p:cNvPr id="47" name="Connector: Elbow 46">
            <a:extLst>
              <a:ext uri="{FF2B5EF4-FFF2-40B4-BE49-F238E27FC236}">
                <a16:creationId xmlns:a16="http://schemas.microsoft.com/office/drawing/2014/main" id="{70F714E6-96E4-7290-565D-B3A0F70E4E0C}"/>
              </a:ext>
            </a:extLst>
          </p:cNvPr>
          <p:cNvCxnSpPr>
            <a:cxnSpLocks/>
            <a:stCxn id="43" idx="3"/>
            <a:endCxn id="32" idx="1"/>
          </p:cNvCxnSpPr>
          <p:nvPr/>
        </p:nvCxnSpPr>
        <p:spPr>
          <a:xfrm>
            <a:off x="2459090" y="3829847"/>
            <a:ext cx="1347884" cy="1220519"/>
          </a:xfrm>
          <a:prstGeom prst="bentConnector3">
            <a:avLst>
              <a:gd name="adj1" fmla="val 50000"/>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cxnSp>
      <p:sp>
        <p:nvSpPr>
          <p:cNvPr id="54" name="Rectangle 53">
            <a:extLst>
              <a:ext uri="{FF2B5EF4-FFF2-40B4-BE49-F238E27FC236}">
                <a16:creationId xmlns:a16="http://schemas.microsoft.com/office/drawing/2014/main" id="{C8B8FF65-707B-448E-ED8A-A514CEED0041}"/>
              </a:ext>
            </a:extLst>
          </p:cNvPr>
          <p:cNvSpPr/>
          <p:nvPr/>
        </p:nvSpPr>
        <p:spPr>
          <a:xfrm>
            <a:off x="6440638" y="2299466"/>
            <a:ext cx="1935411" cy="3060761"/>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Mark OT Book"/>
              <a:ea typeface="+mn-ea"/>
              <a:cs typeface="+mn-cs"/>
            </a:endParaRPr>
          </a:p>
        </p:txBody>
      </p:sp>
      <p:sp>
        <p:nvSpPr>
          <p:cNvPr id="61" name="Rectangle 60">
            <a:extLst>
              <a:ext uri="{FF2B5EF4-FFF2-40B4-BE49-F238E27FC236}">
                <a16:creationId xmlns:a16="http://schemas.microsoft.com/office/drawing/2014/main" id="{BF7E528B-E398-AB96-2AF8-3EFAD8A4221B}"/>
              </a:ext>
            </a:extLst>
          </p:cNvPr>
          <p:cNvSpPr/>
          <p:nvPr/>
        </p:nvSpPr>
        <p:spPr>
          <a:xfrm>
            <a:off x="9804636" y="4607663"/>
            <a:ext cx="1790978" cy="1080000"/>
          </a:xfrm>
          <a:prstGeom prst="rect">
            <a:avLst/>
          </a:prstGeom>
          <a:ln w="12700">
            <a:solidFill>
              <a:schemeClr val="bg1"/>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MarkOT" panose="020B0504020201010104" pitchFamily="34" charset="0"/>
                <a:ea typeface="+mn-ea"/>
                <a:cs typeface="+mn-cs"/>
              </a:rPr>
              <a:t>Portfolio Squads (Initiative Capacity) </a:t>
            </a:r>
            <a:endParaRPr kumimoji="0" lang="en-AU" sz="1200" b="0" i="0" u="none" strike="noStrike" kern="1200" cap="none" spc="0" normalizeH="0" baseline="0" noProof="0">
              <a:ln>
                <a:noFill/>
              </a:ln>
              <a:solidFill>
                <a:srgbClr val="FFFFFF"/>
              </a:solidFill>
              <a:effectLst/>
              <a:uLnTx/>
              <a:uFillTx/>
              <a:latin typeface="MarkOT" panose="020B0504020201010104" pitchFamily="34" charset="0"/>
              <a:ea typeface="+mn-ea"/>
              <a:cs typeface="+mn-cs"/>
            </a:endParaRPr>
          </a:p>
        </p:txBody>
      </p:sp>
      <p:sp>
        <p:nvSpPr>
          <p:cNvPr id="2433" name="Rectangle 2432">
            <a:extLst>
              <a:ext uri="{FF2B5EF4-FFF2-40B4-BE49-F238E27FC236}">
                <a16:creationId xmlns:a16="http://schemas.microsoft.com/office/drawing/2014/main" id="{ADBF0F63-1EE6-2A15-B21C-0ADFC908185C}"/>
              </a:ext>
            </a:extLst>
          </p:cNvPr>
          <p:cNvSpPr/>
          <p:nvPr/>
        </p:nvSpPr>
        <p:spPr>
          <a:xfrm>
            <a:off x="9732910" y="4519641"/>
            <a:ext cx="1935411" cy="1726953"/>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Mark OT Book"/>
              <a:ea typeface="+mn-ea"/>
              <a:cs typeface="+mn-cs"/>
            </a:endParaRPr>
          </a:p>
        </p:txBody>
      </p:sp>
      <p:sp>
        <p:nvSpPr>
          <p:cNvPr id="2436" name="TextBox 2435">
            <a:extLst>
              <a:ext uri="{FF2B5EF4-FFF2-40B4-BE49-F238E27FC236}">
                <a16:creationId xmlns:a16="http://schemas.microsoft.com/office/drawing/2014/main" id="{FC702666-E47F-4B43-07B2-C505598C9C78}"/>
              </a:ext>
            </a:extLst>
          </p:cNvPr>
          <p:cNvSpPr txBox="1"/>
          <p:nvPr/>
        </p:nvSpPr>
        <p:spPr>
          <a:xfrm>
            <a:off x="9825170" y="5742201"/>
            <a:ext cx="1664251" cy="415498"/>
          </a:xfrm>
          <a:prstGeom prst="rect">
            <a:avLst/>
          </a:prstGeom>
          <a:noFill/>
        </p:spPr>
        <p:txBody>
          <a:bodyPr wrap="square" rtlCol="0">
            <a:spAutoFit/>
          </a:bodyPr>
          <a:lstStyle>
            <a:defPPr>
              <a:defRPr lang="en-US"/>
            </a:defPPr>
            <a:lvl1pPr algn="ctr">
              <a:defRPr sz="1050">
                <a:latin typeface="MarkOTBold" panose="020B08040202010101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arkOTBold" panose="020B0804020201010104" pitchFamily="34" charset="0"/>
                <a:ea typeface="+mn-ea"/>
                <a:cs typeface="+mn-cs"/>
              </a:rPr>
              <a:t>TDD Delivery Costs – Allocated to BU</a:t>
            </a:r>
            <a:endParaRPr kumimoji="0" lang="en-AU" sz="1050" b="0" i="0" u="none" strike="noStrike" kern="1200" cap="none" spc="0" normalizeH="0" baseline="0" noProof="0">
              <a:ln>
                <a:noFill/>
              </a:ln>
              <a:solidFill>
                <a:srgbClr val="000000"/>
              </a:solidFill>
              <a:effectLst/>
              <a:uLnTx/>
              <a:uFillTx/>
              <a:latin typeface="MarkOTBold" panose="020B0804020201010104" pitchFamily="34" charset="0"/>
              <a:ea typeface="+mn-ea"/>
              <a:cs typeface="+mn-cs"/>
            </a:endParaRPr>
          </a:p>
        </p:txBody>
      </p:sp>
      <p:cxnSp>
        <p:nvCxnSpPr>
          <p:cNvPr id="2456" name="Connector: Elbow 2455">
            <a:extLst>
              <a:ext uri="{FF2B5EF4-FFF2-40B4-BE49-F238E27FC236}">
                <a16:creationId xmlns:a16="http://schemas.microsoft.com/office/drawing/2014/main" id="{2C028420-89C1-BA68-8980-DC2C9405BE7C}"/>
              </a:ext>
            </a:extLst>
          </p:cNvPr>
          <p:cNvCxnSpPr>
            <a:cxnSpLocks/>
          </p:cNvCxnSpPr>
          <p:nvPr/>
        </p:nvCxnSpPr>
        <p:spPr>
          <a:xfrm>
            <a:off x="8376049" y="4519641"/>
            <a:ext cx="1354128" cy="593942"/>
          </a:xfrm>
          <a:prstGeom prst="bentConnector3">
            <a:avLst>
              <a:gd name="adj1" fmla="val 50000"/>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cxnSp>
      <p:sp>
        <p:nvSpPr>
          <p:cNvPr id="2488" name="TextBox 2487">
            <a:extLst>
              <a:ext uri="{FF2B5EF4-FFF2-40B4-BE49-F238E27FC236}">
                <a16:creationId xmlns:a16="http://schemas.microsoft.com/office/drawing/2014/main" id="{BC97F29F-AFF0-7987-D37D-F0E3DEE5A49E}"/>
              </a:ext>
            </a:extLst>
          </p:cNvPr>
          <p:cNvSpPr txBox="1"/>
          <p:nvPr/>
        </p:nvSpPr>
        <p:spPr>
          <a:xfrm>
            <a:off x="8544276" y="4836534"/>
            <a:ext cx="1062857" cy="646331"/>
          </a:xfrm>
          <a:prstGeom prst="rect">
            <a:avLst/>
          </a:prstGeom>
          <a:solidFill>
            <a:schemeClr val="bg1"/>
          </a:solidFill>
          <a:effectLst>
            <a:outerShdw blurRad="50800" dist="38100" dir="5400000" algn="t" rotWithShape="0">
              <a:prstClr val="black">
                <a:alpha val="40000"/>
              </a:prstClr>
            </a:outerShdw>
          </a:effectLst>
        </p:spPr>
        <p:txBody>
          <a:bodyPr wrap="square" rtlCol="0" anchor="ctr">
            <a:spAutoFit/>
          </a:bodyPr>
          <a:lstStyle>
            <a:defPPr>
              <a:defRPr lang="en-US"/>
            </a:defPPr>
            <a:lvl1pPr>
              <a:defRPr sz="900" b="1">
                <a:latin typeface="MarkOT" panose="020B05040202010101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arkOT" panose="020B0504020201010104" pitchFamily="34" charset="0"/>
                <a:ea typeface="+mn-ea"/>
                <a:cs typeface="+mn-cs"/>
              </a:rPr>
              <a:t>All Portfolio initiative costs charged to business </a:t>
            </a:r>
          </a:p>
        </p:txBody>
      </p:sp>
      <p:sp>
        <p:nvSpPr>
          <p:cNvPr id="2493" name="Rectangle 2492">
            <a:extLst>
              <a:ext uri="{FF2B5EF4-FFF2-40B4-BE49-F238E27FC236}">
                <a16:creationId xmlns:a16="http://schemas.microsoft.com/office/drawing/2014/main" id="{DA347D2E-2900-57D2-A5ED-069A5EE74EA3}"/>
              </a:ext>
            </a:extLst>
          </p:cNvPr>
          <p:cNvSpPr/>
          <p:nvPr/>
        </p:nvSpPr>
        <p:spPr>
          <a:xfrm>
            <a:off x="595895" y="4112928"/>
            <a:ext cx="1777602" cy="76275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MarkOT" panose="020B0504020201010104" pitchFamily="34" charset="0"/>
                <a:ea typeface="+mn-ea"/>
                <a:cs typeface="+mn-cs"/>
              </a:rPr>
              <a:t>TDD Delivery Teams (Projects)</a:t>
            </a:r>
          </a:p>
        </p:txBody>
      </p:sp>
      <p:sp>
        <p:nvSpPr>
          <p:cNvPr id="30" name="TextBox 29">
            <a:extLst>
              <a:ext uri="{FF2B5EF4-FFF2-40B4-BE49-F238E27FC236}">
                <a16:creationId xmlns:a16="http://schemas.microsoft.com/office/drawing/2014/main" id="{480E55A9-C29A-F8AF-42D0-250F2189A0D8}"/>
              </a:ext>
            </a:extLst>
          </p:cNvPr>
          <p:cNvSpPr txBox="1"/>
          <p:nvPr/>
        </p:nvSpPr>
        <p:spPr>
          <a:xfrm>
            <a:off x="2651967" y="4738140"/>
            <a:ext cx="971145" cy="507831"/>
          </a:xfrm>
          <a:prstGeom prst="rect">
            <a:avLst/>
          </a:prstGeom>
          <a:solidFill>
            <a:schemeClr val="bg1">
              <a:lumMod val="85000"/>
            </a:schemeClr>
          </a:solidFill>
          <a:effectLst>
            <a:outerShdw blurRad="50800" dist="38100" dir="5400000" algn="t" rotWithShape="0">
              <a:prstClr val="black">
                <a:alpha val="40000"/>
              </a:prstClr>
            </a:outerShdw>
          </a:effectLst>
        </p:spPr>
        <p:txBody>
          <a:bodyPr wrap="squar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arkOT" panose="020B0504020201010104" pitchFamily="34" charset="0"/>
                <a:ea typeface="+mn-ea"/>
                <a:cs typeface="+mn-cs"/>
              </a:rPr>
              <a:t>Initiatives Re-charge to Business</a:t>
            </a:r>
            <a:r>
              <a:rPr kumimoji="0" lang="en-US" sz="900" b="1" i="0" u="none" strike="noStrike" kern="1200" cap="none" spc="0" normalizeH="0" baseline="30000" noProof="0">
                <a:ln>
                  <a:noFill/>
                </a:ln>
                <a:solidFill>
                  <a:srgbClr val="000000"/>
                </a:solidFill>
                <a:effectLst/>
                <a:uLnTx/>
                <a:uFillTx/>
                <a:latin typeface="MarkOT" panose="020B0504020201010104" pitchFamily="34" charset="0"/>
                <a:ea typeface="+mn-ea"/>
                <a:cs typeface="+mn-cs"/>
              </a:rPr>
              <a:t>1</a:t>
            </a:r>
            <a:endParaRPr kumimoji="0" lang="en-AU" sz="900" b="1" i="0" u="none" strike="noStrike" kern="1200" cap="none" spc="0" normalizeH="0" baseline="0" noProof="0">
              <a:ln>
                <a:noFill/>
              </a:ln>
              <a:solidFill>
                <a:srgbClr val="000000"/>
              </a:solidFill>
              <a:effectLst/>
              <a:uLnTx/>
              <a:uFillTx/>
              <a:latin typeface="MarkOT" panose="020B0504020201010104" pitchFamily="34" charset="0"/>
              <a:ea typeface="+mn-ea"/>
              <a:cs typeface="+mn-cs"/>
            </a:endParaRPr>
          </a:p>
        </p:txBody>
      </p:sp>
      <p:sp>
        <p:nvSpPr>
          <p:cNvPr id="2483" name="TextBox 2482">
            <a:extLst>
              <a:ext uri="{FF2B5EF4-FFF2-40B4-BE49-F238E27FC236}">
                <a16:creationId xmlns:a16="http://schemas.microsoft.com/office/drawing/2014/main" id="{11C53E13-F312-B79E-3ECF-4DDF870CBB44}"/>
              </a:ext>
            </a:extLst>
          </p:cNvPr>
          <p:cNvSpPr txBox="1"/>
          <p:nvPr/>
        </p:nvSpPr>
        <p:spPr>
          <a:xfrm>
            <a:off x="8492786" y="2361997"/>
            <a:ext cx="1070821" cy="507831"/>
          </a:xfrm>
          <a:prstGeom prst="rect">
            <a:avLst/>
          </a:prstGeom>
          <a:solidFill>
            <a:schemeClr val="bg1"/>
          </a:solidFill>
          <a:effectLst>
            <a:outerShdw blurRad="50800" dist="38100" dir="5400000" algn="t" rotWithShape="0">
              <a:prstClr val="black">
                <a:alpha val="40000"/>
              </a:prstClr>
            </a:outerShdw>
          </a:effectLst>
        </p:spPr>
        <p:txBody>
          <a:bodyPr wrap="square" rtlCol="0" anchor="ctr">
            <a:spAutoFit/>
          </a:bodyPr>
          <a:lstStyle>
            <a:defPPr>
              <a:defRPr lang="en-US"/>
            </a:defPPr>
            <a:lvl1pPr>
              <a:defRPr sz="900" b="1">
                <a:latin typeface="MarkOT" panose="020B05040202010101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arkOT" panose="020B0504020201010104" pitchFamily="34" charset="0"/>
                <a:ea typeface="+mn-ea"/>
                <a:cs typeface="+mn-cs"/>
              </a:rPr>
              <a:t>All TDD portfolio Mgt with TDD</a:t>
            </a:r>
            <a:endParaRPr kumimoji="0" lang="en-AU" sz="900" b="1" i="0" u="none" strike="noStrike" kern="1200" cap="none" spc="0" normalizeH="0" baseline="0" noProof="0">
              <a:ln>
                <a:noFill/>
              </a:ln>
              <a:solidFill>
                <a:srgbClr val="000000"/>
              </a:solidFill>
              <a:effectLst/>
              <a:uLnTx/>
              <a:uFillTx/>
              <a:latin typeface="MarkOT" panose="020B0504020201010104" pitchFamily="34" charset="0"/>
              <a:ea typeface="+mn-ea"/>
              <a:cs typeface="+mn-cs"/>
            </a:endParaRPr>
          </a:p>
        </p:txBody>
      </p:sp>
      <p:sp>
        <p:nvSpPr>
          <p:cNvPr id="2" name="Rectangle 1">
            <a:extLst>
              <a:ext uri="{FF2B5EF4-FFF2-40B4-BE49-F238E27FC236}">
                <a16:creationId xmlns:a16="http://schemas.microsoft.com/office/drawing/2014/main" id="{1F82F10C-7525-4C9E-47B2-1DE688BCD2C4}"/>
              </a:ext>
            </a:extLst>
          </p:cNvPr>
          <p:cNvSpPr/>
          <p:nvPr/>
        </p:nvSpPr>
        <p:spPr>
          <a:xfrm>
            <a:off x="591813" y="3249420"/>
            <a:ext cx="1790978" cy="8635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MarkOT" panose="020B0504020201010104" pitchFamily="34" charset="0"/>
                <a:ea typeface="+mn-ea"/>
                <a:cs typeface="+mn-cs"/>
              </a:rPr>
              <a:t>TDD Delivery Teams (Lights On)</a:t>
            </a:r>
          </a:p>
        </p:txBody>
      </p:sp>
      <p:sp>
        <p:nvSpPr>
          <p:cNvPr id="12" name="Rectangle 11">
            <a:extLst>
              <a:ext uri="{FF2B5EF4-FFF2-40B4-BE49-F238E27FC236}">
                <a16:creationId xmlns:a16="http://schemas.microsoft.com/office/drawing/2014/main" id="{10CB3E42-BC9E-CDD2-3FC1-71B65B679473}"/>
              </a:ext>
            </a:extLst>
          </p:cNvPr>
          <p:cNvSpPr/>
          <p:nvPr/>
        </p:nvSpPr>
        <p:spPr>
          <a:xfrm>
            <a:off x="3892038" y="2234222"/>
            <a:ext cx="1790979" cy="516318"/>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Management/BP  Overheads </a:t>
            </a:r>
          </a:p>
        </p:txBody>
      </p:sp>
      <p:sp>
        <p:nvSpPr>
          <p:cNvPr id="24" name="Rectangle 23">
            <a:extLst>
              <a:ext uri="{FF2B5EF4-FFF2-40B4-BE49-F238E27FC236}">
                <a16:creationId xmlns:a16="http://schemas.microsoft.com/office/drawing/2014/main" id="{C827899D-F48E-8BB4-0F18-E59A16B9CC70}"/>
              </a:ext>
            </a:extLst>
          </p:cNvPr>
          <p:cNvSpPr/>
          <p:nvPr/>
        </p:nvSpPr>
        <p:spPr>
          <a:xfrm>
            <a:off x="6512969" y="4137655"/>
            <a:ext cx="1781569" cy="762756"/>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MarkOT" panose="020B0504020201010104" pitchFamily="34" charset="0"/>
                <a:ea typeface="+mn-ea"/>
                <a:cs typeface="+mn-cs"/>
              </a:rPr>
              <a:t>TDD Delivery Teams (Initiatives)</a:t>
            </a:r>
          </a:p>
        </p:txBody>
      </p:sp>
      <p:sp>
        <p:nvSpPr>
          <p:cNvPr id="28" name="Rectangle 27">
            <a:extLst>
              <a:ext uri="{FF2B5EF4-FFF2-40B4-BE49-F238E27FC236}">
                <a16:creationId xmlns:a16="http://schemas.microsoft.com/office/drawing/2014/main" id="{424E732D-180D-ACA2-79AA-5A9A5A399CF7}"/>
              </a:ext>
            </a:extLst>
          </p:cNvPr>
          <p:cNvSpPr/>
          <p:nvPr/>
        </p:nvSpPr>
        <p:spPr>
          <a:xfrm>
            <a:off x="6515703" y="3249420"/>
            <a:ext cx="1774753" cy="88823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MarkOT" panose="020B0504020201010104" pitchFamily="34" charset="0"/>
                <a:ea typeface="+mn-ea"/>
                <a:cs typeface="+mn-cs"/>
              </a:rPr>
              <a:t>TDD Delivery Teams (Lights On)</a:t>
            </a:r>
          </a:p>
        </p:txBody>
      </p:sp>
      <p:sp>
        <p:nvSpPr>
          <p:cNvPr id="33" name="Rectangle 32">
            <a:extLst>
              <a:ext uri="{FF2B5EF4-FFF2-40B4-BE49-F238E27FC236}">
                <a16:creationId xmlns:a16="http://schemas.microsoft.com/office/drawing/2014/main" id="{57C6B86D-A8CA-9511-9DF0-02167E064C41}"/>
              </a:ext>
            </a:extLst>
          </p:cNvPr>
          <p:cNvSpPr/>
          <p:nvPr/>
        </p:nvSpPr>
        <p:spPr>
          <a:xfrm>
            <a:off x="9772372" y="2328486"/>
            <a:ext cx="1790979" cy="866070"/>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Management/BP  Overheads </a:t>
            </a:r>
          </a:p>
        </p:txBody>
      </p:sp>
      <p:sp>
        <p:nvSpPr>
          <p:cNvPr id="37" name="Rectangle 36">
            <a:extLst>
              <a:ext uri="{FF2B5EF4-FFF2-40B4-BE49-F238E27FC236}">
                <a16:creationId xmlns:a16="http://schemas.microsoft.com/office/drawing/2014/main" id="{9332A17A-5A2C-2D8C-738F-B0770610CA53}"/>
              </a:ext>
            </a:extLst>
          </p:cNvPr>
          <p:cNvSpPr/>
          <p:nvPr/>
        </p:nvSpPr>
        <p:spPr>
          <a:xfrm>
            <a:off x="9772372" y="3184024"/>
            <a:ext cx="1790978" cy="888235"/>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MarkOT" panose="020B0504020201010104" pitchFamily="34" charset="0"/>
                <a:ea typeface="+mn-ea"/>
                <a:cs typeface="+mn-cs"/>
              </a:rPr>
              <a:t>TDD Delivery Teams (Lights On Capacity) </a:t>
            </a:r>
          </a:p>
        </p:txBody>
      </p:sp>
      <p:sp>
        <p:nvSpPr>
          <p:cNvPr id="41" name="Rectangle 40">
            <a:extLst>
              <a:ext uri="{FF2B5EF4-FFF2-40B4-BE49-F238E27FC236}">
                <a16:creationId xmlns:a16="http://schemas.microsoft.com/office/drawing/2014/main" id="{09E08E42-66C9-193F-1B23-BF2E52A68F67}"/>
              </a:ext>
            </a:extLst>
          </p:cNvPr>
          <p:cNvSpPr/>
          <p:nvPr/>
        </p:nvSpPr>
        <p:spPr>
          <a:xfrm>
            <a:off x="9689588" y="2219101"/>
            <a:ext cx="1935411" cy="2087368"/>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Mark OT Book"/>
              <a:ea typeface="+mn-ea"/>
              <a:cs typeface="+mn-cs"/>
            </a:endParaRPr>
          </a:p>
        </p:txBody>
      </p:sp>
      <p:cxnSp>
        <p:nvCxnSpPr>
          <p:cNvPr id="44" name="Connector: Elbow 43">
            <a:extLst>
              <a:ext uri="{FF2B5EF4-FFF2-40B4-BE49-F238E27FC236}">
                <a16:creationId xmlns:a16="http://schemas.microsoft.com/office/drawing/2014/main" id="{7A7AD82D-6965-128E-7E8F-8ED60DA23D62}"/>
              </a:ext>
            </a:extLst>
          </p:cNvPr>
          <p:cNvCxnSpPr>
            <a:cxnSpLocks/>
          </p:cNvCxnSpPr>
          <p:nvPr/>
        </p:nvCxnSpPr>
        <p:spPr>
          <a:xfrm flipV="1">
            <a:off x="8376049" y="3044656"/>
            <a:ext cx="1313539" cy="507831"/>
          </a:xfrm>
          <a:prstGeom prst="bentConnector3">
            <a:avLst>
              <a:gd name="adj1" fmla="val 50000"/>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cxnSp>
      <p:sp>
        <p:nvSpPr>
          <p:cNvPr id="2479" name="TextBox 2478">
            <a:extLst>
              <a:ext uri="{FF2B5EF4-FFF2-40B4-BE49-F238E27FC236}">
                <a16:creationId xmlns:a16="http://schemas.microsoft.com/office/drawing/2014/main" id="{C9D17258-71DF-A750-EE94-3FCDE7C2D65E}"/>
              </a:ext>
            </a:extLst>
          </p:cNvPr>
          <p:cNvSpPr txBox="1"/>
          <p:nvPr/>
        </p:nvSpPr>
        <p:spPr>
          <a:xfrm>
            <a:off x="8502029" y="3359424"/>
            <a:ext cx="1061578" cy="507831"/>
          </a:xfrm>
          <a:prstGeom prst="rect">
            <a:avLst/>
          </a:prstGeom>
          <a:solidFill>
            <a:schemeClr val="bg1"/>
          </a:solidFill>
          <a:effectLst>
            <a:outerShdw blurRad="50800" dist="38100" dir="5400000" algn="t" rotWithShape="0">
              <a:prstClr val="black">
                <a:alpha val="40000"/>
              </a:prstClr>
            </a:outerShdw>
          </a:effectLst>
        </p:spPr>
        <p:txBody>
          <a:bodyPr wrap="square" rtlCol="0" anchor="ctr">
            <a:spAutoFit/>
          </a:bodyPr>
          <a:lstStyle>
            <a:defPPr>
              <a:defRPr lang="en-US"/>
            </a:defPPr>
            <a:lvl1pPr>
              <a:defRPr sz="900" b="1">
                <a:latin typeface="MarkOT" panose="020B0504020201010104" pitchFamily="34" charset="0"/>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MarkOT" panose="020B0504020201010104" pitchFamily="34" charset="0"/>
                <a:ea typeface="+mn-ea"/>
                <a:cs typeface="+mn-cs"/>
              </a:rPr>
              <a:t>All Portfolio lights on costs stay with TDD </a:t>
            </a:r>
            <a:endParaRPr kumimoji="0" lang="en-AU" sz="900" b="1" i="0" u="none" strike="noStrike" kern="1200" cap="none" spc="0" normalizeH="0" baseline="0" noProof="0">
              <a:ln>
                <a:noFill/>
              </a:ln>
              <a:solidFill>
                <a:srgbClr val="000000"/>
              </a:solidFill>
              <a:effectLst/>
              <a:uLnTx/>
              <a:uFillTx/>
              <a:latin typeface="MarkOT" panose="020B0504020201010104" pitchFamily="34" charset="0"/>
              <a:ea typeface="+mn-ea"/>
              <a:cs typeface="+mn-cs"/>
            </a:endParaRPr>
          </a:p>
        </p:txBody>
      </p:sp>
      <p:sp>
        <p:nvSpPr>
          <p:cNvPr id="59" name="Oval 58">
            <a:extLst>
              <a:ext uri="{FF2B5EF4-FFF2-40B4-BE49-F238E27FC236}">
                <a16:creationId xmlns:a16="http://schemas.microsoft.com/office/drawing/2014/main" id="{7330EEA4-45E7-294F-4C58-17F1BCBA7043}"/>
              </a:ext>
            </a:extLst>
          </p:cNvPr>
          <p:cNvSpPr/>
          <p:nvPr/>
        </p:nvSpPr>
        <p:spPr>
          <a:xfrm>
            <a:off x="3870060" y="2191568"/>
            <a:ext cx="254830" cy="22809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Mark OT Book"/>
              <a:ea typeface="+mn-ea"/>
              <a:cs typeface="+mn-cs"/>
            </a:endParaRPr>
          </a:p>
        </p:txBody>
      </p:sp>
      <p:sp>
        <p:nvSpPr>
          <p:cNvPr id="2432" name="Oval 2431">
            <a:extLst>
              <a:ext uri="{FF2B5EF4-FFF2-40B4-BE49-F238E27FC236}">
                <a16:creationId xmlns:a16="http://schemas.microsoft.com/office/drawing/2014/main" id="{03A3731C-BF64-3C95-FBF6-021AB4617651}"/>
              </a:ext>
            </a:extLst>
          </p:cNvPr>
          <p:cNvSpPr/>
          <p:nvPr/>
        </p:nvSpPr>
        <p:spPr>
          <a:xfrm>
            <a:off x="3863421" y="3929372"/>
            <a:ext cx="254830" cy="22809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Mark OT Book"/>
              <a:ea typeface="+mn-ea"/>
              <a:cs typeface="+mn-cs"/>
            </a:endParaRPr>
          </a:p>
        </p:txBody>
      </p:sp>
      <p:sp>
        <p:nvSpPr>
          <p:cNvPr id="2437" name="Oval 2436">
            <a:extLst>
              <a:ext uri="{FF2B5EF4-FFF2-40B4-BE49-F238E27FC236}">
                <a16:creationId xmlns:a16="http://schemas.microsoft.com/office/drawing/2014/main" id="{A4BE9B7C-2D4D-0958-DA52-302380CC9E66}"/>
              </a:ext>
            </a:extLst>
          </p:cNvPr>
          <p:cNvSpPr/>
          <p:nvPr/>
        </p:nvSpPr>
        <p:spPr>
          <a:xfrm>
            <a:off x="9732910" y="2271209"/>
            <a:ext cx="254830" cy="22809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Mark OT Book"/>
              <a:ea typeface="+mn-ea"/>
              <a:cs typeface="+mn-cs"/>
            </a:endParaRPr>
          </a:p>
        </p:txBody>
      </p:sp>
      <p:sp>
        <p:nvSpPr>
          <p:cNvPr id="2445" name="Rectangle 2444">
            <a:extLst>
              <a:ext uri="{FF2B5EF4-FFF2-40B4-BE49-F238E27FC236}">
                <a16:creationId xmlns:a16="http://schemas.microsoft.com/office/drawing/2014/main" id="{45848756-69A5-C368-0AC1-980C5E71F8F9}"/>
              </a:ext>
            </a:extLst>
          </p:cNvPr>
          <p:cNvSpPr/>
          <p:nvPr/>
        </p:nvSpPr>
        <p:spPr>
          <a:xfrm>
            <a:off x="6515705" y="2376388"/>
            <a:ext cx="1790979" cy="878100"/>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MarkOT" panose="020B0504020201010104" pitchFamily="34" charset="0"/>
                <a:ea typeface="+mn-ea"/>
                <a:cs typeface="+mn-cs"/>
              </a:rPr>
              <a:t>Management/BP  Overheads </a:t>
            </a:r>
          </a:p>
        </p:txBody>
      </p:sp>
      <p:sp>
        <p:nvSpPr>
          <p:cNvPr id="7" name="TextBox 6">
            <a:extLst>
              <a:ext uri="{FF2B5EF4-FFF2-40B4-BE49-F238E27FC236}">
                <a16:creationId xmlns:a16="http://schemas.microsoft.com/office/drawing/2014/main" id="{9769C726-992F-E2C7-44D5-DB2AFF4F80AA}"/>
              </a:ext>
            </a:extLst>
          </p:cNvPr>
          <p:cNvSpPr txBox="1"/>
          <p:nvPr/>
        </p:nvSpPr>
        <p:spPr>
          <a:xfrm>
            <a:off x="9660989" y="4054455"/>
            <a:ext cx="2013744" cy="2308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MarkOTBold" panose="020B0804020201010104" pitchFamily="34" charset="0"/>
                <a:ea typeface="+mn-ea"/>
                <a:cs typeface="+mn-cs"/>
              </a:rPr>
              <a:t>TDD People Costs –Corporate</a:t>
            </a:r>
            <a:endParaRPr kumimoji="0" lang="en-AU" sz="900" b="0" i="0" u="none" strike="noStrike" kern="1200" cap="none" spc="0" normalizeH="0" baseline="0" noProof="0">
              <a:ln>
                <a:noFill/>
              </a:ln>
              <a:solidFill>
                <a:srgbClr val="000000"/>
              </a:solidFill>
              <a:effectLst/>
              <a:uLnTx/>
              <a:uFillTx/>
              <a:latin typeface="MarkOTBold" panose="020B0804020201010104" pitchFamily="34" charset="0"/>
              <a:ea typeface="+mn-ea"/>
              <a:cs typeface="+mn-cs"/>
            </a:endParaRPr>
          </a:p>
        </p:txBody>
      </p:sp>
    </p:spTree>
    <p:extLst>
      <p:ext uri="{BB962C8B-B14F-4D97-AF65-F5344CB8AC3E}">
        <p14:creationId xmlns:p14="http://schemas.microsoft.com/office/powerpoint/2010/main" val="31197981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D1E9238-60BE-6B79-016E-8772FCD9ABBD}"/>
              </a:ext>
            </a:extLst>
          </p:cNvPr>
          <p:cNvSpPr/>
          <p:nvPr/>
        </p:nvSpPr>
        <p:spPr>
          <a:xfrm>
            <a:off x="0" y="0"/>
            <a:ext cx="3685309" cy="6858000"/>
          </a:xfrm>
          <a:prstGeom prst="rect">
            <a:avLst/>
          </a:prstGeom>
          <a:solidFill>
            <a:srgbClr val="1824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Mark OT Book"/>
              <a:ea typeface="+mn-ea"/>
              <a:cs typeface="+mn-cs"/>
            </a:endParaRPr>
          </a:p>
        </p:txBody>
      </p:sp>
      <p:sp>
        <p:nvSpPr>
          <p:cNvPr id="2" name="Title 1">
            <a:extLst>
              <a:ext uri="{FF2B5EF4-FFF2-40B4-BE49-F238E27FC236}">
                <a16:creationId xmlns:a16="http://schemas.microsoft.com/office/drawing/2014/main" id="{902EC4C7-C7B5-93DA-AD50-8F21D94BF5B0}"/>
              </a:ext>
            </a:extLst>
          </p:cNvPr>
          <p:cNvSpPr>
            <a:spLocks noGrp="1"/>
          </p:cNvSpPr>
          <p:nvPr>
            <p:ph type="title"/>
          </p:nvPr>
        </p:nvSpPr>
        <p:spPr>
          <a:xfrm>
            <a:off x="89210" y="278281"/>
            <a:ext cx="7814320" cy="600072"/>
          </a:xfrm>
        </p:spPr>
        <p:txBody>
          <a:bodyPr/>
          <a:lstStyle/>
          <a:p>
            <a:r>
              <a:rPr lang="en-US">
                <a:solidFill>
                  <a:schemeClr val="bg1"/>
                </a:solidFill>
              </a:rPr>
              <a:t>Spans and Layers</a:t>
            </a:r>
            <a:endParaRPr lang="en-AU">
              <a:solidFill>
                <a:schemeClr val="bg1"/>
              </a:solidFill>
            </a:endParaRPr>
          </a:p>
        </p:txBody>
      </p:sp>
      <p:sp>
        <p:nvSpPr>
          <p:cNvPr id="3" name="Slide Number Placeholder 2">
            <a:extLst>
              <a:ext uri="{FF2B5EF4-FFF2-40B4-BE49-F238E27FC236}">
                <a16:creationId xmlns:a16="http://schemas.microsoft.com/office/drawing/2014/main" id="{99A68618-CD3D-AAE0-7849-A18F51E48B9F}"/>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8A61277-D736-5A4E-964C-F8CA1F8ED542}" type="slidenum">
              <a:rPr kumimoji="0" lang="en-US" sz="1200" b="0" i="0" u="none" strike="noStrike" kern="1200" cap="none" spc="0" normalizeH="0" baseline="0" noProof="0" smtClean="0">
                <a:ln>
                  <a:noFill/>
                </a:ln>
                <a:solidFill>
                  <a:srgbClr val="151515"/>
                </a:solidFill>
                <a:effectLst/>
                <a:uLnTx/>
                <a:uFillTx/>
                <a:latin typeface="Mark OT" panose="020B0504020201010104" pitchFamily="34" charset="77"/>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srgbClr val="151515"/>
              </a:solidFill>
              <a:effectLst/>
              <a:uLnTx/>
              <a:uFillTx/>
              <a:latin typeface="Mark OT" panose="020B0504020201010104" pitchFamily="34" charset="77"/>
              <a:ea typeface="+mn-ea"/>
              <a:cs typeface="+mn-cs"/>
            </a:endParaRPr>
          </a:p>
        </p:txBody>
      </p:sp>
      <p:sp>
        <p:nvSpPr>
          <p:cNvPr id="7" name="Content Placeholder 6">
            <a:extLst>
              <a:ext uri="{FF2B5EF4-FFF2-40B4-BE49-F238E27FC236}">
                <a16:creationId xmlns:a16="http://schemas.microsoft.com/office/drawing/2014/main" id="{A513311A-0ED9-3B08-CD0B-23A7BC799DDA}"/>
              </a:ext>
            </a:extLst>
          </p:cNvPr>
          <p:cNvSpPr>
            <a:spLocks noGrp="1"/>
          </p:cNvSpPr>
          <p:nvPr>
            <p:ph sz="quarter" idx="10"/>
          </p:nvPr>
        </p:nvSpPr>
        <p:spPr>
          <a:xfrm>
            <a:off x="178420" y="1387393"/>
            <a:ext cx="3412273" cy="4889909"/>
          </a:xfrm>
        </p:spPr>
        <p:txBody>
          <a:bodyPr/>
          <a:lstStyle/>
          <a:p>
            <a:pPr lvl="0" fontAlgn="t">
              <a:defRPr/>
            </a:pPr>
            <a:r>
              <a:rPr lang="en-AU" sz="1400">
                <a:solidFill>
                  <a:schemeClr val="bg1"/>
                </a:solidFill>
                <a:latin typeface="+mj-lt"/>
              </a:rPr>
              <a:t>The TDD operating model has created a materially flatter and more scalable Function.</a:t>
            </a:r>
          </a:p>
          <a:p>
            <a:pPr lvl="0" fontAlgn="t">
              <a:defRPr/>
            </a:pPr>
            <a:endParaRPr lang="en-AU" sz="1600">
              <a:solidFill>
                <a:schemeClr val="bg1"/>
              </a:solidFill>
              <a:latin typeface="+mj-lt"/>
            </a:endParaRPr>
          </a:p>
          <a:p>
            <a:pPr marL="285750" lvl="0" indent="-285750" fontAlgn="t">
              <a:spcAft>
                <a:spcPts val="600"/>
              </a:spcAft>
              <a:buFont typeface="Arial" panose="020B0604020202020204" pitchFamily="34" charset="0"/>
              <a:buChar char="•"/>
              <a:defRPr/>
            </a:pPr>
            <a:r>
              <a:rPr lang="en-AU" sz="1200">
                <a:solidFill>
                  <a:schemeClr val="bg1"/>
                </a:solidFill>
                <a:latin typeface="+mj-lt"/>
              </a:rPr>
              <a:t>Management density has reduced from 24% to 16%, </a:t>
            </a:r>
          </a:p>
          <a:p>
            <a:pPr marL="285750" lvl="0" indent="-285750" fontAlgn="t">
              <a:spcAft>
                <a:spcPts val="600"/>
              </a:spcAft>
              <a:buFont typeface="Arial" panose="020B0604020202020204" pitchFamily="34" charset="0"/>
              <a:buChar char="•"/>
              <a:defRPr/>
            </a:pPr>
            <a:r>
              <a:rPr lang="en-AU" sz="1200">
                <a:solidFill>
                  <a:schemeClr val="bg1"/>
                </a:solidFill>
                <a:latin typeface="+mj-lt"/>
              </a:rPr>
              <a:t> Average spans of control have increased from 4.2 to 6.3. </a:t>
            </a:r>
          </a:p>
          <a:p>
            <a:pPr marL="285750" lvl="0" indent="-285750" fontAlgn="t">
              <a:spcAft>
                <a:spcPts val="600"/>
              </a:spcAft>
              <a:buFont typeface="Arial" panose="020B0604020202020204" pitchFamily="34" charset="0"/>
              <a:buChar char="•"/>
              <a:defRPr/>
            </a:pPr>
            <a:r>
              <a:rPr lang="en-AU" sz="1200">
                <a:solidFill>
                  <a:schemeClr val="bg1"/>
                </a:solidFill>
                <a:latin typeface="+mj-lt"/>
              </a:rPr>
              <a:t>The workforce profile has shifted significantly, with 67% of employees now sitting in Layers  2-3, compared with 71% previously in Layers 5-6</a:t>
            </a:r>
          </a:p>
          <a:p>
            <a:pPr lvl="0" fontAlgn="t">
              <a:defRPr/>
            </a:pPr>
            <a:endParaRPr lang="en-AU" sz="1600">
              <a:solidFill>
                <a:schemeClr val="bg1"/>
              </a:solidFill>
              <a:latin typeface="+mj-lt"/>
            </a:endParaRPr>
          </a:p>
          <a:p>
            <a:pPr lvl="0" fontAlgn="t">
              <a:defRPr/>
            </a:pPr>
            <a:r>
              <a:rPr lang="en-AU" sz="1400">
                <a:solidFill>
                  <a:schemeClr val="bg1"/>
                </a:solidFill>
                <a:latin typeface="+mj-lt"/>
              </a:rPr>
              <a:t>Management structures have simplified and leadership capacity shifted from managing hierarchy to delivering business outcomes and increasing accountability at the point of delivery, while still preserving capability governance and technical excellence</a:t>
            </a:r>
          </a:p>
          <a:p>
            <a:endParaRPr lang="en-AU">
              <a:solidFill>
                <a:schemeClr val="bg1"/>
              </a:solidFill>
            </a:endParaRPr>
          </a:p>
        </p:txBody>
      </p:sp>
      <p:graphicFrame>
        <p:nvGraphicFramePr>
          <p:cNvPr id="10" name="Table 9">
            <a:extLst>
              <a:ext uri="{FF2B5EF4-FFF2-40B4-BE49-F238E27FC236}">
                <a16:creationId xmlns:a16="http://schemas.microsoft.com/office/drawing/2014/main" id="{130A54C3-FEDB-DE35-FB27-449F8B38C506}"/>
              </a:ext>
            </a:extLst>
          </p:cNvPr>
          <p:cNvGraphicFramePr>
            <a:graphicFrameLocks noGrp="1"/>
          </p:cNvGraphicFramePr>
          <p:nvPr/>
        </p:nvGraphicFramePr>
        <p:xfrm>
          <a:off x="4267160" y="1112599"/>
          <a:ext cx="7529991" cy="1325656"/>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2118263">
                  <a:extLst>
                    <a:ext uri="{9D8B030D-6E8A-4147-A177-3AD203B41FA5}">
                      <a16:colId xmlns:a16="http://schemas.microsoft.com/office/drawing/2014/main" val="1385088068"/>
                    </a:ext>
                  </a:extLst>
                </a:gridCol>
                <a:gridCol w="2492047">
                  <a:extLst>
                    <a:ext uri="{9D8B030D-6E8A-4147-A177-3AD203B41FA5}">
                      <a16:colId xmlns:a16="http://schemas.microsoft.com/office/drawing/2014/main" val="1175816353"/>
                    </a:ext>
                  </a:extLst>
                </a:gridCol>
                <a:gridCol w="2919681">
                  <a:extLst>
                    <a:ext uri="{9D8B030D-6E8A-4147-A177-3AD203B41FA5}">
                      <a16:colId xmlns:a16="http://schemas.microsoft.com/office/drawing/2014/main" val="1070637448"/>
                    </a:ext>
                  </a:extLst>
                </a:gridCol>
              </a:tblGrid>
              <a:tr h="315470">
                <a:tc>
                  <a:txBody>
                    <a:bodyPr/>
                    <a:lstStyle/>
                    <a:p>
                      <a:endParaRPr lang="en-AU" sz="1200"/>
                    </a:p>
                  </a:txBody>
                  <a:tcPr>
                    <a:solidFill>
                      <a:srgbClr val="18249C"/>
                    </a:solidFill>
                  </a:tcPr>
                </a:tc>
                <a:tc>
                  <a:txBody>
                    <a:bodyPr/>
                    <a:lstStyle/>
                    <a:p>
                      <a:pPr algn="ctr"/>
                      <a:r>
                        <a:rPr lang="en-US" sz="1050"/>
                        <a:t>Pre Op Model</a:t>
                      </a:r>
                      <a:endParaRPr lang="en-AU" sz="1050"/>
                    </a:p>
                  </a:txBody>
                  <a:tcPr>
                    <a:solidFill>
                      <a:srgbClr val="18249C"/>
                    </a:solidFill>
                  </a:tcPr>
                </a:tc>
                <a:tc>
                  <a:txBody>
                    <a:bodyPr/>
                    <a:lstStyle/>
                    <a:p>
                      <a:pPr algn="ctr"/>
                      <a:r>
                        <a:rPr lang="en-US" sz="1050"/>
                        <a:t>Post Op Model</a:t>
                      </a:r>
                      <a:endParaRPr lang="en-AU" sz="1050"/>
                    </a:p>
                  </a:txBody>
                  <a:tcPr>
                    <a:solidFill>
                      <a:srgbClr val="18249C"/>
                    </a:solidFill>
                  </a:tcPr>
                </a:tc>
                <a:extLst>
                  <a:ext uri="{0D108BD9-81ED-4DB2-BD59-A6C34878D82A}">
                    <a16:rowId xmlns:a16="http://schemas.microsoft.com/office/drawing/2014/main" val="1177712012"/>
                  </a:ext>
                </a:extLst>
              </a:tr>
              <a:tr h="306973">
                <a:tc>
                  <a:txBody>
                    <a:bodyPr/>
                    <a:lstStyle/>
                    <a:p>
                      <a:pPr algn="ctr"/>
                      <a:r>
                        <a:rPr lang="en-US" sz="1000"/>
                        <a:t>Manager Density</a:t>
                      </a:r>
                      <a:endParaRPr lang="en-AU" sz="1000"/>
                    </a:p>
                  </a:txBody>
                  <a:tcPr>
                    <a:solidFill>
                      <a:srgbClr val="C6CAF6"/>
                    </a:solidFill>
                  </a:tcPr>
                </a:tc>
                <a:tc>
                  <a:txBody>
                    <a:bodyPr/>
                    <a:lstStyle/>
                    <a:p>
                      <a:pPr algn="ctr"/>
                      <a:r>
                        <a:rPr lang="en-US" sz="1000"/>
                        <a:t>24%</a:t>
                      </a:r>
                      <a:endParaRPr lang="en-AU" sz="1000"/>
                    </a:p>
                  </a:txBody>
                  <a:tcPr>
                    <a:solidFill>
                      <a:srgbClr val="C6CAF6"/>
                    </a:solidFill>
                  </a:tcPr>
                </a:tc>
                <a:tc>
                  <a:txBody>
                    <a:bodyPr/>
                    <a:lstStyle/>
                    <a:p>
                      <a:pPr algn="ctr"/>
                      <a:r>
                        <a:rPr lang="en-US" sz="1000"/>
                        <a:t>16%</a:t>
                      </a:r>
                      <a:endParaRPr lang="en-AU" sz="1000"/>
                    </a:p>
                  </a:txBody>
                  <a:tcPr>
                    <a:solidFill>
                      <a:srgbClr val="C6CAF6"/>
                    </a:solidFill>
                  </a:tcPr>
                </a:tc>
                <a:extLst>
                  <a:ext uri="{0D108BD9-81ED-4DB2-BD59-A6C34878D82A}">
                    <a16:rowId xmlns:a16="http://schemas.microsoft.com/office/drawing/2014/main" val="2682544628"/>
                  </a:ext>
                </a:extLst>
              </a:tr>
              <a:tr h="306973">
                <a:tc>
                  <a:txBody>
                    <a:bodyPr/>
                    <a:lstStyle/>
                    <a:p>
                      <a:pPr algn="ctr"/>
                      <a:r>
                        <a:rPr lang="en-US" sz="1000"/>
                        <a:t>Span</a:t>
                      </a:r>
                      <a:endParaRPr lang="en-AU" sz="1000"/>
                    </a:p>
                  </a:txBody>
                  <a:tcPr>
                    <a:solidFill>
                      <a:schemeClr val="bg1"/>
                    </a:solidFill>
                  </a:tcPr>
                </a:tc>
                <a:tc>
                  <a:txBody>
                    <a:bodyPr/>
                    <a:lstStyle/>
                    <a:p>
                      <a:pPr algn="ctr"/>
                      <a:r>
                        <a:rPr lang="en-US" sz="1000"/>
                        <a:t>4.2 ee’s</a:t>
                      </a:r>
                      <a:endParaRPr lang="en-AU" sz="1000"/>
                    </a:p>
                  </a:txBody>
                  <a:tcPr>
                    <a:solidFill>
                      <a:schemeClr val="bg1"/>
                    </a:solidFill>
                  </a:tcPr>
                </a:tc>
                <a:tc>
                  <a:txBody>
                    <a:bodyPr/>
                    <a:lstStyle/>
                    <a:p>
                      <a:pPr algn="ctr"/>
                      <a:r>
                        <a:rPr lang="en-US" sz="1000"/>
                        <a:t>6.3 ee’s</a:t>
                      </a:r>
                      <a:endParaRPr lang="en-AU" sz="1000"/>
                    </a:p>
                  </a:txBody>
                  <a:tcPr>
                    <a:solidFill>
                      <a:schemeClr val="bg1"/>
                    </a:solidFill>
                  </a:tcPr>
                </a:tc>
                <a:extLst>
                  <a:ext uri="{0D108BD9-81ED-4DB2-BD59-A6C34878D82A}">
                    <a16:rowId xmlns:a16="http://schemas.microsoft.com/office/drawing/2014/main" val="553227367"/>
                  </a:ext>
                </a:extLst>
              </a:tr>
              <a:tr h="327999">
                <a:tc>
                  <a:txBody>
                    <a:bodyPr/>
                    <a:lstStyle/>
                    <a:p>
                      <a:pPr algn="ctr"/>
                      <a:r>
                        <a:rPr lang="en-US" sz="1000"/>
                        <a:t>Layers</a:t>
                      </a:r>
                      <a:endParaRPr lang="en-AU" sz="1000"/>
                    </a:p>
                  </a:txBody>
                  <a:tcPr>
                    <a:solidFill>
                      <a:srgbClr val="C6CAF6"/>
                    </a:solidFill>
                  </a:tcPr>
                </a:tc>
                <a:tc>
                  <a:txBody>
                    <a:bodyPr/>
                    <a:lstStyle/>
                    <a:p>
                      <a:pPr algn="ctr"/>
                      <a:r>
                        <a:rPr lang="en-US" sz="1000"/>
                        <a:t>Majority of workforce </a:t>
                      </a:r>
                      <a:br>
                        <a:rPr lang="en-US" sz="1000"/>
                      </a:br>
                      <a:r>
                        <a:rPr lang="en-US" sz="1000"/>
                        <a:t>in layers 5-6 (71%)</a:t>
                      </a:r>
                      <a:endParaRPr lang="en-AU" sz="1000"/>
                    </a:p>
                  </a:txBody>
                  <a:tcPr>
                    <a:solidFill>
                      <a:srgbClr val="C6CAF6"/>
                    </a:solidFill>
                  </a:tcPr>
                </a:tc>
                <a:tc>
                  <a:txBody>
                    <a:bodyPr/>
                    <a:lstStyle/>
                    <a:p>
                      <a:pPr algn="ctr"/>
                      <a:r>
                        <a:rPr lang="en-US" sz="1000"/>
                        <a:t>Majority of workforce </a:t>
                      </a:r>
                      <a:br>
                        <a:rPr lang="en-US" sz="1000"/>
                      </a:br>
                      <a:r>
                        <a:rPr lang="en-US" sz="1000"/>
                        <a:t>in layers 2-3 (67%)</a:t>
                      </a:r>
                      <a:endParaRPr lang="en-AU" sz="1000"/>
                    </a:p>
                  </a:txBody>
                  <a:tcPr>
                    <a:solidFill>
                      <a:srgbClr val="C6CAF6"/>
                    </a:solidFill>
                  </a:tcPr>
                </a:tc>
                <a:extLst>
                  <a:ext uri="{0D108BD9-81ED-4DB2-BD59-A6C34878D82A}">
                    <a16:rowId xmlns:a16="http://schemas.microsoft.com/office/drawing/2014/main" val="3467573952"/>
                  </a:ext>
                </a:extLst>
              </a:tr>
            </a:tbl>
          </a:graphicData>
        </a:graphic>
      </p:graphicFrame>
      <p:graphicFrame>
        <p:nvGraphicFramePr>
          <p:cNvPr id="5" name="Table 4">
            <a:extLst>
              <a:ext uri="{FF2B5EF4-FFF2-40B4-BE49-F238E27FC236}">
                <a16:creationId xmlns:a16="http://schemas.microsoft.com/office/drawing/2014/main" id="{B57EC975-1AF5-F2A5-AB7C-85E7EEA6D66B}"/>
              </a:ext>
            </a:extLst>
          </p:cNvPr>
          <p:cNvGraphicFramePr>
            <a:graphicFrameLocks noGrp="1"/>
          </p:cNvGraphicFramePr>
          <p:nvPr/>
        </p:nvGraphicFramePr>
        <p:xfrm>
          <a:off x="4267160" y="2993636"/>
          <a:ext cx="7629371" cy="3068320"/>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1271562">
                  <a:extLst>
                    <a:ext uri="{9D8B030D-6E8A-4147-A177-3AD203B41FA5}">
                      <a16:colId xmlns:a16="http://schemas.microsoft.com/office/drawing/2014/main" val="3568673366"/>
                    </a:ext>
                  </a:extLst>
                </a:gridCol>
                <a:gridCol w="1092777">
                  <a:extLst>
                    <a:ext uri="{9D8B030D-6E8A-4147-A177-3AD203B41FA5}">
                      <a16:colId xmlns:a16="http://schemas.microsoft.com/office/drawing/2014/main" val="1094132704"/>
                    </a:ext>
                  </a:extLst>
                </a:gridCol>
                <a:gridCol w="1028925">
                  <a:extLst>
                    <a:ext uri="{9D8B030D-6E8A-4147-A177-3AD203B41FA5}">
                      <a16:colId xmlns:a16="http://schemas.microsoft.com/office/drawing/2014/main" val="3577146117"/>
                    </a:ext>
                  </a:extLst>
                </a:gridCol>
                <a:gridCol w="1324467">
                  <a:extLst>
                    <a:ext uri="{9D8B030D-6E8A-4147-A177-3AD203B41FA5}">
                      <a16:colId xmlns:a16="http://schemas.microsoft.com/office/drawing/2014/main" val="47572205"/>
                    </a:ext>
                  </a:extLst>
                </a:gridCol>
                <a:gridCol w="1313521">
                  <a:extLst>
                    <a:ext uri="{9D8B030D-6E8A-4147-A177-3AD203B41FA5}">
                      <a16:colId xmlns:a16="http://schemas.microsoft.com/office/drawing/2014/main" val="809280889"/>
                    </a:ext>
                  </a:extLst>
                </a:gridCol>
                <a:gridCol w="1598119">
                  <a:extLst>
                    <a:ext uri="{9D8B030D-6E8A-4147-A177-3AD203B41FA5}">
                      <a16:colId xmlns:a16="http://schemas.microsoft.com/office/drawing/2014/main" val="4194866937"/>
                    </a:ext>
                  </a:extLst>
                </a:gridCol>
              </a:tblGrid>
              <a:tr h="370840">
                <a:tc>
                  <a:txBody>
                    <a:bodyPr/>
                    <a:lstStyle/>
                    <a:p>
                      <a:pPr>
                        <a:buNone/>
                      </a:pPr>
                      <a:r>
                        <a:rPr lang="en-AU" sz="900">
                          <a:effectLst/>
                        </a:rPr>
                        <a:t>Domain</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249C"/>
                    </a:solidFill>
                  </a:tcPr>
                </a:tc>
                <a:tc>
                  <a:txBody>
                    <a:bodyPr/>
                    <a:lstStyle/>
                    <a:p>
                      <a:pPr algn="ctr">
                        <a:buNone/>
                      </a:pPr>
                      <a:r>
                        <a:rPr lang="en-AU" sz="900">
                          <a:effectLst/>
                        </a:rPr>
                        <a:t>Management Density</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249C"/>
                    </a:solidFill>
                  </a:tcPr>
                </a:tc>
                <a:tc>
                  <a:txBody>
                    <a:bodyPr/>
                    <a:lstStyle/>
                    <a:p>
                      <a:pPr algn="ctr">
                        <a:buNone/>
                      </a:pPr>
                      <a:r>
                        <a:rPr lang="en-AU" sz="900">
                          <a:effectLst/>
                        </a:rPr>
                        <a:t>Span Effectiveness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249C"/>
                    </a:solidFill>
                  </a:tcPr>
                </a:tc>
                <a:tc>
                  <a:txBody>
                    <a:bodyPr/>
                    <a:lstStyle/>
                    <a:p>
                      <a:pPr algn="ctr">
                        <a:buNone/>
                      </a:pPr>
                      <a:r>
                        <a:rPr lang="en-AU" sz="900">
                          <a:effectLst/>
                        </a:rPr>
                        <a:t>Scalability</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249C"/>
                    </a:solidFill>
                  </a:tcPr>
                </a:tc>
                <a:tc>
                  <a:txBody>
                    <a:bodyPr/>
                    <a:lstStyle/>
                    <a:p>
                      <a:pPr algn="ctr">
                        <a:buNone/>
                      </a:pPr>
                      <a:r>
                        <a:rPr lang="en-AU" sz="900">
                          <a:effectLst/>
                        </a:rPr>
                        <a:t>Organisational Simplicity</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249C"/>
                    </a:solidFill>
                  </a:tcPr>
                </a:tc>
                <a:tc>
                  <a:txBody>
                    <a:bodyPr/>
                    <a:lstStyle/>
                    <a:p>
                      <a:pPr algn="ctr">
                        <a:buNone/>
                      </a:pPr>
                      <a:r>
                        <a:rPr lang="en-US" sz="900">
                          <a:effectLst/>
                        </a:rPr>
                        <a:t>Assessment</a:t>
                      </a:r>
                      <a:endParaRPr lang="en-AU" sz="900">
                        <a:effectLst/>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8249C"/>
                    </a:solidFill>
                  </a:tcPr>
                </a:tc>
                <a:extLst>
                  <a:ext uri="{0D108BD9-81ED-4DB2-BD59-A6C34878D82A}">
                    <a16:rowId xmlns:a16="http://schemas.microsoft.com/office/drawing/2014/main" val="3043557527"/>
                  </a:ext>
                </a:extLst>
              </a:tr>
              <a:tr h="370840">
                <a:tc>
                  <a:txBody>
                    <a:bodyPr/>
                    <a:lstStyle/>
                    <a:p>
                      <a:pPr algn="ctr">
                        <a:buNone/>
                      </a:pPr>
                      <a:r>
                        <a:rPr lang="en-AU" sz="900">
                          <a:effectLst/>
                        </a:rPr>
                        <a:t>Strategy, Architecture &amp; Data</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rgbClr val="C6CAF6"/>
                    </a:solidFill>
                  </a:tcPr>
                </a:tc>
                <a:tc>
                  <a:txBody>
                    <a:bodyPr/>
                    <a:lstStyle/>
                    <a:p>
                      <a:pPr algn="ctr">
                        <a:buNone/>
                      </a:pPr>
                      <a:r>
                        <a:rPr lang="en-AU" sz="900">
                          <a:effectLst/>
                        </a:rPr>
                        <a:t>24.1%</a:t>
                      </a:r>
                    </a:p>
                  </a:txBody>
                  <a:tcPr anchor="ctr">
                    <a:lnT w="12700" cap="flat" cmpd="sng" algn="ctr">
                      <a:solidFill>
                        <a:schemeClr val="tx1"/>
                      </a:solidFill>
                      <a:prstDash val="solid"/>
                      <a:round/>
                      <a:headEnd type="none" w="med" len="med"/>
                      <a:tailEnd type="none" w="med" len="med"/>
                    </a:lnT>
                    <a:solidFill>
                      <a:srgbClr val="C6CAF6"/>
                    </a:solidFill>
                  </a:tcPr>
                </a:tc>
                <a:tc>
                  <a:txBody>
                    <a:bodyPr/>
                    <a:lstStyle/>
                    <a:p>
                      <a:pPr algn="ctr">
                        <a:buNone/>
                      </a:pPr>
                      <a:r>
                        <a:rPr lang="en-AU" sz="900">
                          <a:effectLst/>
                        </a:rPr>
                        <a:t>3.8</a:t>
                      </a:r>
                    </a:p>
                  </a:txBody>
                  <a:tcPr anchor="ctr">
                    <a:lnT w="12700" cap="flat" cmpd="sng" algn="ctr">
                      <a:solidFill>
                        <a:schemeClr val="tx1"/>
                      </a:solidFill>
                      <a:prstDash val="solid"/>
                      <a:round/>
                      <a:headEnd type="none" w="med" len="med"/>
                      <a:tailEnd type="none" w="med" len="med"/>
                    </a:lnT>
                    <a:solidFill>
                      <a:srgbClr val="C6CAF6"/>
                    </a:solidFill>
                  </a:tcPr>
                </a:tc>
                <a:tc>
                  <a:txBody>
                    <a:bodyPr/>
                    <a:lstStyle/>
                    <a:p>
                      <a:pPr algn="ctr">
                        <a:buNone/>
                      </a:pPr>
                      <a:r>
                        <a:rPr lang="en-AU" sz="900">
                          <a:effectLst/>
                        </a:rPr>
                        <a:t>4.2 </a:t>
                      </a:r>
                    </a:p>
                    <a:p>
                      <a:pPr algn="ctr">
                        <a:buNone/>
                      </a:pPr>
                      <a:r>
                        <a:rPr lang="en-AU" sz="900">
                          <a:effectLst/>
                        </a:rPr>
                        <a:t>EE’s /Mgrs</a:t>
                      </a:r>
                    </a:p>
                  </a:txBody>
                  <a:tcPr anchor="ctr">
                    <a:lnT w="12700" cap="flat" cmpd="sng" algn="ctr">
                      <a:solidFill>
                        <a:schemeClr val="tx1"/>
                      </a:solidFill>
                      <a:prstDash val="solid"/>
                      <a:round/>
                      <a:headEnd type="none" w="med" len="med"/>
                      <a:tailEnd type="none" w="med" len="med"/>
                    </a:lnT>
                    <a:solidFill>
                      <a:srgbClr val="C6CAF6"/>
                    </a:solidFill>
                  </a:tcPr>
                </a:tc>
                <a:tc>
                  <a:txBody>
                    <a:bodyPr/>
                    <a:lstStyle/>
                    <a:p>
                      <a:pPr algn="ctr">
                        <a:buNone/>
                      </a:pPr>
                      <a:r>
                        <a:rPr lang="en-AU" sz="900">
                          <a:effectLst/>
                        </a:rPr>
                        <a:t>2.65 </a:t>
                      </a:r>
                    </a:p>
                    <a:p>
                      <a:pPr algn="ctr">
                        <a:buNone/>
                      </a:pPr>
                      <a:r>
                        <a:rPr lang="en-AU" sz="900">
                          <a:effectLst/>
                        </a:rPr>
                        <a:t>layers</a:t>
                      </a:r>
                    </a:p>
                  </a:txBody>
                  <a:tcPr anchor="ctr">
                    <a:lnT w="12700" cap="flat" cmpd="sng" algn="ctr">
                      <a:solidFill>
                        <a:schemeClr val="tx1"/>
                      </a:solidFill>
                      <a:prstDash val="solid"/>
                      <a:round/>
                      <a:headEnd type="none" w="med" len="med"/>
                      <a:tailEnd type="none" w="med" len="med"/>
                    </a:lnT>
                    <a:solidFill>
                      <a:srgbClr val="C6CAF6"/>
                    </a:solidFill>
                  </a:tcPr>
                </a:tc>
                <a:tc>
                  <a:txBody>
                    <a:bodyPr/>
                    <a:lstStyle/>
                    <a:p>
                      <a:pPr algn="ctr">
                        <a:buNone/>
                      </a:pPr>
                      <a:r>
                        <a:rPr lang="en-US" sz="900">
                          <a:effectLst/>
                        </a:rPr>
                        <a:t>Capability &amp;  Stewardship</a:t>
                      </a:r>
                      <a:endParaRPr lang="en-AU" sz="900">
                        <a:effectLst/>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C6CAF6"/>
                    </a:solidFill>
                  </a:tcPr>
                </a:tc>
                <a:extLst>
                  <a:ext uri="{0D108BD9-81ED-4DB2-BD59-A6C34878D82A}">
                    <a16:rowId xmlns:a16="http://schemas.microsoft.com/office/drawing/2014/main" val="2180258824"/>
                  </a:ext>
                </a:extLst>
              </a:tr>
              <a:tr h="370840">
                <a:tc>
                  <a:txBody>
                    <a:bodyPr/>
                    <a:lstStyle/>
                    <a:p>
                      <a:pPr algn="ctr">
                        <a:buNone/>
                      </a:pPr>
                      <a:r>
                        <a:rPr lang="en-AU" sz="900">
                          <a:effectLst/>
                        </a:rPr>
                        <a:t>Partnering &amp; Transformation</a:t>
                      </a:r>
                    </a:p>
                  </a:txBody>
                  <a:tcPr anchor="ctr">
                    <a:lnL w="12700" cap="flat" cmpd="sng" algn="ctr">
                      <a:solidFill>
                        <a:schemeClr val="tx1"/>
                      </a:solidFill>
                      <a:prstDash val="solid"/>
                      <a:round/>
                      <a:headEnd type="none" w="med" len="med"/>
                      <a:tailEnd type="none" w="med" len="med"/>
                    </a:lnL>
                    <a:solidFill>
                      <a:schemeClr val="bg1"/>
                    </a:solidFill>
                  </a:tcPr>
                </a:tc>
                <a:tc>
                  <a:txBody>
                    <a:bodyPr/>
                    <a:lstStyle/>
                    <a:p>
                      <a:pPr algn="ctr">
                        <a:buNone/>
                      </a:pPr>
                      <a:r>
                        <a:rPr lang="en-AU" sz="900">
                          <a:effectLst/>
                        </a:rPr>
                        <a:t>16.7%</a:t>
                      </a:r>
                    </a:p>
                  </a:txBody>
                  <a:tcPr anchor="ctr">
                    <a:solidFill>
                      <a:schemeClr val="bg1"/>
                    </a:solidFill>
                  </a:tcPr>
                </a:tc>
                <a:tc>
                  <a:txBody>
                    <a:bodyPr/>
                    <a:lstStyle/>
                    <a:p>
                      <a:pPr algn="ctr">
                        <a:buNone/>
                      </a:pPr>
                      <a:r>
                        <a:rPr lang="en-AU" sz="900">
                          <a:effectLst/>
                        </a:rPr>
                        <a:t>2.0</a:t>
                      </a:r>
                    </a:p>
                  </a:txBody>
                  <a:tcPr anchor="ctr">
                    <a:solidFill>
                      <a:schemeClr val="bg1"/>
                    </a:solidFill>
                  </a:tcPr>
                </a:tc>
                <a:tc>
                  <a:txBody>
                    <a:bodyPr/>
                    <a:lstStyle/>
                    <a:p>
                      <a:pPr algn="ctr">
                        <a:buNone/>
                      </a:pPr>
                      <a:r>
                        <a:rPr lang="en-AU" sz="900">
                          <a:effectLst/>
                        </a:rPr>
                        <a:t>6.0 </a:t>
                      </a:r>
                    </a:p>
                    <a:p>
                      <a:pPr algn="ctr">
                        <a:buNone/>
                      </a:pPr>
                      <a:r>
                        <a:rPr lang="en-AU" sz="900">
                          <a:effectLst/>
                        </a:rPr>
                        <a:t>EE’s /</a:t>
                      </a:r>
                      <a:r>
                        <a:rPr lang="en-AU" sz="900" err="1">
                          <a:effectLst/>
                        </a:rPr>
                        <a:t>Mgrs</a:t>
                      </a:r>
                      <a:endParaRPr lang="en-AU" sz="900">
                        <a:effectLst/>
                      </a:endParaRPr>
                    </a:p>
                  </a:txBody>
                  <a:tcPr anchor="ctr">
                    <a:solidFill>
                      <a:schemeClr val="bg1"/>
                    </a:solidFill>
                  </a:tcPr>
                </a:tc>
                <a:tc>
                  <a:txBody>
                    <a:bodyPr/>
                    <a:lstStyle/>
                    <a:p>
                      <a:pPr algn="ctr">
                        <a:buNone/>
                      </a:pPr>
                      <a:r>
                        <a:rPr lang="en-AU" sz="900">
                          <a:effectLst/>
                        </a:rPr>
                        <a:t>1.88 </a:t>
                      </a:r>
                    </a:p>
                    <a:p>
                      <a:pPr algn="ctr">
                        <a:buNone/>
                      </a:pPr>
                      <a:r>
                        <a:rPr lang="en-AU" sz="900">
                          <a:effectLst/>
                        </a:rPr>
                        <a:t>layers</a:t>
                      </a:r>
                    </a:p>
                  </a:txBody>
                  <a:tcPr anchor="ctr">
                    <a:solidFill>
                      <a:schemeClr val="bg1"/>
                    </a:solidFill>
                  </a:tcPr>
                </a:tc>
                <a:tc>
                  <a:txBody>
                    <a:bodyPr/>
                    <a:lstStyle/>
                    <a:p>
                      <a:pPr algn="ctr">
                        <a:buNone/>
                      </a:pPr>
                      <a:r>
                        <a:rPr lang="en-US" sz="900">
                          <a:effectLst/>
                        </a:rPr>
                        <a:t>Lean COE</a:t>
                      </a:r>
                      <a:endParaRPr lang="en-AU" sz="900">
                        <a:effectLst/>
                      </a:endParaRPr>
                    </a:p>
                  </a:txBody>
                  <a:tcPr anchor="ct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2212406272"/>
                  </a:ext>
                </a:extLst>
              </a:tr>
              <a:tr h="370840">
                <a:tc>
                  <a:txBody>
                    <a:bodyPr/>
                    <a:lstStyle/>
                    <a:p>
                      <a:pPr algn="ctr">
                        <a:buNone/>
                      </a:pPr>
                      <a:r>
                        <a:rPr lang="en-AU" sz="900">
                          <a:effectLst/>
                        </a:rPr>
                        <a:t>Cyber &amp; Service Operations</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C6CAF6"/>
                    </a:solidFill>
                  </a:tcPr>
                </a:tc>
                <a:tc>
                  <a:txBody>
                    <a:bodyPr/>
                    <a:lstStyle/>
                    <a:p>
                      <a:pPr algn="ctr">
                        <a:buNone/>
                      </a:pPr>
                      <a:r>
                        <a:rPr lang="en-AU" sz="900">
                          <a:effectLst/>
                        </a:rPr>
                        <a:t>23.9%</a:t>
                      </a:r>
                    </a:p>
                  </a:txBody>
                  <a:tcPr anchor="ctr">
                    <a:lnB w="12700" cap="flat" cmpd="sng" algn="ctr">
                      <a:solidFill>
                        <a:schemeClr val="tx1"/>
                      </a:solidFill>
                      <a:prstDash val="solid"/>
                      <a:round/>
                      <a:headEnd type="none" w="med" len="med"/>
                      <a:tailEnd type="none" w="med" len="med"/>
                    </a:lnB>
                    <a:solidFill>
                      <a:srgbClr val="C6CAF6"/>
                    </a:solidFill>
                  </a:tcPr>
                </a:tc>
                <a:tc>
                  <a:txBody>
                    <a:bodyPr/>
                    <a:lstStyle/>
                    <a:p>
                      <a:pPr algn="ctr">
                        <a:buNone/>
                      </a:pPr>
                      <a:r>
                        <a:rPr lang="en-AU" sz="900">
                          <a:effectLst/>
                        </a:rPr>
                        <a:t>3.4</a:t>
                      </a:r>
                    </a:p>
                  </a:txBody>
                  <a:tcPr anchor="ctr">
                    <a:lnB w="12700" cap="flat" cmpd="sng" algn="ctr">
                      <a:solidFill>
                        <a:schemeClr val="tx1"/>
                      </a:solidFill>
                      <a:prstDash val="solid"/>
                      <a:round/>
                      <a:headEnd type="none" w="med" len="med"/>
                      <a:tailEnd type="none" w="med" len="med"/>
                    </a:lnB>
                    <a:solidFill>
                      <a:srgbClr val="C6CAF6"/>
                    </a:solidFill>
                  </a:tcPr>
                </a:tc>
                <a:tc>
                  <a:txBody>
                    <a:bodyPr/>
                    <a:lstStyle/>
                    <a:p>
                      <a:pPr algn="ctr">
                        <a:buNone/>
                      </a:pPr>
                      <a:r>
                        <a:rPr lang="en-AU" sz="900">
                          <a:effectLst/>
                        </a:rPr>
                        <a:t>4.2 </a:t>
                      </a:r>
                    </a:p>
                    <a:p>
                      <a:pPr algn="ctr">
                        <a:buNone/>
                      </a:pPr>
                      <a:r>
                        <a:rPr lang="en-AU" sz="900">
                          <a:effectLst/>
                        </a:rPr>
                        <a:t>EE’s /</a:t>
                      </a:r>
                      <a:r>
                        <a:rPr lang="en-AU" sz="900" err="1">
                          <a:effectLst/>
                        </a:rPr>
                        <a:t>Mgrs</a:t>
                      </a:r>
                      <a:endParaRPr lang="en-AU" sz="900">
                        <a:effectLst/>
                      </a:endParaRPr>
                    </a:p>
                  </a:txBody>
                  <a:tcPr anchor="ctr">
                    <a:lnB w="12700" cap="flat" cmpd="sng" algn="ctr">
                      <a:solidFill>
                        <a:schemeClr val="tx1"/>
                      </a:solidFill>
                      <a:prstDash val="solid"/>
                      <a:round/>
                      <a:headEnd type="none" w="med" len="med"/>
                      <a:tailEnd type="none" w="med" len="med"/>
                    </a:lnB>
                    <a:solidFill>
                      <a:srgbClr val="C6CAF6"/>
                    </a:solidFill>
                  </a:tcPr>
                </a:tc>
                <a:tc>
                  <a:txBody>
                    <a:bodyPr/>
                    <a:lstStyle/>
                    <a:p>
                      <a:pPr algn="ctr">
                        <a:buNone/>
                      </a:pPr>
                      <a:r>
                        <a:rPr lang="en-AU" sz="900">
                          <a:effectLst/>
                        </a:rPr>
                        <a:t>2.59</a:t>
                      </a:r>
                    </a:p>
                    <a:p>
                      <a:pPr algn="ctr">
                        <a:buNone/>
                      </a:pPr>
                      <a:r>
                        <a:rPr lang="en-AU" sz="900">
                          <a:effectLst/>
                        </a:rPr>
                        <a:t> layers</a:t>
                      </a:r>
                    </a:p>
                  </a:txBody>
                  <a:tcPr anchor="ctr">
                    <a:lnB w="12700" cap="flat" cmpd="sng" algn="ctr">
                      <a:solidFill>
                        <a:schemeClr val="tx1"/>
                      </a:solidFill>
                      <a:prstDash val="solid"/>
                      <a:round/>
                      <a:headEnd type="none" w="med" len="med"/>
                      <a:tailEnd type="none" w="med" len="med"/>
                    </a:lnB>
                    <a:solidFill>
                      <a:srgbClr val="C6CAF6"/>
                    </a:solidFill>
                  </a:tcPr>
                </a:tc>
                <a:tc>
                  <a:txBody>
                    <a:bodyPr/>
                    <a:lstStyle/>
                    <a:p>
                      <a:pPr algn="ctr">
                        <a:buNone/>
                      </a:pPr>
                      <a:r>
                        <a:rPr lang="en-US" sz="900">
                          <a:effectLst/>
                        </a:rPr>
                        <a:t>Capability &amp;  Stewardship</a:t>
                      </a:r>
                      <a:endParaRPr lang="en-AU" sz="900">
                        <a:effectLst/>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C6CAF6"/>
                    </a:solidFill>
                  </a:tcPr>
                </a:tc>
                <a:extLst>
                  <a:ext uri="{0D108BD9-81ED-4DB2-BD59-A6C34878D82A}">
                    <a16:rowId xmlns:a16="http://schemas.microsoft.com/office/drawing/2014/main" val="2915072858"/>
                  </a:ext>
                </a:extLst>
              </a:tr>
              <a:tr h="370840">
                <a:tc>
                  <a:txBody>
                    <a:bodyPr/>
                    <a:lstStyle/>
                    <a:p>
                      <a:pPr algn="ctr">
                        <a:buNone/>
                      </a:pPr>
                      <a:r>
                        <a:rPr lang="en-AU" sz="900">
                          <a:effectLst/>
                        </a:rPr>
                        <a:t>Retail &amp; Z</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bg1"/>
                    </a:solidFill>
                  </a:tcPr>
                </a:tc>
                <a:tc>
                  <a:txBody>
                    <a:bodyPr/>
                    <a:lstStyle/>
                    <a:p>
                      <a:pPr algn="ctr">
                        <a:buNone/>
                      </a:pPr>
                      <a:r>
                        <a:rPr lang="en-AU" sz="900">
                          <a:effectLst/>
                        </a:rPr>
                        <a:t>9.4%</a:t>
                      </a:r>
                    </a:p>
                  </a:txBody>
                  <a:tcPr anchor="ctr">
                    <a:lnT w="12700" cap="flat" cmpd="sng" algn="ctr">
                      <a:solidFill>
                        <a:schemeClr val="tx1"/>
                      </a:solidFill>
                      <a:prstDash val="solid"/>
                      <a:round/>
                      <a:headEnd type="none" w="med" len="med"/>
                      <a:tailEnd type="none" w="med" len="med"/>
                    </a:lnT>
                    <a:solidFill>
                      <a:schemeClr val="bg1"/>
                    </a:solidFill>
                  </a:tcPr>
                </a:tc>
                <a:tc>
                  <a:txBody>
                    <a:bodyPr/>
                    <a:lstStyle/>
                    <a:p>
                      <a:pPr algn="ctr">
                        <a:buNone/>
                      </a:pPr>
                      <a:r>
                        <a:rPr lang="en-AU" sz="900">
                          <a:effectLst/>
                        </a:rPr>
                        <a:t>7.3</a:t>
                      </a:r>
                    </a:p>
                  </a:txBody>
                  <a:tcPr anchor="ctr">
                    <a:lnT w="12700" cap="flat" cmpd="sng" algn="ctr">
                      <a:solidFill>
                        <a:schemeClr val="tx1"/>
                      </a:solidFill>
                      <a:prstDash val="solid"/>
                      <a:round/>
                      <a:headEnd type="none" w="med" len="med"/>
                      <a:tailEnd type="none" w="med" len="med"/>
                    </a:lnT>
                    <a:solidFill>
                      <a:schemeClr val="bg1"/>
                    </a:solidFill>
                  </a:tcPr>
                </a:tc>
                <a:tc>
                  <a:txBody>
                    <a:bodyPr/>
                    <a:lstStyle/>
                    <a:p>
                      <a:pPr algn="ctr">
                        <a:buNone/>
                      </a:pPr>
                      <a:r>
                        <a:rPr lang="en-AU" sz="900">
                          <a:effectLst/>
                        </a:rPr>
                        <a:t>10.6 </a:t>
                      </a:r>
                    </a:p>
                    <a:p>
                      <a:pPr algn="ctr">
                        <a:buNone/>
                      </a:pPr>
                      <a:r>
                        <a:rPr lang="en-AU" sz="900">
                          <a:effectLst/>
                        </a:rPr>
                        <a:t>EE’s /</a:t>
                      </a:r>
                      <a:r>
                        <a:rPr lang="en-AU" sz="900" err="1">
                          <a:effectLst/>
                        </a:rPr>
                        <a:t>Mgrs</a:t>
                      </a:r>
                      <a:endParaRPr lang="en-AU" sz="900">
                        <a:effectLst/>
                      </a:endParaRPr>
                    </a:p>
                  </a:txBody>
                  <a:tcPr anchor="ctr">
                    <a:lnT w="12700" cap="flat" cmpd="sng" algn="ctr">
                      <a:solidFill>
                        <a:schemeClr val="tx1"/>
                      </a:solidFill>
                      <a:prstDash val="solid"/>
                      <a:round/>
                      <a:headEnd type="none" w="med" len="med"/>
                      <a:tailEnd type="none" w="med" len="med"/>
                    </a:lnT>
                    <a:solidFill>
                      <a:schemeClr val="bg1"/>
                    </a:solidFill>
                  </a:tcPr>
                </a:tc>
                <a:tc>
                  <a:txBody>
                    <a:bodyPr/>
                    <a:lstStyle/>
                    <a:p>
                      <a:pPr algn="ctr">
                        <a:buNone/>
                      </a:pPr>
                      <a:r>
                        <a:rPr lang="en-AU" sz="900">
                          <a:effectLst/>
                        </a:rPr>
                        <a:t>2.28 </a:t>
                      </a:r>
                    </a:p>
                    <a:p>
                      <a:pPr algn="ctr">
                        <a:buNone/>
                      </a:pPr>
                      <a:r>
                        <a:rPr lang="en-AU" sz="900">
                          <a:effectLst/>
                        </a:rPr>
                        <a:t>layers</a:t>
                      </a:r>
                    </a:p>
                  </a:txBody>
                  <a:tcPr anchor="ctr">
                    <a:lnT w="12700" cap="flat" cmpd="sng" algn="ctr">
                      <a:solidFill>
                        <a:schemeClr val="tx1"/>
                      </a:solidFill>
                      <a:prstDash val="solid"/>
                      <a:round/>
                      <a:headEnd type="none" w="med" len="med"/>
                      <a:tailEnd type="none" w="med" len="med"/>
                    </a:lnT>
                    <a:solidFill>
                      <a:schemeClr val="bg1"/>
                    </a:solidFill>
                  </a:tcPr>
                </a:tc>
                <a:tc>
                  <a:txBody>
                    <a:bodyPr/>
                    <a:lstStyle/>
                    <a:p>
                      <a:pPr algn="ctr">
                        <a:buNone/>
                      </a:pPr>
                      <a:r>
                        <a:rPr lang="en-US" sz="900">
                          <a:effectLst/>
                        </a:rPr>
                        <a:t>High performing vertical</a:t>
                      </a:r>
                      <a:endParaRPr lang="en-AU" sz="900">
                        <a:effectLst/>
                      </a:endParaRP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2163015408"/>
                  </a:ext>
                </a:extLst>
              </a:tr>
              <a:tr h="370840">
                <a:tc>
                  <a:txBody>
                    <a:bodyPr/>
                    <a:lstStyle/>
                    <a:p>
                      <a:pPr algn="ctr">
                        <a:buNone/>
                      </a:pPr>
                      <a:r>
                        <a:rPr lang="en-AU" sz="900">
                          <a:effectLst/>
                        </a:rPr>
                        <a:t>CFE&amp;I</a:t>
                      </a:r>
                    </a:p>
                  </a:txBody>
                  <a:tcPr anchor="ctr">
                    <a:lnL w="12700" cap="flat" cmpd="sng" algn="ctr">
                      <a:solidFill>
                        <a:schemeClr val="tx1"/>
                      </a:solidFill>
                      <a:prstDash val="solid"/>
                      <a:round/>
                      <a:headEnd type="none" w="med" len="med"/>
                      <a:tailEnd type="none" w="med" len="med"/>
                    </a:lnL>
                    <a:solidFill>
                      <a:srgbClr val="C6CAF6"/>
                    </a:solidFill>
                  </a:tcPr>
                </a:tc>
                <a:tc>
                  <a:txBody>
                    <a:bodyPr/>
                    <a:lstStyle/>
                    <a:p>
                      <a:pPr algn="ctr">
                        <a:buNone/>
                      </a:pPr>
                      <a:r>
                        <a:rPr lang="en-AU" sz="900">
                          <a:effectLst/>
                        </a:rPr>
                        <a:t>9.7%</a:t>
                      </a:r>
                    </a:p>
                  </a:txBody>
                  <a:tcPr anchor="ctr">
                    <a:solidFill>
                      <a:srgbClr val="C6CAF6"/>
                    </a:solidFill>
                  </a:tcPr>
                </a:tc>
                <a:tc>
                  <a:txBody>
                    <a:bodyPr/>
                    <a:lstStyle/>
                    <a:p>
                      <a:pPr algn="ctr">
                        <a:buNone/>
                      </a:pPr>
                      <a:r>
                        <a:rPr lang="en-AU" sz="900">
                          <a:effectLst/>
                        </a:rPr>
                        <a:t>7.7</a:t>
                      </a:r>
                    </a:p>
                  </a:txBody>
                  <a:tcPr anchor="ctr">
                    <a:solidFill>
                      <a:srgbClr val="C6CAF6"/>
                    </a:solidFill>
                  </a:tcPr>
                </a:tc>
                <a:tc>
                  <a:txBody>
                    <a:bodyPr/>
                    <a:lstStyle/>
                    <a:p>
                      <a:pPr algn="ctr">
                        <a:buNone/>
                      </a:pPr>
                      <a:r>
                        <a:rPr lang="en-AU" sz="900">
                          <a:effectLst/>
                        </a:rPr>
                        <a:t>10.3 </a:t>
                      </a:r>
                    </a:p>
                    <a:p>
                      <a:pPr algn="ctr">
                        <a:buNone/>
                      </a:pPr>
                      <a:r>
                        <a:rPr lang="en-AU" sz="900">
                          <a:effectLst/>
                        </a:rPr>
                        <a:t>EE’s /</a:t>
                      </a:r>
                      <a:r>
                        <a:rPr lang="en-AU" sz="900" err="1">
                          <a:effectLst/>
                        </a:rPr>
                        <a:t>Mgrs</a:t>
                      </a:r>
                      <a:endParaRPr lang="en-AU" sz="900">
                        <a:effectLst/>
                      </a:endParaRPr>
                    </a:p>
                  </a:txBody>
                  <a:tcPr anchor="ctr">
                    <a:solidFill>
                      <a:srgbClr val="C6CAF6"/>
                    </a:solidFill>
                  </a:tcPr>
                </a:tc>
                <a:tc>
                  <a:txBody>
                    <a:bodyPr/>
                    <a:lstStyle/>
                    <a:p>
                      <a:pPr algn="ctr">
                        <a:buNone/>
                      </a:pPr>
                      <a:r>
                        <a:rPr lang="en-AU" sz="900">
                          <a:effectLst/>
                        </a:rPr>
                        <a:t>2.50 </a:t>
                      </a:r>
                    </a:p>
                    <a:p>
                      <a:pPr algn="ctr">
                        <a:buNone/>
                      </a:pPr>
                      <a:r>
                        <a:rPr lang="en-AU" sz="900">
                          <a:effectLst/>
                        </a:rPr>
                        <a:t>layers</a:t>
                      </a:r>
                    </a:p>
                  </a:txBody>
                  <a:tcPr anchor="ctr">
                    <a:solidFill>
                      <a:srgbClr val="C6CAF6"/>
                    </a:solidFill>
                  </a:tcPr>
                </a:tc>
                <a:tc>
                  <a:txBody>
                    <a:bodyPr/>
                    <a:lstStyle/>
                    <a:p>
                      <a:pPr algn="ctr">
                        <a:buNone/>
                      </a:pPr>
                      <a:r>
                        <a:rPr lang="en-US" sz="900">
                          <a:effectLst/>
                        </a:rPr>
                        <a:t>High performing vertical</a:t>
                      </a:r>
                      <a:endParaRPr lang="en-AU" sz="900">
                        <a:effectLst/>
                      </a:endParaRPr>
                    </a:p>
                  </a:txBody>
                  <a:tcPr anchor="ctr">
                    <a:lnR w="12700" cap="flat" cmpd="sng" algn="ctr">
                      <a:solidFill>
                        <a:schemeClr val="tx1"/>
                      </a:solidFill>
                      <a:prstDash val="solid"/>
                      <a:round/>
                      <a:headEnd type="none" w="med" len="med"/>
                      <a:tailEnd type="none" w="med" len="med"/>
                    </a:lnR>
                    <a:solidFill>
                      <a:srgbClr val="C6CAF6"/>
                    </a:solidFill>
                  </a:tcPr>
                </a:tc>
                <a:extLst>
                  <a:ext uri="{0D108BD9-81ED-4DB2-BD59-A6C34878D82A}">
                    <a16:rowId xmlns:a16="http://schemas.microsoft.com/office/drawing/2014/main" val="3212704366"/>
                  </a:ext>
                </a:extLst>
              </a:tr>
              <a:tr h="370840">
                <a:tc>
                  <a:txBody>
                    <a:bodyPr/>
                    <a:lstStyle/>
                    <a:p>
                      <a:pPr algn="ctr">
                        <a:buNone/>
                      </a:pPr>
                      <a:r>
                        <a:rPr lang="en-AU" sz="900">
                          <a:effectLst/>
                        </a:rPr>
                        <a:t>Customer</a:t>
                      </a:r>
                    </a:p>
                  </a:txBody>
                  <a:tcPr anchor="ctr">
                    <a:lnL w="12700" cap="flat" cmpd="sng" algn="ctr">
                      <a:solidFill>
                        <a:schemeClr val="tx1"/>
                      </a:solidFill>
                      <a:prstDash val="solid"/>
                      <a:round/>
                      <a:headEnd type="none" w="med" len="med"/>
                      <a:tailEnd type="none" w="med" len="med"/>
                    </a:lnL>
                    <a:solidFill>
                      <a:schemeClr val="bg1"/>
                    </a:solidFill>
                  </a:tcPr>
                </a:tc>
                <a:tc>
                  <a:txBody>
                    <a:bodyPr/>
                    <a:lstStyle/>
                    <a:p>
                      <a:pPr algn="ctr">
                        <a:buNone/>
                      </a:pPr>
                      <a:r>
                        <a:rPr lang="en-AU" sz="900">
                          <a:effectLst/>
                        </a:rPr>
                        <a:t>16.9%</a:t>
                      </a:r>
                    </a:p>
                  </a:txBody>
                  <a:tcPr anchor="ctr">
                    <a:solidFill>
                      <a:schemeClr val="bg1"/>
                    </a:solidFill>
                  </a:tcPr>
                </a:tc>
                <a:tc>
                  <a:txBody>
                    <a:bodyPr/>
                    <a:lstStyle/>
                    <a:p>
                      <a:pPr algn="ctr">
                        <a:buNone/>
                      </a:pPr>
                      <a:r>
                        <a:rPr lang="en-AU" sz="900">
                          <a:effectLst/>
                        </a:rPr>
                        <a:t>5.9</a:t>
                      </a:r>
                    </a:p>
                  </a:txBody>
                  <a:tcPr anchor="ctr">
                    <a:solidFill>
                      <a:schemeClr val="bg1"/>
                    </a:solidFill>
                  </a:tcPr>
                </a:tc>
                <a:tc>
                  <a:txBody>
                    <a:bodyPr/>
                    <a:lstStyle/>
                    <a:p>
                      <a:pPr algn="ctr">
                        <a:buNone/>
                      </a:pPr>
                      <a:r>
                        <a:rPr lang="en-AU" sz="900">
                          <a:effectLst/>
                        </a:rPr>
                        <a:t>5.9 </a:t>
                      </a:r>
                    </a:p>
                    <a:p>
                      <a:pPr algn="ctr">
                        <a:buNone/>
                      </a:pPr>
                      <a:r>
                        <a:rPr lang="en-AU" sz="900">
                          <a:effectLst/>
                        </a:rPr>
                        <a:t>EE’s /Mgrs</a:t>
                      </a:r>
                    </a:p>
                  </a:txBody>
                  <a:tcPr anchor="ctr">
                    <a:solidFill>
                      <a:schemeClr val="bg1"/>
                    </a:solidFill>
                  </a:tcPr>
                </a:tc>
                <a:tc>
                  <a:txBody>
                    <a:bodyPr/>
                    <a:lstStyle/>
                    <a:p>
                      <a:pPr algn="ctr">
                        <a:buNone/>
                      </a:pPr>
                      <a:r>
                        <a:rPr lang="en-AU" sz="900">
                          <a:effectLst/>
                        </a:rPr>
                        <a:t>2.51 </a:t>
                      </a:r>
                    </a:p>
                    <a:p>
                      <a:pPr algn="ctr">
                        <a:buNone/>
                      </a:pPr>
                      <a:r>
                        <a:rPr lang="en-AU" sz="900">
                          <a:effectLst/>
                        </a:rPr>
                        <a:t>layers</a:t>
                      </a:r>
                    </a:p>
                  </a:txBody>
                  <a:tcPr anchor="ctr">
                    <a:solidFill>
                      <a:schemeClr val="bg1"/>
                    </a:solidFill>
                  </a:tcPr>
                </a:tc>
                <a:tc>
                  <a:txBody>
                    <a:bodyPr/>
                    <a:lstStyle/>
                    <a:p>
                      <a:pPr algn="ctr">
                        <a:buNone/>
                      </a:pPr>
                      <a:r>
                        <a:rPr lang="en-US" sz="900">
                          <a:effectLst/>
                        </a:rPr>
                        <a:t>Effective delivery vertical</a:t>
                      </a:r>
                      <a:endParaRPr lang="en-AU" sz="900">
                        <a:effectLst/>
                      </a:endParaRPr>
                    </a:p>
                  </a:txBody>
                  <a:tcPr anchor="ctr">
                    <a:lnR w="12700" cap="flat" cmpd="sng" algn="ctr">
                      <a:solidFill>
                        <a:schemeClr val="tx1"/>
                      </a:solidFill>
                      <a:prstDash val="solid"/>
                      <a:round/>
                      <a:headEnd type="none" w="med" len="med"/>
                      <a:tailEnd type="none" w="med" len="med"/>
                    </a:lnR>
                    <a:solidFill>
                      <a:schemeClr val="bg1"/>
                    </a:solidFill>
                  </a:tcPr>
                </a:tc>
                <a:extLst>
                  <a:ext uri="{0D108BD9-81ED-4DB2-BD59-A6C34878D82A}">
                    <a16:rowId xmlns:a16="http://schemas.microsoft.com/office/drawing/2014/main" val="1652793613"/>
                  </a:ext>
                </a:extLst>
              </a:tr>
              <a:tr h="370840">
                <a:tc>
                  <a:txBody>
                    <a:bodyPr/>
                    <a:lstStyle/>
                    <a:p>
                      <a:pPr algn="ctr">
                        <a:buNone/>
                      </a:pPr>
                      <a:r>
                        <a:rPr lang="en-AU" sz="900">
                          <a:effectLst/>
                        </a:rPr>
                        <a:t>Group Functions</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solidFill>
                      <a:srgbClr val="C6CAF6"/>
                    </a:solidFill>
                  </a:tcPr>
                </a:tc>
                <a:tc>
                  <a:txBody>
                    <a:bodyPr/>
                    <a:lstStyle/>
                    <a:p>
                      <a:pPr algn="ctr">
                        <a:buNone/>
                      </a:pPr>
                      <a:r>
                        <a:rPr lang="en-AU" sz="900">
                          <a:effectLst/>
                        </a:rPr>
                        <a:t>18.1%</a:t>
                      </a:r>
                    </a:p>
                  </a:txBody>
                  <a:tcPr anchor="ctr">
                    <a:lnB w="12700" cap="flat" cmpd="sng" algn="ctr">
                      <a:solidFill>
                        <a:schemeClr val="tx1"/>
                      </a:solidFill>
                      <a:prstDash val="solid"/>
                      <a:round/>
                      <a:headEnd type="none" w="med" len="med"/>
                      <a:tailEnd type="none" w="med" len="med"/>
                    </a:lnB>
                    <a:solidFill>
                      <a:srgbClr val="C6CAF6"/>
                    </a:solidFill>
                  </a:tcPr>
                </a:tc>
                <a:tc>
                  <a:txBody>
                    <a:bodyPr/>
                    <a:lstStyle/>
                    <a:p>
                      <a:pPr algn="ctr">
                        <a:buNone/>
                      </a:pPr>
                      <a:r>
                        <a:rPr lang="en-AU" sz="900">
                          <a:effectLst/>
                        </a:rPr>
                        <a:t>3.9</a:t>
                      </a:r>
                    </a:p>
                  </a:txBody>
                  <a:tcPr anchor="ctr">
                    <a:lnB w="12700" cap="flat" cmpd="sng" algn="ctr">
                      <a:solidFill>
                        <a:schemeClr val="tx1"/>
                      </a:solidFill>
                      <a:prstDash val="solid"/>
                      <a:round/>
                      <a:headEnd type="none" w="med" len="med"/>
                      <a:tailEnd type="none" w="med" len="med"/>
                    </a:lnB>
                    <a:solidFill>
                      <a:srgbClr val="C6CAF6"/>
                    </a:solidFill>
                  </a:tcPr>
                </a:tc>
                <a:tc>
                  <a:txBody>
                    <a:bodyPr/>
                    <a:lstStyle/>
                    <a:p>
                      <a:pPr algn="ctr">
                        <a:buNone/>
                      </a:pPr>
                      <a:r>
                        <a:rPr lang="en-AU" sz="900">
                          <a:effectLst/>
                        </a:rPr>
                        <a:t>5.5 </a:t>
                      </a:r>
                    </a:p>
                    <a:p>
                      <a:pPr algn="ctr">
                        <a:buNone/>
                      </a:pPr>
                      <a:r>
                        <a:rPr lang="en-AU" sz="900">
                          <a:effectLst/>
                        </a:rPr>
                        <a:t>EE’s /Mgrs</a:t>
                      </a:r>
                    </a:p>
                  </a:txBody>
                  <a:tcPr anchor="ctr">
                    <a:lnB w="12700" cap="flat" cmpd="sng" algn="ctr">
                      <a:solidFill>
                        <a:schemeClr val="tx1"/>
                      </a:solidFill>
                      <a:prstDash val="solid"/>
                      <a:round/>
                      <a:headEnd type="none" w="med" len="med"/>
                      <a:tailEnd type="none" w="med" len="med"/>
                    </a:lnB>
                    <a:solidFill>
                      <a:srgbClr val="C6CAF6"/>
                    </a:solidFill>
                  </a:tcPr>
                </a:tc>
                <a:tc>
                  <a:txBody>
                    <a:bodyPr/>
                    <a:lstStyle/>
                    <a:p>
                      <a:pPr algn="ctr" fontAlgn="t">
                        <a:lnSpc>
                          <a:spcPts val="1500"/>
                        </a:lnSpc>
                        <a:buNone/>
                      </a:pPr>
                      <a:r>
                        <a:rPr lang="en-AU" sz="900">
                          <a:effectLst/>
                        </a:rPr>
                        <a:t>2.29 </a:t>
                      </a:r>
                    </a:p>
                    <a:p>
                      <a:pPr algn="ctr" fontAlgn="t">
                        <a:lnSpc>
                          <a:spcPts val="1500"/>
                        </a:lnSpc>
                        <a:buNone/>
                      </a:pPr>
                      <a:r>
                        <a:rPr lang="en-AU" sz="900">
                          <a:effectLst/>
                        </a:rPr>
                        <a:t>layers</a:t>
                      </a:r>
                      <a:endParaRPr lang="en-AU" sz="900" b="0" i="0">
                        <a:effectLst/>
                        <a:latin typeface="Segoe UI" panose="020B0502040204020203" pitchFamily="34" charset="0"/>
                      </a:endParaRPr>
                    </a:p>
                  </a:txBody>
                  <a:tcPr anchor="ctr">
                    <a:lnB w="12700" cap="flat" cmpd="sng" algn="ctr">
                      <a:solidFill>
                        <a:schemeClr val="tx1"/>
                      </a:solidFill>
                      <a:prstDash val="solid"/>
                      <a:round/>
                      <a:headEnd type="none" w="med" len="med"/>
                      <a:tailEnd type="none" w="med" len="med"/>
                    </a:lnB>
                    <a:solidFill>
                      <a:srgbClr val="C6CAF6"/>
                    </a:solidFill>
                  </a:tcPr>
                </a:tc>
                <a:tc>
                  <a:txBody>
                    <a:bodyPr/>
                    <a:lstStyle/>
                    <a:p>
                      <a:pPr algn="ctr" fontAlgn="t">
                        <a:lnSpc>
                          <a:spcPts val="1500"/>
                        </a:lnSpc>
                        <a:buNone/>
                      </a:pPr>
                      <a:r>
                        <a:rPr lang="en-US" sz="900" b="0">
                          <a:effectLst/>
                        </a:rPr>
                        <a:t>Maturing delivery vertical</a:t>
                      </a:r>
                      <a:endParaRPr lang="en-AU" sz="900" b="0" i="0">
                        <a:effectLst/>
                        <a:latin typeface="Segoe UI" panose="020B0502040204020203" pitchFamily="34" charset="0"/>
                      </a:endParaRP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C6CAF6"/>
                    </a:solidFill>
                  </a:tcPr>
                </a:tc>
                <a:extLst>
                  <a:ext uri="{0D108BD9-81ED-4DB2-BD59-A6C34878D82A}">
                    <a16:rowId xmlns:a16="http://schemas.microsoft.com/office/drawing/2014/main" val="1433173406"/>
                  </a:ext>
                </a:extLst>
              </a:tr>
            </a:tbl>
          </a:graphicData>
        </a:graphic>
      </p:graphicFrame>
      <p:sp>
        <p:nvSpPr>
          <p:cNvPr id="8" name="TextBox 7">
            <a:extLst>
              <a:ext uri="{FF2B5EF4-FFF2-40B4-BE49-F238E27FC236}">
                <a16:creationId xmlns:a16="http://schemas.microsoft.com/office/drawing/2014/main" id="{7D2982B4-74D0-DC9A-14F4-7BCA5F6B091E}"/>
              </a:ext>
            </a:extLst>
          </p:cNvPr>
          <p:cNvSpPr txBox="1"/>
          <p:nvPr/>
        </p:nvSpPr>
        <p:spPr>
          <a:xfrm>
            <a:off x="7890578" y="2497780"/>
            <a:ext cx="941283"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51515"/>
                </a:solidFill>
                <a:effectLst/>
                <a:uLnTx/>
                <a:uFillTx/>
                <a:latin typeface="Mark OT Book"/>
                <a:ea typeface="+mn-ea"/>
                <a:cs typeface="+mn-cs"/>
              </a:rPr>
              <a:t>SUMMARY</a:t>
            </a:r>
            <a:endParaRPr kumimoji="0" lang="en-AU" sz="1100" b="0" i="0" u="none" strike="noStrike" kern="1200" cap="none" spc="0" normalizeH="0" baseline="0" noProof="0">
              <a:ln>
                <a:noFill/>
              </a:ln>
              <a:solidFill>
                <a:srgbClr val="151515"/>
              </a:solidFill>
              <a:effectLst/>
              <a:uLnTx/>
              <a:uFillTx/>
              <a:latin typeface="Mark OT Book"/>
              <a:ea typeface="+mn-ea"/>
              <a:cs typeface="+mn-cs"/>
            </a:endParaRPr>
          </a:p>
        </p:txBody>
      </p:sp>
      <p:sp>
        <p:nvSpPr>
          <p:cNvPr id="11" name="TextBox 10">
            <a:extLst>
              <a:ext uri="{FF2B5EF4-FFF2-40B4-BE49-F238E27FC236}">
                <a16:creationId xmlns:a16="http://schemas.microsoft.com/office/drawing/2014/main" id="{054E01B9-BC35-43C7-5623-0E8D21D6C5FF}"/>
              </a:ext>
            </a:extLst>
          </p:cNvPr>
          <p:cNvSpPr txBox="1"/>
          <p:nvPr/>
        </p:nvSpPr>
        <p:spPr>
          <a:xfrm>
            <a:off x="7772814" y="6277302"/>
            <a:ext cx="662361"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51515"/>
                </a:solidFill>
                <a:effectLst/>
                <a:uLnTx/>
                <a:uFillTx/>
                <a:latin typeface="Mark OT Book"/>
                <a:ea typeface="+mn-ea"/>
                <a:cs typeface="+mn-cs"/>
              </a:rPr>
              <a:t>BY GM</a:t>
            </a:r>
            <a:endParaRPr kumimoji="0" lang="en-AU" sz="1100" b="0" i="0" u="none" strike="noStrike" kern="1200" cap="none" spc="0" normalizeH="0" baseline="0" noProof="0">
              <a:ln>
                <a:noFill/>
              </a:ln>
              <a:solidFill>
                <a:srgbClr val="151515"/>
              </a:solidFill>
              <a:effectLst/>
              <a:uLnTx/>
              <a:uFillTx/>
              <a:latin typeface="Mark OT Book"/>
              <a:ea typeface="+mn-ea"/>
              <a:cs typeface="+mn-cs"/>
            </a:endParaRPr>
          </a:p>
        </p:txBody>
      </p:sp>
    </p:spTree>
    <p:extLst>
      <p:ext uri="{BB962C8B-B14F-4D97-AF65-F5344CB8AC3E}">
        <p14:creationId xmlns:p14="http://schemas.microsoft.com/office/powerpoint/2010/main" val="4193851688"/>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950">
          <a:extLst>
            <a:ext uri="{FF2B5EF4-FFF2-40B4-BE49-F238E27FC236}">
              <a16:creationId xmlns:a16="http://schemas.microsoft.com/office/drawing/2014/main" id="{F9C46A22-E378-4070-AB4E-B4F2D74F3C16}"/>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EAC2947E-4933-9AB3-CEE5-9721BF1DAF8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3" name="think-cell data - do not delete" hidden="1">
                        <a:extLst>
                          <a:ext uri="{FF2B5EF4-FFF2-40B4-BE49-F238E27FC236}">
                            <a16:creationId xmlns:a16="http://schemas.microsoft.com/office/drawing/2014/main" id="{EAC2947E-4933-9AB3-CEE5-9721BF1DAF8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451" name="Google Shape;2451;g32ea127f990_0_0">
            <a:extLst>
              <a:ext uri="{FF2B5EF4-FFF2-40B4-BE49-F238E27FC236}">
                <a16:creationId xmlns:a16="http://schemas.microsoft.com/office/drawing/2014/main" id="{033ECF4D-97D2-15B7-A6AC-55138C686041}"/>
              </a:ext>
            </a:extLst>
          </p:cNvPr>
          <p:cNvSpPr txBox="1"/>
          <p:nvPr/>
        </p:nvSpPr>
        <p:spPr>
          <a:xfrm>
            <a:off x="442913" y="430514"/>
            <a:ext cx="11306100" cy="2760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85000"/>
              </a:lnSpc>
              <a:spcBef>
                <a:spcPts val="0"/>
              </a:spcBef>
              <a:spcAft>
                <a:spcPts val="0"/>
              </a:spcAft>
              <a:buClr>
                <a:srgbClr val="18249C"/>
              </a:buClr>
              <a:buSzPts val="2700"/>
              <a:buFont typeface="Arial"/>
              <a:buNone/>
              <a:tabLst/>
              <a:defRPr/>
            </a:pPr>
            <a:endParaRPr kumimoji="0" lang="en-AU" sz="3200" b="1" i="0" u="none" strike="noStrike" kern="1200" cap="none" spc="0" normalizeH="0" baseline="0" noProof="0">
              <a:ln>
                <a:noFill/>
              </a:ln>
              <a:solidFill>
                <a:srgbClr val="000000"/>
              </a:solidFill>
              <a:effectLst/>
              <a:uLnTx/>
              <a:uFillTx/>
              <a:latin typeface="MarkOT"/>
              <a:ea typeface="Arial"/>
              <a:cs typeface="Arial"/>
              <a:sym typeface="Arial"/>
            </a:endParaRPr>
          </a:p>
        </p:txBody>
      </p:sp>
      <p:sp>
        <p:nvSpPr>
          <p:cNvPr id="13" name="Title 1">
            <a:extLst>
              <a:ext uri="{FF2B5EF4-FFF2-40B4-BE49-F238E27FC236}">
                <a16:creationId xmlns:a16="http://schemas.microsoft.com/office/drawing/2014/main" id="{A2CBADB8-D738-2CEC-50D0-91D3B74C84FF}"/>
              </a:ext>
            </a:extLst>
          </p:cNvPr>
          <p:cNvSpPr txBox="1">
            <a:spLocks/>
          </p:cNvSpPr>
          <p:nvPr/>
        </p:nvSpPr>
        <p:spPr>
          <a:xfrm>
            <a:off x="442913" y="430514"/>
            <a:ext cx="11306100" cy="445786"/>
          </a:xfrm>
          <a:prstGeom prst="rect">
            <a:avLst/>
          </a:prstGeom>
          <a:noFill/>
          <a:ln>
            <a:noFill/>
          </a:ln>
        </p:spPr>
        <p:txBody>
          <a:bodyPr spcFirstLastPara="1" vert="horz" wrap="square" lIns="0" tIns="0" rIns="0" bIns="0" rtlCol="0" anchor="t" anchorCtr="0">
            <a:noAutofit/>
          </a:bodyPr>
          <a:lstStyle>
            <a:lvl1pPr marR="0" lvl="0" algn="l" defTabSz="914400" rtl="0" eaLnBrk="1" latinLnBrk="0" hangingPunct="1">
              <a:lnSpc>
                <a:spcPct val="85000"/>
              </a:lnSpc>
              <a:spcBef>
                <a:spcPts val="0"/>
              </a:spcBef>
              <a:spcAft>
                <a:spcPts val="0"/>
              </a:spcAft>
              <a:buClr>
                <a:schemeClr val="accent1"/>
              </a:buClr>
              <a:buSzPts val="2700"/>
              <a:buNone/>
              <a:defRPr sz="2700" b="1" i="0" u="none" strike="noStrike" kern="1200" cap="none">
                <a:solidFill>
                  <a:schemeClr val="accent1"/>
                </a:solidFill>
                <a:latin typeface="Arial" panose="020B0604020202020204" pitchFamily="34" charset="0"/>
                <a:ea typeface="+mj-ea"/>
                <a:cs typeface="Arial" panose="020B0604020202020204" pitchFamily="34" charset="0"/>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pPr marL="0" marR="0" lvl="0" indent="0" algn="l" defTabSz="914400" rtl="0" eaLnBrk="1" fontAlgn="auto" latinLnBrk="0" hangingPunct="1">
              <a:lnSpc>
                <a:spcPct val="85000"/>
              </a:lnSpc>
              <a:spcBef>
                <a:spcPts val="0"/>
              </a:spcBef>
              <a:spcAft>
                <a:spcPts val="0"/>
              </a:spcAft>
              <a:buClr>
                <a:srgbClr val="18249C"/>
              </a:buClr>
              <a:buSzPts val="2700"/>
              <a:buFontTx/>
              <a:buNone/>
              <a:tabLst/>
              <a:defRPr/>
            </a:pPr>
            <a:r>
              <a:rPr kumimoji="0" lang="en-US" sz="2400" b="0" i="0" u="none" strike="noStrike" kern="1200" cap="none" spc="0" normalizeH="0" baseline="0" noProof="0">
                <a:ln>
                  <a:noFill/>
                </a:ln>
                <a:solidFill>
                  <a:srgbClr val="000000"/>
                </a:solidFill>
                <a:effectLst/>
                <a:uLnTx/>
                <a:uFillTx/>
                <a:latin typeface="MarkOT"/>
                <a:ea typeface="+mj-ea"/>
                <a:cs typeface="Arial"/>
              </a:rPr>
              <a:t>TDD is currently tracking 320k over the TDD lights on budget with vacancy and offshore controls available to bring TDD back within budget</a:t>
            </a:r>
            <a:endParaRPr kumimoji="0" lang="en-US" sz="2700" b="1" i="0" u="none" strike="noStrike" kern="1200" cap="none" spc="0" normalizeH="0" baseline="0" noProof="0">
              <a:ln>
                <a:noFill/>
              </a:ln>
              <a:solidFill>
                <a:srgbClr val="18249C"/>
              </a:solidFill>
              <a:effectLst/>
              <a:uLnTx/>
              <a:uFillTx/>
              <a:latin typeface="Arial" panose="020B0604020202020204" pitchFamily="34" charset="0"/>
              <a:ea typeface="+mj-ea"/>
              <a:cs typeface="Arial" panose="020B0604020202020204" pitchFamily="34" charset="0"/>
            </a:endParaRPr>
          </a:p>
        </p:txBody>
      </p:sp>
      <p:graphicFrame>
        <p:nvGraphicFramePr>
          <p:cNvPr id="5" name="Table 4">
            <a:extLst>
              <a:ext uri="{FF2B5EF4-FFF2-40B4-BE49-F238E27FC236}">
                <a16:creationId xmlns:a16="http://schemas.microsoft.com/office/drawing/2014/main" id="{CC146061-F07B-79B9-CE96-ECE4AFFB133C}"/>
              </a:ext>
            </a:extLst>
          </p:cNvPr>
          <p:cNvGraphicFramePr>
            <a:graphicFrameLocks noGrp="1"/>
          </p:cNvGraphicFramePr>
          <p:nvPr/>
        </p:nvGraphicFramePr>
        <p:xfrm>
          <a:off x="442913" y="1223860"/>
          <a:ext cx="7925229" cy="1597121"/>
        </p:xfrm>
        <a:graphic>
          <a:graphicData uri="http://schemas.openxmlformats.org/drawingml/2006/table">
            <a:tbl>
              <a:tblPr/>
              <a:tblGrid>
                <a:gridCol w="803996">
                  <a:extLst>
                    <a:ext uri="{9D8B030D-6E8A-4147-A177-3AD203B41FA5}">
                      <a16:colId xmlns:a16="http://schemas.microsoft.com/office/drawing/2014/main" val="542281104"/>
                    </a:ext>
                  </a:extLst>
                </a:gridCol>
                <a:gridCol w="1017319">
                  <a:extLst>
                    <a:ext uri="{9D8B030D-6E8A-4147-A177-3AD203B41FA5}">
                      <a16:colId xmlns:a16="http://schemas.microsoft.com/office/drawing/2014/main" val="1637872177"/>
                    </a:ext>
                  </a:extLst>
                </a:gridCol>
                <a:gridCol w="1017319">
                  <a:extLst>
                    <a:ext uri="{9D8B030D-6E8A-4147-A177-3AD203B41FA5}">
                      <a16:colId xmlns:a16="http://schemas.microsoft.com/office/drawing/2014/main" val="1398366762"/>
                    </a:ext>
                  </a:extLst>
                </a:gridCol>
                <a:gridCol w="1017319">
                  <a:extLst>
                    <a:ext uri="{9D8B030D-6E8A-4147-A177-3AD203B41FA5}">
                      <a16:colId xmlns:a16="http://schemas.microsoft.com/office/drawing/2014/main" val="3997435244"/>
                    </a:ext>
                  </a:extLst>
                </a:gridCol>
                <a:gridCol w="1017319">
                  <a:extLst>
                    <a:ext uri="{9D8B030D-6E8A-4147-A177-3AD203B41FA5}">
                      <a16:colId xmlns:a16="http://schemas.microsoft.com/office/drawing/2014/main" val="1820826145"/>
                    </a:ext>
                  </a:extLst>
                </a:gridCol>
                <a:gridCol w="1017319">
                  <a:extLst>
                    <a:ext uri="{9D8B030D-6E8A-4147-A177-3AD203B41FA5}">
                      <a16:colId xmlns:a16="http://schemas.microsoft.com/office/drawing/2014/main" val="2828443101"/>
                    </a:ext>
                  </a:extLst>
                </a:gridCol>
                <a:gridCol w="1017319">
                  <a:extLst>
                    <a:ext uri="{9D8B030D-6E8A-4147-A177-3AD203B41FA5}">
                      <a16:colId xmlns:a16="http://schemas.microsoft.com/office/drawing/2014/main" val="3744677651"/>
                    </a:ext>
                  </a:extLst>
                </a:gridCol>
                <a:gridCol w="1017319">
                  <a:extLst>
                    <a:ext uri="{9D8B030D-6E8A-4147-A177-3AD203B41FA5}">
                      <a16:colId xmlns:a16="http://schemas.microsoft.com/office/drawing/2014/main" val="4117904395"/>
                    </a:ext>
                  </a:extLst>
                </a:gridCol>
              </a:tblGrid>
              <a:tr h="716258">
                <a:tc>
                  <a:txBody>
                    <a:bodyPr/>
                    <a:lstStyle/>
                    <a:p>
                      <a:pPr algn="l" rtl="0" fontAlgn="base">
                        <a:lnSpc>
                          <a:spcPts val="900"/>
                        </a:lnSpc>
                        <a:buFont typeface="Arial" panose="020B0604020202020204" pitchFamily="34" charset="0"/>
                        <a:buNone/>
                      </a:pPr>
                      <a:endParaRPr lang="en-US" sz="1000" b="0" i="0">
                        <a:solidFill>
                          <a:srgbClr val="FFFFFF"/>
                        </a:solidFill>
                        <a:effectLst/>
                        <a:latin typeface="MarkOTBold" panose="020B0804020201010104" pitchFamily="34" charset="0"/>
                      </a:endParaRPr>
                    </a:p>
                  </a:txBody>
                  <a:tcPr marL="65612" marR="65612" marT="32806" marB="32806"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rtl="0" fontAlgn="base">
                        <a:lnSpc>
                          <a:spcPts val="900"/>
                        </a:lnSpc>
                        <a:buFont typeface="Arial" panose="020B0604020202020204" pitchFamily="34" charset="0"/>
                        <a:buNone/>
                      </a:pPr>
                      <a:r>
                        <a:rPr lang="en-US" sz="900" b="1" i="0">
                          <a:solidFill>
                            <a:srgbClr val="FFFFFF"/>
                          </a:solidFill>
                          <a:effectLst/>
                          <a:latin typeface="+mn-lt"/>
                        </a:rPr>
                        <a:t>Total People cost ($M)</a:t>
                      </a:r>
                    </a:p>
                  </a:txBody>
                  <a:tcPr marL="65612" marR="65612" marT="32806" marB="32806"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ctr" rtl="0" fontAlgn="base">
                        <a:lnSpc>
                          <a:spcPts val="900"/>
                        </a:lnSpc>
                        <a:buFont typeface="Arial" panose="020B0604020202020204" pitchFamily="34" charset="0"/>
                        <a:buNone/>
                      </a:pPr>
                      <a:r>
                        <a:rPr lang="en-US" sz="900" b="1" i="0">
                          <a:solidFill>
                            <a:srgbClr val="FFFFFF"/>
                          </a:solidFill>
                          <a:effectLst/>
                          <a:latin typeface="+mn-lt"/>
                        </a:rPr>
                        <a:t>Sig items funded ($M)</a:t>
                      </a:r>
                    </a:p>
                  </a:txBody>
                  <a:tcPr marL="65612" marR="65612" marT="32806" marB="32806"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900"/>
                        </a:lnSpc>
                        <a:spcBef>
                          <a:spcPts val="0"/>
                        </a:spcBef>
                        <a:spcAft>
                          <a:spcPts val="0"/>
                        </a:spcAft>
                        <a:buClrTx/>
                        <a:buSzTx/>
                        <a:buFont typeface="Arial" panose="020B0604020202020204" pitchFamily="34" charset="0"/>
                        <a:buNone/>
                        <a:tabLst/>
                        <a:defRPr/>
                      </a:pPr>
                      <a:r>
                        <a:rPr kumimoji="0" lang="en-US" sz="900" b="1" i="0" u="none" strike="noStrike" kern="1200" cap="none" spc="0" normalizeH="0" baseline="0" noProof="0">
                          <a:ln>
                            <a:noFill/>
                          </a:ln>
                          <a:solidFill>
                            <a:srgbClr val="FFFFFF"/>
                          </a:solidFill>
                          <a:effectLst/>
                          <a:uLnTx/>
                          <a:uFillTx/>
                          <a:latin typeface="+mn-lt"/>
                          <a:ea typeface="+mn-ea"/>
                          <a:cs typeface="+mn-cs"/>
                        </a:rPr>
                        <a:t>Lights on Costs ($M)</a:t>
                      </a:r>
                    </a:p>
                  </a:txBody>
                  <a:tcPr marL="65612" marR="65612" marT="32806" marB="32806"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900"/>
                        </a:lnSpc>
                        <a:spcBef>
                          <a:spcPts val="0"/>
                        </a:spcBef>
                        <a:spcAft>
                          <a:spcPts val="0"/>
                        </a:spcAft>
                        <a:buClrTx/>
                        <a:buSzTx/>
                        <a:buFont typeface="Arial" panose="020B0604020202020204" pitchFamily="34" charset="0"/>
                        <a:buNone/>
                        <a:tabLst/>
                        <a:defRPr/>
                      </a:pPr>
                      <a:r>
                        <a:rPr kumimoji="0" lang="en-US" sz="900" b="1" i="0" u="none" strike="noStrike" kern="1200" cap="none" spc="0" normalizeH="0" baseline="0" noProof="0">
                          <a:ln>
                            <a:noFill/>
                          </a:ln>
                          <a:solidFill>
                            <a:srgbClr val="FFFFFF"/>
                          </a:solidFill>
                          <a:effectLst/>
                          <a:uLnTx/>
                          <a:uFillTx/>
                          <a:latin typeface="+mn-lt"/>
                          <a:ea typeface="+mn-ea"/>
                          <a:cs typeface="+mn-cs"/>
                        </a:rPr>
                        <a:t>Total Overheads charged to TDD</a:t>
                      </a:r>
                    </a:p>
                    <a:p>
                      <a:pPr marL="0" marR="0" lvl="0" indent="0" algn="ctr" defTabSz="914400" rtl="0" eaLnBrk="1" fontAlgn="base" latinLnBrk="0" hangingPunct="1">
                        <a:lnSpc>
                          <a:spcPts val="900"/>
                        </a:lnSpc>
                        <a:spcBef>
                          <a:spcPts val="0"/>
                        </a:spcBef>
                        <a:spcAft>
                          <a:spcPts val="0"/>
                        </a:spcAft>
                        <a:buClrTx/>
                        <a:buSzTx/>
                        <a:buFont typeface="Arial" panose="020B0604020202020204" pitchFamily="34" charset="0"/>
                        <a:buNone/>
                        <a:tabLst/>
                        <a:defRPr/>
                      </a:pPr>
                      <a:r>
                        <a:rPr kumimoji="0" lang="en-US" sz="900" b="1" i="0" u="none" strike="noStrike" kern="1200" cap="none" spc="0" normalizeH="0" baseline="0" noProof="0">
                          <a:ln>
                            <a:noFill/>
                          </a:ln>
                          <a:solidFill>
                            <a:srgbClr val="FFFFFF"/>
                          </a:solidFill>
                          <a:effectLst/>
                          <a:uLnTx/>
                          <a:uFillTx/>
                          <a:latin typeface="+mn-lt"/>
                          <a:ea typeface="+mn-ea"/>
                          <a:cs typeface="+mn-cs"/>
                        </a:rPr>
                        <a:t>($M)</a:t>
                      </a:r>
                    </a:p>
                  </a:txBody>
                  <a:tcPr marL="65612" marR="65612" marT="32806" marB="32806"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900"/>
                        </a:lnSpc>
                        <a:spcBef>
                          <a:spcPts val="0"/>
                        </a:spcBef>
                        <a:spcAft>
                          <a:spcPts val="0"/>
                        </a:spcAft>
                        <a:buClrTx/>
                        <a:buSzTx/>
                        <a:buFont typeface="Arial" panose="020B0604020202020204" pitchFamily="34" charset="0"/>
                        <a:buNone/>
                        <a:tabLst/>
                        <a:defRPr/>
                      </a:pPr>
                      <a:r>
                        <a:rPr kumimoji="0" lang="en-US" sz="900" b="1" i="0" u="none" strike="noStrike" kern="1200" cap="none" spc="0" normalizeH="0" baseline="0" noProof="0">
                          <a:ln>
                            <a:noFill/>
                          </a:ln>
                          <a:solidFill>
                            <a:srgbClr val="FFFFFF"/>
                          </a:solidFill>
                          <a:effectLst/>
                          <a:uLnTx/>
                          <a:uFillTx/>
                          <a:latin typeface="+mn-lt"/>
                          <a:ea typeface="+mn-ea"/>
                          <a:cs typeface="+mn-cs"/>
                        </a:rPr>
                        <a:t>Total Portfolio Cost charged to TDD</a:t>
                      </a:r>
                    </a:p>
                    <a:p>
                      <a:pPr marL="0" marR="0" lvl="0" indent="0" algn="ctr" defTabSz="914400" rtl="0" eaLnBrk="1" fontAlgn="base" latinLnBrk="0" hangingPunct="1">
                        <a:lnSpc>
                          <a:spcPts val="900"/>
                        </a:lnSpc>
                        <a:spcBef>
                          <a:spcPts val="0"/>
                        </a:spcBef>
                        <a:spcAft>
                          <a:spcPts val="0"/>
                        </a:spcAft>
                        <a:buClrTx/>
                        <a:buSzTx/>
                        <a:buFont typeface="Arial" panose="020B0604020202020204" pitchFamily="34" charset="0"/>
                        <a:buNone/>
                        <a:tabLst/>
                        <a:defRPr/>
                      </a:pPr>
                      <a:r>
                        <a:rPr kumimoji="0" lang="en-US" sz="900" b="1" i="0" u="none" strike="noStrike" kern="1200" cap="none" spc="0" normalizeH="0" baseline="0" noProof="0">
                          <a:ln>
                            <a:noFill/>
                          </a:ln>
                          <a:solidFill>
                            <a:srgbClr val="FFFFFF"/>
                          </a:solidFill>
                          <a:effectLst/>
                          <a:uLnTx/>
                          <a:uFillTx/>
                          <a:latin typeface="+mn-lt"/>
                          <a:ea typeface="+mn-ea"/>
                          <a:cs typeface="+mn-cs"/>
                        </a:rPr>
                        <a:t>(M) </a:t>
                      </a:r>
                    </a:p>
                  </a:txBody>
                  <a:tcPr marL="65612" marR="65612" marT="32806" marB="32806"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900"/>
                        </a:lnSpc>
                        <a:spcBef>
                          <a:spcPts val="0"/>
                        </a:spcBef>
                        <a:spcAft>
                          <a:spcPts val="0"/>
                        </a:spcAft>
                        <a:buClrTx/>
                        <a:buSzTx/>
                        <a:buFont typeface="Arial" panose="020B0604020202020204" pitchFamily="34" charset="0"/>
                        <a:buNone/>
                        <a:tabLst/>
                        <a:defRPr/>
                      </a:pPr>
                      <a:r>
                        <a:rPr kumimoji="0" lang="en-US" sz="900" b="1" i="0" u="none" strike="noStrike" kern="1200" cap="none" spc="0" normalizeH="0" baseline="0" noProof="0">
                          <a:ln>
                            <a:noFill/>
                          </a:ln>
                          <a:solidFill>
                            <a:srgbClr val="FFFFFF"/>
                          </a:solidFill>
                          <a:effectLst/>
                          <a:uLnTx/>
                          <a:uFillTx/>
                          <a:latin typeface="+mn-lt"/>
                          <a:ea typeface="+mn-ea"/>
                          <a:cs typeface="+mn-cs"/>
                        </a:rPr>
                        <a:t>Budget Alloc.</a:t>
                      </a:r>
                    </a:p>
                    <a:p>
                      <a:pPr marL="0" marR="0" lvl="0" indent="0" algn="ctr" defTabSz="914400" rtl="0" eaLnBrk="1" fontAlgn="base" latinLnBrk="0" hangingPunct="1">
                        <a:lnSpc>
                          <a:spcPts val="900"/>
                        </a:lnSpc>
                        <a:spcBef>
                          <a:spcPts val="0"/>
                        </a:spcBef>
                        <a:spcAft>
                          <a:spcPts val="0"/>
                        </a:spcAft>
                        <a:buClrTx/>
                        <a:buSzTx/>
                        <a:buFont typeface="Arial" panose="020B0604020202020204" pitchFamily="34" charset="0"/>
                        <a:buNone/>
                        <a:tabLst/>
                        <a:defRPr/>
                      </a:pPr>
                      <a:r>
                        <a:rPr kumimoji="0" lang="en-US" sz="900" b="1" i="0" u="none" strike="noStrike" kern="1200" cap="none" spc="0" normalizeH="0" baseline="0" noProof="0">
                          <a:ln>
                            <a:noFill/>
                          </a:ln>
                          <a:solidFill>
                            <a:srgbClr val="FFFFFF"/>
                          </a:solidFill>
                          <a:effectLst/>
                          <a:uLnTx/>
                          <a:uFillTx/>
                          <a:latin typeface="+mn-lt"/>
                          <a:ea typeface="+mn-ea"/>
                          <a:cs typeface="+mn-cs"/>
                        </a:rPr>
                        <a:t>($M) </a:t>
                      </a:r>
                    </a:p>
                  </a:txBody>
                  <a:tcPr marL="65612" marR="65612" marT="32806" marB="32806"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900"/>
                        </a:lnSpc>
                        <a:spcBef>
                          <a:spcPts val="0"/>
                        </a:spcBef>
                        <a:spcAft>
                          <a:spcPts val="0"/>
                        </a:spcAft>
                        <a:buClrTx/>
                        <a:buSzTx/>
                        <a:buFont typeface="Arial" panose="020B0604020202020204" pitchFamily="34" charset="0"/>
                        <a:buNone/>
                        <a:tabLst/>
                        <a:defRPr/>
                      </a:pPr>
                      <a:r>
                        <a:rPr kumimoji="0" lang="en-US" sz="900" b="1" i="0" u="none" strike="noStrike" kern="1200" cap="none" spc="0" normalizeH="0" baseline="0" noProof="0">
                          <a:ln>
                            <a:noFill/>
                          </a:ln>
                          <a:solidFill>
                            <a:srgbClr val="FFFFFF"/>
                          </a:solidFill>
                          <a:effectLst/>
                          <a:uLnTx/>
                          <a:uFillTx/>
                          <a:latin typeface="+mn-lt"/>
                          <a:ea typeface="+mn-ea"/>
                          <a:cs typeface="+mn-cs"/>
                        </a:rPr>
                        <a:t>Delta to Budget ($M)</a:t>
                      </a:r>
                    </a:p>
                  </a:txBody>
                  <a:tcPr marL="65612" marR="65612" marT="32806" marB="32806"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641716671"/>
                  </a:ext>
                </a:extLst>
              </a:tr>
              <a:tr h="293621">
                <a:tc>
                  <a:txBody>
                    <a:bodyPr/>
                    <a:lstStyle/>
                    <a:p>
                      <a:pPr algn="l" rtl="0" fontAlgn="base">
                        <a:lnSpc>
                          <a:spcPts val="667"/>
                        </a:lnSpc>
                        <a:buNone/>
                      </a:pPr>
                      <a:r>
                        <a:rPr lang="en-US" sz="1000" b="1" i="0">
                          <a:solidFill>
                            <a:schemeClr val="tx1"/>
                          </a:solidFill>
                          <a:effectLst/>
                          <a:latin typeface="MarkOTBold" panose="020B0804020201010104" pitchFamily="34" charset="0"/>
                        </a:rPr>
                        <a:t>Aus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base" latinLnBrk="0" hangingPunct="1">
                        <a:lnSpc>
                          <a:spcPts val="975"/>
                        </a:lnSpc>
                        <a:buNone/>
                      </a:pPr>
                      <a:r>
                        <a:rPr lang="en-AU" sz="1000" b="1" i="0" kern="1200">
                          <a:solidFill>
                            <a:schemeClr val="tx1"/>
                          </a:solidFill>
                          <a:effectLst/>
                          <a:latin typeface="+mn-lt"/>
                          <a:ea typeface="+mn-ea"/>
                          <a:cs typeface="+mn-cs"/>
                        </a:rPr>
                        <a:t>78.55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ase" latinLnBrk="0" hangingPunct="1">
                        <a:lnSpc>
                          <a:spcPts val="975"/>
                        </a:lnSpc>
                        <a:buNone/>
                      </a:pPr>
                      <a:r>
                        <a:rPr lang="en-AU" sz="1000" b="1" i="0" kern="1200">
                          <a:solidFill>
                            <a:schemeClr val="tx1"/>
                          </a:solidFill>
                          <a:effectLst/>
                          <a:latin typeface="+mn-lt"/>
                          <a:ea typeface="+mn-ea"/>
                          <a:cs typeface="+mn-cs"/>
                        </a:rPr>
                        <a:t>19.07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ase" latinLnBrk="0" hangingPunct="1">
                        <a:lnSpc>
                          <a:spcPts val="975"/>
                        </a:lnSpc>
                        <a:buNone/>
                      </a:pPr>
                      <a:r>
                        <a:rPr lang="en-AU" sz="1000" b="1" i="0" kern="1200">
                          <a:solidFill>
                            <a:schemeClr val="tx1"/>
                          </a:solidFill>
                          <a:effectLst/>
                          <a:latin typeface="+mn-lt"/>
                          <a:ea typeface="+mn-ea"/>
                          <a:cs typeface="+mn-cs"/>
                        </a:rPr>
                        <a:t>22.45</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ase" latinLnBrk="0" hangingPunct="1">
                        <a:lnSpc>
                          <a:spcPts val="975"/>
                        </a:lnSpc>
                        <a:buNone/>
                      </a:pPr>
                      <a:r>
                        <a:rPr lang="en-AU" sz="1000" b="1" i="0" kern="1200">
                          <a:solidFill>
                            <a:schemeClr val="tx1"/>
                          </a:solidFill>
                          <a:effectLst/>
                          <a:latin typeface="+mn-lt"/>
                          <a:ea typeface="+mn-ea"/>
                          <a:cs typeface="+mn-cs"/>
                        </a:rPr>
                        <a:t>16.46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ase" latinLnBrk="0" hangingPunct="1">
                        <a:lnSpc>
                          <a:spcPts val="975"/>
                        </a:lnSpc>
                        <a:buNone/>
                      </a:pPr>
                      <a:r>
                        <a:rPr lang="en-AU" sz="1000" b="1" i="0" kern="1200">
                          <a:solidFill>
                            <a:schemeClr val="tx1"/>
                          </a:solidFill>
                          <a:effectLst/>
                          <a:latin typeface="+mn-lt"/>
                          <a:ea typeface="+mn-ea"/>
                          <a:cs typeface="+mn-cs"/>
                        </a:rPr>
                        <a:t>38.91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ase" latinLnBrk="0" hangingPunct="1">
                        <a:lnSpc>
                          <a:spcPts val="975"/>
                        </a:lnSpc>
                        <a:buNone/>
                      </a:pPr>
                      <a:r>
                        <a:rPr lang="en-AU" sz="1000" b="1" i="0" kern="1200">
                          <a:solidFill>
                            <a:schemeClr val="tx1"/>
                          </a:solidFill>
                          <a:effectLst/>
                          <a:latin typeface="+mn-lt"/>
                          <a:ea typeface="+mn-ea"/>
                          <a:cs typeface="+mn-cs"/>
                        </a:rPr>
                        <a:t>36.20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ase" latinLnBrk="0" hangingPunct="1">
                        <a:lnSpc>
                          <a:spcPts val="975"/>
                        </a:lnSpc>
                        <a:buNone/>
                      </a:pPr>
                      <a:r>
                        <a:rPr lang="en-AU" sz="1000" b="1" i="0" kern="1200">
                          <a:solidFill>
                            <a:schemeClr val="tx1"/>
                          </a:solidFill>
                          <a:effectLst/>
                          <a:latin typeface="+mn-lt"/>
                          <a:ea typeface="+mn-ea"/>
                          <a:cs typeface="+mn-cs"/>
                        </a:rPr>
                        <a:t>2.71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302390132"/>
                  </a:ext>
                </a:extLst>
              </a:tr>
              <a:tr h="293621">
                <a:tc>
                  <a:txBody>
                    <a:bodyPr/>
                    <a:lstStyle/>
                    <a:p>
                      <a:pPr algn="l" rtl="0" fontAlgn="base">
                        <a:lnSpc>
                          <a:spcPts val="667"/>
                        </a:lnSpc>
                        <a:buNone/>
                      </a:pPr>
                      <a:r>
                        <a:rPr lang="en-US" sz="1000" b="1" i="0">
                          <a:solidFill>
                            <a:schemeClr val="tx1"/>
                          </a:solidFill>
                          <a:effectLst/>
                          <a:latin typeface="MarkOTBold" panose="020B0804020201010104" pitchFamily="34" charset="0"/>
                        </a:rPr>
                        <a:t>NZ</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base" latinLnBrk="0" hangingPunct="1">
                        <a:lnSpc>
                          <a:spcPts val="975"/>
                        </a:lnSpc>
                        <a:buNone/>
                      </a:pPr>
                      <a:r>
                        <a:rPr lang="en-AU" sz="1000" b="0" i="0" kern="1200">
                          <a:solidFill>
                            <a:schemeClr val="tx1"/>
                          </a:solidFill>
                          <a:effectLst/>
                          <a:latin typeface="MarkOT" panose="020B0504020201010104" pitchFamily="34" charset="0"/>
                          <a:ea typeface="+mn-ea"/>
                          <a:cs typeface="+mn-cs"/>
                        </a:rPr>
                        <a:t>20.28</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ase" latinLnBrk="0" hangingPunct="1">
                        <a:lnSpc>
                          <a:spcPts val="975"/>
                        </a:lnSpc>
                        <a:buNone/>
                      </a:pPr>
                      <a:r>
                        <a:rPr lang="en-AU" sz="1000" b="0" i="0" kern="1200">
                          <a:solidFill>
                            <a:schemeClr val="tx1"/>
                          </a:solidFill>
                          <a:effectLst/>
                          <a:latin typeface="MarkOT" panose="020B0504020201010104" pitchFamily="34" charset="0"/>
                          <a:ea typeface="+mn-ea"/>
                          <a:cs typeface="+mn-cs"/>
                        </a:rPr>
                        <a:t>0.76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ase" latinLnBrk="0" hangingPunct="1">
                        <a:lnSpc>
                          <a:spcPts val="975"/>
                        </a:lnSpc>
                        <a:buNone/>
                      </a:pPr>
                      <a:r>
                        <a:rPr lang="en-AU" sz="1000" b="0" i="0" kern="1200">
                          <a:solidFill>
                            <a:schemeClr val="tx1"/>
                          </a:solidFill>
                          <a:effectLst/>
                          <a:latin typeface="MarkOT" panose="020B0504020201010104" pitchFamily="34" charset="0"/>
                          <a:ea typeface="+mn-ea"/>
                          <a:cs typeface="+mn-cs"/>
                        </a:rPr>
                        <a:t>8.77</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ase" latinLnBrk="0" hangingPunct="1">
                        <a:lnSpc>
                          <a:spcPts val="975"/>
                        </a:lnSpc>
                        <a:buNone/>
                      </a:pPr>
                      <a:r>
                        <a:rPr lang="en-AU" sz="1000" b="0" i="0" kern="1200">
                          <a:solidFill>
                            <a:schemeClr val="tx1"/>
                          </a:solidFill>
                          <a:effectLst/>
                          <a:latin typeface="MarkOT" panose="020B0504020201010104" pitchFamily="34" charset="0"/>
                          <a:ea typeface="+mn-ea"/>
                          <a:cs typeface="+mn-cs"/>
                        </a:rPr>
                        <a:t>6.43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ase" latinLnBrk="0" hangingPunct="1">
                        <a:lnSpc>
                          <a:spcPts val="975"/>
                        </a:lnSpc>
                        <a:buNone/>
                      </a:pPr>
                      <a:r>
                        <a:rPr lang="en-AU" sz="1000" b="0" i="0" kern="1200">
                          <a:solidFill>
                            <a:schemeClr val="tx1"/>
                          </a:solidFill>
                          <a:effectLst/>
                          <a:latin typeface="MarkOT" panose="020B0504020201010104" pitchFamily="34" charset="0"/>
                          <a:ea typeface="+mn-ea"/>
                          <a:cs typeface="+mn-cs"/>
                        </a:rPr>
                        <a:t>15.21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ase" latinLnBrk="0" hangingPunct="1">
                        <a:lnSpc>
                          <a:spcPts val="975"/>
                        </a:lnSpc>
                        <a:buNone/>
                      </a:pPr>
                      <a:r>
                        <a:rPr lang="en-AU" sz="1000" b="0" i="0" kern="1200">
                          <a:solidFill>
                            <a:schemeClr val="tx1"/>
                          </a:solidFill>
                          <a:effectLst/>
                          <a:latin typeface="MarkOT" panose="020B0504020201010104" pitchFamily="34" charset="0"/>
                          <a:ea typeface="+mn-ea"/>
                          <a:cs typeface="+mn-cs"/>
                        </a:rPr>
                        <a:t>17.60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ase" latinLnBrk="0" hangingPunct="1">
                        <a:lnSpc>
                          <a:spcPts val="975"/>
                        </a:lnSpc>
                        <a:buNone/>
                      </a:pPr>
                      <a:r>
                        <a:rPr lang="en-AU" sz="1000" b="0" i="0" kern="1200">
                          <a:solidFill>
                            <a:schemeClr val="tx1"/>
                          </a:solidFill>
                          <a:effectLst/>
                          <a:latin typeface="MarkOT" panose="020B0504020201010104" pitchFamily="34" charset="0"/>
                          <a:ea typeface="+mn-ea"/>
                          <a:cs typeface="+mn-cs"/>
                        </a:rPr>
                        <a:t>(2.39)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228827764"/>
                  </a:ext>
                </a:extLst>
              </a:tr>
              <a:tr h="293621">
                <a:tc>
                  <a:txBody>
                    <a:bodyPr/>
                    <a:lstStyle/>
                    <a:p>
                      <a:pPr algn="l" rtl="0" fontAlgn="base">
                        <a:lnSpc>
                          <a:spcPts val="667"/>
                        </a:lnSpc>
                        <a:buNone/>
                      </a:pPr>
                      <a:r>
                        <a:rPr lang="en-US" sz="1000" b="1" i="0">
                          <a:solidFill>
                            <a:schemeClr val="tx1"/>
                          </a:solidFill>
                          <a:effectLst/>
                          <a:latin typeface="MarkOTBold" panose="020B0804020201010104" pitchFamily="34" charset="0"/>
                        </a:rPr>
                        <a:t>TDD Total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marL="0" algn="ctr" defTabSz="914400" rtl="0" eaLnBrk="1" fontAlgn="base" latinLnBrk="0" hangingPunct="1">
                        <a:lnSpc>
                          <a:spcPts val="975"/>
                        </a:lnSpc>
                        <a:buNone/>
                      </a:pPr>
                      <a:r>
                        <a:rPr lang="en-AU" sz="1000" b="1" i="0" kern="1200">
                          <a:solidFill>
                            <a:schemeClr val="tx1"/>
                          </a:solidFill>
                          <a:effectLst/>
                          <a:latin typeface="MarkOT" panose="020B0504020201010104" pitchFamily="34" charset="0"/>
                          <a:ea typeface="+mn-ea"/>
                          <a:cs typeface="+mn-cs"/>
                        </a:rPr>
                        <a:t>98.83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ase" latinLnBrk="0" hangingPunct="1">
                        <a:lnSpc>
                          <a:spcPts val="975"/>
                        </a:lnSpc>
                        <a:buNone/>
                      </a:pPr>
                      <a:r>
                        <a:rPr lang="en-AU" sz="1000" b="1" i="0" kern="1200">
                          <a:solidFill>
                            <a:schemeClr val="tx1"/>
                          </a:solidFill>
                          <a:effectLst/>
                          <a:latin typeface="MarkOT" panose="020B0504020201010104" pitchFamily="34" charset="0"/>
                          <a:ea typeface="+mn-ea"/>
                          <a:cs typeface="+mn-cs"/>
                        </a:rPr>
                        <a:t>19.83</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ase" latinLnBrk="0" hangingPunct="1">
                        <a:lnSpc>
                          <a:spcPts val="975"/>
                        </a:lnSpc>
                        <a:buNone/>
                      </a:pPr>
                      <a:r>
                        <a:rPr lang="en-AU" sz="1000" b="1" i="0" kern="1200">
                          <a:solidFill>
                            <a:schemeClr val="tx1"/>
                          </a:solidFill>
                          <a:effectLst/>
                          <a:latin typeface="MarkOT" panose="020B0504020201010104" pitchFamily="34" charset="0"/>
                          <a:ea typeface="+mn-ea"/>
                          <a:cs typeface="+mn-cs"/>
                        </a:rPr>
                        <a:t>31.22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ase" latinLnBrk="0" hangingPunct="1">
                        <a:lnSpc>
                          <a:spcPts val="975"/>
                        </a:lnSpc>
                        <a:buNone/>
                      </a:pPr>
                      <a:r>
                        <a:rPr lang="en-AU" sz="1000" b="1" i="0" kern="1200">
                          <a:solidFill>
                            <a:schemeClr val="tx1"/>
                          </a:solidFill>
                          <a:effectLst/>
                          <a:latin typeface="MarkOT" panose="020B0504020201010104" pitchFamily="34" charset="0"/>
                          <a:ea typeface="+mn-ea"/>
                          <a:cs typeface="+mn-cs"/>
                        </a:rPr>
                        <a:t>22.90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ase" latinLnBrk="0" hangingPunct="1">
                        <a:lnSpc>
                          <a:spcPts val="975"/>
                        </a:lnSpc>
                        <a:buNone/>
                      </a:pPr>
                      <a:r>
                        <a:rPr lang="en-AU" sz="1000" b="1" i="0" kern="1200">
                          <a:solidFill>
                            <a:schemeClr val="tx1"/>
                          </a:solidFill>
                          <a:effectLst/>
                          <a:latin typeface="MarkOT" panose="020B0504020201010104" pitchFamily="34" charset="0"/>
                          <a:ea typeface="+mn-ea"/>
                          <a:cs typeface="+mn-cs"/>
                        </a:rPr>
                        <a:t>54.12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ase" latinLnBrk="0" hangingPunct="1">
                        <a:lnSpc>
                          <a:spcPts val="975"/>
                        </a:lnSpc>
                        <a:buNone/>
                      </a:pPr>
                      <a:r>
                        <a:rPr lang="en-AU" sz="1000" b="1" i="0" kern="1200">
                          <a:solidFill>
                            <a:schemeClr val="tx1"/>
                          </a:solidFill>
                          <a:effectLst/>
                          <a:latin typeface="MarkOT" panose="020B0504020201010104" pitchFamily="34" charset="0"/>
                          <a:ea typeface="+mn-ea"/>
                          <a:cs typeface="+mn-cs"/>
                        </a:rPr>
                        <a:t>53.80</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marL="0" algn="ctr" defTabSz="914400" rtl="0" eaLnBrk="1" fontAlgn="base" latinLnBrk="0" hangingPunct="1">
                        <a:lnSpc>
                          <a:spcPts val="975"/>
                        </a:lnSpc>
                        <a:buNone/>
                      </a:pPr>
                      <a:r>
                        <a:rPr lang="en-AU" sz="1000" b="1" i="0" kern="1200">
                          <a:solidFill>
                            <a:schemeClr val="tx1"/>
                          </a:solidFill>
                          <a:effectLst/>
                          <a:latin typeface="MarkOT" panose="020B0504020201010104" pitchFamily="34" charset="0"/>
                          <a:ea typeface="+mn-ea"/>
                          <a:cs typeface="+mn-cs"/>
                        </a:rPr>
                        <a:t>.32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66507357"/>
                  </a:ext>
                </a:extLst>
              </a:tr>
            </a:tbl>
          </a:graphicData>
        </a:graphic>
      </p:graphicFrame>
      <p:sp>
        <p:nvSpPr>
          <p:cNvPr id="6" name="Source">
            <a:extLst>
              <a:ext uri="{FF2B5EF4-FFF2-40B4-BE49-F238E27FC236}">
                <a16:creationId xmlns:a16="http://schemas.microsoft.com/office/drawing/2014/main" id="{E653D2BA-FE3F-2D2A-5A84-BB75B807610F}"/>
              </a:ext>
            </a:extLst>
          </p:cNvPr>
          <p:cNvSpPr txBox="1"/>
          <p:nvPr/>
        </p:nvSpPr>
        <p:spPr>
          <a:xfrm>
            <a:off x="1004576" y="6074807"/>
            <a:ext cx="11306556" cy="394980"/>
          </a:xfrm>
          <a:prstGeom prst="rect">
            <a:avLst/>
          </a:prstGeom>
          <a:noFill/>
        </p:spPr>
        <p:txBody>
          <a:bodyPr wrap="square" lIns="0" tIns="0" rIns="0" bIns="0" anchor="t">
            <a:spAutoFit/>
          </a:bodyPr>
          <a:lstStyle/>
          <a:p>
            <a:pPr marL="228600" marR="0" lvl="0" indent="-228600" algn="l" defTabSz="914400" rtl="0" eaLnBrk="1" fontAlgn="auto" latinLnBrk="0" hangingPunct="1">
              <a:lnSpc>
                <a:spcPct val="100000"/>
              </a:lnSpc>
              <a:spcBef>
                <a:spcPts val="0"/>
              </a:spcBef>
              <a:spcAft>
                <a:spcPts val="100"/>
              </a:spcAft>
              <a:buClrTx/>
              <a:buSzTx/>
              <a:buFontTx/>
              <a:buAutoNum type="arabicPlain"/>
              <a:tabLst/>
              <a:defRPr/>
            </a:pPr>
            <a:r>
              <a:rPr kumimoji="0" lang="en-AU" sz="800" b="0" i="0" u="none" strike="noStrike" kern="1200" cap="none" spc="0" normalizeH="0" baseline="0" noProof="0" dirty="0">
                <a:ln>
                  <a:noFill/>
                </a:ln>
                <a:solidFill>
                  <a:srgbClr val="000000"/>
                </a:solidFill>
                <a:effectLst/>
                <a:uLnTx/>
                <a:uFillTx/>
                <a:latin typeface="MarkOT" panose="020B0504020201010104" pitchFamily="34" charset="0"/>
                <a:ea typeface="+mn-ea"/>
                <a:cs typeface="+mn-cs"/>
              </a:rPr>
              <a:t>To get the lights on cost, each squad has an estimated support percentage in which we assume will be charged to the TDD lights on line item</a:t>
            </a:r>
          </a:p>
          <a:p>
            <a:pPr marL="228600" marR="0" lvl="0" indent="-228600" algn="l" defTabSz="914400" rtl="0" eaLnBrk="1" fontAlgn="auto" latinLnBrk="0" hangingPunct="1">
              <a:lnSpc>
                <a:spcPct val="100000"/>
              </a:lnSpc>
              <a:spcBef>
                <a:spcPts val="0"/>
              </a:spcBef>
              <a:spcAft>
                <a:spcPts val="100"/>
              </a:spcAft>
              <a:buClrTx/>
              <a:buSzTx/>
              <a:buFontTx/>
              <a:buAutoNum type="arabicPlain"/>
              <a:tabLst/>
              <a:defRPr/>
            </a:pPr>
            <a:r>
              <a:rPr kumimoji="0" lang="en-AU" sz="800" b="0" i="0" u="none" strike="noStrike" kern="1200" cap="none" spc="0" normalizeH="0" baseline="0" noProof="0" dirty="0">
                <a:ln>
                  <a:noFill/>
                </a:ln>
                <a:solidFill>
                  <a:srgbClr val="000000"/>
                </a:solidFill>
                <a:effectLst/>
                <a:uLnTx/>
                <a:uFillTx/>
                <a:latin typeface="MarkOT" panose="020B0504020201010104" pitchFamily="34" charset="0"/>
                <a:ea typeface="+mn-ea"/>
                <a:cs typeface="+mn-cs"/>
              </a:rPr>
              <a:t>Total overheads include Head of Technology, Technology Manager, Delivery, Business Partners, Domain Architects</a:t>
            </a:r>
          </a:p>
          <a:p>
            <a:pPr marL="228600" marR="0" lvl="0" indent="-228600" algn="l" defTabSz="914400" rtl="0" eaLnBrk="1" fontAlgn="auto" latinLnBrk="0" hangingPunct="1">
              <a:lnSpc>
                <a:spcPct val="100000"/>
              </a:lnSpc>
              <a:spcBef>
                <a:spcPts val="0"/>
              </a:spcBef>
              <a:spcAft>
                <a:spcPts val="100"/>
              </a:spcAft>
              <a:buClrTx/>
              <a:buSzTx/>
              <a:buFontTx/>
              <a:buAutoNum type="arabicPlain"/>
              <a:tabLst/>
              <a:defRPr/>
            </a:pPr>
            <a:r>
              <a:rPr kumimoji="0" lang="en-AU" sz="800" b="0" i="0" u="none" strike="noStrike" kern="1200" cap="none" spc="0" normalizeH="0" baseline="0" noProof="0" dirty="0">
                <a:ln>
                  <a:noFill/>
                </a:ln>
                <a:solidFill>
                  <a:srgbClr val="000000"/>
                </a:solidFill>
                <a:effectLst/>
                <a:uLnTx/>
                <a:uFillTx/>
                <a:latin typeface="MarkOT" panose="020B0504020201010104" pitchFamily="34" charset="0"/>
                <a:ea typeface="+mn-ea"/>
                <a:cs typeface="+mn-cs"/>
              </a:rPr>
              <a:t>Other includes: squads which are not currently priced at onshore rates incl. </a:t>
            </a:r>
            <a:r>
              <a:rPr kumimoji="0" lang="en-AU" sz="800" b="0" i="0" u="none" strike="noStrike" kern="1200" cap="none" spc="0" normalizeH="0" baseline="0" noProof="0" dirty="0" err="1">
                <a:ln>
                  <a:noFill/>
                </a:ln>
                <a:solidFill>
                  <a:srgbClr val="000000"/>
                </a:solidFill>
                <a:effectLst/>
                <a:uLnTx/>
                <a:uFillTx/>
                <a:latin typeface="MarkOT" panose="020B0504020201010104" pitchFamily="34" charset="0"/>
                <a:ea typeface="+mn-ea"/>
                <a:cs typeface="+mn-cs"/>
              </a:rPr>
              <a:t>nz</a:t>
            </a:r>
            <a:r>
              <a:rPr kumimoji="0" lang="en-AU" sz="800" b="0" i="0" u="none" strike="noStrike" kern="1200" cap="none" spc="0" normalizeH="0" baseline="0" noProof="0" dirty="0">
                <a:ln>
                  <a:noFill/>
                </a:ln>
                <a:solidFill>
                  <a:srgbClr val="000000"/>
                </a:solidFill>
                <a:effectLst/>
                <a:uLnTx/>
                <a:uFillTx/>
                <a:latin typeface="MarkOT" panose="020B0504020201010104" pitchFamily="34" charset="0"/>
                <a:ea typeface="+mn-ea"/>
                <a:cs typeface="+mn-cs"/>
              </a:rPr>
              <a:t> customer data squad, enterprise data delivery squad and other vacancy levers</a:t>
            </a:r>
          </a:p>
        </p:txBody>
      </p:sp>
      <p:sp>
        <p:nvSpPr>
          <p:cNvPr id="12" name="TextBox 11">
            <a:extLst>
              <a:ext uri="{FF2B5EF4-FFF2-40B4-BE49-F238E27FC236}">
                <a16:creationId xmlns:a16="http://schemas.microsoft.com/office/drawing/2014/main" id="{3E995F55-668D-07A1-0A8E-5A42E2A2ACF6}"/>
              </a:ext>
            </a:extLst>
          </p:cNvPr>
          <p:cNvSpPr txBox="1"/>
          <p:nvPr/>
        </p:nvSpPr>
        <p:spPr>
          <a:xfrm>
            <a:off x="8921363" y="1136451"/>
            <a:ext cx="2979468" cy="5016758"/>
          </a:xfrm>
          <a:prstGeom prst="rect">
            <a:avLst/>
          </a:prstGeom>
          <a:noFill/>
          <a:ln>
            <a:noFill/>
          </a:ln>
        </p:spPr>
        <p:style>
          <a:lnRef idx="2">
            <a:schemeClr val="accent6"/>
          </a:lnRef>
          <a:fillRef idx="1">
            <a:schemeClr val="lt1"/>
          </a:fillRef>
          <a:effectRef idx="0">
            <a:schemeClr val="accent6"/>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600" b="1" i="0" u="none" strike="noStrike" kern="1200" cap="none" spc="0" normalizeH="0" baseline="0" noProof="0" dirty="0">
                <a:ln>
                  <a:noFill/>
                </a:ln>
                <a:solidFill>
                  <a:srgbClr val="1A1A1A"/>
                </a:solidFill>
                <a:effectLst/>
                <a:uLnTx/>
                <a:uFillTx/>
                <a:latin typeface="Mark OT Book"/>
                <a:ea typeface="+mn-ea"/>
                <a:cs typeface="+mn-cs"/>
              </a:rPr>
              <a:t>Insight &amp; Assumptions</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200" b="0" i="0" u="none" strike="noStrike" kern="1200" cap="none" spc="0" normalizeH="0" baseline="0" noProof="0" dirty="0">
              <a:ln>
                <a:noFill/>
              </a:ln>
              <a:solidFill>
                <a:srgbClr val="1A1A1A"/>
              </a:solidFill>
              <a:effectLst/>
              <a:uLnTx/>
              <a:uFillTx/>
              <a:latin typeface="Mark OT Book"/>
              <a:ea typeface="+mn-ea"/>
              <a:cs typeface="+mn-cs"/>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A1A1A"/>
                </a:solidFill>
                <a:effectLst/>
                <a:uLnTx/>
                <a:uFillTx/>
                <a:latin typeface="Mark OT Book"/>
                <a:ea typeface="+mn-ea"/>
                <a:cs typeface="+mn-cs"/>
              </a:rPr>
              <a:t>The gross cost for TDD includes significant items of 19.83m of people costs which will be directly charged to strategic programs within the business (</a:t>
            </a:r>
            <a:r>
              <a:rPr kumimoji="0" lang="en-US" sz="1200" b="0" i="0" u="none" strike="noStrike" kern="1200" cap="none" spc="0" normalizeH="0" baseline="0" noProof="0" dirty="0" err="1">
                <a:ln>
                  <a:noFill/>
                </a:ln>
                <a:solidFill>
                  <a:srgbClr val="1A1A1A"/>
                </a:solidFill>
                <a:effectLst/>
                <a:uLnTx/>
                <a:uFillTx/>
                <a:latin typeface="Mark OT Book"/>
                <a:ea typeface="+mn-ea"/>
                <a:cs typeface="+mn-cs"/>
              </a:rPr>
              <a:t>Ampos</a:t>
            </a:r>
            <a:r>
              <a:rPr kumimoji="0" lang="en-US" sz="1200" b="0" i="0" u="none" strike="noStrike" kern="1200" cap="none" spc="0" normalizeH="0" baseline="0" noProof="0" dirty="0">
                <a:ln>
                  <a:noFill/>
                </a:ln>
                <a:solidFill>
                  <a:srgbClr val="1A1A1A"/>
                </a:solidFill>
                <a:effectLst/>
                <a:uLnTx/>
                <a:uFillTx/>
                <a:latin typeface="Mark OT Book"/>
                <a:ea typeface="+mn-ea"/>
                <a:cs typeface="+mn-cs"/>
              </a:rPr>
              <a:t>, CTRM, EGI, Cyber uplift </a:t>
            </a:r>
            <a:r>
              <a:rPr kumimoji="0" lang="en-US" sz="1200" b="0" i="0" u="none" strike="noStrike" kern="1200" cap="none" spc="0" normalizeH="0" baseline="0" noProof="0" dirty="0" err="1">
                <a:ln>
                  <a:noFill/>
                </a:ln>
                <a:solidFill>
                  <a:srgbClr val="1A1A1A"/>
                </a:solidFill>
                <a:effectLst/>
                <a:uLnTx/>
                <a:uFillTx/>
                <a:latin typeface="Mark OT Book"/>
                <a:ea typeface="+mn-ea"/>
                <a:cs typeface="+mn-cs"/>
              </a:rPr>
              <a:t>programme</a:t>
            </a:r>
            <a:r>
              <a:rPr kumimoji="0" lang="en-US" sz="1200" b="0" i="0" u="none" strike="noStrike" kern="1200" cap="none" spc="0" normalizeH="0" baseline="0" noProof="0" dirty="0">
                <a:ln>
                  <a:noFill/>
                </a:ln>
                <a:solidFill>
                  <a:srgbClr val="1A1A1A"/>
                </a:solidFill>
                <a:effectLst/>
                <a:uLnTx/>
                <a:uFillTx/>
                <a:latin typeface="Mark OT Book"/>
                <a:ea typeface="+mn-ea"/>
                <a:cs typeface="+mn-cs"/>
              </a:rPr>
              <a:t>)</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1A1A1A"/>
              </a:solidFill>
              <a:effectLst/>
              <a:uLnTx/>
              <a:uFillTx/>
              <a:latin typeface="Mark OT Book"/>
              <a:ea typeface="+mn-ea"/>
              <a:cs typeface="+mn-cs"/>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A1A1A"/>
                </a:solidFill>
                <a:effectLst/>
                <a:uLnTx/>
                <a:uFillTx/>
                <a:latin typeface="Mark OT Book"/>
                <a:ea typeface="+mn-ea"/>
                <a:cs typeface="+mn-cs"/>
              </a:rPr>
              <a:t>Lights on cost assumes the % of support cost required from each squad, platform and portfolio that will be directly charged to TDD</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1A1A1A"/>
              </a:solidFill>
              <a:effectLst/>
              <a:uLnTx/>
              <a:uFillTx/>
              <a:latin typeface="Mark OT Book"/>
              <a:ea typeface="+mn-ea"/>
              <a:cs typeface="+mn-cs"/>
            </a:endParaRPr>
          </a:p>
          <a:p>
            <a:pPr marL="179388" marR="0" lvl="0" indent="-1793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A1A1A"/>
                </a:solidFill>
                <a:effectLst/>
                <a:uLnTx/>
                <a:uFillTx/>
                <a:latin typeface="Mark OT Book"/>
                <a:ea typeface="+mn-ea"/>
                <a:cs typeface="+mn-cs"/>
              </a:rPr>
              <a:t>Overhead costs are directly funded by TDD and carry no recharge to the business. These roles include: Head of Technology, Domain Architect, GM</a:t>
            </a:r>
          </a:p>
          <a:p>
            <a:pPr marL="179388" marR="0" lvl="0" indent="-1793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1A1A1A"/>
              </a:solidFill>
              <a:effectLst/>
              <a:uLnTx/>
              <a:uFillTx/>
              <a:latin typeface="Mark OT Book"/>
              <a:ea typeface="+mn-ea"/>
              <a:cs typeface="+mn-cs"/>
            </a:endParaRPr>
          </a:p>
          <a:p>
            <a:pPr marL="179388" marR="0" lvl="0" indent="-179388"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1A1A1A"/>
                </a:solidFill>
                <a:effectLst/>
                <a:uLnTx/>
                <a:uFillTx/>
                <a:latin typeface="Mark OT Book"/>
                <a:ea typeface="+mn-ea"/>
                <a:cs typeface="+mn-cs"/>
              </a:rPr>
              <a:t>NZD has been converted to AUD per Finance’s assumed FX rate of 0.92</a:t>
            </a:r>
            <a:endParaRPr kumimoji="0" lang="en-US" sz="1400" b="0" i="0" u="none" strike="noStrike" kern="1200" cap="none" spc="0" normalizeH="0" baseline="0" noProof="0" dirty="0">
              <a:ln>
                <a:noFill/>
              </a:ln>
              <a:solidFill>
                <a:srgbClr val="1A1A1A"/>
              </a:solidFill>
              <a:effectLst/>
              <a:uLnTx/>
              <a:uFillTx/>
              <a:latin typeface="Mark OT Book"/>
              <a:ea typeface="+mn-ea"/>
              <a:cs typeface="+mn-cs"/>
            </a:endParaRPr>
          </a:p>
        </p:txBody>
      </p:sp>
      <p:graphicFrame>
        <p:nvGraphicFramePr>
          <p:cNvPr id="16" name="Chart 15">
            <a:extLst>
              <a:ext uri="{FF2B5EF4-FFF2-40B4-BE49-F238E27FC236}">
                <a16:creationId xmlns:a16="http://schemas.microsoft.com/office/drawing/2014/main" id="{3CFABDA7-2F60-4552-AA24-5A512D3ECEE1}"/>
              </a:ext>
            </a:extLst>
          </p:cNvPr>
          <p:cNvGraphicFramePr>
            <a:graphicFrameLocks noGrp="1"/>
          </p:cNvGraphicFramePr>
          <p:nvPr/>
        </p:nvGraphicFramePr>
        <p:xfrm>
          <a:off x="124860" y="3168541"/>
          <a:ext cx="8348790" cy="2501571"/>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018909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50">
          <a:extLst>
            <a:ext uri="{FF2B5EF4-FFF2-40B4-BE49-F238E27FC236}">
              <a16:creationId xmlns:a16="http://schemas.microsoft.com/office/drawing/2014/main" id="{12D93130-C90C-2B38-8CAA-AEDC554C2496}"/>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251B8A3-B3BB-3D32-6B92-AF2DC66785F6}"/>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3" name="think-cell data - do not delete" hidden="1">
                        <a:extLst>
                          <a:ext uri="{FF2B5EF4-FFF2-40B4-BE49-F238E27FC236}">
                            <a16:creationId xmlns:a16="http://schemas.microsoft.com/office/drawing/2014/main" id="{B251B8A3-B3BB-3D32-6B92-AF2DC66785F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451" name="Google Shape;2451;g32ea127f990_0_0">
            <a:extLst>
              <a:ext uri="{FF2B5EF4-FFF2-40B4-BE49-F238E27FC236}">
                <a16:creationId xmlns:a16="http://schemas.microsoft.com/office/drawing/2014/main" id="{140E07C8-AFEF-B92C-7CC1-6C202E2DBB78}"/>
              </a:ext>
            </a:extLst>
          </p:cNvPr>
          <p:cNvSpPr txBox="1"/>
          <p:nvPr/>
        </p:nvSpPr>
        <p:spPr>
          <a:xfrm>
            <a:off x="442913" y="430514"/>
            <a:ext cx="11306100" cy="2760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85000"/>
              </a:lnSpc>
              <a:spcBef>
                <a:spcPts val="0"/>
              </a:spcBef>
              <a:spcAft>
                <a:spcPts val="0"/>
              </a:spcAft>
              <a:buClr>
                <a:srgbClr val="18249C"/>
              </a:buClr>
              <a:buSzPts val="2700"/>
              <a:buFont typeface="Arial"/>
              <a:buNone/>
              <a:tabLst/>
              <a:defRPr/>
            </a:pPr>
            <a:endParaRPr kumimoji="0" lang="en-AU" sz="3200" b="1" i="0" u="none" strike="noStrike" kern="1200" cap="none" spc="0" normalizeH="0" baseline="0" noProof="0">
              <a:ln>
                <a:noFill/>
              </a:ln>
              <a:solidFill>
                <a:srgbClr val="000000"/>
              </a:solidFill>
              <a:effectLst/>
              <a:uLnTx/>
              <a:uFillTx/>
              <a:latin typeface="MarkOT"/>
              <a:ea typeface="Arial"/>
              <a:cs typeface="Arial"/>
              <a:sym typeface="Arial"/>
            </a:endParaRPr>
          </a:p>
        </p:txBody>
      </p:sp>
      <p:sp>
        <p:nvSpPr>
          <p:cNvPr id="13" name="Title 1">
            <a:extLst>
              <a:ext uri="{FF2B5EF4-FFF2-40B4-BE49-F238E27FC236}">
                <a16:creationId xmlns:a16="http://schemas.microsoft.com/office/drawing/2014/main" id="{F6A2A7F3-0365-12D6-674D-B95660263BC5}"/>
              </a:ext>
            </a:extLst>
          </p:cNvPr>
          <p:cNvSpPr txBox="1">
            <a:spLocks/>
          </p:cNvSpPr>
          <p:nvPr/>
        </p:nvSpPr>
        <p:spPr>
          <a:xfrm>
            <a:off x="442913" y="430514"/>
            <a:ext cx="11306100" cy="350882"/>
          </a:xfrm>
          <a:prstGeom prst="rect">
            <a:avLst/>
          </a:prstGeom>
          <a:noFill/>
          <a:ln>
            <a:noFill/>
          </a:ln>
        </p:spPr>
        <p:txBody>
          <a:bodyPr spcFirstLastPara="1" vert="horz" wrap="square" lIns="0" tIns="0" rIns="0" bIns="0" rtlCol="0" anchor="t" anchorCtr="0">
            <a:noAutofit/>
          </a:bodyPr>
          <a:lstStyle>
            <a:lvl1pPr marR="0" lvl="0" algn="l" defTabSz="914400" rtl="0" eaLnBrk="1" latinLnBrk="0" hangingPunct="1">
              <a:lnSpc>
                <a:spcPct val="85000"/>
              </a:lnSpc>
              <a:spcBef>
                <a:spcPts val="0"/>
              </a:spcBef>
              <a:spcAft>
                <a:spcPts val="0"/>
              </a:spcAft>
              <a:buClr>
                <a:schemeClr val="accent1"/>
              </a:buClr>
              <a:buSzPts val="2700"/>
              <a:buNone/>
              <a:defRPr sz="2700" b="1" i="0" u="none" strike="noStrike" kern="1200" cap="none">
                <a:solidFill>
                  <a:schemeClr val="accent1"/>
                </a:solidFill>
                <a:latin typeface="Arial" panose="020B0604020202020204" pitchFamily="34" charset="0"/>
                <a:ea typeface="+mj-ea"/>
                <a:cs typeface="Arial" panose="020B0604020202020204" pitchFamily="34" charset="0"/>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pPr marL="0" marR="0" lvl="0" indent="0" algn="l" defTabSz="914400" rtl="0" eaLnBrk="1" fontAlgn="auto" latinLnBrk="0" hangingPunct="1">
              <a:lnSpc>
                <a:spcPct val="85000"/>
              </a:lnSpc>
              <a:spcBef>
                <a:spcPts val="0"/>
              </a:spcBef>
              <a:spcAft>
                <a:spcPts val="0"/>
              </a:spcAft>
              <a:buClr>
                <a:srgbClr val="18249C"/>
              </a:buClr>
              <a:buSzPts val="2700"/>
              <a:buFontTx/>
              <a:buNone/>
              <a:tabLst/>
              <a:defRPr/>
            </a:pPr>
            <a:r>
              <a:rPr kumimoji="0" lang="en-US" sz="2400" b="0" i="0" u="none" strike="noStrike" kern="1200" cap="none" spc="0" normalizeH="0" baseline="0" noProof="0">
                <a:ln>
                  <a:noFill/>
                </a:ln>
                <a:solidFill>
                  <a:srgbClr val="000000"/>
                </a:solidFill>
                <a:effectLst/>
                <a:uLnTx/>
                <a:uFillTx/>
                <a:latin typeface="MarkOT"/>
                <a:ea typeface="+mj-ea"/>
                <a:cs typeface="Arial"/>
              </a:rPr>
              <a:t>FY26 forecasts TDD to land $400k above the $53.8m allocated TDD Lights on budget; assuming all vacancies are hired as expected</a:t>
            </a:r>
          </a:p>
        </p:txBody>
      </p:sp>
      <p:sp>
        <p:nvSpPr>
          <p:cNvPr id="8" name="TextBox 7">
            <a:extLst>
              <a:ext uri="{FF2B5EF4-FFF2-40B4-BE49-F238E27FC236}">
                <a16:creationId xmlns:a16="http://schemas.microsoft.com/office/drawing/2014/main" id="{DF2F333D-990B-4B6D-3089-F5CAAA22951C}"/>
              </a:ext>
            </a:extLst>
          </p:cNvPr>
          <p:cNvSpPr txBox="1"/>
          <p:nvPr/>
        </p:nvSpPr>
        <p:spPr>
          <a:xfrm>
            <a:off x="377831" y="1276090"/>
            <a:ext cx="6114174" cy="261610"/>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18249C"/>
                </a:solidFill>
                <a:effectLst/>
                <a:uLnTx/>
                <a:uFillTx/>
                <a:latin typeface="MarkOT" panose="020B0504020201010104" pitchFamily="34" charset="0"/>
                <a:ea typeface="+mn-ea"/>
                <a:cs typeface="+mn-cs"/>
              </a:rPr>
              <a:t>GROSS, $m AUD: the model price of everyone on board, ramping with the hire months</a:t>
            </a:r>
          </a:p>
        </p:txBody>
      </p:sp>
      <p:graphicFrame>
        <p:nvGraphicFramePr>
          <p:cNvPr id="11" name="Table 10">
            <a:extLst>
              <a:ext uri="{FF2B5EF4-FFF2-40B4-BE49-F238E27FC236}">
                <a16:creationId xmlns:a16="http://schemas.microsoft.com/office/drawing/2014/main" id="{397E19E1-15FE-31B3-70AE-D4F7088A3CD4}"/>
              </a:ext>
            </a:extLst>
          </p:cNvPr>
          <p:cNvGraphicFramePr>
            <a:graphicFrameLocks noGrp="1"/>
          </p:cNvGraphicFramePr>
          <p:nvPr/>
        </p:nvGraphicFramePr>
        <p:xfrm>
          <a:off x="379416" y="1612582"/>
          <a:ext cx="8178800" cy="211455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680720">
                  <a:extLst>
                    <a:ext uri="{9D8B030D-6E8A-4147-A177-3AD203B41FA5}">
                      <a16:colId xmlns:a16="http://schemas.microsoft.com/office/drawing/2014/main" val="20001"/>
                    </a:ext>
                  </a:extLst>
                </a:gridCol>
                <a:gridCol w="680720">
                  <a:extLst>
                    <a:ext uri="{9D8B030D-6E8A-4147-A177-3AD203B41FA5}">
                      <a16:colId xmlns:a16="http://schemas.microsoft.com/office/drawing/2014/main" val="20002"/>
                    </a:ext>
                  </a:extLst>
                </a:gridCol>
                <a:gridCol w="680720">
                  <a:extLst>
                    <a:ext uri="{9D8B030D-6E8A-4147-A177-3AD203B41FA5}">
                      <a16:colId xmlns:a16="http://schemas.microsoft.com/office/drawing/2014/main" val="20003"/>
                    </a:ext>
                  </a:extLst>
                </a:gridCol>
                <a:gridCol w="680720">
                  <a:extLst>
                    <a:ext uri="{9D8B030D-6E8A-4147-A177-3AD203B41FA5}">
                      <a16:colId xmlns:a16="http://schemas.microsoft.com/office/drawing/2014/main" val="20004"/>
                    </a:ext>
                  </a:extLst>
                </a:gridCol>
                <a:gridCol w="680720">
                  <a:extLst>
                    <a:ext uri="{9D8B030D-6E8A-4147-A177-3AD203B41FA5}">
                      <a16:colId xmlns:a16="http://schemas.microsoft.com/office/drawing/2014/main" val="20005"/>
                    </a:ext>
                  </a:extLst>
                </a:gridCol>
                <a:gridCol w="680720">
                  <a:extLst>
                    <a:ext uri="{9D8B030D-6E8A-4147-A177-3AD203B41FA5}">
                      <a16:colId xmlns:a16="http://schemas.microsoft.com/office/drawing/2014/main" val="20006"/>
                    </a:ext>
                  </a:extLst>
                </a:gridCol>
                <a:gridCol w="680720">
                  <a:extLst>
                    <a:ext uri="{9D8B030D-6E8A-4147-A177-3AD203B41FA5}">
                      <a16:colId xmlns:a16="http://schemas.microsoft.com/office/drawing/2014/main" val="20007"/>
                    </a:ext>
                  </a:extLst>
                </a:gridCol>
                <a:gridCol w="680720">
                  <a:extLst>
                    <a:ext uri="{9D8B030D-6E8A-4147-A177-3AD203B41FA5}">
                      <a16:colId xmlns:a16="http://schemas.microsoft.com/office/drawing/2014/main" val="20008"/>
                    </a:ext>
                  </a:extLst>
                </a:gridCol>
                <a:gridCol w="680720">
                  <a:extLst>
                    <a:ext uri="{9D8B030D-6E8A-4147-A177-3AD203B41FA5}">
                      <a16:colId xmlns:a16="http://schemas.microsoft.com/office/drawing/2014/main" val="20009"/>
                    </a:ext>
                  </a:extLst>
                </a:gridCol>
                <a:gridCol w="680720">
                  <a:extLst>
                    <a:ext uri="{9D8B030D-6E8A-4147-A177-3AD203B41FA5}">
                      <a16:colId xmlns:a16="http://schemas.microsoft.com/office/drawing/2014/main" val="20010"/>
                    </a:ext>
                  </a:extLst>
                </a:gridCol>
              </a:tblGrid>
              <a:tr h="308610">
                <a:tc>
                  <a:txBody>
                    <a:bodyPr/>
                    <a:lstStyle/>
                    <a:p>
                      <a:r>
                        <a:rPr lang="en-AU" sz="1000" b="1">
                          <a:solidFill>
                            <a:srgbClr val="FFFFFF"/>
                          </a:solidFill>
                          <a:latin typeface="MarkOT" panose="020B0504020201010104" pitchFamily="34" charset="0"/>
                        </a:rPr>
                        <a:t>Location</a:t>
                      </a:r>
                      <a:endParaRPr sz="1000" b="1">
                        <a:solidFill>
                          <a:srgbClr val="FFFFFF"/>
                        </a:solidFill>
                        <a:latin typeface="MarkOT" panose="020B0504020201010104" pitchFamily="34" charset="0"/>
                      </a:endParaRPr>
                    </a:p>
                  </a:txBody>
                  <a:tcPr>
                    <a:solidFill>
                      <a:srgbClr val="18249C"/>
                    </a:solidFill>
                  </a:tcPr>
                </a:tc>
                <a:tc>
                  <a:txBody>
                    <a:bodyPr/>
                    <a:lstStyle/>
                    <a:p>
                      <a:r>
                        <a:rPr sz="1000" b="1">
                          <a:solidFill>
                            <a:srgbClr val="FFFFFF"/>
                          </a:solidFill>
                          <a:latin typeface="MarkOT" panose="020B0504020201010104" pitchFamily="34" charset="0"/>
                        </a:rPr>
                        <a:t>Actuals to June</a:t>
                      </a:r>
                    </a:p>
                  </a:txBody>
                  <a:tcPr>
                    <a:solidFill>
                      <a:srgbClr val="18249C"/>
                    </a:solidFill>
                  </a:tcPr>
                </a:tc>
                <a:tc>
                  <a:txBody>
                    <a:bodyPr/>
                    <a:lstStyle/>
                    <a:p>
                      <a:pPr algn="ctr"/>
                      <a:r>
                        <a:rPr sz="800" b="1">
                          <a:solidFill>
                            <a:srgbClr val="FFFFFF"/>
                          </a:solidFill>
                          <a:latin typeface="MarkOTBold"/>
                        </a:rPr>
                        <a:t>July</a:t>
                      </a:r>
                    </a:p>
                  </a:txBody>
                  <a:tcPr marL="36576" marR="36576" marT="13716" marB="13716" anchor="ctr">
                    <a:solidFill>
                      <a:srgbClr val="18249C"/>
                    </a:solidFill>
                  </a:tcPr>
                </a:tc>
                <a:tc>
                  <a:txBody>
                    <a:bodyPr/>
                    <a:lstStyle/>
                    <a:p>
                      <a:pPr algn="ctr"/>
                      <a:r>
                        <a:rPr sz="800" b="1">
                          <a:solidFill>
                            <a:srgbClr val="FFFFFF"/>
                          </a:solidFill>
                          <a:latin typeface="MarkOTBold"/>
                        </a:rPr>
                        <a:t>August</a:t>
                      </a:r>
                    </a:p>
                  </a:txBody>
                  <a:tcPr marL="36576" marR="36576" marT="13716" marB="13716" anchor="ctr">
                    <a:solidFill>
                      <a:srgbClr val="18249C"/>
                    </a:solidFill>
                  </a:tcPr>
                </a:tc>
                <a:tc>
                  <a:txBody>
                    <a:bodyPr/>
                    <a:lstStyle/>
                    <a:p>
                      <a:pPr algn="ctr"/>
                      <a:r>
                        <a:rPr sz="800" b="1">
                          <a:solidFill>
                            <a:srgbClr val="FFFFFF"/>
                          </a:solidFill>
                          <a:latin typeface="MarkOTBold"/>
                        </a:rPr>
                        <a:t>September</a:t>
                      </a:r>
                    </a:p>
                  </a:txBody>
                  <a:tcPr marL="36576" marR="36576" marT="13716" marB="13716" anchor="ctr">
                    <a:solidFill>
                      <a:srgbClr val="18249C"/>
                    </a:solidFill>
                  </a:tcPr>
                </a:tc>
                <a:tc>
                  <a:txBody>
                    <a:bodyPr/>
                    <a:lstStyle/>
                    <a:p>
                      <a:pPr algn="ctr"/>
                      <a:r>
                        <a:rPr sz="800" b="1">
                          <a:solidFill>
                            <a:srgbClr val="FFFFFF"/>
                          </a:solidFill>
                          <a:latin typeface="MarkOTBold"/>
                        </a:rPr>
                        <a:t>October</a:t>
                      </a:r>
                    </a:p>
                  </a:txBody>
                  <a:tcPr marL="36576" marR="36576" marT="13716" marB="13716" anchor="ctr">
                    <a:solidFill>
                      <a:srgbClr val="18249C"/>
                    </a:solidFill>
                  </a:tcPr>
                </a:tc>
                <a:tc>
                  <a:txBody>
                    <a:bodyPr/>
                    <a:lstStyle/>
                    <a:p>
                      <a:pPr algn="ctr"/>
                      <a:r>
                        <a:rPr sz="800" b="1">
                          <a:solidFill>
                            <a:srgbClr val="FFFFFF"/>
                          </a:solidFill>
                          <a:latin typeface="MarkOTBold"/>
                        </a:rPr>
                        <a:t>November</a:t>
                      </a:r>
                    </a:p>
                  </a:txBody>
                  <a:tcPr marL="36576" marR="36576" marT="13716" marB="13716" anchor="ctr">
                    <a:solidFill>
                      <a:srgbClr val="18249C"/>
                    </a:solidFill>
                  </a:tcPr>
                </a:tc>
                <a:tc>
                  <a:txBody>
                    <a:bodyPr/>
                    <a:lstStyle/>
                    <a:p>
                      <a:pPr algn="ctr"/>
                      <a:r>
                        <a:rPr sz="800" b="1">
                          <a:solidFill>
                            <a:srgbClr val="FFFFFF"/>
                          </a:solidFill>
                          <a:latin typeface="MarkOTBold"/>
                        </a:rPr>
                        <a:t>December</a:t>
                      </a:r>
                    </a:p>
                  </a:txBody>
                  <a:tcPr marL="36576" marR="36576" marT="13716" marB="13716" anchor="ctr">
                    <a:solidFill>
                      <a:srgbClr val="18249C"/>
                    </a:solidFill>
                  </a:tcPr>
                </a:tc>
                <a:tc>
                  <a:txBody>
                    <a:bodyPr/>
                    <a:lstStyle/>
                    <a:p>
                      <a:pPr algn="ctr"/>
                      <a:r>
                        <a:rPr sz="800" b="1">
                          <a:solidFill>
                            <a:srgbClr val="FFFFFF"/>
                          </a:solidFill>
                          <a:latin typeface="MarkOTBold"/>
                        </a:rPr>
                        <a:t>FY26 landing</a:t>
                      </a:r>
                    </a:p>
                  </a:txBody>
                  <a:tcPr marL="36576" marR="36576" marT="13716" marB="13716" anchor="ctr">
                    <a:solidFill>
                      <a:srgbClr val="18249C"/>
                    </a:solidFill>
                  </a:tcPr>
                </a:tc>
                <a:tc>
                  <a:txBody>
                    <a:bodyPr/>
                    <a:lstStyle/>
                    <a:p>
                      <a:pPr algn="ctr"/>
                      <a:r>
                        <a:rPr sz="800" b="1">
                          <a:solidFill>
                            <a:srgbClr val="FFFFFF"/>
                          </a:solidFill>
                          <a:latin typeface="MarkOTBold"/>
                        </a:rPr>
                        <a:t>Budget</a:t>
                      </a:r>
                    </a:p>
                  </a:txBody>
                  <a:tcPr marL="36576" marR="36576" marT="13716" marB="13716" anchor="ctr">
                    <a:solidFill>
                      <a:srgbClr val="18249C"/>
                    </a:solidFill>
                  </a:tcPr>
                </a:tc>
                <a:tc>
                  <a:txBody>
                    <a:bodyPr/>
                    <a:lstStyle/>
                    <a:p>
                      <a:pPr algn="ctr"/>
                      <a:r>
                        <a:rPr sz="800" b="1">
                          <a:solidFill>
                            <a:srgbClr val="FFFFFF"/>
                          </a:solidFill>
                          <a:latin typeface="MarkOTBold"/>
                        </a:rPr>
                        <a:t>Over/(under)</a:t>
                      </a:r>
                    </a:p>
                  </a:txBody>
                  <a:tcPr marL="36576" marR="36576" marT="13716" marB="13716" anchor="ctr">
                    <a:solidFill>
                      <a:srgbClr val="18249C"/>
                    </a:solidFill>
                  </a:tcPr>
                </a:tc>
                <a:extLst>
                  <a:ext uri="{0D108BD9-81ED-4DB2-BD59-A6C34878D82A}">
                    <a16:rowId xmlns:a16="http://schemas.microsoft.com/office/drawing/2014/main" val="10000"/>
                  </a:ext>
                </a:extLst>
              </a:tr>
              <a:tr h="308610">
                <a:tc>
                  <a:txBody>
                    <a:bodyPr/>
                    <a:lstStyle/>
                    <a:p>
                      <a:r>
                        <a:rPr lang="en-US" sz="1000" b="1">
                          <a:solidFill>
                            <a:srgbClr val="151515"/>
                          </a:solidFill>
                          <a:latin typeface="MarkOT" panose="020B0504020201010104" pitchFamily="34" charset="0"/>
                        </a:rPr>
                        <a:t>NZ</a:t>
                      </a:r>
                    </a:p>
                  </a:txBody>
                  <a:tcPr>
                    <a:solidFill>
                      <a:srgbClr val="FFFFFF"/>
                    </a:solidFill>
                  </a:tcPr>
                </a:tc>
                <a:tc>
                  <a:txBody>
                    <a:bodyPr/>
                    <a:lstStyle/>
                    <a:p>
                      <a:pPr algn="ctr"/>
                      <a:r>
                        <a:rPr lang="en-US" sz="900" b="0">
                          <a:solidFill>
                            <a:srgbClr val="151515"/>
                          </a:solidFill>
                          <a:latin typeface="MarkOT" panose="020B0504020201010104" pitchFamily="34" charset="0"/>
                        </a:rPr>
                        <a:t>9.40</a:t>
                      </a:r>
                    </a:p>
                  </a:txBody>
                  <a:tcPr anchor="ctr">
                    <a:solidFill>
                      <a:srgbClr val="FFFFFF"/>
                    </a:solidFill>
                  </a:tcPr>
                </a:tc>
                <a:tc>
                  <a:txBody>
                    <a:bodyPr/>
                    <a:lstStyle/>
                    <a:p>
                      <a:pPr algn="ctr"/>
                      <a:r>
                        <a:rPr sz="900" b="0">
                          <a:solidFill>
                            <a:srgbClr val="000000"/>
                          </a:solidFill>
                          <a:latin typeface="MarkOT"/>
                        </a:rPr>
                        <a:t>1.83</a:t>
                      </a:r>
                    </a:p>
                  </a:txBody>
                  <a:tcPr marL="36576" marR="36576" marT="13716" marB="13716" anchor="ctr">
                    <a:solidFill>
                      <a:srgbClr val="FFFFFF"/>
                    </a:solidFill>
                  </a:tcPr>
                </a:tc>
                <a:tc>
                  <a:txBody>
                    <a:bodyPr/>
                    <a:lstStyle/>
                    <a:p>
                      <a:pPr algn="ctr"/>
                      <a:r>
                        <a:rPr sz="900" b="0">
                          <a:solidFill>
                            <a:srgbClr val="000000"/>
                          </a:solidFill>
                          <a:latin typeface="MarkOT"/>
                        </a:rPr>
                        <a:t>1.83</a:t>
                      </a:r>
                    </a:p>
                  </a:txBody>
                  <a:tcPr marL="36576" marR="36576" marT="13716" marB="13716" anchor="ctr">
                    <a:solidFill>
                      <a:srgbClr val="FFFFFF"/>
                    </a:solidFill>
                  </a:tcPr>
                </a:tc>
                <a:tc>
                  <a:txBody>
                    <a:bodyPr/>
                    <a:lstStyle/>
                    <a:p>
                      <a:pPr algn="ctr"/>
                      <a:r>
                        <a:rPr sz="900" b="0">
                          <a:solidFill>
                            <a:srgbClr val="000000"/>
                          </a:solidFill>
                          <a:latin typeface="MarkOT"/>
                        </a:rPr>
                        <a:t>1.85</a:t>
                      </a:r>
                    </a:p>
                  </a:txBody>
                  <a:tcPr marL="36576" marR="36576" marT="13716" marB="13716" anchor="ctr">
                    <a:solidFill>
                      <a:srgbClr val="FFFFFF"/>
                    </a:solidFill>
                  </a:tcPr>
                </a:tc>
                <a:tc>
                  <a:txBody>
                    <a:bodyPr/>
                    <a:lstStyle/>
                    <a:p>
                      <a:pPr algn="ctr"/>
                      <a:r>
                        <a:rPr sz="900" b="0">
                          <a:solidFill>
                            <a:srgbClr val="000000"/>
                          </a:solidFill>
                          <a:latin typeface="MarkOT"/>
                        </a:rPr>
                        <a:t>1.85</a:t>
                      </a:r>
                    </a:p>
                  </a:txBody>
                  <a:tcPr marL="36576" marR="36576" marT="13716" marB="13716" anchor="ctr">
                    <a:solidFill>
                      <a:srgbClr val="FFFFFF"/>
                    </a:solidFill>
                  </a:tcPr>
                </a:tc>
                <a:tc>
                  <a:txBody>
                    <a:bodyPr/>
                    <a:lstStyle/>
                    <a:p>
                      <a:pPr algn="ctr"/>
                      <a:r>
                        <a:rPr sz="900" b="0">
                          <a:solidFill>
                            <a:srgbClr val="000000"/>
                          </a:solidFill>
                          <a:latin typeface="MarkOT"/>
                        </a:rPr>
                        <a:t>1.86</a:t>
                      </a:r>
                    </a:p>
                  </a:txBody>
                  <a:tcPr marL="36576" marR="36576" marT="13716" marB="13716" anchor="ctr">
                    <a:solidFill>
                      <a:srgbClr val="FFFFFF"/>
                    </a:solidFill>
                  </a:tcPr>
                </a:tc>
                <a:tc>
                  <a:txBody>
                    <a:bodyPr/>
                    <a:lstStyle/>
                    <a:p>
                      <a:pPr algn="ctr"/>
                      <a:r>
                        <a:rPr sz="900" b="0">
                          <a:solidFill>
                            <a:srgbClr val="000000"/>
                          </a:solidFill>
                          <a:latin typeface="MarkOT"/>
                        </a:rPr>
                        <a:t>1.86</a:t>
                      </a:r>
                    </a:p>
                  </a:txBody>
                  <a:tcPr marL="36576" marR="36576" marT="13716" marB="13716" anchor="ctr">
                    <a:solidFill>
                      <a:srgbClr val="FFFFFF"/>
                    </a:solidFill>
                  </a:tcPr>
                </a:tc>
                <a:tc>
                  <a:txBody>
                    <a:bodyPr/>
                    <a:lstStyle/>
                    <a:p>
                      <a:pPr algn="ctr"/>
                      <a:r>
                        <a:rPr sz="900" b="0">
                          <a:solidFill>
                            <a:srgbClr val="000000"/>
                          </a:solidFill>
                          <a:latin typeface="MarkOT"/>
                        </a:rPr>
                        <a:t>20.48</a:t>
                      </a:r>
                    </a:p>
                  </a:txBody>
                  <a:tcPr marL="36576" marR="36576" marT="13716" marB="13716" anchor="ctr">
                    <a:solidFill>
                      <a:srgbClr val="FFFFFF"/>
                    </a:solidFill>
                  </a:tcPr>
                </a:tc>
                <a:tc>
                  <a:txBody>
                    <a:bodyPr/>
                    <a:lstStyle/>
                    <a:p>
                      <a:pPr algn="ctr"/>
                      <a:r>
                        <a:rPr sz="900" b="0">
                          <a:solidFill>
                            <a:srgbClr val="000000"/>
                          </a:solidFill>
                          <a:latin typeface="MarkOT"/>
                        </a:rPr>
                        <a:t>23.46</a:t>
                      </a:r>
                    </a:p>
                  </a:txBody>
                  <a:tcPr marL="36576" marR="36576" marT="13716" marB="13716" anchor="ctr">
                    <a:solidFill>
                      <a:srgbClr val="FFFFFF"/>
                    </a:solidFill>
                  </a:tcPr>
                </a:tc>
                <a:tc>
                  <a:txBody>
                    <a:bodyPr/>
                    <a:lstStyle/>
                    <a:p>
                      <a:pPr algn="ctr"/>
                      <a:r>
                        <a:rPr sz="900" b="0">
                          <a:solidFill>
                            <a:srgbClr val="000000"/>
                          </a:solidFill>
                          <a:latin typeface="MarkOT"/>
                        </a:rPr>
                        <a:t>(2.98)</a:t>
                      </a:r>
                    </a:p>
                  </a:txBody>
                  <a:tcPr marL="36576" marR="36576" marT="13716" marB="13716" anchor="ctr">
                    <a:solidFill>
                      <a:srgbClr val="FFFFFF"/>
                    </a:solidFill>
                  </a:tcPr>
                </a:tc>
                <a:extLst>
                  <a:ext uri="{0D108BD9-81ED-4DB2-BD59-A6C34878D82A}">
                    <a16:rowId xmlns:a16="http://schemas.microsoft.com/office/drawing/2014/main" val="10001"/>
                  </a:ext>
                </a:extLst>
              </a:tr>
              <a:tr h="308610">
                <a:tc>
                  <a:txBody>
                    <a:bodyPr/>
                    <a:lstStyle/>
                    <a:p>
                      <a:r>
                        <a:rPr lang="en-US" sz="1000" b="1">
                          <a:solidFill>
                            <a:srgbClr val="151515"/>
                          </a:solidFill>
                          <a:latin typeface="MarkOT" panose="020B0504020201010104" pitchFamily="34" charset="0"/>
                        </a:rPr>
                        <a:t>AU</a:t>
                      </a:r>
                    </a:p>
                  </a:txBody>
                  <a:tcPr>
                    <a:solidFill>
                      <a:srgbClr val="FFFFFF"/>
                    </a:solidFill>
                  </a:tcPr>
                </a:tc>
                <a:tc>
                  <a:txBody>
                    <a:bodyPr/>
                    <a:lstStyle/>
                    <a:p>
                      <a:pPr algn="ctr"/>
                      <a:r>
                        <a:rPr lang="en-US" sz="900" b="0">
                          <a:solidFill>
                            <a:srgbClr val="151515"/>
                          </a:solidFill>
                          <a:latin typeface="MarkOT" panose="020B0504020201010104" pitchFamily="34" charset="0"/>
                        </a:rPr>
                        <a:t>30.26</a:t>
                      </a:r>
                    </a:p>
                  </a:txBody>
                  <a:tcPr anchor="ctr">
                    <a:solidFill>
                      <a:srgbClr val="FFFFFF"/>
                    </a:solidFill>
                  </a:tcPr>
                </a:tc>
                <a:tc>
                  <a:txBody>
                    <a:bodyPr/>
                    <a:lstStyle/>
                    <a:p>
                      <a:pPr algn="ctr"/>
                      <a:r>
                        <a:rPr sz="900" b="0">
                          <a:solidFill>
                            <a:srgbClr val="000000"/>
                          </a:solidFill>
                          <a:latin typeface="MarkOT"/>
                        </a:rPr>
                        <a:t>5.10</a:t>
                      </a:r>
                    </a:p>
                  </a:txBody>
                  <a:tcPr marL="36576" marR="36576" marT="13716" marB="13716" anchor="ctr">
                    <a:solidFill>
                      <a:srgbClr val="FFFFFF"/>
                    </a:solidFill>
                  </a:tcPr>
                </a:tc>
                <a:tc>
                  <a:txBody>
                    <a:bodyPr/>
                    <a:lstStyle/>
                    <a:p>
                      <a:pPr algn="ctr"/>
                      <a:r>
                        <a:rPr sz="900" b="0">
                          <a:solidFill>
                            <a:srgbClr val="000000"/>
                          </a:solidFill>
                          <a:latin typeface="MarkOT"/>
                        </a:rPr>
                        <a:t>5.36</a:t>
                      </a:r>
                    </a:p>
                  </a:txBody>
                  <a:tcPr marL="36576" marR="36576" marT="13716" marB="13716" anchor="ctr">
                    <a:solidFill>
                      <a:srgbClr val="FFFFFF"/>
                    </a:solidFill>
                  </a:tcPr>
                </a:tc>
                <a:tc>
                  <a:txBody>
                    <a:bodyPr/>
                    <a:lstStyle/>
                    <a:p>
                      <a:pPr algn="ctr"/>
                      <a:r>
                        <a:rPr sz="900" b="0">
                          <a:solidFill>
                            <a:srgbClr val="000000"/>
                          </a:solidFill>
                          <a:latin typeface="MarkOT"/>
                        </a:rPr>
                        <a:t>5.89</a:t>
                      </a:r>
                    </a:p>
                  </a:txBody>
                  <a:tcPr marL="36576" marR="36576" marT="13716" marB="13716" anchor="ctr">
                    <a:solidFill>
                      <a:srgbClr val="FFFFFF"/>
                    </a:solidFill>
                  </a:tcPr>
                </a:tc>
                <a:tc>
                  <a:txBody>
                    <a:bodyPr/>
                    <a:lstStyle/>
                    <a:p>
                      <a:pPr algn="ctr"/>
                      <a:r>
                        <a:rPr sz="900" b="0">
                          <a:solidFill>
                            <a:srgbClr val="000000"/>
                          </a:solidFill>
                          <a:latin typeface="MarkOT"/>
                        </a:rPr>
                        <a:t>6.08</a:t>
                      </a:r>
                    </a:p>
                  </a:txBody>
                  <a:tcPr marL="36576" marR="36576" marT="13716" marB="13716" anchor="ctr">
                    <a:solidFill>
                      <a:srgbClr val="FFFFFF"/>
                    </a:solidFill>
                  </a:tcPr>
                </a:tc>
                <a:tc>
                  <a:txBody>
                    <a:bodyPr/>
                    <a:lstStyle/>
                    <a:p>
                      <a:pPr algn="ctr"/>
                      <a:r>
                        <a:rPr sz="900" b="0">
                          <a:solidFill>
                            <a:srgbClr val="000000"/>
                          </a:solidFill>
                          <a:latin typeface="MarkOT"/>
                        </a:rPr>
                        <a:t>6.15</a:t>
                      </a:r>
                    </a:p>
                  </a:txBody>
                  <a:tcPr marL="36576" marR="36576" marT="13716" marB="13716" anchor="ctr">
                    <a:solidFill>
                      <a:srgbClr val="FFFFFF"/>
                    </a:solidFill>
                  </a:tcPr>
                </a:tc>
                <a:tc>
                  <a:txBody>
                    <a:bodyPr/>
                    <a:lstStyle/>
                    <a:p>
                      <a:pPr algn="ctr"/>
                      <a:r>
                        <a:rPr sz="900" b="0">
                          <a:solidFill>
                            <a:srgbClr val="000000"/>
                          </a:solidFill>
                          <a:latin typeface="MarkOT"/>
                        </a:rPr>
                        <a:t>6.15</a:t>
                      </a:r>
                    </a:p>
                  </a:txBody>
                  <a:tcPr marL="36576" marR="36576" marT="13716" marB="13716" anchor="ctr">
                    <a:solidFill>
                      <a:srgbClr val="FFFFFF"/>
                    </a:solidFill>
                  </a:tcPr>
                </a:tc>
                <a:tc>
                  <a:txBody>
                    <a:bodyPr/>
                    <a:lstStyle/>
                    <a:p>
                      <a:pPr algn="ctr"/>
                      <a:r>
                        <a:rPr sz="900" b="0">
                          <a:solidFill>
                            <a:srgbClr val="000000"/>
                          </a:solidFill>
                          <a:latin typeface="MarkOT"/>
                        </a:rPr>
                        <a:t>64.99</a:t>
                      </a:r>
                    </a:p>
                  </a:txBody>
                  <a:tcPr marL="36576" marR="36576" marT="13716" marB="13716" anchor="ctr">
                    <a:solidFill>
                      <a:srgbClr val="FFFFFF"/>
                    </a:solidFill>
                  </a:tcPr>
                </a:tc>
                <a:tc>
                  <a:txBody>
                    <a:bodyPr/>
                    <a:lstStyle/>
                    <a:p>
                      <a:pPr algn="ctr"/>
                      <a:r>
                        <a:rPr sz="900" b="0">
                          <a:solidFill>
                            <a:srgbClr val="000000"/>
                          </a:solidFill>
                          <a:latin typeface="MarkOT"/>
                        </a:rPr>
                        <a:t>64.20</a:t>
                      </a:r>
                    </a:p>
                  </a:txBody>
                  <a:tcPr marL="36576" marR="36576" marT="13716" marB="13716" anchor="ctr">
                    <a:solidFill>
                      <a:srgbClr val="FFFFFF"/>
                    </a:solidFill>
                  </a:tcPr>
                </a:tc>
                <a:tc>
                  <a:txBody>
                    <a:bodyPr/>
                    <a:lstStyle/>
                    <a:p>
                      <a:pPr algn="ctr"/>
                      <a:r>
                        <a:rPr sz="900" b="0">
                          <a:solidFill>
                            <a:srgbClr val="000000"/>
                          </a:solidFill>
                          <a:latin typeface="MarkOT"/>
                        </a:rPr>
                        <a:t>0.79</a:t>
                      </a:r>
                    </a:p>
                  </a:txBody>
                  <a:tcPr marL="36576" marR="36576" marT="13716" marB="13716" anchor="ctr">
                    <a:solidFill>
                      <a:srgbClr val="FFFFFF"/>
                    </a:solidFill>
                  </a:tcPr>
                </a:tc>
                <a:extLst>
                  <a:ext uri="{0D108BD9-81ED-4DB2-BD59-A6C34878D82A}">
                    <a16:rowId xmlns:a16="http://schemas.microsoft.com/office/drawing/2014/main" val="10002"/>
                  </a:ext>
                </a:extLst>
              </a:tr>
              <a:tr h="308610">
                <a:tc>
                  <a:txBody>
                    <a:bodyPr/>
                    <a:lstStyle/>
                    <a:p>
                      <a:r>
                        <a:rPr lang="en-US" sz="1000" b="1">
                          <a:solidFill>
                            <a:srgbClr val="151515"/>
                          </a:solidFill>
                          <a:latin typeface="MarkOT" panose="020B0504020201010104" pitchFamily="34" charset="0"/>
                        </a:rPr>
                        <a:t>Total</a:t>
                      </a:r>
                    </a:p>
                  </a:txBody>
                  <a:tcPr>
                    <a:solidFill>
                      <a:srgbClr val="F2F2F2"/>
                    </a:solidFill>
                  </a:tcPr>
                </a:tc>
                <a:tc>
                  <a:txBody>
                    <a:bodyPr/>
                    <a:lstStyle/>
                    <a:p>
                      <a:pPr algn="ctr"/>
                      <a:r>
                        <a:rPr lang="en-US" sz="1000" b="1">
                          <a:solidFill>
                            <a:srgbClr val="151515"/>
                          </a:solidFill>
                          <a:latin typeface="MarkOT" panose="020B0504020201010104" pitchFamily="34" charset="0"/>
                        </a:rPr>
                        <a:t>39.66</a:t>
                      </a:r>
                    </a:p>
                  </a:txBody>
                  <a:tcPr anchor="ctr">
                    <a:solidFill>
                      <a:srgbClr val="F2F2F2"/>
                    </a:solidFill>
                  </a:tcPr>
                </a:tc>
                <a:tc>
                  <a:txBody>
                    <a:bodyPr/>
                    <a:lstStyle/>
                    <a:p>
                      <a:pPr marL="0" algn="ctr" defTabSz="914400" rtl="0" eaLnBrk="1" latinLnBrk="0" hangingPunct="1"/>
                      <a:r>
                        <a:rPr sz="1000" b="1" kern="1200">
                          <a:solidFill>
                            <a:srgbClr val="151515"/>
                          </a:solidFill>
                          <a:latin typeface="MarkOT" panose="020B0504020201010104" pitchFamily="34" charset="0"/>
                          <a:ea typeface="+mn-ea"/>
                          <a:cs typeface="+mn-cs"/>
                        </a:rPr>
                        <a:t>6.93</a:t>
                      </a:r>
                    </a:p>
                  </a:txBody>
                  <a:tcPr marL="36576" marR="36576" marT="13716" marB="13716" anchor="ctr">
                    <a:solidFill>
                      <a:srgbClr val="F2F2F2"/>
                    </a:solidFill>
                  </a:tcPr>
                </a:tc>
                <a:tc>
                  <a:txBody>
                    <a:bodyPr/>
                    <a:lstStyle/>
                    <a:p>
                      <a:pPr marL="0" algn="ctr" defTabSz="914400" rtl="0" eaLnBrk="1" latinLnBrk="0" hangingPunct="1"/>
                      <a:r>
                        <a:rPr sz="1000" b="1" kern="1200">
                          <a:solidFill>
                            <a:srgbClr val="151515"/>
                          </a:solidFill>
                          <a:latin typeface="MarkOT" panose="020B0504020201010104" pitchFamily="34" charset="0"/>
                          <a:ea typeface="+mn-ea"/>
                          <a:cs typeface="+mn-cs"/>
                        </a:rPr>
                        <a:t>7.19</a:t>
                      </a:r>
                    </a:p>
                  </a:txBody>
                  <a:tcPr marL="36576" marR="36576" marT="13716" marB="13716" anchor="ctr">
                    <a:solidFill>
                      <a:srgbClr val="F2F2F2"/>
                    </a:solidFill>
                  </a:tcPr>
                </a:tc>
                <a:tc>
                  <a:txBody>
                    <a:bodyPr/>
                    <a:lstStyle/>
                    <a:p>
                      <a:pPr marL="0" algn="ctr" defTabSz="914400" rtl="0" eaLnBrk="1" latinLnBrk="0" hangingPunct="1"/>
                      <a:r>
                        <a:rPr sz="1000" b="1" kern="1200">
                          <a:solidFill>
                            <a:srgbClr val="151515"/>
                          </a:solidFill>
                          <a:latin typeface="MarkOT" panose="020B0504020201010104" pitchFamily="34" charset="0"/>
                          <a:ea typeface="+mn-ea"/>
                          <a:cs typeface="+mn-cs"/>
                        </a:rPr>
                        <a:t>7.73</a:t>
                      </a:r>
                    </a:p>
                  </a:txBody>
                  <a:tcPr marL="36576" marR="36576" marT="13716" marB="13716" anchor="ctr">
                    <a:solidFill>
                      <a:srgbClr val="F2F2F2"/>
                    </a:solidFill>
                  </a:tcPr>
                </a:tc>
                <a:tc>
                  <a:txBody>
                    <a:bodyPr/>
                    <a:lstStyle/>
                    <a:p>
                      <a:pPr marL="0" algn="ctr" defTabSz="914400" rtl="0" eaLnBrk="1" latinLnBrk="0" hangingPunct="1"/>
                      <a:r>
                        <a:rPr sz="1000" b="1" kern="1200">
                          <a:solidFill>
                            <a:srgbClr val="151515"/>
                          </a:solidFill>
                          <a:latin typeface="MarkOT" panose="020B0504020201010104" pitchFamily="34" charset="0"/>
                          <a:ea typeface="+mn-ea"/>
                          <a:cs typeface="+mn-cs"/>
                        </a:rPr>
                        <a:t>7.93</a:t>
                      </a:r>
                    </a:p>
                  </a:txBody>
                  <a:tcPr marL="36576" marR="36576" marT="13716" marB="13716" anchor="ctr">
                    <a:solidFill>
                      <a:srgbClr val="F2F2F2"/>
                    </a:solidFill>
                  </a:tcPr>
                </a:tc>
                <a:tc>
                  <a:txBody>
                    <a:bodyPr/>
                    <a:lstStyle/>
                    <a:p>
                      <a:pPr marL="0" algn="ctr" defTabSz="914400" rtl="0" eaLnBrk="1" latinLnBrk="0" hangingPunct="1"/>
                      <a:r>
                        <a:rPr sz="1000" b="1" kern="1200">
                          <a:solidFill>
                            <a:srgbClr val="151515"/>
                          </a:solidFill>
                          <a:latin typeface="MarkOT" panose="020B0504020201010104" pitchFamily="34" charset="0"/>
                          <a:ea typeface="+mn-ea"/>
                          <a:cs typeface="+mn-cs"/>
                        </a:rPr>
                        <a:t>8.01</a:t>
                      </a:r>
                    </a:p>
                  </a:txBody>
                  <a:tcPr marL="36576" marR="36576" marT="13716" marB="13716" anchor="ctr">
                    <a:solidFill>
                      <a:srgbClr val="F2F2F2"/>
                    </a:solidFill>
                  </a:tcPr>
                </a:tc>
                <a:tc>
                  <a:txBody>
                    <a:bodyPr/>
                    <a:lstStyle/>
                    <a:p>
                      <a:pPr marL="0" algn="ctr" defTabSz="914400" rtl="0" eaLnBrk="1" latinLnBrk="0" hangingPunct="1"/>
                      <a:r>
                        <a:rPr sz="1000" b="1" kern="1200">
                          <a:solidFill>
                            <a:srgbClr val="151515"/>
                          </a:solidFill>
                          <a:latin typeface="MarkOT" panose="020B0504020201010104" pitchFamily="34" charset="0"/>
                          <a:ea typeface="+mn-ea"/>
                          <a:cs typeface="+mn-cs"/>
                        </a:rPr>
                        <a:t>8.01</a:t>
                      </a:r>
                    </a:p>
                  </a:txBody>
                  <a:tcPr marL="36576" marR="36576" marT="13716" marB="13716" anchor="ctr">
                    <a:solidFill>
                      <a:srgbClr val="F2F2F2"/>
                    </a:solidFill>
                  </a:tcPr>
                </a:tc>
                <a:tc>
                  <a:txBody>
                    <a:bodyPr/>
                    <a:lstStyle/>
                    <a:p>
                      <a:pPr marL="0" algn="ctr" defTabSz="914400" rtl="0" eaLnBrk="1" latinLnBrk="0" hangingPunct="1"/>
                      <a:r>
                        <a:rPr lang="en-AU" sz="1050" b="1" kern="1200">
                          <a:solidFill>
                            <a:srgbClr val="151515"/>
                          </a:solidFill>
                          <a:latin typeface="MarkOT" panose="020B0504020201010104" pitchFamily="34" charset="0"/>
                          <a:ea typeface="+mn-ea"/>
                          <a:cs typeface="+mn-cs"/>
                        </a:rPr>
                        <a:t>85.47</a:t>
                      </a:r>
                    </a:p>
                  </a:txBody>
                  <a:tcPr marL="36576" marR="36576" marT="13716" marB="13716" anchor="ctr">
                    <a:solidFill>
                      <a:srgbClr val="F2F2F2"/>
                    </a:solidFill>
                  </a:tcPr>
                </a:tc>
                <a:tc>
                  <a:txBody>
                    <a:bodyPr/>
                    <a:lstStyle/>
                    <a:p>
                      <a:pPr marL="0" algn="ctr" defTabSz="914400" rtl="0" eaLnBrk="1" latinLnBrk="0" hangingPunct="1"/>
                      <a:r>
                        <a:rPr sz="1000" b="1" kern="1200">
                          <a:solidFill>
                            <a:srgbClr val="151515"/>
                          </a:solidFill>
                          <a:latin typeface="MarkOT" panose="020B0504020201010104" pitchFamily="34" charset="0"/>
                          <a:ea typeface="+mn-ea"/>
                          <a:cs typeface="+mn-cs"/>
                        </a:rPr>
                        <a:t>87.66</a:t>
                      </a:r>
                    </a:p>
                  </a:txBody>
                  <a:tcPr marL="36576" marR="36576" marT="13716" marB="13716" anchor="ctr">
                    <a:solidFill>
                      <a:srgbClr val="F2F2F2"/>
                    </a:solidFill>
                  </a:tcPr>
                </a:tc>
                <a:tc>
                  <a:txBody>
                    <a:bodyPr/>
                    <a:lstStyle/>
                    <a:p>
                      <a:pPr marL="0" algn="ctr" defTabSz="914400" rtl="0" eaLnBrk="1" latinLnBrk="0" hangingPunct="1"/>
                      <a:r>
                        <a:rPr sz="1000" b="1" kern="1200">
                          <a:solidFill>
                            <a:srgbClr val="151515"/>
                          </a:solidFill>
                          <a:latin typeface="MarkOT" panose="020B0504020201010104" pitchFamily="34" charset="0"/>
                          <a:ea typeface="+mn-ea"/>
                          <a:cs typeface="+mn-cs"/>
                        </a:rPr>
                        <a:t>(2.19)</a:t>
                      </a:r>
                    </a:p>
                  </a:txBody>
                  <a:tcPr marL="36576" marR="36576" marT="13716" marB="13716" anchor="ctr">
                    <a:solidFill>
                      <a:srgbClr val="F2F2F2"/>
                    </a:solidFill>
                  </a:tcPr>
                </a:tc>
                <a:extLst>
                  <a:ext uri="{0D108BD9-81ED-4DB2-BD59-A6C34878D82A}">
                    <a16:rowId xmlns:a16="http://schemas.microsoft.com/office/drawing/2014/main" val="10003"/>
                  </a:ext>
                </a:extLst>
              </a:tr>
              <a:tr h="308610">
                <a:tc>
                  <a:txBody>
                    <a:bodyPr/>
                    <a:lstStyle/>
                    <a:p>
                      <a:r>
                        <a:rPr lang="en-US" sz="1000" b="1">
                          <a:solidFill>
                            <a:srgbClr val="151515"/>
                          </a:solidFill>
                          <a:latin typeface="MarkOT" panose="020B0504020201010104" pitchFamily="34" charset="0"/>
                        </a:rPr>
                        <a:t>People funded by sig items</a:t>
                      </a:r>
                    </a:p>
                  </a:txBody>
                  <a:tcPr anchor="ctr">
                    <a:solidFill>
                      <a:srgbClr val="FFFFFF"/>
                    </a:solidFill>
                  </a:tcPr>
                </a:tc>
                <a:tc>
                  <a:txBody>
                    <a:bodyPr/>
                    <a:lstStyle/>
                    <a:p>
                      <a:pPr algn="ctr"/>
                      <a:endParaRPr sz="900" b="0"/>
                    </a:p>
                  </a:txBody>
                  <a:tcPr marL="36576" marR="36576" marT="13716" marB="13716" anchor="ctr">
                    <a:solidFill>
                      <a:srgbClr val="FFFFFF"/>
                    </a:solidFill>
                  </a:tcPr>
                </a:tc>
                <a:tc>
                  <a:txBody>
                    <a:bodyPr/>
                    <a:lstStyle/>
                    <a:p>
                      <a:pPr algn="ctr"/>
                      <a:r>
                        <a:rPr sz="900" b="0">
                          <a:solidFill>
                            <a:srgbClr val="000000"/>
                          </a:solidFill>
                          <a:latin typeface="MarkOT"/>
                        </a:rPr>
                        <a:t>1.65</a:t>
                      </a:r>
                    </a:p>
                  </a:txBody>
                  <a:tcPr marL="36576" marR="36576" marT="13716" marB="13716" anchor="ctr">
                    <a:solidFill>
                      <a:srgbClr val="FFFFFF"/>
                    </a:solidFill>
                  </a:tcPr>
                </a:tc>
                <a:tc>
                  <a:txBody>
                    <a:bodyPr/>
                    <a:lstStyle/>
                    <a:p>
                      <a:pPr algn="ctr"/>
                      <a:r>
                        <a:rPr sz="900" b="0">
                          <a:solidFill>
                            <a:srgbClr val="000000"/>
                          </a:solidFill>
                          <a:latin typeface="MarkOT"/>
                        </a:rPr>
                        <a:t>1.65</a:t>
                      </a:r>
                    </a:p>
                  </a:txBody>
                  <a:tcPr marL="36576" marR="36576" marT="13716" marB="13716" anchor="ctr">
                    <a:solidFill>
                      <a:srgbClr val="FFFFFF"/>
                    </a:solidFill>
                  </a:tcPr>
                </a:tc>
                <a:tc>
                  <a:txBody>
                    <a:bodyPr/>
                    <a:lstStyle/>
                    <a:p>
                      <a:pPr algn="ctr"/>
                      <a:r>
                        <a:rPr sz="900" b="0">
                          <a:solidFill>
                            <a:srgbClr val="000000"/>
                          </a:solidFill>
                          <a:latin typeface="MarkOT"/>
                        </a:rPr>
                        <a:t>1.65</a:t>
                      </a:r>
                    </a:p>
                  </a:txBody>
                  <a:tcPr marL="36576" marR="36576" marT="13716" marB="13716" anchor="ctr">
                    <a:solidFill>
                      <a:srgbClr val="FFFFFF"/>
                    </a:solidFill>
                  </a:tcPr>
                </a:tc>
                <a:tc>
                  <a:txBody>
                    <a:bodyPr/>
                    <a:lstStyle/>
                    <a:p>
                      <a:pPr algn="ctr"/>
                      <a:r>
                        <a:rPr sz="900" b="0">
                          <a:solidFill>
                            <a:srgbClr val="000000"/>
                          </a:solidFill>
                          <a:latin typeface="MarkOT"/>
                        </a:rPr>
                        <a:t>1.65</a:t>
                      </a:r>
                    </a:p>
                  </a:txBody>
                  <a:tcPr marL="36576" marR="36576" marT="13716" marB="13716" anchor="ctr">
                    <a:solidFill>
                      <a:srgbClr val="FFFFFF"/>
                    </a:solidFill>
                  </a:tcPr>
                </a:tc>
                <a:tc>
                  <a:txBody>
                    <a:bodyPr/>
                    <a:lstStyle/>
                    <a:p>
                      <a:pPr algn="ctr"/>
                      <a:r>
                        <a:rPr sz="900" b="0">
                          <a:solidFill>
                            <a:srgbClr val="000000"/>
                          </a:solidFill>
                          <a:latin typeface="MarkOT"/>
                        </a:rPr>
                        <a:t>1.65</a:t>
                      </a:r>
                    </a:p>
                  </a:txBody>
                  <a:tcPr marL="36576" marR="36576" marT="13716" marB="13716" anchor="ctr">
                    <a:solidFill>
                      <a:srgbClr val="FFFFFF"/>
                    </a:solidFill>
                  </a:tcPr>
                </a:tc>
                <a:tc>
                  <a:txBody>
                    <a:bodyPr/>
                    <a:lstStyle/>
                    <a:p>
                      <a:pPr algn="ctr"/>
                      <a:r>
                        <a:rPr sz="900" b="0">
                          <a:solidFill>
                            <a:srgbClr val="000000"/>
                          </a:solidFill>
                          <a:latin typeface="MarkOT"/>
                        </a:rPr>
                        <a:t>1.65</a:t>
                      </a:r>
                    </a:p>
                  </a:txBody>
                  <a:tcPr marL="36576" marR="36576" marT="13716" marB="13716" anchor="ctr">
                    <a:solidFill>
                      <a:srgbClr val="FFFFFF"/>
                    </a:solidFill>
                  </a:tcPr>
                </a:tc>
                <a:tc>
                  <a:txBody>
                    <a:bodyPr/>
                    <a:lstStyle/>
                    <a:p>
                      <a:pPr algn="ctr"/>
                      <a:r>
                        <a:rPr sz="1000" b="1">
                          <a:solidFill>
                            <a:srgbClr val="000000"/>
                          </a:solidFill>
                          <a:latin typeface="MarkOT"/>
                        </a:rPr>
                        <a:t>9.92</a:t>
                      </a:r>
                    </a:p>
                  </a:txBody>
                  <a:tcPr marL="36576" marR="36576" marT="13716" marB="13716" anchor="ctr">
                    <a:solidFill>
                      <a:srgbClr val="FFFFFF"/>
                    </a:solidFill>
                  </a:tcPr>
                </a:tc>
                <a:tc>
                  <a:txBody>
                    <a:bodyPr/>
                    <a:lstStyle/>
                    <a:p>
                      <a:pPr algn="ctr"/>
                      <a:endParaRPr sz="900" b="0">
                        <a:solidFill>
                          <a:srgbClr val="000000"/>
                        </a:solidFill>
                        <a:latin typeface="MarkOT"/>
                      </a:endParaRPr>
                    </a:p>
                  </a:txBody>
                  <a:tcPr marL="36576" marR="36576" marT="13716" marB="13716" anchor="ctr">
                    <a:solidFill>
                      <a:srgbClr val="FFFFFF"/>
                    </a:solidFill>
                  </a:tcPr>
                </a:tc>
                <a:tc>
                  <a:txBody>
                    <a:bodyPr/>
                    <a:lstStyle/>
                    <a:p>
                      <a:pPr algn="ctr"/>
                      <a:endParaRPr sz="900" b="0"/>
                    </a:p>
                  </a:txBody>
                  <a:tcPr marL="36576" marR="36576" marT="13716" marB="13716" anchor="ctr">
                    <a:solidFill>
                      <a:srgbClr val="FFFFFF"/>
                    </a:solidFill>
                  </a:tcPr>
                </a:tc>
                <a:extLst>
                  <a:ext uri="{0D108BD9-81ED-4DB2-BD59-A6C34878D82A}">
                    <a16:rowId xmlns:a16="http://schemas.microsoft.com/office/drawing/2014/main" val="10004"/>
                  </a:ext>
                </a:extLst>
              </a:tr>
              <a:tr h="308610">
                <a:tc>
                  <a:txBody>
                    <a:bodyPr/>
                    <a:lstStyle/>
                    <a:p>
                      <a:r>
                        <a:rPr lang="en-US" sz="1000" b="1">
                          <a:solidFill>
                            <a:srgbClr val="151515"/>
                          </a:solidFill>
                          <a:latin typeface="MarkOT" panose="020B0504020201010104" pitchFamily="34" charset="0"/>
                        </a:rPr>
                        <a:t>Vacant roles to be hired</a:t>
                      </a:r>
                    </a:p>
                  </a:txBody>
                  <a:tcPr anchor="ctr">
                    <a:solidFill>
                      <a:srgbClr val="FFFFFF"/>
                    </a:solidFill>
                  </a:tcPr>
                </a:tc>
                <a:tc>
                  <a:txBody>
                    <a:bodyPr/>
                    <a:lstStyle/>
                    <a:p>
                      <a:pPr algn="ctr"/>
                      <a:endParaRPr sz="900" b="0"/>
                    </a:p>
                  </a:txBody>
                  <a:tcPr marL="36576" marR="36576" marT="13716" marB="13716" anchor="ctr">
                    <a:solidFill>
                      <a:srgbClr val="FFFFFF"/>
                    </a:solidFill>
                  </a:tcPr>
                </a:tc>
                <a:tc>
                  <a:txBody>
                    <a:bodyPr/>
                    <a:lstStyle/>
                    <a:p>
                      <a:pPr algn="ctr"/>
                      <a:r>
                        <a:rPr sz="900" b="0">
                          <a:solidFill>
                            <a:srgbClr val="000000"/>
                          </a:solidFill>
                          <a:latin typeface="MarkOT"/>
                        </a:rPr>
                        <a:t>0.02</a:t>
                      </a:r>
                    </a:p>
                  </a:txBody>
                  <a:tcPr marL="36576" marR="36576" marT="13716" marB="13716" anchor="ctr">
                    <a:solidFill>
                      <a:srgbClr val="FFFFFF"/>
                    </a:solidFill>
                  </a:tcPr>
                </a:tc>
                <a:tc>
                  <a:txBody>
                    <a:bodyPr/>
                    <a:lstStyle/>
                    <a:p>
                      <a:pPr algn="ctr"/>
                      <a:r>
                        <a:rPr sz="900" b="0">
                          <a:solidFill>
                            <a:srgbClr val="000000"/>
                          </a:solidFill>
                          <a:latin typeface="MarkOT"/>
                        </a:rPr>
                        <a:t>0.28</a:t>
                      </a:r>
                    </a:p>
                  </a:txBody>
                  <a:tcPr marL="36576" marR="36576" marT="13716" marB="13716" anchor="ctr">
                    <a:solidFill>
                      <a:srgbClr val="FFFFFF"/>
                    </a:solidFill>
                  </a:tcPr>
                </a:tc>
                <a:tc>
                  <a:txBody>
                    <a:bodyPr/>
                    <a:lstStyle/>
                    <a:p>
                      <a:pPr algn="ctr"/>
                      <a:r>
                        <a:rPr sz="900" b="0">
                          <a:solidFill>
                            <a:srgbClr val="000000"/>
                          </a:solidFill>
                          <a:latin typeface="MarkOT"/>
                        </a:rPr>
                        <a:t>0.82</a:t>
                      </a:r>
                    </a:p>
                  </a:txBody>
                  <a:tcPr marL="36576" marR="36576" marT="13716" marB="13716" anchor="ctr">
                    <a:solidFill>
                      <a:srgbClr val="FFFFFF"/>
                    </a:solidFill>
                  </a:tcPr>
                </a:tc>
                <a:tc>
                  <a:txBody>
                    <a:bodyPr/>
                    <a:lstStyle/>
                    <a:p>
                      <a:pPr algn="ctr"/>
                      <a:r>
                        <a:rPr sz="900" b="0">
                          <a:solidFill>
                            <a:srgbClr val="000000"/>
                          </a:solidFill>
                          <a:latin typeface="MarkOT"/>
                        </a:rPr>
                        <a:t>1.02</a:t>
                      </a:r>
                    </a:p>
                  </a:txBody>
                  <a:tcPr marL="36576" marR="36576" marT="13716" marB="13716" anchor="ctr">
                    <a:solidFill>
                      <a:srgbClr val="FFFFFF"/>
                    </a:solidFill>
                  </a:tcPr>
                </a:tc>
                <a:tc>
                  <a:txBody>
                    <a:bodyPr/>
                    <a:lstStyle/>
                    <a:p>
                      <a:pPr algn="ctr"/>
                      <a:r>
                        <a:rPr sz="900" b="0">
                          <a:solidFill>
                            <a:srgbClr val="000000"/>
                          </a:solidFill>
                          <a:latin typeface="MarkOT"/>
                        </a:rPr>
                        <a:t>1.10</a:t>
                      </a:r>
                    </a:p>
                  </a:txBody>
                  <a:tcPr marL="36576" marR="36576" marT="13716" marB="13716" anchor="ctr">
                    <a:solidFill>
                      <a:srgbClr val="FFFFFF"/>
                    </a:solidFill>
                  </a:tcPr>
                </a:tc>
                <a:tc>
                  <a:txBody>
                    <a:bodyPr/>
                    <a:lstStyle/>
                    <a:p>
                      <a:pPr algn="ctr"/>
                      <a:r>
                        <a:rPr sz="900" b="0">
                          <a:solidFill>
                            <a:srgbClr val="000000"/>
                          </a:solidFill>
                          <a:latin typeface="MarkOT"/>
                        </a:rPr>
                        <a:t>1.10</a:t>
                      </a:r>
                    </a:p>
                  </a:txBody>
                  <a:tcPr marL="36576" marR="36576" marT="13716" marB="13716" anchor="ctr">
                    <a:solidFill>
                      <a:srgbClr val="FFFFFF"/>
                    </a:solidFill>
                  </a:tcPr>
                </a:tc>
                <a:tc>
                  <a:txBody>
                    <a:bodyPr/>
                    <a:lstStyle/>
                    <a:p>
                      <a:pPr algn="ctr"/>
                      <a:r>
                        <a:rPr sz="1000" b="1">
                          <a:solidFill>
                            <a:srgbClr val="000000"/>
                          </a:solidFill>
                          <a:latin typeface="MarkOT"/>
                        </a:rPr>
                        <a:t>4.35</a:t>
                      </a:r>
                    </a:p>
                  </a:txBody>
                  <a:tcPr marL="36576" marR="36576" marT="13716" marB="13716" anchor="ctr">
                    <a:solidFill>
                      <a:srgbClr val="FFFFFF"/>
                    </a:solidFill>
                  </a:tcPr>
                </a:tc>
                <a:tc>
                  <a:txBody>
                    <a:bodyPr/>
                    <a:lstStyle/>
                    <a:p>
                      <a:pPr algn="ctr"/>
                      <a:endParaRPr sz="900" b="0">
                        <a:solidFill>
                          <a:srgbClr val="000000"/>
                        </a:solidFill>
                        <a:latin typeface="MarkOT"/>
                      </a:endParaRPr>
                    </a:p>
                  </a:txBody>
                  <a:tcPr marL="36576" marR="36576" marT="13716" marB="13716" anchor="ctr">
                    <a:solidFill>
                      <a:srgbClr val="FFFFFF"/>
                    </a:solidFill>
                  </a:tcPr>
                </a:tc>
                <a:tc>
                  <a:txBody>
                    <a:bodyPr/>
                    <a:lstStyle/>
                    <a:p>
                      <a:pPr algn="ctr"/>
                      <a:endParaRPr sz="900" b="0"/>
                    </a:p>
                  </a:txBody>
                  <a:tcPr marL="36576" marR="36576" marT="13716" marB="13716" anchor="ctr">
                    <a:solidFill>
                      <a:srgbClr val="FFFFFF"/>
                    </a:solidFill>
                  </a:tcPr>
                </a:tc>
                <a:extLst>
                  <a:ext uri="{0D108BD9-81ED-4DB2-BD59-A6C34878D82A}">
                    <a16:rowId xmlns:a16="http://schemas.microsoft.com/office/drawing/2014/main" val="10005"/>
                  </a:ext>
                </a:extLst>
              </a:tr>
            </a:tbl>
          </a:graphicData>
        </a:graphic>
      </p:graphicFrame>
      <p:sp>
        <p:nvSpPr>
          <p:cNvPr id="16" name="TextBox 15">
            <a:extLst>
              <a:ext uri="{FF2B5EF4-FFF2-40B4-BE49-F238E27FC236}">
                <a16:creationId xmlns:a16="http://schemas.microsoft.com/office/drawing/2014/main" id="{605D5B15-6EF8-A7AE-F1DE-17A4F35B1133}"/>
              </a:ext>
            </a:extLst>
          </p:cNvPr>
          <p:cNvSpPr txBox="1"/>
          <p:nvPr/>
        </p:nvSpPr>
        <p:spPr>
          <a:xfrm>
            <a:off x="377832" y="3806466"/>
            <a:ext cx="7304087" cy="43088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a:ln>
                  <a:noFill/>
                </a:ln>
                <a:solidFill>
                  <a:srgbClr val="18249C"/>
                </a:solidFill>
                <a:effectLst/>
                <a:uLnTx/>
                <a:uFillTx/>
                <a:latin typeface="MarkOT" panose="020B0504020201010104" pitchFamily="34" charset="0"/>
                <a:ea typeface="+mn-ea"/>
                <a:cs typeface="+mn-cs"/>
              </a:rPr>
              <a:t>TDD LIGHTS ON, $m AUD: what lands on lights on. Budget = the 5</a:t>
            </a:r>
            <a:r>
              <a:rPr kumimoji="0" lang="en-AU" sz="1100" b="1" i="0" u="none" strike="noStrike" kern="1200" cap="none" spc="0" normalizeH="0" baseline="0" noProof="0">
                <a:ln>
                  <a:noFill/>
                </a:ln>
                <a:solidFill>
                  <a:srgbClr val="18249C"/>
                </a:solidFill>
                <a:effectLst/>
                <a:uLnTx/>
                <a:uFillTx/>
                <a:latin typeface="MarkOT" panose="020B0504020201010104" pitchFamily="34" charset="0"/>
                <a:ea typeface="+mn-ea"/>
                <a:cs typeface="+mn-cs"/>
              </a:rPr>
              <a:t>3.8</a:t>
            </a:r>
            <a:r>
              <a:rPr kumimoji="0" sz="1100" b="1" i="0" u="none" strike="noStrike" kern="1200" cap="none" spc="0" normalizeH="0" baseline="0" noProof="0">
                <a:ln>
                  <a:noFill/>
                </a:ln>
                <a:solidFill>
                  <a:srgbClr val="18249C"/>
                </a:solidFill>
                <a:effectLst/>
                <a:uLnTx/>
                <a:uFillTx/>
                <a:latin typeface="MarkOT" panose="020B0504020201010104" pitchFamily="34" charset="0"/>
                <a:ea typeface="+mn-ea"/>
                <a:cs typeface="+mn-cs"/>
              </a:rPr>
              <a:t> allocation split; gross budgets are AU 62.59 AUD and NZ 21.5 NZD at 0.92</a:t>
            </a:r>
            <a:r>
              <a:rPr kumimoji="0" lang="en-AU" sz="1100" b="1" i="0" u="none" strike="noStrike" kern="1200" cap="none" spc="0" normalizeH="0" baseline="0" noProof="0">
                <a:ln>
                  <a:noFill/>
                </a:ln>
                <a:solidFill>
                  <a:srgbClr val="18249C"/>
                </a:solidFill>
                <a:effectLst/>
                <a:uLnTx/>
                <a:uFillTx/>
                <a:latin typeface="MarkOT" panose="020B0504020201010104" pitchFamily="34" charset="0"/>
                <a:ea typeface="+mn-ea"/>
                <a:cs typeface="+mn-cs"/>
              </a:rPr>
              <a:t> FX</a:t>
            </a:r>
            <a:endParaRPr kumimoji="0" sz="1100" b="1" i="0" u="none" strike="noStrike" kern="1200" cap="none" spc="0" normalizeH="0" baseline="0" noProof="0">
              <a:ln>
                <a:noFill/>
              </a:ln>
              <a:solidFill>
                <a:srgbClr val="18249C"/>
              </a:solidFill>
              <a:effectLst/>
              <a:uLnTx/>
              <a:uFillTx/>
              <a:latin typeface="MarkOT" panose="020B0504020201010104" pitchFamily="34" charset="0"/>
              <a:ea typeface="+mn-ea"/>
              <a:cs typeface="+mn-cs"/>
            </a:endParaRPr>
          </a:p>
        </p:txBody>
      </p:sp>
      <p:graphicFrame>
        <p:nvGraphicFramePr>
          <p:cNvPr id="18" name="Table 17">
            <a:extLst>
              <a:ext uri="{FF2B5EF4-FFF2-40B4-BE49-F238E27FC236}">
                <a16:creationId xmlns:a16="http://schemas.microsoft.com/office/drawing/2014/main" id="{5D1529CD-D1BA-67F2-F97A-C930063FB2A0}"/>
              </a:ext>
            </a:extLst>
          </p:cNvPr>
          <p:cNvGraphicFramePr>
            <a:graphicFrameLocks noGrp="1"/>
          </p:cNvGraphicFramePr>
          <p:nvPr/>
        </p:nvGraphicFramePr>
        <p:xfrm>
          <a:off x="379415" y="4355681"/>
          <a:ext cx="8412287" cy="1261110"/>
        </p:xfrm>
        <a:graphic>
          <a:graphicData uri="http://schemas.openxmlformats.org/drawingml/2006/table">
            <a:tbl>
              <a:tblPr firstRow="1" bandRow="1">
                <a:tableStyleId>{5C22544A-7EE6-4342-B048-85BDC9FD1C3A}</a:tableStyleId>
              </a:tblPr>
              <a:tblGrid>
                <a:gridCol w="1410757">
                  <a:extLst>
                    <a:ext uri="{9D8B030D-6E8A-4147-A177-3AD203B41FA5}">
                      <a16:colId xmlns:a16="http://schemas.microsoft.com/office/drawing/2014/main" val="20000"/>
                    </a:ext>
                  </a:extLst>
                </a:gridCol>
                <a:gridCol w="700153">
                  <a:extLst>
                    <a:ext uri="{9D8B030D-6E8A-4147-A177-3AD203B41FA5}">
                      <a16:colId xmlns:a16="http://schemas.microsoft.com/office/drawing/2014/main" val="20001"/>
                    </a:ext>
                  </a:extLst>
                </a:gridCol>
                <a:gridCol w="700153">
                  <a:extLst>
                    <a:ext uri="{9D8B030D-6E8A-4147-A177-3AD203B41FA5}">
                      <a16:colId xmlns:a16="http://schemas.microsoft.com/office/drawing/2014/main" val="20002"/>
                    </a:ext>
                  </a:extLst>
                </a:gridCol>
                <a:gridCol w="700153">
                  <a:extLst>
                    <a:ext uri="{9D8B030D-6E8A-4147-A177-3AD203B41FA5}">
                      <a16:colId xmlns:a16="http://schemas.microsoft.com/office/drawing/2014/main" val="20003"/>
                    </a:ext>
                  </a:extLst>
                </a:gridCol>
                <a:gridCol w="700153">
                  <a:extLst>
                    <a:ext uri="{9D8B030D-6E8A-4147-A177-3AD203B41FA5}">
                      <a16:colId xmlns:a16="http://schemas.microsoft.com/office/drawing/2014/main" val="20004"/>
                    </a:ext>
                  </a:extLst>
                </a:gridCol>
                <a:gridCol w="700153">
                  <a:extLst>
                    <a:ext uri="{9D8B030D-6E8A-4147-A177-3AD203B41FA5}">
                      <a16:colId xmlns:a16="http://schemas.microsoft.com/office/drawing/2014/main" val="20005"/>
                    </a:ext>
                  </a:extLst>
                </a:gridCol>
                <a:gridCol w="700153">
                  <a:extLst>
                    <a:ext uri="{9D8B030D-6E8A-4147-A177-3AD203B41FA5}">
                      <a16:colId xmlns:a16="http://schemas.microsoft.com/office/drawing/2014/main" val="20006"/>
                    </a:ext>
                  </a:extLst>
                </a:gridCol>
                <a:gridCol w="700153">
                  <a:extLst>
                    <a:ext uri="{9D8B030D-6E8A-4147-A177-3AD203B41FA5}">
                      <a16:colId xmlns:a16="http://schemas.microsoft.com/office/drawing/2014/main" val="20007"/>
                    </a:ext>
                  </a:extLst>
                </a:gridCol>
                <a:gridCol w="700153">
                  <a:extLst>
                    <a:ext uri="{9D8B030D-6E8A-4147-A177-3AD203B41FA5}">
                      <a16:colId xmlns:a16="http://schemas.microsoft.com/office/drawing/2014/main" val="20008"/>
                    </a:ext>
                  </a:extLst>
                </a:gridCol>
                <a:gridCol w="700153">
                  <a:extLst>
                    <a:ext uri="{9D8B030D-6E8A-4147-A177-3AD203B41FA5}">
                      <a16:colId xmlns:a16="http://schemas.microsoft.com/office/drawing/2014/main" val="20009"/>
                    </a:ext>
                  </a:extLst>
                </a:gridCol>
                <a:gridCol w="700153">
                  <a:extLst>
                    <a:ext uri="{9D8B030D-6E8A-4147-A177-3AD203B41FA5}">
                      <a16:colId xmlns:a16="http://schemas.microsoft.com/office/drawing/2014/main" val="20010"/>
                    </a:ext>
                  </a:extLst>
                </a:gridCol>
              </a:tblGrid>
              <a:tr h="308610">
                <a:tc>
                  <a:txBody>
                    <a:bodyPr/>
                    <a:lstStyle/>
                    <a:p>
                      <a:r>
                        <a:rPr lang="en-AU" sz="1000" b="1">
                          <a:solidFill>
                            <a:srgbClr val="FFFFFF"/>
                          </a:solidFill>
                          <a:latin typeface="MarkOT" panose="020B0504020201010104" pitchFamily="34" charset="0"/>
                        </a:rPr>
                        <a:t>Location</a:t>
                      </a:r>
                      <a:endParaRPr sz="1000" b="1">
                        <a:solidFill>
                          <a:srgbClr val="FFFFFF"/>
                        </a:solidFill>
                        <a:latin typeface="MarkOT" panose="020B0504020201010104" pitchFamily="34" charset="0"/>
                      </a:endParaRPr>
                    </a:p>
                  </a:txBody>
                  <a:tcPr>
                    <a:solidFill>
                      <a:srgbClr val="18249C"/>
                    </a:solidFill>
                  </a:tcPr>
                </a:tc>
                <a:tc>
                  <a:txBody>
                    <a:bodyPr/>
                    <a:lstStyle/>
                    <a:p>
                      <a:r>
                        <a:rPr sz="800" b="1">
                          <a:solidFill>
                            <a:srgbClr val="FFFFFF"/>
                          </a:solidFill>
                          <a:latin typeface="MarkOT" panose="020B0504020201010104" pitchFamily="34" charset="0"/>
                        </a:rPr>
                        <a:t>Actuals to June</a:t>
                      </a:r>
                    </a:p>
                  </a:txBody>
                  <a:tcPr>
                    <a:solidFill>
                      <a:srgbClr val="18249C"/>
                    </a:solidFill>
                  </a:tcPr>
                </a:tc>
                <a:tc>
                  <a:txBody>
                    <a:bodyPr/>
                    <a:lstStyle/>
                    <a:p>
                      <a:r>
                        <a:rPr sz="800" b="1">
                          <a:solidFill>
                            <a:srgbClr val="FFFFFF"/>
                          </a:solidFill>
                          <a:latin typeface="MarkOT" panose="020B0504020201010104" pitchFamily="34" charset="0"/>
                        </a:rPr>
                        <a:t>July</a:t>
                      </a:r>
                    </a:p>
                  </a:txBody>
                  <a:tcPr>
                    <a:solidFill>
                      <a:srgbClr val="18249C"/>
                    </a:solidFill>
                  </a:tcPr>
                </a:tc>
                <a:tc>
                  <a:txBody>
                    <a:bodyPr/>
                    <a:lstStyle/>
                    <a:p>
                      <a:r>
                        <a:rPr sz="800" b="1">
                          <a:solidFill>
                            <a:srgbClr val="FFFFFF"/>
                          </a:solidFill>
                          <a:latin typeface="MarkOT" panose="020B0504020201010104" pitchFamily="34" charset="0"/>
                        </a:rPr>
                        <a:t>August</a:t>
                      </a:r>
                    </a:p>
                  </a:txBody>
                  <a:tcPr>
                    <a:solidFill>
                      <a:srgbClr val="18249C"/>
                    </a:solidFill>
                  </a:tcPr>
                </a:tc>
                <a:tc>
                  <a:txBody>
                    <a:bodyPr/>
                    <a:lstStyle/>
                    <a:p>
                      <a:r>
                        <a:rPr sz="800" b="1">
                          <a:solidFill>
                            <a:srgbClr val="FFFFFF"/>
                          </a:solidFill>
                          <a:latin typeface="MarkOT" panose="020B0504020201010104" pitchFamily="34" charset="0"/>
                        </a:rPr>
                        <a:t>September</a:t>
                      </a:r>
                    </a:p>
                  </a:txBody>
                  <a:tcPr>
                    <a:solidFill>
                      <a:srgbClr val="18249C"/>
                    </a:solidFill>
                  </a:tcPr>
                </a:tc>
                <a:tc>
                  <a:txBody>
                    <a:bodyPr/>
                    <a:lstStyle/>
                    <a:p>
                      <a:r>
                        <a:rPr sz="800" b="1">
                          <a:solidFill>
                            <a:srgbClr val="FFFFFF"/>
                          </a:solidFill>
                          <a:latin typeface="MarkOT" panose="020B0504020201010104" pitchFamily="34" charset="0"/>
                        </a:rPr>
                        <a:t>October</a:t>
                      </a:r>
                    </a:p>
                  </a:txBody>
                  <a:tcPr>
                    <a:solidFill>
                      <a:srgbClr val="18249C"/>
                    </a:solidFill>
                  </a:tcPr>
                </a:tc>
                <a:tc>
                  <a:txBody>
                    <a:bodyPr/>
                    <a:lstStyle/>
                    <a:p>
                      <a:r>
                        <a:rPr sz="800" b="1">
                          <a:solidFill>
                            <a:srgbClr val="FFFFFF"/>
                          </a:solidFill>
                          <a:latin typeface="MarkOT" panose="020B0504020201010104" pitchFamily="34" charset="0"/>
                        </a:rPr>
                        <a:t>November</a:t>
                      </a:r>
                    </a:p>
                  </a:txBody>
                  <a:tcPr>
                    <a:solidFill>
                      <a:srgbClr val="18249C"/>
                    </a:solidFill>
                  </a:tcPr>
                </a:tc>
                <a:tc>
                  <a:txBody>
                    <a:bodyPr/>
                    <a:lstStyle/>
                    <a:p>
                      <a:r>
                        <a:rPr sz="800" b="1">
                          <a:solidFill>
                            <a:srgbClr val="FFFFFF"/>
                          </a:solidFill>
                          <a:latin typeface="MarkOT" panose="020B0504020201010104" pitchFamily="34" charset="0"/>
                        </a:rPr>
                        <a:t>December</a:t>
                      </a:r>
                    </a:p>
                  </a:txBody>
                  <a:tcPr>
                    <a:solidFill>
                      <a:srgbClr val="18249C"/>
                    </a:solidFill>
                  </a:tcPr>
                </a:tc>
                <a:tc>
                  <a:txBody>
                    <a:bodyPr/>
                    <a:lstStyle/>
                    <a:p>
                      <a:r>
                        <a:rPr sz="800" b="1">
                          <a:solidFill>
                            <a:srgbClr val="FFFFFF"/>
                          </a:solidFill>
                          <a:latin typeface="MarkOT" panose="020B0504020201010104" pitchFamily="34" charset="0"/>
                        </a:rPr>
                        <a:t>FY26 landing</a:t>
                      </a:r>
                    </a:p>
                  </a:txBody>
                  <a:tcPr>
                    <a:solidFill>
                      <a:srgbClr val="18249C"/>
                    </a:solidFill>
                  </a:tcPr>
                </a:tc>
                <a:tc>
                  <a:txBody>
                    <a:bodyPr/>
                    <a:lstStyle/>
                    <a:p>
                      <a:r>
                        <a:rPr sz="800" b="1">
                          <a:solidFill>
                            <a:srgbClr val="FFFFFF"/>
                          </a:solidFill>
                          <a:latin typeface="MarkOT" panose="020B0504020201010104" pitchFamily="34" charset="0"/>
                        </a:rPr>
                        <a:t>Budget</a:t>
                      </a:r>
                    </a:p>
                  </a:txBody>
                  <a:tcPr>
                    <a:solidFill>
                      <a:srgbClr val="18249C"/>
                    </a:solidFill>
                  </a:tcPr>
                </a:tc>
                <a:tc>
                  <a:txBody>
                    <a:bodyPr/>
                    <a:lstStyle/>
                    <a:p>
                      <a:r>
                        <a:rPr sz="800" b="1">
                          <a:solidFill>
                            <a:srgbClr val="FFFFFF"/>
                          </a:solidFill>
                          <a:latin typeface="MarkOT" panose="020B0504020201010104" pitchFamily="34" charset="0"/>
                        </a:rPr>
                        <a:t>Over/(under)</a:t>
                      </a:r>
                    </a:p>
                  </a:txBody>
                  <a:tcPr>
                    <a:solidFill>
                      <a:srgbClr val="18249C"/>
                    </a:solidFill>
                  </a:tcPr>
                </a:tc>
                <a:extLst>
                  <a:ext uri="{0D108BD9-81ED-4DB2-BD59-A6C34878D82A}">
                    <a16:rowId xmlns:a16="http://schemas.microsoft.com/office/drawing/2014/main" val="10000"/>
                  </a:ext>
                </a:extLst>
              </a:tr>
              <a:tr h="308610">
                <a:tc>
                  <a:txBody>
                    <a:bodyPr/>
                    <a:lstStyle/>
                    <a:p>
                      <a:r>
                        <a:rPr lang="en-US" sz="1000" b="1">
                          <a:solidFill>
                            <a:srgbClr val="151515"/>
                          </a:solidFill>
                          <a:latin typeface="MarkOT" panose="020B0504020201010104" pitchFamily="34" charset="0"/>
                        </a:rPr>
                        <a:t>NZ</a:t>
                      </a:r>
                    </a:p>
                  </a:txBody>
                  <a:tcPr>
                    <a:solidFill>
                      <a:srgbClr val="FFFFFF"/>
                    </a:solidFill>
                  </a:tcPr>
                </a:tc>
                <a:tc>
                  <a:txBody>
                    <a:bodyPr/>
                    <a:lstStyle/>
                    <a:p>
                      <a:r>
                        <a:rPr lang="en-US" sz="1000" b="0">
                          <a:solidFill>
                            <a:srgbClr val="151515"/>
                          </a:solidFill>
                          <a:latin typeface="MarkOT" panose="020B0504020201010104" pitchFamily="34" charset="0"/>
                        </a:rPr>
                        <a:t>9.40</a:t>
                      </a:r>
                    </a:p>
                  </a:txBody>
                  <a:tcPr>
                    <a:solidFill>
                      <a:srgbClr val="FFFFFF"/>
                    </a:solidFill>
                  </a:tcPr>
                </a:tc>
                <a:tc>
                  <a:txBody>
                    <a:bodyPr/>
                    <a:lstStyle/>
                    <a:p>
                      <a:r>
                        <a:rPr lang="en-US" sz="1000" b="0">
                          <a:solidFill>
                            <a:srgbClr val="151515"/>
                          </a:solidFill>
                          <a:latin typeface="MarkOT" panose="020B0504020201010104" pitchFamily="34" charset="0"/>
                        </a:rPr>
                        <a:t>1.36</a:t>
                      </a:r>
                    </a:p>
                  </a:txBody>
                  <a:tcPr>
                    <a:solidFill>
                      <a:srgbClr val="FFFFFF"/>
                    </a:solidFill>
                  </a:tcPr>
                </a:tc>
                <a:tc>
                  <a:txBody>
                    <a:bodyPr/>
                    <a:lstStyle/>
                    <a:p>
                      <a:r>
                        <a:rPr lang="en-US" sz="1000" b="0">
                          <a:solidFill>
                            <a:srgbClr val="151515"/>
                          </a:solidFill>
                          <a:latin typeface="MarkOT" panose="020B0504020201010104" pitchFamily="34" charset="0"/>
                        </a:rPr>
                        <a:t>1.36</a:t>
                      </a:r>
                    </a:p>
                  </a:txBody>
                  <a:tcPr>
                    <a:solidFill>
                      <a:srgbClr val="FFFFFF"/>
                    </a:solidFill>
                  </a:tcPr>
                </a:tc>
                <a:tc>
                  <a:txBody>
                    <a:bodyPr/>
                    <a:lstStyle/>
                    <a:p>
                      <a:r>
                        <a:rPr lang="en-US" sz="1000" b="0">
                          <a:solidFill>
                            <a:srgbClr val="151515"/>
                          </a:solidFill>
                          <a:latin typeface="MarkOT" panose="020B0504020201010104" pitchFamily="34" charset="0"/>
                        </a:rPr>
                        <a:t>1.37</a:t>
                      </a:r>
                    </a:p>
                  </a:txBody>
                  <a:tcPr>
                    <a:solidFill>
                      <a:srgbClr val="FFFFFF"/>
                    </a:solidFill>
                  </a:tcPr>
                </a:tc>
                <a:tc>
                  <a:txBody>
                    <a:bodyPr/>
                    <a:lstStyle/>
                    <a:p>
                      <a:r>
                        <a:rPr lang="en-US" sz="1000" b="0">
                          <a:solidFill>
                            <a:srgbClr val="151515"/>
                          </a:solidFill>
                          <a:latin typeface="MarkOT" panose="020B0504020201010104" pitchFamily="34" charset="0"/>
                        </a:rPr>
                        <a:t>1.37</a:t>
                      </a:r>
                    </a:p>
                  </a:txBody>
                  <a:tcPr>
                    <a:solidFill>
                      <a:srgbClr val="FFFFFF"/>
                    </a:solidFill>
                  </a:tcPr>
                </a:tc>
                <a:tc>
                  <a:txBody>
                    <a:bodyPr/>
                    <a:lstStyle/>
                    <a:p>
                      <a:r>
                        <a:rPr lang="en-US" sz="1000" b="0">
                          <a:solidFill>
                            <a:srgbClr val="151515"/>
                          </a:solidFill>
                          <a:latin typeface="MarkOT" panose="020B0504020201010104" pitchFamily="34" charset="0"/>
                        </a:rPr>
                        <a:t>1.38</a:t>
                      </a:r>
                    </a:p>
                  </a:txBody>
                  <a:tcPr>
                    <a:solidFill>
                      <a:srgbClr val="FFFFFF"/>
                    </a:solidFill>
                  </a:tcPr>
                </a:tc>
                <a:tc>
                  <a:txBody>
                    <a:bodyPr/>
                    <a:lstStyle/>
                    <a:p>
                      <a:r>
                        <a:rPr lang="en-US" sz="1000" b="0">
                          <a:solidFill>
                            <a:srgbClr val="151515"/>
                          </a:solidFill>
                          <a:latin typeface="MarkOT" panose="020B0504020201010104" pitchFamily="34" charset="0"/>
                        </a:rPr>
                        <a:t>1.38</a:t>
                      </a:r>
                    </a:p>
                  </a:txBody>
                  <a:tcPr>
                    <a:solidFill>
                      <a:srgbClr val="FFFFFF"/>
                    </a:solidFill>
                  </a:tcPr>
                </a:tc>
                <a:tc>
                  <a:txBody>
                    <a:bodyPr/>
                    <a:lstStyle/>
                    <a:p>
                      <a:r>
                        <a:rPr lang="en-US" sz="1000" b="0">
                          <a:solidFill>
                            <a:srgbClr val="151515"/>
                          </a:solidFill>
                          <a:latin typeface="MarkOT" panose="020B0504020201010104" pitchFamily="34" charset="0"/>
                        </a:rPr>
                        <a:t>17.61</a:t>
                      </a:r>
                    </a:p>
                  </a:txBody>
                  <a:tcPr>
                    <a:solidFill>
                      <a:srgbClr val="FFFFFF"/>
                    </a:solidFill>
                  </a:tcPr>
                </a:tc>
                <a:tc>
                  <a:txBody>
                    <a:bodyPr/>
                    <a:lstStyle/>
                    <a:p>
                      <a:r>
                        <a:rPr lang="en-US" sz="1000" b="0">
                          <a:solidFill>
                            <a:srgbClr val="151515"/>
                          </a:solidFill>
                          <a:latin typeface="MarkOT" panose="020B0504020201010104" pitchFamily="34" charset="0"/>
                        </a:rPr>
                        <a:t>17.60</a:t>
                      </a:r>
                    </a:p>
                  </a:txBody>
                  <a:tcPr>
                    <a:solidFill>
                      <a:srgbClr val="FFFFFF"/>
                    </a:solidFill>
                  </a:tcPr>
                </a:tc>
                <a:tc>
                  <a:txBody>
                    <a:bodyPr/>
                    <a:lstStyle/>
                    <a:p>
                      <a:r>
                        <a:rPr lang="en-US" sz="1000" b="0">
                          <a:solidFill>
                            <a:srgbClr val="ED0C06"/>
                          </a:solidFill>
                          <a:latin typeface="MarkOT" panose="020B0504020201010104" pitchFamily="34" charset="0"/>
                        </a:rPr>
                        <a:t>0.1</a:t>
                      </a:r>
                    </a:p>
                  </a:txBody>
                  <a:tcPr>
                    <a:solidFill>
                      <a:srgbClr val="FFFFFF"/>
                    </a:solidFill>
                  </a:tcPr>
                </a:tc>
                <a:extLst>
                  <a:ext uri="{0D108BD9-81ED-4DB2-BD59-A6C34878D82A}">
                    <a16:rowId xmlns:a16="http://schemas.microsoft.com/office/drawing/2014/main" val="10001"/>
                  </a:ext>
                </a:extLst>
              </a:tr>
              <a:tr h="308610">
                <a:tc>
                  <a:txBody>
                    <a:bodyPr/>
                    <a:lstStyle/>
                    <a:p>
                      <a:r>
                        <a:rPr lang="en-US" sz="1000" b="1">
                          <a:solidFill>
                            <a:srgbClr val="151515"/>
                          </a:solidFill>
                          <a:latin typeface="MarkOT" panose="020B0504020201010104" pitchFamily="34" charset="0"/>
                        </a:rPr>
                        <a:t>AU</a:t>
                      </a:r>
                    </a:p>
                  </a:txBody>
                  <a:tcPr>
                    <a:solidFill>
                      <a:srgbClr val="FFFFFF"/>
                    </a:solidFill>
                  </a:tcPr>
                </a:tc>
                <a:tc>
                  <a:txBody>
                    <a:bodyPr/>
                    <a:lstStyle/>
                    <a:p>
                      <a:r>
                        <a:rPr lang="en-US" sz="1000" b="0">
                          <a:solidFill>
                            <a:srgbClr val="151515"/>
                          </a:solidFill>
                          <a:latin typeface="MarkOT" panose="020B0504020201010104" pitchFamily="34" charset="0"/>
                        </a:rPr>
                        <a:t>20.01</a:t>
                      </a:r>
                    </a:p>
                  </a:txBody>
                  <a:tcPr>
                    <a:solidFill>
                      <a:srgbClr val="FFFFFF"/>
                    </a:solidFill>
                  </a:tcPr>
                </a:tc>
                <a:tc>
                  <a:txBody>
                    <a:bodyPr/>
                    <a:lstStyle/>
                    <a:p>
                      <a:r>
                        <a:rPr lang="en-US" sz="1000" b="0">
                          <a:solidFill>
                            <a:srgbClr val="151515"/>
                          </a:solidFill>
                          <a:latin typeface="MarkOT" panose="020B0504020201010104" pitchFamily="34" charset="0"/>
                        </a:rPr>
                        <a:t>2.39</a:t>
                      </a:r>
                    </a:p>
                  </a:txBody>
                  <a:tcPr>
                    <a:solidFill>
                      <a:srgbClr val="FFFFFF"/>
                    </a:solidFill>
                  </a:tcPr>
                </a:tc>
                <a:tc>
                  <a:txBody>
                    <a:bodyPr/>
                    <a:lstStyle/>
                    <a:p>
                      <a:r>
                        <a:rPr lang="en-US" sz="1000" b="0">
                          <a:solidFill>
                            <a:srgbClr val="151515"/>
                          </a:solidFill>
                          <a:latin typeface="MarkOT" panose="020B0504020201010104" pitchFamily="34" charset="0"/>
                        </a:rPr>
                        <a:t>2.50</a:t>
                      </a:r>
                    </a:p>
                  </a:txBody>
                  <a:tcPr>
                    <a:solidFill>
                      <a:srgbClr val="FFFFFF"/>
                    </a:solidFill>
                  </a:tcPr>
                </a:tc>
                <a:tc>
                  <a:txBody>
                    <a:bodyPr/>
                    <a:lstStyle/>
                    <a:p>
                      <a:r>
                        <a:rPr lang="en-US" sz="1000" b="0">
                          <a:solidFill>
                            <a:srgbClr val="151515"/>
                          </a:solidFill>
                          <a:latin typeface="MarkOT" panose="020B0504020201010104" pitchFamily="34" charset="0"/>
                        </a:rPr>
                        <a:t>2.78</a:t>
                      </a:r>
                    </a:p>
                  </a:txBody>
                  <a:tcPr>
                    <a:solidFill>
                      <a:srgbClr val="FFFFFF"/>
                    </a:solidFill>
                  </a:tcPr>
                </a:tc>
                <a:tc>
                  <a:txBody>
                    <a:bodyPr/>
                    <a:lstStyle/>
                    <a:p>
                      <a:r>
                        <a:rPr lang="en-US" sz="1000" b="0">
                          <a:solidFill>
                            <a:srgbClr val="151515"/>
                          </a:solidFill>
                          <a:latin typeface="MarkOT" panose="020B0504020201010104" pitchFamily="34" charset="0"/>
                        </a:rPr>
                        <a:t>2.92</a:t>
                      </a:r>
                    </a:p>
                  </a:txBody>
                  <a:tcPr>
                    <a:solidFill>
                      <a:srgbClr val="FFFFFF"/>
                    </a:solidFill>
                  </a:tcPr>
                </a:tc>
                <a:tc>
                  <a:txBody>
                    <a:bodyPr/>
                    <a:lstStyle/>
                    <a:p>
                      <a:r>
                        <a:rPr lang="en-US" sz="1000" b="0">
                          <a:solidFill>
                            <a:srgbClr val="151515"/>
                          </a:solidFill>
                          <a:latin typeface="MarkOT" panose="020B0504020201010104" pitchFamily="34" charset="0"/>
                        </a:rPr>
                        <a:t>2.99</a:t>
                      </a:r>
                    </a:p>
                  </a:txBody>
                  <a:tcPr>
                    <a:solidFill>
                      <a:srgbClr val="FFFFFF"/>
                    </a:solidFill>
                  </a:tcPr>
                </a:tc>
                <a:tc>
                  <a:txBody>
                    <a:bodyPr/>
                    <a:lstStyle/>
                    <a:p>
                      <a:r>
                        <a:rPr lang="en-US" sz="1000" b="0">
                          <a:solidFill>
                            <a:srgbClr val="151515"/>
                          </a:solidFill>
                          <a:latin typeface="MarkOT" panose="020B0504020201010104" pitchFamily="34" charset="0"/>
                        </a:rPr>
                        <a:t>2.99</a:t>
                      </a:r>
                    </a:p>
                  </a:txBody>
                  <a:tcPr>
                    <a:solidFill>
                      <a:srgbClr val="FFFFFF"/>
                    </a:solidFill>
                  </a:tcPr>
                </a:tc>
                <a:tc>
                  <a:txBody>
                    <a:bodyPr/>
                    <a:lstStyle/>
                    <a:p>
                      <a:r>
                        <a:rPr lang="en-US" sz="1000" b="0">
                          <a:solidFill>
                            <a:srgbClr val="151515"/>
                          </a:solidFill>
                          <a:latin typeface="MarkOT" panose="020B0504020201010104" pitchFamily="34" charset="0"/>
                        </a:rPr>
                        <a:t>36.59</a:t>
                      </a:r>
                    </a:p>
                  </a:txBody>
                  <a:tcPr>
                    <a:solidFill>
                      <a:srgbClr val="FFFFFF"/>
                    </a:solidFill>
                  </a:tcPr>
                </a:tc>
                <a:tc>
                  <a:txBody>
                    <a:bodyPr/>
                    <a:lstStyle/>
                    <a:p>
                      <a:r>
                        <a:rPr lang="en-US" sz="1000" b="0">
                          <a:solidFill>
                            <a:srgbClr val="151515"/>
                          </a:solidFill>
                          <a:latin typeface="MarkOT" panose="020B0504020201010104" pitchFamily="34" charset="0"/>
                        </a:rPr>
                        <a:t>36.20</a:t>
                      </a:r>
                    </a:p>
                  </a:txBody>
                  <a:tcPr>
                    <a:solidFill>
                      <a:srgbClr val="FFFFFF"/>
                    </a:solidFill>
                  </a:tcPr>
                </a:tc>
                <a:tc>
                  <a:txBody>
                    <a:bodyPr/>
                    <a:lstStyle/>
                    <a:p>
                      <a:r>
                        <a:rPr lang="en-US" sz="1000" b="0">
                          <a:solidFill>
                            <a:srgbClr val="ED0C06"/>
                          </a:solidFill>
                          <a:latin typeface="MarkOT" panose="020B0504020201010104" pitchFamily="34" charset="0"/>
                        </a:rPr>
                        <a:t>0.39</a:t>
                      </a:r>
                    </a:p>
                  </a:txBody>
                  <a:tcPr>
                    <a:solidFill>
                      <a:srgbClr val="FFFFFF"/>
                    </a:solidFill>
                  </a:tcPr>
                </a:tc>
                <a:extLst>
                  <a:ext uri="{0D108BD9-81ED-4DB2-BD59-A6C34878D82A}">
                    <a16:rowId xmlns:a16="http://schemas.microsoft.com/office/drawing/2014/main" val="10002"/>
                  </a:ext>
                </a:extLst>
              </a:tr>
              <a:tr h="308610">
                <a:tc>
                  <a:txBody>
                    <a:bodyPr/>
                    <a:lstStyle/>
                    <a:p>
                      <a:r>
                        <a:rPr lang="en-US" sz="1000" b="1">
                          <a:solidFill>
                            <a:srgbClr val="151515"/>
                          </a:solidFill>
                          <a:latin typeface="MarkOT" panose="020B0504020201010104" pitchFamily="34" charset="0"/>
                        </a:rPr>
                        <a:t>Total</a:t>
                      </a:r>
                    </a:p>
                  </a:txBody>
                  <a:tcPr>
                    <a:solidFill>
                      <a:srgbClr val="F2F2F2"/>
                    </a:solidFill>
                  </a:tcPr>
                </a:tc>
                <a:tc>
                  <a:txBody>
                    <a:bodyPr/>
                    <a:lstStyle/>
                    <a:p>
                      <a:r>
                        <a:rPr lang="en-US" sz="1000" b="1">
                          <a:solidFill>
                            <a:srgbClr val="151515"/>
                          </a:solidFill>
                          <a:latin typeface="MarkOT" panose="020B0504020201010104" pitchFamily="34" charset="0"/>
                        </a:rPr>
                        <a:t>29.41</a:t>
                      </a:r>
                    </a:p>
                  </a:txBody>
                  <a:tcPr>
                    <a:solidFill>
                      <a:srgbClr val="F2F2F2"/>
                    </a:solidFill>
                  </a:tcPr>
                </a:tc>
                <a:tc>
                  <a:txBody>
                    <a:bodyPr/>
                    <a:lstStyle/>
                    <a:p>
                      <a:r>
                        <a:rPr lang="en-US" sz="1000" b="1">
                          <a:solidFill>
                            <a:srgbClr val="151515"/>
                          </a:solidFill>
                          <a:latin typeface="MarkOT" panose="020B0504020201010104" pitchFamily="34" charset="0"/>
                        </a:rPr>
                        <a:t>3.75</a:t>
                      </a:r>
                    </a:p>
                  </a:txBody>
                  <a:tcPr>
                    <a:solidFill>
                      <a:srgbClr val="F2F2F2"/>
                    </a:solidFill>
                  </a:tcPr>
                </a:tc>
                <a:tc>
                  <a:txBody>
                    <a:bodyPr/>
                    <a:lstStyle/>
                    <a:p>
                      <a:r>
                        <a:rPr lang="en-US" sz="1000" b="1">
                          <a:solidFill>
                            <a:srgbClr val="151515"/>
                          </a:solidFill>
                          <a:latin typeface="MarkOT" panose="020B0504020201010104" pitchFamily="34" charset="0"/>
                        </a:rPr>
                        <a:t>3.87</a:t>
                      </a:r>
                    </a:p>
                  </a:txBody>
                  <a:tcPr>
                    <a:solidFill>
                      <a:srgbClr val="F2F2F2"/>
                    </a:solidFill>
                  </a:tcPr>
                </a:tc>
                <a:tc>
                  <a:txBody>
                    <a:bodyPr/>
                    <a:lstStyle/>
                    <a:p>
                      <a:r>
                        <a:rPr lang="en-US" sz="1000" b="1">
                          <a:solidFill>
                            <a:srgbClr val="151515"/>
                          </a:solidFill>
                          <a:latin typeface="MarkOT" panose="020B0504020201010104" pitchFamily="34" charset="0"/>
                        </a:rPr>
                        <a:t>4.15</a:t>
                      </a:r>
                    </a:p>
                  </a:txBody>
                  <a:tcPr>
                    <a:solidFill>
                      <a:srgbClr val="F2F2F2"/>
                    </a:solidFill>
                  </a:tcPr>
                </a:tc>
                <a:tc>
                  <a:txBody>
                    <a:bodyPr/>
                    <a:lstStyle/>
                    <a:p>
                      <a:r>
                        <a:rPr lang="en-US" sz="1000" b="1">
                          <a:solidFill>
                            <a:srgbClr val="151515"/>
                          </a:solidFill>
                          <a:latin typeface="MarkOT" panose="020B0504020201010104" pitchFamily="34" charset="0"/>
                        </a:rPr>
                        <a:t>4.29</a:t>
                      </a:r>
                    </a:p>
                  </a:txBody>
                  <a:tcPr>
                    <a:solidFill>
                      <a:srgbClr val="F2F2F2"/>
                    </a:solidFill>
                  </a:tcPr>
                </a:tc>
                <a:tc>
                  <a:txBody>
                    <a:bodyPr/>
                    <a:lstStyle/>
                    <a:p>
                      <a:r>
                        <a:rPr lang="en-US" sz="1000" b="1">
                          <a:solidFill>
                            <a:srgbClr val="151515"/>
                          </a:solidFill>
                          <a:latin typeface="MarkOT" panose="020B0504020201010104" pitchFamily="34" charset="0"/>
                        </a:rPr>
                        <a:t>4.37</a:t>
                      </a:r>
                    </a:p>
                  </a:txBody>
                  <a:tcPr>
                    <a:solidFill>
                      <a:srgbClr val="F2F2F2"/>
                    </a:solidFill>
                  </a:tcPr>
                </a:tc>
                <a:tc>
                  <a:txBody>
                    <a:bodyPr/>
                    <a:lstStyle/>
                    <a:p>
                      <a:r>
                        <a:rPr lang="en-US" sz="1000" b="1">
                          <a:solidFill>
                            <a:srgbClr val="151515"/>
                          </a:solidFill>
                          <a:latin typeface="MarkOT" panose="020B0504020201010104" pitchFamily="34" charset="0"/>
                        </a:rPr>
                        <a:t>4.37</a:t>
                      </a:r>
                    </a:p>
                  </a:txBody>
                  <a:tcPr>
                    <a:solidFill>
                      <a:srgbClr val="F2F2F2"/>
                    </a:solidFill>
                  </a:tcPr>
                </a:tc>
                <a:tc>
                  <a:txBody>
                    <a:bodyPr/>
                    <a:lstStyle/>
                    <a:p>
                      <a:r>
                        <a:rPr lang="en-US" sz="1000" b="1">
                          <a:solidFill>
                            <a:srgbClr val="151515"/>
                          </a:solidFill>
                          <a:latin typeface="MarkOT" panose="020B0504020201010104" pitchFamily="34" charset="0"/>
                        </a:rPr>
                        <a:t>54.20</a:t>
                      </a:r>
                    </a:p>
                  </a:txBody>
                  <a:tcPr>
                    <a:solidFill>
                      <a:srgbClr val="F2F2F2"/>
                    </a:solidFill>
                  </a:tcPr>
                </a:tc>
                <a:tc>
                  <a:txBody>
                    <a:bodyPr/>
                    <a:lstStyle/>
                    <a:p>
                      <a:r>
                        <a:rPr lang="en-US" sz="1000" b="1">
                          <a:solidFill>
                            <a:srgbClr val="151515"/>
                          </a:solidFill>
                          <a:latin typeface="MarkOT" panose="020B0504020201010104" pitchFamily="34" charset="0"/>
                        </a:rPr>
                        <a:t>53.80</a:t>
                      </a:r>
                    </a:p>
                  </a:txBody>
                  <a:tcPr>
                    <a:solidFill>
                      <a:srgbClr val="F2F2F2"/>
                    </a:solidFill>
                  </a:tcPr>
                </a:tc>
                <a:tc>
                  <a:txBody>
                    <a:bodyPr/>
                    <a:lstStyle/>
                    <a:p>
                      <a:r>
                        <a:rPr lang="en-US" sz="1000" b="1">
                          <a:solidFill>
                            <a:srgbClr val="ED0C06"/>
                          </a:solidFill>
                          <a:latin typeface="MarkOT" panose="020B0504020201010104" pitchFamily="34" charset="0"/>
                        </a:rPr>
                        <a:t>0.4</a:t>
                      </a:r>
                    </a:p>
                  </a:txBody>
                  <a:tcPr>
                    <a:solidFill>
                      <a:srgbClr val="F2F2F2"/>
                    </a:solidFill>
                  </a:tcPr>
                </a:tc>
                <a:extLst>
                  <a:ext uri="{0D108BD9-81ED-4DB2-BD59-A6C34878D82A}">
                    <a16:rowId xmlns:a16="http://schemas.microsoft.com/office/drawing/2014/main" val="10003"/>
                  </a:ext>
                </a:extLst>
              </a:tr>
            </a:tbl>
          </a:graphicData>
        </a:graphic>
      </p:graphicFrame>
      <p:sp>
        <p:nvSpPr>
          <p:cNvPr id="17" name="TextBox 16">
            <a:extLst>
              <a:ext uri="{FF2B5EF4-FFF2-40B4-BE49-F238E27FC236}">
                <a16:creationId xmlns:a16="http://schemas.microsoft.com/office/drawing/2014/main" id="{DB292E60-DC9B-5527-3BC3-1C89D5B25B21}"/>
              </a:ext>
            </a:extLst>
          </p:cNvPr>
          <p:cNvSpPr txBox="1"/>
          <p:nvPr/>
        </p:nvSpPr>
        <p:spPr>
          <a:xfrm>
            <a:off x="8791705" y="1276090"/>
            <a:ext cx="3069370" cy="390876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400" b="1" i="0" u="none" strike="noStrike" kern="1200" cap="none" spc="0" normalizeH="0" baseline="0" noProof="0">
                <a:ln>
                  <a:noFill/>
                </a:ln>
                <a:solidFill>
                  <a:srgbClr val="1A1A1A"/>
                </a:solidFill>
                <a:effectLst/>
                <a:uLnTx/>
                <a:uFillTx/>
                <a:latin typeface="Mark OT Book"/>
                <a:ea typeface="+mn-ea"/>
                <a:cs typeface="+mn-cs"/>
              </a:rPr>
              <a:t>Insight &amp; Assumptions</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AU" sz="1200" b="1" i="0" u="none" strike="noStrike" kern="1200" cap="none" spc="0" normalizeH="0" baseline="0" noProof="0">
              <a:ln>
                <a:noFill/>
              </a:ln>
              <a:solidFill>
                <a:srgbClr val="1A1A1A"/>
              </a:solidFill>
              <a:effectLst/>
              <a:uLnTx/>
              <a:uFillTx/>
              <a:latin typeface="Mark OT Book"/>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1A1A1A"/>
                </a:solidFill>
                <a:effectLst/>
                <a:uLnTx/>
                <a:uFillTx/>
                <a:latin typeface="Mark OT Book"/>
                <a:ea typeface="+mn-ea"/>
                <a:cs typeface="+mn-cs"/>
              </a:rPr>
              <a:t>To get to the TDD lights on cost, we have assumed all overheads and a percentage of support squad costs directly funded by TDD</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1A1A1A"/>
              </a:solidFill>
              <a:effectLst/>
              <a:uLnTx/>
              <a:uFillTx/>
              <a:latin typeface="Mark OT Book"/>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1A1A1A"/>
                </a:solidFill>
                <a:effectLst/>
                <a:uLnTx/>
                <a:uFillTx/>
                <a:latin typeface="Mark OT Book"/>
                <a:ea typeface="+mn-ea"/>
                <a:cs typeface="+mn-cs"/>
              </a:rPr>
              <a:t>Significant items account for $9.92m of the gross cost for FY26, all of which can be fully recharged to strategic programs</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1A1A1A"/>
              </a:solidFill>
              <a:effectLst/>
              <a:uLnTx/>
              <a:uFillTx/>
              <a:latin typeface="Mark OT Book"/>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1A1A1A"/>
                </a:solidFill>
                <a:effectLst/>
                <a:uLnTx/>
                <a:uFillTx/>
                <a:latin typeface="Mark OT Book"/>
                <a:ea typeface="+mn-ea"/>
                <a:cs typeface="+mn-cs"/>
              </a:rPr>
              <a:t>A total of 70 vacancies to be hired in FY26 carry a total cost of $4.35m. To ensure budget is met in FY26, vacancy controls will be used to slow down recruitment, to ensure there is priority on business funded work and roles that are critical to the new operating model</a:t>
            </a:r>
          </a:p>
        </p:txBody>
      </p:sp>
    </p:spTree>
    <p:extLst>
      <p:ext uri="{BB962C8B-B14F-4D97-AF65-F5344CB8AC3E}">
        <p14:creationId xmlns:p14="http://schemas.microsoft.com/office/powerpoint/2010/main" val="3495635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50">
          <a:extLst>
            <a:ext uri="{FF2B5EF4-FFF2-40B4-BE49-F238E27FC236}">
              <a16:creationId xmlns:a16="http://schemas.microsoft.com/office/drawing/2014/main" id="{ED5E60FA-AD69-9796-440F-42F752607B44}"/>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9E3D78C-A743-0A54-93E0-98D149570746}"/>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3" name="think-cell data - do not delete" hidden="1">
                        <a:extLst>
                          <a:ext uri="{FF2B5EF4-FFF2-40B4-BE49-F238E27FC236}">
                            <a16:creationId xmlns:a16="http://schemas.microsoft.com/office/drawing/2014/main" id="{D9E3D78C-A743-0A54-93E0-98D14957074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Rectangle 13">
            <a:extLst>
              <a:ext uri="{FF2B5EF4-FFF2-40B4-BE49-F238E27FC236}">
                <a16:creationId xmlns:a16="http://schemas.microsoft.com/office/drawing/2014/main" id="{945766D8-78E8-684D-17FB-C817E7DA9DE9}"/>
              </a:ext>
            </a:extLst>
          </p:cNvPr>
          <p:cNvSpPr/>
          <p:nvPr/>
        </p:nvSpPr>
        <p:spPr>
          <a:xfrm>
            <a:off x="10934700" y="-1485"/>
            <a:ext cx="1257300" cy="21609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a:ln>
                  <a:noFill/>
                </a:ln>
                <a:solidFill>
                  <a:srgbClr val="18249C">
                    <a:lumMod val="50000"/>
                  </a:srgbClr>
                </a:solidFill>
                <a:effectLst/>
                <a:uLnTx/>
                <a:uFillTx/>
                <a:latin typeface="MarkOT" panose="020B0504020201010104"/>
                <a:ea typeface="+mn-ea"/>
                <a:cs typeface="+mn-cs"/>
              </a:rPr>
              <a:t>Draft for discussion</a:t>
            </a:r>
          </a:p>
        </p:txBody>
      </p:sp>
      <p:sp>
        <p:nvSpPr>
          <p:cNvPr id="2451" name="Google Shape;2451;g32ea127f990_0_0">
            <a:extLst>
              <a:ext uri="{FF2B5EF4-FFF2-40B4-BE49-F238E27FC236}">
                <a16:creationId xmlns:a16="http://schemas.microsoft.com/office/drawing/2014/main" id="{07704336-68E1-00EF-EEB3-99EE3A779F6C}"/>
              </a:ext>
            </a:extLst>
          </p:cNvPr>
          <p:cNvSpPr txBox="1"/>
          <p:nvPr/>
        </p:nvSpPr>
        <p:spPr>
          <a:xfrm>
            <a:off x="442913" y="430514"/>
            <a:ext cx="11306100" cy="2760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85000"/>
              </a:lnSpc>
              <a:spcBef>
                <a:spcPts val="0"/>
              </a:spcBef>
              <a:spcAft>
                <a:spcPts val="0"/>
              </a:spcAft>
              <a:buClr>
                <a:srgbClr val="18249C"/>
              </a:buClr>
              <a:buSzPts val="2700"/>
              <a:buFont typeface="Arial"/>
              <a:buNone/>
              <a:tabLst/>
              <a:defRPr/>
            </a:pPr>
            <a:endParaRPr kumimoji="0" lang="en-AU" sz="3200" b="1" i="0" u="none" strike="noStrike" kern="1200" cap="none" spc="0" normalizeH="0" baseline="0" noProof="0">
              <a:ln>
                <a:noFill/>
              </a:ln>
              <a:solidFill>
                <a:srgbClr val="000000"/>
              </a:solidFill>
              <a:effectLst/>
              <a:uLnTx/>
              <a:uFillTx/>
              <a:latin typeface="MarkOT"/>
              <a:ea typeface="Arial"/>
              <a:cs typeface="Arial"/>
              <a:sym typeface="Arial"/>
            </a:endParaRPr>
          </a:p>
        </p:txBody>
      </p:sp>
      <p:sp>
        <p:nvSpPr>
          <p:cNvPr id="13" name="Title 1">
            <a:extLst>
              <a:ext uri="{FF2B5EF4-FFF2-40B4-BE49-F238E27FC236}">
                <a16:creationId xmlns:a16="http://schemas.microsoft.com/office/drawing/2014/main" id="{65E8A6EF-87FD-EF9B-D757-B1F8DBEC5074}"/>
              </a:ext>
            </a:extLst>
          </p:cNvPr>
          <p:cNvSpPr txBox="1">
            <a:spLocks/>
          </p:cNvSpPr>
          <p:nvPr/>
        </p:nvSpPr>
        <p:spPr>
          <a:xfrm>
            <a:off x="442913" y="430514"/>
            <a:ext cx="11306100" cy="350882"/>
          </a:xfrm>
          <a:prstGeom prst="rect">
            <a:avLst/>
          </a:prstGeom>
          <a:noFill/>
          <a:ln>
            <a:noFill/>
          </a:ln>
        </p:spPr>
        <p:txBody>
          <a:bodyPr spcFirstLastPara="1" vert="horz" wrap="square" lIns="0" tIns="0" rIns="0" bIns="0" rtlCol="0" anchor="t" anchorCtr="0">
            <a:noAutofit/>
          </a:bodyPr>
          <a:lstStyle>
            <a:lvl1pPr marR="0" lvl="0" algn="l" defTabSz="914400" rtl="0" eaLnBrk="1" latinLnBrk="0" hangingPunct="1">
              <a:lnSpc>
                <a:spcPct val="85000"/>
              </a:lnSpc>
              <a:spcBef>
                <a:spcPts val="0"/>
              </a:spcBef>
              <a:spcAft>
                <a:spcPts val="0"/>
              </a:spcAft>
              <a:buClr>
                <a:schemeClr val="accent1"/>
              </a:buClr>
              <a:buSzPts val="2700"/>
              <a:buNone/>
              <a:defRPr sz="2700" b="1" i="0" u="none" strike="noStrike" kern="1200" cap="none">
                <a:solidFill>
                  <a:schemeClr val="accent1"/>
                </a:solidFill>
                <a:latin typeface="Arial" panose="020B0604020202020204" pitchFamily="34" charset="0"/>
                <a:ea typeface="+mj-ea"/>
                <a:cs typeface="Arial" panose="020B0604020202020204" pitchFamily="34" charset="0"/>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pPr marL="0" marR="0" lvl="0" indent="0" algn="l" defTabSz="914400" rtl="0" eaLnBrk="1" fontAlgn="auto" latinLnBrk="0" hangingPunct="1">
              <a:lnSpc>
                <a:spcPct val="85000"/>
              </a:lnSpc>
              <a:spcBef>
                <a:spcPts val="0"/>
              </a:spcBef>
              <a:spcAft>
                <a:spcPts val="0"/>
              </a:spcAft>
              <a:buClr>
                <a:srgbClr val="18249C"/>
              </a:buClr>
              <a:buSzPts val="2700"/>
              <a:buFontTx/>
              <a:buNone/>
              <a:tabLst/>
              <a:defRPr/>
            </a:pPr>
            <a:r>
              <a:rPr kumimoji="0" lang="en-US" sz="2400" b="0" i="0" u="none" strike="noStrike" kern="1200" cap="none" spc="0" normalizeH="0" baseline="0" noProof="0">
                <a:ln>
                  <a:noFill/>
                </a:ln>
                <a:solidFill>
                  <a:srgbClr val="000000"/>
                </a:solidFill>
                <a:effectLst/>
                <a:uLnTx/>
                <a:uFillTx/>
                <a:latin typeface="MarkOT"/>
                <a:ea typeface="+mj-ea"/>
                <a:cs typeface="Arial"/>
              </a:rPr>
              <a:t>Vacancy controls will be used to determine when and how vacancies are recruited in the new operating model</a:t>
            </a:r>
          </a:p>
        </p:txBody>
      </p:sp>
      <p:sp>
        <p:nvSpPr>
          <p:cNvPr id="15" name="TextBox 14">
            <a:extLst>
              <a:ext uri="{FF2B5EF4-FFF2-40B4-BE49-F238E27FC236}">
                <a16:creationId xmlns:a16="http://schemas.microsoft.com/office/drawing/2014/main" id="{79E447C9-07AA-F39C-D266-6DCBC065B6CB}"/>
              </a:ext>
            </a:extLst>
          </p:cNvPr>
          <p:cNvSpPr txBox="1"/>
          <p:nvPr/>
        </p:nvSpPr>
        <p:spPr>
          <a:xfrm>
            <a:off x="967356" y="5805803"/>
            <a:ext cx="5621731" cy="123111"/>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AU" sz="800" b="0" i="0" u="none" strike="noStrike" kern="1200" cap="none" spc="0" normalizeH="0" baseline="0" noProof="0">
                <a:ln>
                  <a:noFill/>
                </a:ln>
                <a:solidFill>
                  <a:srgbClr val="5F5F5F"/>
                </a:solidFill>
                <a:effectLst/>
                <a:uLnTx/>
                <a:uFillTx/>
                <a:latin typeface="MarkOT" panose="020B0504020201010104" pitchFamily="34" charset="0"/>
                <a:ea typeface="+mn-ea"/>
                <a:cs typeface="+mn-cs"/>
              </a:rPr>
              <a:t>Hires per month, navy 2026, light blue 2027; red line is people cost landing in FY26 second half</a:t>
            </a:r>
          </a:p>
        </p:txBody>
      </p:sp>
      <p:graphicFrame>
        <p:nvGraphicFramePr>
          <p:cNvPr id="5" name="Table 4">
            <a:extLst>
              <a:ext uri="{FF2B5EF4-FFF2-40B4-BE49-F238E27FC236}">
                <a16:creationId xmlns:a16="http://schemas.microsoft.com/office/drawing/2014/main" id="{7937EBF3-BD28-F3DD-96C5-2C77DBA61A57}"/>
              </a:ext>
            </a:extLst>
          </p:cNvPr>
          <p:cNvGraphicFramePr>
            <a:graphicFrameLocks noGrp="1"/>
          </p:cNvGraphicFramePr>
          <p:nvPr/>
        </p:nvGraphicFramePr>
        <p:xfrm>
          <a:off x="460572" y="1206190"/>
          <a:ext cx="7245998" cy="1240536"/>
        </p:xfrm>
        <a:graphic>
          <a:graphicData uri="http://schemas.openxmlformats.org/drawingml/2006/table">
            <a:tbl>
              <a:tblPr>
                <a:tableStyleId>{5C22544A-7EE6-4342-B048-85BDC9FD1C3A}</a:tableStyleId>
              </a:tblPr>
              <a:tblGrid>
                <a:gridCol w="2804903">
                  <a:extLst>
                    <a:ext uri="{9D8B030D-6E8A-4147-A177-3AD203B41FA5}">
                      <a16:colId xmlns:a16="http://schemas.microsoft.com/office/drawing/2014/main" val="20000"/>
                    </a:ext>
                  </a:extLst>
                </a:gridCol>
                <a:gridCol w="934967">
                  <a:extLst>
                    <a:ext uri="{9D8B030D-6E8A-4147-A177-3AD203B41FA5}">
                      <a16:colId xmlns:a16="http://schemas.microsoft.com/office/drawing/2014/main" val="20001"/>
                    </a:ext>
                  </a:extLst>
                </a:gridCol>
                <a:gridCol w="1168709">
                  <a:extLst>
                    <a:ext uri="{9D8B030D-6E8A-4147-A177-3AD203B41FA5}">
                      <a16:colId xmlns:a16="http://schemas.microsoft.com/office/drawing/2014/main" val="20002"/>
                    </a:ext>
                  </a:extLst>
                </a:gridCol>
                <a:gridCol w="1285580">
                  <a:extLst>
                    <a:ext uri="{9D8B030D-6E8A-4147-A177-3AD203B41FA5}">
                      <a16:colId xmlns:a16="http://schemas.microsoft.com/office/drawing/2014/main" val="20003"/>
                    </a:ext>
                  </a:extLst>
                </a:gridCol>
                <a:gridCol w="1051839">
                  <a:extLst>
                    <a:ext uri="{9D8B030D-6E8A-4147-A177-3AD203B41FA5}">
                      <a16:colId xmlns:a16="http://schemas.microsoft.com/office/drawing/2014/main" val="20004"/>
                    </a:ext>
                  </a:extLst>
                </a:gridCol>
              </a:tblGrid>
              <a:tr h="336363">
                <a:tc>
                  <a:txBody>
                    <a:bodyPr/>
                    <a:lstStyle/>
                    <a:p>
                      <a:pPr algn="l"/>
                      <a:r>
                        <a:rPr lang="en-AU" sz="1100" b="1">
                          <a:solidFill>
                            <a:srgbClr val="FFFFFF"/>
                          </a:solidFill>
                          <a:latin typeface="MarkOTBold"/>
                        </a:rPr>
                        <a:t>Vacancy Decision</a:t>
                      </a:r>
                      <a:endParaRPr sz="1100" b="1">
                        <a:solidFill>
                          <a:srgbClr val="FFFFFF"/>
                        </a:solidFill>
                        <a:latin typeface="MarkOTBold"/>
                      </a:endParaRPr>
                    </a:p>
                  </a:txBody>
                  <a:tcPr marL="36576" marR="36576" marT="13716" marB="13716">
                    <a:solidFill>
                      <a:srgbClr val="18249C"/>
                    </a:solidFill>
                  </a:tcPr>
                </a:tc>
                <a:tc>
                  <a:txBody>
                    <a:bodyPr/>
                    <a:lstStyle/>
                    <a:p>
                      <a:pPr algn="ctr"/>
                      <a:r>
                        <a:rPr sz="1100" b="1">
                          <a:solidFill>
                            <a:srgbClr val="FFFFFF"/>
                          </a:solidFill>
                          <a:latin typeface="MarkOTBold"/>
                        </a:rPr>
                        <a:t>Roles</a:t>
                      </a:r>
                    </a:p>
                  </a:txBody>
                  <a:tcPr marL="36576" marR="36576" marT="13716" marB="13716">
                    <a:solidFill>
                      <a:srgbClr val="18249C"/>
                    </a:solidFill>
                  </a:tcPr>
                </a:tc>
                <a:tc>
                  <a:txBody>
                    <a:bodyPr/>
                    <a:lstStyle/>
                    <a:p>
                      <a:pPr algn="ctr"/>
                      <a:r>
                        <a:rPr sz="1100" b="1">
                          <a:solidFill>
                            <a:srgbClr val="FFFFFF"/>
                          </a:solidFill>
                          <a:latin typeface="MarkOTBold"/>
                        </a:rPr>
                        <a:t>Full cost ($m)</a:t>
                      </a:r>
                    </a:p>
                  </a:txBody>
                  <a:tcPr marL="36576" marR="36576" marT="13716" marB="13716">
                    <a:solidFill>
                      <a:srgbClr val="18249C"/>
                    </a:solidFill>
                  </a:tcPr>
                </a:tc>
                <a:tc>
                  <a:txBody>
                    <a:bodyPr/>
                    <a:lstStyle/>
                    <a:p>
                      <a:pPr algn="ctr"/>
                      <a:r>
                        <a:rPr lang="en-AU" sz="1100" b="1">
                          <a:solidFill>
                            <a:srgbClr val="FFFFFF"/>
                          </a:solidFill>
                          <a:latin typeface="MarkOTBold"/>
                        </a:rPr>
                        <a:t>Planned spend ($m)</a:t>
                      </a:r>
                      <a:endParaRPr sz="1100" b="1">
                        <a:solidFill>
                          <a:srgbClr val="FFFFFF"/>
                        </a:solidFill>
                        <a:latin typeface="MarkOTBold"/>
                      </a:endParaRPr>
                    </a:p>
                  </a:txBody>
                  <a:tcPr marL="36576" marR="36576" marT="13716" marB="13716">
                    <a:solidFill>
                      <a:srgbClr val="18249C"/>
                    </a:solidFill>
                  </a:tcPr>
                </a:tc>
                <a:tc>
                  <a:txBody>
                    <a:bodyPr/>
                    <a:lstStyle/>
                    <a:p>
                      <a:pPr algn="ctr"/>
                      <a:r>
                        <a:rPr lang="en-AU" sz="1100" b="1">
                          <a:solidFill>
                            <a:srgbClr val="FFFFFF"/>
                          </a:solidFill>
                          <a:latin typeface="MarkOTBold"/>
                        </a:rPr>
                        <a:t>Cost reduction ($m)</a:t>
                      </a:r>
                    </a:p>
                  </a:txBody>
                  <a:tcPr marL="36576" marR="36576" marT="13716" marB="13716">
                    <a:solidFill>
                      <a:srgbClr val="18249C"/>
                    </a:solidFill>
                  </a:tcPr>
                </a:tc>
                <a:extLst>
                  <a:ext uri="{0D108BD9-81ED-4DB2-BD59-A6C34878D82A}">
                    <a16:rowId xmlns:a16="http://schemas.microsoft.com/office/drawing/2014/main" val="10000"/>
                  </a:ext>
                </a:extLst>
              </a:tr>
              <a:tr h="219456">
                <a:tc>
                  <a:txBody>
                    <a:bodyPr/>
                    <a:lstStyle/>
                    <a:p>
                      <a:pPr algn="l"/>
                      <a:r>
                        <a:rPr lang="en-AU" sz="1000" b="0">
                          <a:solidFill>
                            <a:srgbClr val="000000"/>
                          </a:solidFill>
                          <a:latin typeface="+mn-lt"/>
                        </a:rPr>
                        <a:t>To be hired</a:t>
                      </a:r>
                    </a:p>
                  </a:txBody>
                  <a:tcPr marL="36576" marR="36576" marT="13716" marB="13716">
                    <a:solidFill>
                      <a:srgbClr val="F2F2F2"/>
                    </a:solidFill>
                  </a:tcPr>
                </a:tc>
                <a:tc>
                  <a:txBody>
                    <a:bodyPr/>
                    <a:lstStyle/>
                    <a:p>
                      <a:pPr algn="ctr"/>
                      <a:r>
                        <a:rPr sz="1000" b="0">
                          <a:solidFill>
                            <a:srgbClr val="000000"/>
                          </a:solidFill>
                          <a:latin typeface="+mn-lt"/>
                        </a:rPr>
                        <a:t>66</a:t>
                      </a:r>
                    </a:p>
                  </a:txBody>
                  <a:tcPr marL="36576" marR="36576" marT="13716" marB="13716">
                    <a:solidFill>
                      <a:srgbClr val="F2F2F2"/>
                    </a:solidFill>
                  </a:tcPr>
                </a:tc>
                <a:tc>
                  <a:txBody>
                    <a:bodyPr/>
                    <a:lstStyle/>
                    <a:p>
                      <a:pPr algn="ctr"/>
                      <a:r>
                        <a:rPr sz="1000" b="0">
                          <a:solidFill>
                            <a:srgbClr val="000000"/>
                          </a:solidFill>
                          <a:latin typeface="+mn-lt"/>
                        </a:rPr>
                        <a:t>15.23</a:t>
                      </a:r>
                    </a:p>
                  </a:txBody>
                  <a:tcPr marL="36576" marR="36576" marT="13716" marB="13716">
                    <a:solidFill>
                      <a:srgbClr val="F2F2F2"/>
                    </a:solidFill>
                  </a:tcPr>
                </a:tc>
                <a:tc>
                  <a:txBody>
                    <a:bodyPr/>
                    <a:lstStyle/>
                    <a:p>
                      <a:pPr algn="ctr"/>
                      <a:r>
                        <a:rPr lang="en-AU" sz="1000" b="0">
                          <a:solidFill>
                            <a:srgbClr val="000000"/>
                          </a:solidFill>
                          <a:latin typeface="+mn-lt"/>
                        </a:rPr>
                        <a:t>15.23</a:t>
                      </a:r>
                    </a:p>
                  </a:txBody>
                  <a:tcPr marL="36576" marR="36576" marT="13716" marB="13716">
                    <a:solidFill>
                      <a:srgbClr val="F2F2F2"/>
                    </a:solidFill>
                  </a:tcPr>
                </a:tc>
                <a:tc>
                  <a:txBody>
                    <a:bodyPr/>
                    <a:lstStyle/>
                    <a:p>
                      <a:pPr algn="ctr"/>
                      <a:r>
                        <a:rPr sz="1000" b="0">
                          <a:solidFill>
                            <a:srgbClr val="000000"/>
                          </a:solidFill>
                          <a:latin typeface="+mn-lt"/>
                        </a:rPr>
                        <a:t>0</a:t>
                      </a:r>
                    </a:p>
                  </a:txBody>
                  <a:tcPr marL="36576" marR="36576" marT="13716" marB="13716">
                    <a:solidFill>
                      <a:srgbClr val="F2F2F2"/>
                    </a:solidFill>
                  </a:tcPr>
                </a:tc>
                <a:extLst>
                  <a:ext uri="{0D108BD9-81ED-4DB2-BD59-A6C34878D82A}">
                    <a16:rowId xmlns:a16="http://schemas.microsoft.com/office/drawing/2014/main" val="10001"/>
                  </a:ext>
                </a:extLst>
              </a:tr>
              <a:tr h="219456">
                <a:tc>
                  <a:txBody>
                    <a:bodyPr/>
                    <a:lstStyle/>
                    <a:p>
                      <a:pPr algn="l"/>
                      <a:r>
                        <a:rPr lang="en-US" sz="1000" b="0">
                          <a:solidFill>
                            <a:srgbClr val="000000"/>
                          </a:solidFill>
                          <a:latin typeface="+mn-lt"/>
                        </a:rPr>
                        <a:t>Offshore at the lower rate</a:t>
                      </a:r>
                    </a:p>
                  </a:txBody>
                  <a:tcPr marL="36576" marR="36576" marT="13716" marB="13716">
                    <a:solidFill>
                      <a:srgbClr val="FFFFFF"/>
                    </a:solidFill>
                  </a:tcPr>
                </a:tc>
                <a:tc>
                  <a:txBody>
                    <a:bodyPr/>
                    <a:lstStyle/>
                    <a:p>
                      <a:pPr algn="ctr"/>
                      <a:r>
                        <a:rPr sz="1000" b="0">
                          <a:solidFill>
                            <a:srgbClr val="000000"/>
                          </a:solidFill>
                          <a:latin typeface="+mn-lt"/>
                        </a:rPr>
                        <a:t>31</a:t>
                      </a:r>
                    </a:p>
                  </a:txBody>
                  <a:tcPr marL="36576" marR="36576" marT="13716" marB="13716">
                    <a:solidFill>
                      <a:srgbClr val="FFFFFF"/>
                    </a:solidFill>
                  </a:tcPr>
                </a:tc>
                <a:tc>
                  <a:txBody>
                    <a:bodyPr/>
                    <a:lstStyle/>
                    <a:p>
                      <a:pPr algn="ctr"/>
                      <a:r>
                        <a:rPr sz="1000" b="0">
                          <a:solidFill>
                            <a:srgbClr val="000000"/>
                          </a:solidFill>
                          <a:latin typeface="+mn-lt"/>
                        </a:rPr>
                        <a:t>5.32</a:t>
                      </a:r>
                    </a:p>
                  </a:txBody>
                  <a:tcPr marL="36576" marR="36576" marT="13716" marB="13716">
                    <a:solidFill>
                      <a:srgbClr val="FFFFFF"/>
                    </a:solidFill>
                  </a:tcPr>
                </a:tc>
                <a:tc>
                  <a:txBody>
                    <a:bodyPr/>
                    <a:lstStyle/>
                    <a:p>
                      <a:pPr algn="ctr"/>
                      <a:r>
                        <a:rPr sz="1000" b="0">
                          <a:solidFill>
                            <a:srgbClr val="000000"/>
                          </a:solidFill>
                          <a:latin typeface="+mn-lt"/>
                        </a:rPr>
                        <a:t>2.11</a:t>
                      </a:r>
                    </a:p>
                  </a:txBody>
                  <a:tcPr marL="36576" marR="36576" marT="13716" marB="13716">
                    <a:solidFill>
                      <a:srgbClr val="FFFFFF"/>
                    </a:solidFill>
                  </a:tcPr>
                </a:tc>
                <a:tc>
                  <a:txBody>
                    <a:bodyPr/>
                    <a:lstStyle/>
                    <a:p>
                      <a:pPr algn="ctr"/>
                      <a:r>
                        <a:rPr sz="1000" b="0">
                          <a:solidFill>
                            <a:srgbClr val="000000"/>
                          </a:solidFill>
                          <a:latin typeface="+mn-lt"/>
                        </a:rPr>
                        <a:t>3.21</a:t>
                      </a:r>
                    </a:p>
                  </a:txBody>
                  <a:tcPr marL="36576" marR="36576" marT="13716" marB="13716">
                    <a:solidFill>
                      <a:srgbClr val="FFFFFF"/>
                    </a:solidFill>
                  </a:tcPr>
                </a:tc>
                <a:extLst>
                  <a:ext uri="{0D108BD9-81ED-4DB2-BD59-A6C34878D82A}">
                    <a16:rowId xmlns:a16="http://schemas.microsoft.com/office/drawing/2014/main" val="10002"/>
                  </a:ext>
                </a:extLst>
              </a:tr>
              <a:tr h="219456">
                <a:tc>
                  <a:txBody>
                    <a:bodyPr/>
                    <a:lstStyle/>
                    <a:p>
                      <a:pPr algn="l"/>
                      <a:r>
                        <a:rPr lang="en-US" sz="1000" b="0">
                          <a:solidFill>
                            <a:srgbClr val="000000"/>
                          </a:solidFill>
                          <a:latin typeface="+mn-lt"/>
                        </a:rPr>
                        <a:t>Delayed until productivity is realised</a:t>
                      </a:r>
                    </a:p>
                  </a:txBody>
                  <a:tcPr marL="36576" marR="36576" marT="13716" marB="13716">
                    <a:solidFill>
                      <a:srgbClr val="F2F2F2"/>
                    </a:solidFill>
                  </a:tcPr>
                </a:tc>
                <a:tc>
                  <a:txBody>
                    <a:bodyPr/>
                    <a:lstStyle/>
                    <a:p>
                      <a:pPr algn="ctr"/>
                      <a:r>
                        <a:rPr sz="1000" b="0">
                          <a:solidFill>
                            <a:srgbClr val="000000"/>
                          </a:solidFill>
                          <a:latin typeface="+mn-lt"/>
                        </a:rPr>
                        <a:t>30</a:t>
                      </a:r>
                    </a:p>
                  </a:txBody>
                  <a:tcPr marL="36576" marR="36576" marT="13716" marB="13716">
                    <a:solidFill>
                      <a:srgbClr val="F2F2F2"/>
                    </a:solidFill>
                  </a:tcPr>
                </a:tc>
                <a:tc>
                  <a:txBody>
                    <a:bodyPr/>
                    <a:lstStyle/>
                    <a:p>
                      <a:pPr algn="ctr"/>
                      <a:r>
                        <a:rPr sz="1000" b="0">
                          <a:solidFill>
                            <a:srgbClr val="000000"/>
                          </a:solidFill>
                          <a:latin typeface="+mn-lt"/>
                        </a:rPr>
                        <a:t>5.89</a:t>
                      </a:r>
                    </a:p>
                  </a:txBody>
                  <a:tcPr marL="36576" marR="36576" marT="13716" marB="13716">
                    <a:solidFill>
                      <a:srgbClr val="F2F2F2"/>
                    </a:solidFill>
                  </a:tcPr>
                </a:tc>
                <a:tc>
                  <a:txBody>
                    <a:bodyPr/>
                    <a:lstStyle/>
                    <a:p>
                      <a:pPr algn="ctr"/>
                      <a:r>
                        <a:rPr sz="1000" b="0">
                          <a:solidFill>
                            <a:srgbClr val="000000"/>
                          </a:solidFill>
                          <a:latin typeface="+mn-lt"/>
                        </a:rPr>
                        <a:t>0.00</a:t>
                      </a:r>
                    </a:p>
                  </a:txBody>
                  <a:tcPr marL="36576" marR="36576" marT="13716" marB="13716">
                    <a:solidFill>
                      <a:srgbClr val="F2F2F2"/>
                    </a:solidFill>
                  </a:tcPr>
                </a:tc>
                <a:tc>
                  <a:txBody>
                    <a:bodyPr/>
                    <a:lstStyle/>
                    <a:p>
                      <a:pPr algn="ctr"/>
                      <a:r>
                        <a:rPr sz="1000" b="0">
                          <a:solidFill>
                            <a:srgbClr val="000000"/>
                          </a:solidFill>
                          <a:latin typeface="+mn-lt"/>
                        </a:rPr>
                        <a:t>5.89</a:t>
                      </a:r>
                    </a:p>
                  </a:txBody>
                  <a:tcPr marL="36576" marR="36576" marT="13716" marB="13716">
                    <a:solidFill>
                      <a:srgbClr val="F2F2F2"/>
                    </a:solidFill>
                  </a:tcPr>
                </a:tc>
                <a:extLst>
                  <a:ext uri="{0D108BD9-81ED-4DB2-BD59-A6C34878D82A}">
                    <a16:rowId xmlns:a16="http://schemas.microsoft.com/office/drawing/2014/main" val="10003"/>
                  </a:ext>
                </a:extLst>
              </a:tr>
              <a:tr h="219456">
                <a:tc>
                  <a:txBody>
                    <a:bodyPr/>
                    <a:lstStyle/>
                    <a:p>
                      <a:pPr algn="l"/>
                      <a:r>
                        <a:rPr lang="en-AU" sz="1000" b="1">
                          <a:solidFill>
                            <a:srgbClr val="000000"/>
                          </a:solidFill>
                          <a:latin typeface="+mn-lt"/>
                        </a:rPr>
                        <a:t>All open vacancies</a:t>
                      </a:r>
                    </a:p>
                  </a:txBody>
                  <a:tcPr marL="36576" marR="36576" marT="13716" marB="13716">
                    <a:solidFill>
                      <a:srgbClr val="E0E0E0"/>
                    </a:solidFill>
                  </a:tcPr>
                </a:tc>
                <a:tc>
                  <a:txBody>
                    <a:bodyPr/>
                    <a:lstStyle/>
                    <a:p>
                      <a:pPr algn="ctr"/>
                      <a:r>
                        <a:rPr sz="1000" b="1">
                          <a:solidFill>
                            <a:srgbClr val="000000"/>
                          </a:solidFill>
                          <a:latin typeface="+mn-lt"/>
                        </a:rPr>
                        <a:t>127</a:t>
                      </a:r>
                    </a:p>
                  </a:txBody>
                  <a:tcPr marL="36576" marR="36576" marT="13716" marB="13716">
                    <a:solidFill>
                      <a:srgbClr val="E0E0E0"/>
                    </a:solidFill>
                  </a:tcPr>
                </a:tc>
                <a:tc>
                  <a:txBody>
                    <a:bodyPr/>
                    <a:lstStyle/>
                    <a:p>
                      <a:pPr algn="ctr"/>
                      <a:r>
                        <a:rPr sz="1000" b="1">
                          <a:solidFill>
                            <a:srgbClr val="000000"/>
                          </a:solidFill>
                          <a:latin typeface="+mn-lt"/>
                        </a:rPr>
                        <a:t>26.44</a:t>
                      </a:r>
                    </a:p>
                  </a:txBody>
                  <a:tcPr marL="36576" marR="36576" marT="13716" marB="13716">
                    <a:solidFill>
                      <a:srgbClr val="E0E0E0"/>
                    </a:solidFill>
                  </a:tcPr>
                </a:tc>
                <a:tc>
                  <a:txBody>
                    <a:bodyPr/>
                    <a:lstStyle/>
                    <a:p>
                      <a:pPr algn="ctr"/>
                      <a:r>
                        <a:rPr sz="1000" b="1">
                          <a:solidFill>
                            <a:srgbClr val="000000"/>
                          </a:solidFill>
                          <a:latin typeface="+mn-lt"/>
                        </a:rPr>
                        <a:t>1</a:t>
                      </a:r>
                      <a:r>
                        <a:rPr lang="en-AU" sz="1000" b="1">
                          <a:solidFill>
                            <a:srgbClr val="000000"/>
                          </a:solidFill>
                          <a:latin typeface="+mn-lt"/>
                        </a:rPr>
                        <a:t>7.34</a:t>
                      </a:r>
                      <a:endParaRPr sz="1000" b="1">
                        <a:solidFill>
                          <a:srgbClr val="000000"/>
                        </a:solidFill>
                        <a:latin typeface="+mn-lt"/>
                      </a:endParaRPr>
                    </a:p>
                  </a:txBody>
                  <a:tcPr marL="36576" marR="36576" marT="13716" marB="13716">
                    <a:solidFill>
                      <a:srgbClr val="E0E0E0"/>
                    </a:solidFill>
                  </a:tcPr>
                </a:tc>
                <a:tc>
                  <a:txBody>
                    <a:bodyPr/>
                    <a:lstStyle/>
                    <a:p>
                      <a:pPr algn="ctr"/>
                      <a:r>
                        <a:rPr lang="en-AU" sz="1000" b="1" dirty="0">
                          <a:solidFill>
                            <a:srgbClr val="000000"/>
                          </a:solidFill>
                          <a:latin typeface="+mn-lt"/>
                        </a:rPr>
                        <a:t>9.1</a:t>
                      </a:r>
                      <a:endParaRPr sz="1000" b="1" dirty="0">
                        <a:solidFill>
                          <a:srgbClr val="000000"/>
                        </a:solidFill>
                        <a:latin typeface="+mn-lt"/>
                      </a:endParaRPr>
                    </a:p>
                  </a:txBody>
                  <a:tcPr marL="36576" marR="36576" marT="13716" marB="13716">
                    <a:solidFill>
                      <a:srgbClr val="E0E0E0"/>
                    </a:solidFill>
                  </a:tcPr>
                </a:tc>
                <a:extLst>
                  <a:ext uri="{0D108BD9-81ED-4DB2-BD59-A6C34878D82A}">
                    <a16:rowId xmlns:a16="http://schemas.microsoft.com/office/drawing/2014/main" val="10004"/>
                  </a:ext>
                </a:extLst>
              </a:tr>
            </a:tbl>
          </a:graphicData>
        </a:graphic>
      </p:graphicFrame>
      <p:sp>
        <p:nvSpPr>
          <p:cNvPr id="6" name="TextBox 5">
            <a:extLst>
              <a:ext uri="{FF2B5EF4-FFF2-40B4-BE49-F238E27FC236}">
                <a16:creationId xmlns:a16="http://schemas.microsoft.com/office/drawing/2014/main" id="{C1A9EB80-0E99-7603-970B-86864A8DF622}"/>
              </a:ext>
            </a:extLst>
          </p:cNvPr>
          <p:cNvSpPr txBox="1"/>
          <p:nvPr/>
        </p:nvSpPr>
        <p:spPr>
          <a:xfrm>
            <a:off x="8341039" y="1136041"/>
            <a:ext cx="3316416" cy="5262979"/>
          </a:xfrm>
          <a:prstGeom prst="rect">
            <a:avLst/>
          </a:prstGeom>
          <a:ln>
            <a:noFill/>
          </a:ln>
        </p:spPr>
        <p:style>
          <a:lnRef idx="2">
            <a:schemeClr val="accent6"/>
          </a:lnRef>
          <a:fillRef idx="1">
            <a:schemeClr val="lt1"/>
          </a:fillRef>
          <a:effectRef idx="0">
            <a:schemeClr val="accent6"/>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600" b="1" i="0" u="none" strike="noStrike" kern="1200" cap="none" spc="0" normalizeH="0" baseline="0" noProof="0" dirty="0">
                <a:ln>
                  <a:noFill/>
                </a:ln>
                <a:solidFill>
                  <a:srgbClr val="1A1A1A"/>
                </a:solidFill>
                <a:effectLst/>
                <a:uLnTx/>
                <a:uFillTx/>
                <a:latin typeface="Mark OT Book"/>
                <a:ea typeface="+mn-ea"/>
                <a:cs typeface="+mn-cs"/>
              </a:rPr>
              <a:t>Insight</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AU" sz="1400" b="1" i="0" u="none" strike="noStrike" kern="1200" cap="none" spc="0" normalizeH="0" baseline="0" noProof="0" dirty="0">
              <a:ln>
                <a:noFill/>
              </a:ln>
              <a:solidFill>
                <a:srgbClr val="1A1A1A"/>
              </a:solidFill>
              <a:effectLst/>
              <a:uLnTx/>
              <a:uFillTx/>
              <a:latin typeface="Mark OT Book"/>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Mark OT Book"/>
                <a:ea typeface="+mn-ea"/>
                <a:cs typeface="+mn-cs"/>
              </a:rPr>
              <a:t>Of the 97 vacant roles to be hired, 70 are planned to be recruited for and hired within FY26, carrying a cost of $4.35m</a:t>
            </a: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Mark OT Book"/>
                <a:ea typeface="+mn-ea"/>
                <a:cs typeface="+mn-cs"/>
              </a:rPr>
              <a:t>The following vacancy controls will be </a:t>
            </a:r>
            <a:r>
              <a:rPr kumimoji="0" lang="en-US" sz="1400" b="0" i="0" u="none" strike="noStrike" kern="1200" cap="none" spc="0" normalizeH="0" baseline="0" noProof="0" dirty="0" err="1">
                <a:ln>
                  <a:noFill/>
                </a:ln>
                <a:solidFill>
                  <a:srgbClr val="1A1A1A"/>
                </a:solidFill>
                <a:effectLst/>
                <a:uLnTx/>
                <a:uFillTx/>
                <a:latin typeface="Mark OT Book"/>
                <a:ea typeface="+mn-ea"/>
                <a:cs typeface="+mn-cs"/>
              </a:rPr>
              <a:t>utilised</a:t>
            </a:r>
            <a:r>
              <a:rPr kumimoji="0" lang="en-US" sz="1400" b="0" i="0" u="none" strike="noStrike" kern="1200" cap="none" spc="0" normalizeH="0" baseline="0" noProof="0" dirty="0">
                <a:ln>
                  <a:noFill/>
                </a:ln>
                <a:solidFill>
                  <a:srgbClr val="1A1A1A"/>
                </a:solidFill>
                <a:effectLst/>
                <a:uLnTx/>
                <a:uFillTx/>
                <a:latin typeface="Mark OT Book"/>
                <a:ea typeface="+mn-ea"/>
                <a:cs typeface="+mn-cs"/>
              </a:rPr>
              <a:t> to ensure TDD stays within the FY26 &amp; FY27 budgets: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400" b="0" i="0" u="none" strike="noStrike" kern="1200" cap="none" spc="0" normalizeH="0" baseline="0" noProof="0" dirty="0">
                <a:ln>
                  <a:noFill/>
                </a:ln>
                <a:solidFill>
                  <a:srgbClr val="000000"/>
                </a:solidFill>
                <a:effectLst/>
                <a:uLnTx/>
                <a:uFillTx/>
                <a:latin typeface="Mark OT Book"/>
                <a:ea typeface="+mn-ea"/>
                <a:cs typeface="+mn-cs"/>
              </a:rPr>
              <a:t>Critical for business funded initiatives</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400" b="0" i="0" u="none" strike="noStrike" kern="1200" cap="none" spc="0" normalizeH="0" baseline="0" noProof="0" dirty="0">
                <a:ln>
                  <a:noFill/>
                </a:ln>
                <a:solidFill>
                  <a:srgbClr val="000000"/>
                </a:solidFill>
                <a:effectLst/>
                <a:uLnTx/>
                <a:uFillTx/>
                <a:latin typeface="Mark OT Book"/>
                <a:ea typeface="+mn-ea"/>
                <a:cs typeface="+mn-cs"/>
              </a:rPr>
              <a:t>Critical Lights on</a:t>
            </a: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400" b="0" i="0" u="none" strike="noStrike" kern="1200" cap="none" spc="0" normalizeH="0" baseline="0" noProof="0" dirty="0">
                <a:ln>
                  <a:noFill/>
                </a:ln>
                <a:solidFill>
                  <a:srgbClr val="000000"/>
                </a:solidFill>
                <a:effectLst/>
                <a:uLnTx/>
                <a:uFillTx/>
                <a:latin typeface="Mark OT Book"/>
                <a:ea typeface="+mn-ea"/>
                <a:cs typeface="+mn-cs"/>
              </a:rPr>
              <a:t>Critical to Op-Model</a:t>
            </a:r>
            <a:endParaRPr kumimoji="0" lang="en-AU" sz="24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742950" marR="0" lvl="1"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AU" sz="1400" b="0" i="0" u="none" strike="noStrike" kern="1200" cap="none" spc="0" normalizeH="0" baseline="0" noProof="0" dirty="0">
                <a:ln>
                  <a:noFill/>
                </a:ln>
                <a:solidFill>
                  <a:srgbClr val="000000"/>
                </a:solidFill>
                <a:effectLst/>
                <a:uLnTx/>
                <a:uFillTx/>
                <a:latin typeface="Mark OT Book"/>
                <a:ea typeface="+mn-ea"/>
                <a:cs typeface="+mn-cs"/>
              </a:rPr>
              <a:t>Complete Squad Archetype</a:t>
            </a:r>
          </a:p>
          <a:p>
            <a:pPr marL="457200" marR="0" lvl="1" indent="0" algn="l" defTabSz="914400" rtl="0" eaLnBrk="1" fontAlgn="auto" latinLnBrk="0" hangingPunct="1">
              <a:lnSpc>
                <a:spcPct val="100000"/>
              </a:lnSpc>
              <a:spcBef>
                <a:spcPts val="0"/>
              </a:spcBef>
              <a:spcAft>
                <a:spcPts val="600"/>
              </a:spcAft>
              <a:buClrTx/>
              <a:buSzTx/>
              <a:buFontTx/>
              <a:buNone/>
              <a:tabLst/>
              <a:defRPr/>
            </a:pPr>
            <a:endParaRPr kumimoji="0" lang="en-AU" sz="1400" b="0" i="0" u="none" strike="noStrike" kern="1200" cap="none" spc="0" normalizeH="0" baseline="0" noProof="0" dirty="0">
              <a:ln>
                <a:noFill/>
              </a:ln>
              <a:solidFill>
                <a:srgbClr val="000000"/>
              </a:solidFill>
              <a:effectLst/>
              <a:uLnTx/>
              <a:uFillTx/>
              <a:latin typeface="Arial" panose="020B0604020202020204" pitchFamily="34" charset="0"/>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Mark OT Book"/>
                <a:ea typeface="+mn-ea"/>
                <a:cs typeface="+mn-cs"/>
              </a:rPr>
              <a:t>Of the 97 roles that are vacant and will be filled, 31 will be offshored, providing a cost avoidance of $3.21m (offshore rates assumed at 40% of the fully loaded AUD onshore cost)</a:t>
            </a:r>
          </a:p>
        </p:txBody>
      </p:sp>
      <p:graphicFrame>
        <p:nvGraphicFramePr>
          <p:cNvPr id="4" name="HiringRamp">
            <a:extLst>
              <a:ext uri="{FF2B5EF4-FFF2-40B4-BE49-F238E27FC236}">
                <a16:creationId xmlns:a16="http://schemas.microsoft.com/office/drawing/2014/main" id="{775B8F10-8E34-8D18-B093-4ED1C84D570F}"/>
              </a:ext>
            </a:extLst>
          </p:cNvPr>
          <p:cNvGraphicFramePr>
            <a:graphicFrameLocks noGrp="1"/>
          </p:cNvGraphicFramePr>
          <p:nvPr/>
        </p:nvGraphicFramePr>
        <p:xfrm>
          <a:off x="263435" y="2637074"/>
          <a:ext cx="7201628" cy="3291840"/>
        </p:xfrm>
        <a:graphic>
          <a:graphicData uri="http://schemas.openxmlformats.org/drawingml/2006/chart">
            <c:chart xmlns:c="http://schemas.openxmlformats.org/drawingml/2006/chart" xmlns:r="http://schemas.openxmlformats.org/officeDocument/2006/relationships" r:id="rId6"/>
          </a:graphicData>
        </a:graphic>
      </p:graphicFrame>
      <p:cxnSp>
        <p:nvCxnSpPr>
          <p:cNvPr id="7" name="Connector 14">
            <a:extLst>
              <a:ext uri="{FF2B5EF4-FFF2-40B4-BE49-F238E27FC236}">
                <a16:creationId xmlns:a16="http://schemas.microsoft.com/office/drawing/2014/main" id="{F0E2385B-6F38-DD50-36B8-6AA57AAE545F}"/>
              </a:ext>
            </a:extLst>
          </p:cNvPr>
          <p:cNvCxnSpPr/>
          <p:nvPr/>
        </p:nvCxnSpPr>
        <p:spPr>
          <a:xfrm>
            <a:off x="2601664" y="2711956"/>
            <a:ext cx="9144" cy="2633472"/>
          </a:xfrm>
          <a:prstGeom prst="line">
            <a:avLst/>
          </a:prstGeom>
          <a:ln w="9525">
            <a:solidFill>
              <a:srgbClr val="5F5F5F"/>
            </a:solidFill>
            <a:prstDash val="dash"/>
          </a:ln>
          <a:effectLst/>
        </p:spPr>
        <p:style>
          <a:lnRef idx="2">
            <a:schemeClr val="accent1"/>
          </a:lnRef>
          <a:fillRef idx="0">
            <a:schemeClr val="accent1"/>
          </a:fillRef>
          <a:effectRef idx="1">
            <a:schemeClr val="accent1"/>
          </a:effectRef>
          <a:fontRef idx="minor">
            <a:schemeClr val="tx1"/>
          </a:fontRef>
        </p:style>
      </p:cxnSp>
      <p:grpSp>
        <p:nvGrpSpPr>
          <p:cNvPr id="12" name="Group 11">
            <a:extLst>
              <a:ext uri="{FF2B5EF4-FFF2-40B4-BE49-F238E27FC236}">
                <a16:creationId xmlns:a16="http://schemas.microsoft.com/office/drawing/2014/main" id="{BB82FD86-7E3C-5DCF-7696-CF77DD8508A6}"/>
              </a:ext>
            </a:extLst>
          </p:cNvPr>
          <p:cNvGrpSpPr/>
          <p:nvPr/>
        </p:nvGrpSpPr>
        <p:grpSpPr>
          <a:xfrm>
            <a:off x="1623142" y="6055284"/>
            <a:ext cx="1422400" cy="261610"/>
            <a:chOff x="1623142" y="6055284"/>
            <a:chExt cx="1422400" cy="261610"/>
          </a:xfrm>
        </p:grpSpPr>
        <p:sp>
          <p:nvSpPr>
            <p:cNvPr id="2" name="Rectangle 1">
              <a:extLst>
                <a:ext uri="{FF2B5EF4-FFF2-40B4-BE49-F238E27FC236}">
                  <a16:creationId xmlns:a16="http://schemas.microsoft.com/office/drawing/2014/main" id="{0DEB9F3F-3CEA-4354-AECF-01C27834E5D5}"/>
                </a:ext>
              </a:extLst>
            </p:cNvPr>
            <p:cNvSpPr/>
            <p:nvPr/>
          </p:nvSpPr>
          <p:spPr>
            <a:xfrm>
              <a:off x="1623142" y="6114089"/>
              <a:ext cx="144000" cy="144000"/>
            </a:xfrm>
            <a:prstGeom prst="rect">
              <a:avLst/>
            </a:prstGeom>
            <a:solidFill>
              <a:srgbClr val="18249C"/>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400" b="0" i="0" u="none" strike="noStrike" kern="1200" cap="none" spc="0" normalizeH="0" baseline="0" noProof="0">
                <a:ln>
                  <a:noFill/>
                </a:ln>
                <a:solidFill>
                  <a:srgbClr val="FFFFFF"/>
                </a:solidFill>
                <a:effectLst/>
                <a:uLnTx/>
                <a:uFillTx/>
                <a:latin typeface="Mark OT Book"/>
                <a:ea typeface="+mn-ea"/>
                <a:cs typeface="+mn-cs"/>
              </a:endParaRPr>
            </a:p>
          </p:txBody>
        </p:sp>
        <p:sp>
          <p:nvSpPr>
            <p:cNvPr id="8" name="TextBox 7">
              <a:extLst>
                <a:ext uri="{FF2B5EF4-FFF2-40B4-BE49-F238E27FC236}">
                  <a16:creationId xmlns:a16="http://schemas.microsoft.com/office/drawing/2014/main" id="{FFF5E64F-3839-4ED3-A552-348B25AF8053}"/>
                </a:ext>
              </a:extLst>
            </p:cNvPr>
            <p:cNvSpPr txBox="1"/>
            <p:nvPr/>
          </p:nvSpPr>
          <p:spPr>
            <a:xfrm>
              <a:off x="1877142" y="6055284"/>
              <a:ext cx="1168400" cy="261610"/>
            </a:xfrm>
            <a:prstGeom prst="rect">
              <a:avLst/>
            </a:prstGeom>
            <a:noFill/>
          </p:spPr>
          <p:txBody>
            <a:bodyPr vertOverflow="overflow" vert="horz" wrap="square"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100" b="0" i="0" u="none" strike="noStrike" kern="1200" cap="none" spc="0" normalizeH="0" baseline="0" noProof="0">
                  <a:ln>
                    <a:noFill/>
                  </a:ln>
                  <a:solidFill>
                    <a:srgbClr val="151515"/>
                  </a:solidFill>
                  <a:effectLst/>
                  <a:uLnTx/>
                  <a:uFillTx/>
                  <a:latin typeface="Mark OT Book"/>
                  <a:ea typeface="+mn-ea"/>
                  <a:cs typeface="+mn-cs"/>
                </a:rPr>
                <a:t>FY26 starts</a:t>
              </a:r>
            </a:p>
          </p:txBody>
        </p:sp>
      </p:grpSp>
      <p:grpSp>
        <p:nvGrpSpPr>
          <p:cNvPr id="16" name="Group 15">
            <a:extLst>
              <a:ext uri="{FF2B5EF4-FFF2-40B4-BE49-F238E27FC236}">
                <a16:creationId xmlns:a16="http://schemas.microsoft.com/office/drawing/2014/main" id="{1E822D55-94AD-3C3F-43BC-D818F662193A}"/>
              </a:ext>
            </a:extLst>
          </p:cNvPr>
          <p:cNvGrpSpPr/>
          <p:nvPr/>
        </p:nvGrpSpPr>
        <p:grpSpPr>
          <a:xfrm>
            <a:off x="3045542" y="6055284"/>
            <a:ext cx="1422400" cy="261610"/>
            <a:chOff x="1623142" y="6372784"/>
            <a:chExt cx="1422400" cy="261610"/>
          </a:xfrm>
        </p:grpSpPr>
        <p:sp>
          <p:nvSpPr>
            <p:cNvPr id="9" name="Rectangle 8">
              <a:extLst>
                <a:ext uri="{FF2B5EF4-FFF2-40B4-BE49-F238E27FC236}">
                  <a16:creationId xmlns:a16="http://schemas.microsoft.com/office/drawing/2014/main" id="{12DAC584-955C-4526-A868-88DE413D48DA}"/>
                </a:ext>
              </a:extLst>
            </p:cNvPr>
            <p:cNvSpPr/>
            <p:nvPr/>
          </p:nvSpPr>
          <p:spPr>
            <a:xfrm>
              <a:off x="1623142" y="6431589"/>
              <a:ext cx="144000" cy="144000"/>
            </a:xfrm>
            <a:prstGeom prst="rect">
              <a:avLst/>
            </a:prstGeom>
            <a:solidFill>
              <a:srgbClr val="747BC3"/>
            </a:solid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Overflow="clip" horzOverflow="clip"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400" b="0" i="0" u="none" strike="noStrike" kern="1200" cap="none" spc="0" normalizeH="0" baseline="0" noProof="0">
                <a:ln>
                  <a:noFill/>
                </a:ln>
                <a:solidFill>
                  <a:srgbClr val="FFFFFF"/>
                </a:solidFill>
                <a:effectLst/>
                <a:uLnTx/>
                <a:uFillTx/>
                <a:latin typeface="Mark OT Book"/>
                <a:ea typeface="+mn-ea"/>
                <a:cs typeface="+mn-cs"/>
              </a:endParaRPr>
            </a:p>
          </p:txBody>
        </p:sp>
        <p:sp>
          <p:nvSpPr>
            <p:cNvPr id="10" name="TextBox 9">
              <a:extLst>
                <a:ext uri="{FF2B5EF4-FFF2-40B4-BE49-F238E27FC236}">
                  <a16:creationId xmlns:a16="http://schemas.microsoft.com/office/drawing/2014/main" id="{41C6CA8B-738E-4066-87B3-3B4743A632F9}"/>
                </a:ext>
              </a:extLst>
            </p:cNvPr>
            <p:cNvSpPr txBox="1"/>
            <p:nvPr/>
          </p:nvSpPr>
          <p:spPr>
            <a:xfrm>
              <a:off x="1877142" y="6372784"/>
              <a:ext cx="1168400" cy="261610"/>
            </a:xfrm>
            <a:prstGeom prst="rect">
              <a:avLst/>
            </a:prstGeom>
            <a:noFill/>
          </p:spPr>
          <p:txBody>
            <a:bodyPr vertOverflow="overflow" vert="horz" wrap="square"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100" b="0" i="0" u="none" strike="noStrike" kern="1200" cap="none" spc="0" normalizeH="0" baseline="0" noProof="0">
                  <a:ln>
                    <a:noFill/>
                  </a:ln>
                  <a:solidFill>
                    <a:srgbClr val="151515"/>
                  </a:solidFill>
                  <a:effectLst/>
                  <a:uLnTx/>
                  <a:uFillTx/>
                  <a:latin typeface="Mark OT Book"/>
                  <a:ea typeface="+mn-ea"/>
                  <a:cs typeface="+mn-cs"/>
                </a:rPr>
                <a:t>FY27 starts</a:t>
              </a:r>
            </a:p>
          </p:txBody>
        </p:sp>
      </p:grpSp>
    </p:spTree>
    <p:extLst>
      <p:ext uri="{BB962C8B-B14F-4D97-AF65-F5344CB8AC3E}">
        <p14:creationId xmlns:p14="http://schemas.microsoft.com/office/powerpoint/2010/main" val="21939771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50">
          <a:extLst>
            <a:ext uri="{FF2B5EF4-FFF2-40B4-BE49-F238E27FC236}">
              <a16:creationId xmlns:a16="http://schemas.microsoft.com/office/drawing/2014/main" id="{41916DD2-0C56-C3D3-6D7B-1B2D598A2081}"/>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4FD0141-3C90-ABA9-7402-A2DFFA37B6E9}"/>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04" imgH="405" progId="TCLayout.ActiveDocument.1">
                  <p:embed/>
                </p:oleObj>
              </mc:Choice>
              <mc:Fallback>
                <p:oleObj name="think-cell Slide" r:id="rId4" imgW="404" imgH="405" progId="TCLayout.ActiveDocument.1">
                  <p:embed/>
                  <p:pic>
                    <p:nvPicPr>
                      <p:cNvPr id="3" name="think-cell data - do not delete" hidden="1">
                        <a:extLst>
                          <a:ext uri="{FF2B5EF4-FFF2-40B4-BE49-F238E27FC236}">
                            <a16:creationId xmlns:a16="http://schemas.microsoft.com/office/drawing/2014/main" id="{14FD0141-3C90-ABA9-7402-A2DFFA37B6E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4" name="Rectangle 13">
            <a:extLst>
              <a:ext uri="{FF2B5EF4-FFF2-40B4-BE49-F238E27FC236}">
                <a16:creationId xmlns:a16="http://schemas.microsoft.com/office/drawing/2014/main" id="{FAAB555E-6B9B-B1BD-86A0-FFDF42677607}"/>
              </a:ext>
            </a:extLst>
          </p:cNvPr>
          <p:cNvSpPr/>
          <p:nvPr/>
        </p:nvSpPr>
        <p:spPr>
          <a:xfrm>
            <a:off x="10934700" y="-1485"/>
            <a:ext cx="1257300" cy="21609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800" b="1" i="0" u="none" strike="noStrike" kern="1200" cap="none" spc="0" normalizeH="0" baseline="0" noProof="0">
                <a:ln>
                  <a:noFill/>
                </a:ln>
                <a:solidFill>
                  <a:srgbClr val="18249C">
                    <a:lumMod val="50000"/>
                  </a:srgbClr>
                </a:solidFill>
                <a:effectLst/>
                <a:uLnTx/>
                <a:uFillTx/>
                <a:latin typeface="MarkOT" panose="020B0504020201010104"/>
                <a:ea typeface="+mn-ea"/>
                <a:cs typeface="+mn-cs"/>
              </a:rPr>
              <a:t>Draft for discussion</a:t>
            </a:r>
          </a:p>
        </p:txBody>
      </p:sp>
      <p:sp>
        <p:nvSpPr>
          <p:cNvPr id="2451" name="Google Shape;2451;g32ea127f990_0_0">
            <a:extLst>
              <a:ext uri="{FF2B5EF4-FFF2-40B4-BE49-F238E27FC236}">
                <a16:creationId xmlns:a16="http://schemas.microsoft.com/office/drawing/2014/main" id="{C0B9AC54-5F40-E70E-E50B-ED6770BDE605}"/>
              </a:ext>
            </a:extLst>
          </p:cNvPr>
          <p:cNvSpPr txBox="1"/>
          <p:nvPr/>
        </p:nvSpPr>
        <p:spPr>
          <a:xfrm>
            <a:off x="442913" y="430514"/>
            <a:ext cx="11306100" cy="276000"/>
          </a:xfrm>
          <a:prstGeom prst="rect">
            <a:avLst/>
          </a:prstGeom>
          <a:noFill/>
          <a:ln>
            <a:noFill/>
          </a:ln>
        </p:spPr>
        <p:txBody>
          <a:bodyPr spcFirstLastPara="1" wrap="square" lIns="0" tIns="0" rIns="0" bIns="0" anchor="t" anchorCtr="0">
            <a:noAutofit/>
          </a:bodyPr>
          <a:lstStyle/>
          <a:p>
            <a:pPr marL="0" marR="0" lvl="0" indent="0" algn="l" defTabSz="914400" rtl="0" eaLnBrk="1" fontAlgn="auto" latinLnBrk="0" hangingPunct="1">
              <a:lnSpc>
                <a:spcPct val="85000"/>
              </a:lnSpc>
              <a:spcBef>
                <a:spcPts val="0"/>
              </a:spcBef>
              <a:spcAft>
                <a:spcPts val="0"/>
              </a:spcAft>
              <a:buClr>
                <a:srgbClr val="18249C"/>
              </a:buClr>
              <a:buSzPts val="2700"/>
              <a:buFont typeface="Arial"/>
              <a:buNone/>
              <a:tabLst/>
              <a:defRPr/>
            </a:pPr>
            <a:endParaRPr kumimoji="0" lang="en-AU" sz="3200" b="1" i="0" u="none" strike="noStrike" kern="1200" cap="none" spc="0" normalizeH="0" baseline="0" noProof="0">
              <a:ln>
                <a:noFill/>
              </a:ln>
              <a:solidFill>
                <a:srgbClr val="000000"/>
              </a:solidFill>
              <a:effectLst/>
              <a:uLnTx/>
              <a:uFillTx/>
              <a:latin typeface="MarkOT"/>
              <a:ea typeface="Arial"/>
              <a:cs typeface="Arial"/>
              <a:sym typeface="Arial"/>
            </a:endParaRPr>
          </a:p>
        </p:txBody>
      </p:sp>
      <p:sp>
        <p:nvSpPr>
          <p:cNvPr id="13" name="Title 1">
            <a:extLst>
              <a:ext uri="{FF2B5EF4-FFF2-40B4-BE49-F238E27FC236}">
                <a16:creationId xmlns:a16="http://schemas.microsoft.com/office/drawing/2014/main" id="{941E82FB-A113-882E-720C-7E8C0E2701DE}"/>
              </a:ext>
            </a:extLst>
          </p:cNvPr>
          <p:cNvSpPr txBox="1">
            <a:spLocks/>
          </p:cNvSpPr>
          <p:nvPr/>
        </p:nvSpPr>
        <p:spPr>
          <a:xfrm>
            <a:off x="442913" y="430514"/>
            <a:ext cx="11306100" cy="350882"/>
          </a:xfrm>
          <a:prstGeom prst="rect">
            <a:avLst/>
          </a:prstGeom>
          <a:noFill/>
          <a:ln>
            <a:noFill/>
          </a:ln>
        </p:spPr>
        <p:txBody>
          <a:bodyPr spcFirstLastPara="1" vert="horz" wrap="square" lIns="0" tIns="0" rIns="0" bIns="0" rtlCol="0" anchor="t" anchorCtr="0">
            <a:noAutofit/>
          </a:bodyPr>
          <a:lstStyle>
            <a:lvl1pPr marR="0" lvl="0" algn="l" defTabSz="914400" rtl="0" eaLnBrk="1" latinLnBrk="0" hangingPunct="1">
              <a:lnSpc>
                <a:spcPct val="85000"/>
              </a:lnSpc>
              <a:spcBef>
                <a:spcPts val="0"/>
              </a:spcBef>
              <a:spcAft>
                <a:spcPts val="0"/>
              </a:spcAft>
              <a:buClr>
                <a:schemeClr val="accent1"/>
              </a:buClr>
              <a:buSzPts val="2700"/>
              <a:buNone/>
              <a:defRPr sz="2700" b="1" i="0" u="none" strike="noStrike" kern="1200" cap="none">
                <a:solidFill>
                  <a:schemeClr val="accent1"/>
                </a:solidFill>
                <a:latin typeface="Arial" panose="020B0604020202020204" pitchFamily="34" charset="0"/>
                <a:ea typeface="+mj-ea"/>
                <a:cs typeface="Arial" panose="020B0604020202020204" pitchFamily="34" charset="0"/>
              </a:defRPr>
            </a:lvl1pPr>
            <a:lvl2pPr lvl="1" algn="l" rtl="0">
              <a:lnSpc>
                <a:spcPct val="100000"/>
              </a:lnSpc>
              <a:spcBef>
                <a:spcPts val="0"/>
              </a:spcBef>
              <a:spcAft>
                <a:spcPts val="0"/>
              </a:spcAft>
              <a:buSzPts val="3200"/>
              <a:buNone/>
              <a:defRPr sz="3200" b="1"/>
            </a:lvl2pPr>
            <a:lvl3pPr lvl="2" algn="l" rtl="0">
              <a:lnSpc>
                <a:spcPct val="100000"/>
              </a:lnSpc>
              <a:spcBef>
                <a:spcPts val="0"/>
              </a:spcBef>
              <a:spcAft>
                <a:spcPts val="0"/>
              </a:spcAft>
              <a:buSzPts val="3200"/>
              <a:buNone/>
              <a:defRPr sz="3200" b="1"/>
            </a:lvl3pPr>
            <a:lvl4pPr lvl="3" algn="l" rtl="0">
              <a:lnSpc>
                <a:spcPct val="100000"/>
              </a:lnSpc>
              <a:spcBef>
                <a:spcPts val="0"/>
              </a:spcBef>
              <a:spcAft>
                <a:spcPts val="0"/>
              </a:spcAft>
              <a:buSzPts val="3200"/>
              <a:buNone/>
              <a:defRPr sz="3200" b="1"/>
            </a:lvl4pPr>
            <a:lvl5pPr lvl="4" algn="l" rtl="0">
              <a:lnSpc>
                <a:spcPct val="100000"/>
              </a:lnSpc>
              <a:spcBef>
                <a:spcPts val="0"/>
              </a:spcBef>
              <a:spcAft>
                <a:spcPts val="0"/>
              </a:spcAft>
              <a:buSzPts val="3200"/>
              <a:buNone/>
              <a:defRPr sz="3200" b="1"/>
            </a:lvl5pPr>
            <a:lvl6pPr lvl="5" algn="l" rtl="0">
              <a:lnSpc>
                <a:spcPct val="100000"/>
              </a:lnSpc>
              <a:spcBef>
                <a:spcPts val="0"/>
              </a:spcBef>
              <a:spcAft>
                <a:spcPts val="0"/>
              </a:spcAft>
              <a:buSzPts val="3200"/>
              <a:buNone/>
              <a:defRPr sz="3200" b="1"/>
            </a:lvl6pPr>
            <a:lvl7pPr lvl="6" algn="l" rtl="0">
              <a:lnSpc>
                <a:spcPct val="100000"/>
              </a:lnSpc>
              <a:spcBef>
                <a:spcPts val="0"/>
              </a:spcBef>
              <a:spcAft>
                <a:spcPts val="0"/>
              </a:spcAft>
              <a:buSzPts val="3200"/>
              <a:buNone/>
              <a:defRPr sz="3200" b="1"/>
            </a:lvl7pPr>
            <a:lvl8pPr lvl="7" algn="l" rtl="0">
              <a:lnSpc>
                <a:spcPct val="100000"/>
              </a:lnSpc>
              <a:spcBef>
                <a:spcPts val="0"/>
              </a:spcBef>
              <a:spcAft>
                <a:spcPts val="0"/>
              </a:spcAft>
              <a:buSzPts val="3200"/>
              <a:buNone/>
              <a:defRPr sz="3200" b="1"/>
            </a:lvl8pPr>
            <a:lvl9pPr lvl="8" algn="l" rtl="0">
              <a:lnSpc>
                <a:spcPct val="100000"/>
              </a:lnSpc>
              <a:spcBef>
                <a:spcPts val="0"/>
              </a:spcBef>
              <a:spcAft>
                <a:spcPts val="0"/>
              </a:spcAft>
              <a:buSzPts val="3200"/>
              <a:buNone/>
              <a:defRPr sz="3200" b="1"/>
            </a:lvl9pPr>
          </a:lstStyle>
          <a:p>
            <a:pPr marL="0" marR="0" lvl="0" indent="0" algn="l" defTabSz="914400" rtl="0" eaLnBrk="1" fontAlgn="auto" latinLnBrk="0" hangingPunct="1">
              <a:lnSpc>
                <a:spcPct val="85000"/>
              </a:lnSpc>
              <a:spcBef>
                <a:spcPts val="0"/>
              </a:spcBef>
              <a:spcAft>
                <a:spcPts val="0"/>
              </a:spcAft>
              <a:buClr>
                <a:srgbClr val="18249C"/>
              </a:buClr>
              <a:buSzPts val="2700"/>
              <a:buFontTx/>
              <a:buNone/>
              <a:tabLst/>
              <a:defRPr/>
            </a:pPr>
            <a:r>
              <a:rPr kumimoji="0" lang="en-US" sz="2400" b="0" i="0" u="none" strike="noStrike" kern="1200" cap="none" spc="0" normalizeH="0" baseline="0" noProof="0">
                <a:ln>
                  <a:noFill/>
                </a:ln>
                <a:solidFill>
                  <a:srgbClr val="000000"/>
                </a:solidFill>
                <a:effectLst/>
                <a:uLnTx/>
                <a:uFillTx/>
                <a:latin typeface="MarkOT"/>
                <a:ea typeface="+mj-ea"/>
                <a:cs typeface="Arial"/>
              </a:rPr>
              <a:t>82 roles and 9 squads have been identified for offshoring, providing an estimated $8.4m cost reduction to the overall TDD people cost</a:t>
            </a:r>
          </a:p>
        </p:txBody>
      </p:sp>
      <p:sp>
        <p:nvSpPr>
          <p:cNvPr id="5" name="SubClaim">
            <a:extLst>
              <a:ext uri="{FF2B5EF4-FFF2-40B4-BE49-F238E27FC236}">
                <a16:creationId xmlns:a16="http://schemas.microsoft.com/office/drawing/2014/main" id="{AAB55FE6-577F-9B6F-403C-F01E271417DD}"/>
              </a:ext>
            </a:extLst>
          </p:cNvPr>
          <p:cNvSpPr txBox="1"/>
          <p:nvPr/>
        </p:nvSpPr>
        <p:spPr>
          <a:xfrm>
            <a:off x="598186" y="1392758"/>
            <a:ext cx="5834501" cy="161583"/>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AU" sz="1050" b="0" i="0" u="none" strike="noStrike" kern="1200" cap="none" spc="0" normalizeH="0" baseline="0" noProof="0">
                <a:ln>
                  <a:noFill/>
                </a:ln>
                <a:solidFill>
                  <a:srgbClr val="18249C"/>
                </a:solidFill>
                <a:effectLst/>
                <a:uLnTx/>
                <a:uFillTx/>
                <a:latin typeface="MarkOTBold" panose="020B0804020201010104" pitchFamily="34" charset="0"/>
                <a:ea typeface="+mn-ea"/>
                <a:cs typeface="+mn-cs"/>
              </a:rPr>
              <a:t>Nine squads are marked Offshore or Hybrid</a:t>
            </a:r>
          </a:p>
        </p:txBody>
      </p:sp>
      <p:graphicFrame>
        <p:nvGraphicFramePr>
          <p:cNvPr id="7" name="OffshoreSquads">
            <a:extLst>
              <a:ext uri="{FF2B5EF4-FFF2-40B4-BE49-F238E27FC236}">
                <a16:creationId xmlns:a16="http://schemas.microsoft.com/office/drawing/2014/main" id="{D32BF120-2480-9C53-FC33-CFB94295585E}"/>
              </a:ext>
            </a:extLst>
          </p:cNvPr>
          <p:cNvGraphicFramePr>
            <a:graphicFrameLocks noGrp="1"/>
          </p:cNvGraphicFramePr>
          <p:nvPr/>
        </p:nvGraphicFramePr>
        <p:xfrm>
          <a:off x="598186" y="1629223"/>
          <a:ext cx="7249751" cy="2423160"/>
        </p:xfrm>
        <a:graphic>
          <a:graphicData uri="http://schemas.openxmlformats.org/drawingml/2006/table">
            <a:tbl>
              <a:tblPr/>
              <a:tblGrid>
                <a:gridCol w="2054097">
                  <a:extLst>
                    <a:ext uri="{9D8B030D-6E8A-4147-A177-3AD203B41FA5}">
                      <a16:colId xmlns:a16="http://schemas.microsoft.com/office/drawing/2014/main" val="20000"/>
                    </a:ext>
                  </a:extLst>
                </a:gridCol>
                <a:gridCol w="1490227">
                  <a:extLst>
                    <a:ext uri="{9D8B030D-6E8A-4147-A177-3AD203B41FA5}">
                      <a16:colId xmlns:a16="http://schemas.microsoft.com/office/drawing/2014/main" val="20001"/>
                    </a:ext>
                  </a:extLst>
                </a:gridCol>
                <a:gridCol w="805528">
                  <a:extLst>
                    <a:ext uri="{9D8B030D-6E8A-4147-A177-3AD203B41FA5}">
                      <a16:colId xmlns:a16="http://schemas.microsoft.com/office/drawing/2014/main" val="20002"/>
                    </a:ext>
                  </a:extLst>
                </a:gridCol>
                <a:gridCol w="966633">
                  <a:extLst>
                    <a:ext uri="{9D8B030D-6E8A-4147-A177-3AD203B41FA5}">
                      <a16:colId xmlns:a16="http://schemas.microsoft.com/office/drawing/2014/main" val="20003"/>
                    </a:ext>
                  </a:extLst>
                </a:gridCol>
                <a:gridCol w="966633">
                  <a:extLst>
                    <a:ext uri="{9D8B030D-6E8A-4147-A177-3AD203B41FA5}">
                      <a16:colId xmlns:a16="http://schemas.microsoft.com/office/drawing/2014/main" val="476091168"/>
                    </a:ext>
                  </a:extLst>
                </a:gridCol>
                <a:gridCol w="966633">
                  <a:extLst>
                    <a:ext uri="{9D8B030D-6E8A-4147-A177-3AD203B41FA5}">
                      <a16:colId xmlns:a16="http://schemas.microsoft.com/office/drawing/2014/main" val="176012430"/>
                    </a:ext>
                  </a:extLst>
                </a:gridCol>
              </a:tblGrid>
              <a:tr h="365760">
                <a:tc>
                  <a:txBody>
                    <a:bodyPr/>
                    <a:lstStyle/>
                    <a:p>
                      <a:pPr algn="l" rtl="0" fontAlgn="base">
                        <a:lnSpc>
                          <a:spcPts val="795"/>
                        </a:lnSpc>
                        <a:buFont typeface="Arial" panose="020B0604020202020204" pitchFamily="34" charset="0"/>
                        <a:buNone/>
                      </a:pPr>
                      <a:r>
                        <a:rPr lang="en-US" sz="900" b="0" i="0">
                          <a:solidFill>
                            <a:srgbClr val="FFFFFF"/>
                          </a:solidFill>
                          <a:effectLst/>
                          <a:latin typeface="MarkOT" panose="020B0504020201010104" pitchFamily="34" charset="0"/>
                        </a:rPr>
                        <a:t>Squad</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algn="l" rtl="0" fontAlgn="base">
                        <a:lnSpc>
                          <a:spcPts val="795"/>
                        </a:lnSpc>
                        <a:buFont typeface="Arial" panose="020B0604020202020204" pitchFamily="34" charset="0"/>
                        <a:buNone/>
                      </a:pPr>
                      <a:r>
                        <a:rPr lang="en-US" sz="900" b="0" i="0">
                          <a:solidFill>
                            <a:srgbClr val="FFFFFF"/>
                          </a:solidFill>
                          <a:effectLst/>
                          <a:latin typeface="MarkOT" panose="020B0504020201010104" pitchFamily="34" charset="0"/>
                        </a:rPr>
                        <a:t>Portfolio</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FFFFFF"/>
                          </a:solidFill>
                          <a:effectLst/>
                          <a:uLnTx/>
                          <a:uFillTx/>
                          <a:latin typeface="MarkOT" panose="020B0504020201010104" pitchFamily="34" charset="0"/>
                          <a:ea typeface="+mn-ea"/>
                          <a:cs typeface="+mn-cs"/>
                        </a:rPr>
                        <a:t>Offshore or Hybrid</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900" b="0" i="0" u="none" strike="noStrike" kern="1200" cap="none" spc="0" normalizeH="0" baseline="0" noProof="0" dirty="0">
                          <a:ln>
                            <a:noFill/>
                          </a:ln>
                          <a:solidFill>
                            <a:srgbClr val="FFFFFF"/>
                          </a:solidFill>
                          <a:effectLst/>
                          <a:uLnTx/>
                          <a:uFillTx/>
                          <a:latin typeface="MarkOT" panose="020B0504020201010104" pitchFamily="34" charset="0"/>
                          <a:ea typeface="+mn-ea"/>
                          <a:cs typeface="+mn-cs"/>
                        </a:rPr>
                        <a:t>Roles in the squad</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900" b="0" i="0" u="none" strike="noStrike" kern="1200" cap="none" spc="0" normalizeH="0" baseline="0" noProof="0" dirty="0">
                          <a:ln>
                            <a:noFill/>
                          </a:ln>
                          <a:solidFill>
                            <a:srgbClr val="FFFFFF"/>
                          </a:solidFill>
                          <a:effectLst/>
                          <a:uLnTx/>
                          <a:uFillTx/>
                          <a:latin typeface="MarkOT" panose="020B0504020201010104" pitchFamily="34" charset="0"/>
                          <a:ea typeface="+mn-ea"/>
                          <a:cs typeface="+mn-cs"/>
                        </a:rPr>
                        <a:t>Filled</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900" b="0" i="0" u="none" strike="noStrike" kern="1200" cap="none" spc="0" normalizeH="0" baseline="0" noProof="0" dirty="0">
                          <a:ln>
                            <a:noFill/>
                          </a:ln>
                          <a:solidFill>
                            <a:srgbClr val="FFFFFF"/>
                          </a:solidFill>
                          <a:effectLst/>
                          <a:uLnTx/>
                          <a:uFillTx/>
                          <a:latin typeface="MarkOT" panose="020B0504020201010104" pitchFamily="34" charset="0"/>
                          <a:ea typeface="+mn-ea"/>
                          <a:cs typeface="+mn-cs"/>
                        </a:rPr>
                        <a:t>Vacant</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205740">
                <a:tc>
                  <a:txBody>
                    <a:bodyPr/>
                    <a:lstStyle/>
                    <a:p>
                      <a:pPr algn="l" rtl="0" fontAlgn="base">
                        <a:lnSpc>
                          <a:spcPts val="795"/>
                        </a:lnSpc>
                        <a:buNone/>
                      </a:pPr>
                      <a:r>
                        <a:rPr lang="en-US" sz="900" b="0" i="0">
                          <a:solidFill>
                            <a:schemeClr val="bg1"/>
                          </a:solidFill>
                          <a:effectLst/>
                          <a:latin typeface="MarkOT" panose="020B0504020201010104" pitchFamily="34" charset="0"/>
                        </a:rPr>
                        <a:t>Data AU</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l" rtl="0" fontAlgn="base">
                        <a:lnSpc>
                          <a:spcPts val="795"/>
                        </a:lnSpc>
                        <a:buNone/>
                      </a:pPr>
                      <a:r>
                        <a:rPr lang="en-US" sz="900" b="0" i="0">
                          <a:solidFill>
                            <a:schemeClr val="tx1"/>
                          </a:solidFill>
                          <a:effectLst/>
                          <a:latin typeface="MarkOT" panose="020B0504020201010104" pitchFamily="34" charset="0"/>
                        </a:rPr>
                        <a:t>Ampol Retail</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900" b="0" i="0">
                          <a:solidFill>
                            <a:srgbClr val="18249C"/>
                          </a:solidFill>
                          <a:effectLst/>
                          <a:latin typeface="MarkOT" panose="020B0504020201010104" pitchFamily="34" charset="0"/>
                        </a:rPr>
                        <a:t>Offshore</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900" b="0" i="0">
                          <a:solidFill>
                            <a:schemeClr val="tx1"/>
                          </a:solidFill>
                          <a:effectLst/>
                          <a:latin typeface="MarkOT" panose="020B0504020201010104" pitchFamily="34" charset="0"/>
                        </a:rPr>
                        <a:t>6</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sz="900" b="0" dirty="0">
                          <a:solidFill>
                            <a:srgbClr val="000000"/>
                          </a:solidFill>
                          <a:latin typeface="MarkOT"/>
                        </a:rPr>
                        <a:t>0</a:t>
                      </a:r>
                    </a:p>
                  </a:txBody>
                  <a:tcPr marL="36576" marR="36576" marT="13716" marB="1371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sz="900" b="0" dirty="0">
                          <a:solidFill>
                            <a:srgbClr val="000000"/>
                          </a:solidFill>
                          <a:latin typeface="MarkOT"/>
                        </a:rPr>
                        <a:t>6</a:t>
                      </a:r>
                    </a:p>
                  </a:txBody>
                  <a:tcPr marL="36576" marR="36576" marT="13716" marB="1371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205740">
                <a:tc>
                  <a:txBody>
                    <a:bodyPr/>
                    <a:lstStyle/>
                    <a:p>
                      <a:pPr algn="l" rtl="0" fontAlgn="base">
                        <a:lnSpc>
                          <a:spcPts val="795"/>
                        </a:lnSpc>
                        <a:buNone/>
                      </a:pPr>
                      <a:r>
                        <a:rPr lang="en-US" sz="900" b="0" i="0">
                          <a:solidFill>
                            <a:schemeClr val="bg1"/>
                          </a:solidFill>
                          <a:effectLst/>
                          <a:latin typeface="MarkOT" panose="020B0504020201010104" pitchFamily="34" charset="0"/>
                        </a:rPr>
                        <a:t>Digital Operations</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l" rtl="0" fontAlgn="base">
                        <a:lnSpc>
                          <a:spcPts val="795"/>
                        </a:lnSpc>
                        <a:buNone/>
                      </a:pPr>
                      <a:r>
                        <a:rPr lang="en-US" sz="900" b="0" i="0">
                          <a:solidFill>
                            <a:schemeClr val="tx1"/>
                          </a:solidFill>
                          <a:effectLst/>
                          <a:latin typeface="MarkOT" panose="020B0504020201010104" pitchFamily="34" charset="0"/>
                        </a:rPr>
                        <a:t>Customer</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900" b="0" i="0">
                          <a:solidFill>
                            <a:srgbClr val="18249C"/>
                          </a:solidFill>
                          <a:effectLst/>
                          <a:latin typeface="MarkOT" panose="020B0504020201010104" pitchFamily="34" charset="0"/>
                        </a:rPr>
                        <a:t>Offshore</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900" b="0" i="0">
                          <a:solidFill>
                            <a:schemeClr val="tx1"/>
                          </a:solidFill>
                          <a:effectLst/>
                          <a:latin typeface="MarkOT" panose="020B0504020201010104" pitchFamily="34" charset="0"/>
                        </a:rPr>
                        <a:t>6</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sz="900" b="0">
                          <a:solidFill>
                            <a:srgbClr val="000000"/>
                          </a:solidFill>
                          <a:latin typeface="MarkOT"/>
                        </a:rPr>
                        <a:t>3</a:t>
                      </a:r>
                    </a:p>
                  </a:txBody>
                  <a:tcPr marL="36576" marR="36576" marT="13716" marB="1371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sz="900" b="0" dirty="0">
                          <a:solidFill>
                            <a:srgbClr val="000000"/>
                          </a:solidFill>
                          <a:latin typeface="MarkOT"/>
                        </a:rPr>
                        <a:t>3</a:t>
                      </a:r>
                    </a:p>
                  </a:txBody>
                  <a:tcPr marL="36576" marR="36576" marT="13716" marB="1371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205740">
                <a:tc>
                  <a:txBody>
                    <a:bodyPr/>
                    <a:lstStyle/>
                    <a:p>
                      <a:pPr algn="l" rtl="0" fontAlgn="base">
                        <a:lnSpc>
                          <a:spcPts val="795"/>
                        </a:lnSpc>
                        <a:buNone/>
                      </a:pPr>
                      <a:r>
                        <a:rPr lang="en-US" sz="900" b="0" i="0">
                          <a:solidFill>
                            <a:schemeClr val="bg1"/>
                          </a:solidFill>
                          <a:effectLst/>
                          <a:latin typeface="MarkOT" panose="020B0504020201010104" pitchFamily="34" charset="0"/>
                        </a:rPr>
                        <a:t>Digital Support NZ</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l" rtl="0" fontAlgn="base">
                        <a:lnSpc>
                          <a:spcPts val="795"/>
                        </a:lnSpc>
                        <a:buNone/>
                      </a:pPr>
                      <a:r>
                        <a:rPr lang="en-US" sz="900" b="0" i="0">
                          <a:solidFill>
                            <a:schemeClr val="tx1"/>
                          </a:solidFill>
                          <a:effectLst/>
                          <a:latin typeface="MarkOT" panose="020B0504020201010104" pitchFamily="34" charset="0"/>
                        </a:rPr>
                        <a:t>Customer</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900" b="0" i="0">
                          <a:solidFill>
                            <a:srgbClr val="18249C"/>
                          </a:solidFill>
                          <a:effectLst/>
                          <a:latin typeface="MarkOT" panose="020B0504020201010104" pitchFamily="34" charset="0"/>
                        </a:rPr>
                        <a:t>Offshore</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742"/>
                        </a:lnSpc>
                        <a:buNone/>
                      </a:pPr>
                      <a:r>
                        <a:rPr lang="en-US" sz="900" b="0" i="0">
                          <a:solidFill>
                            <a:srgbClr val="5F5F5F"/>
                          </a:solidFill>
                          <a:effectLst/>
                          <a:latin typeface="MarkOT" panose="020B0504020201010104" pitchFamily="34" charset="0"/>
                        </a:rPr>
                        <a:t>TBC</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sz="900" b="0">
                          <a:solidFill>
                            <a:srgbClr val="000000"/>
                          </a:solidFill>
                          <a:latin typeface="MarkOT"/>
                        </a:rPr>
                        <a:t>0</a:t>
                      </a:r>
                    </a:p>
                  </a:txBody>
                  <a:tcPr marL="36576" marR="36576" marT="13716" marB="1371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sz="900" b="0" dirty="0">
                          <a:solidFill>
                            <a:srgbClr val="000000"/>
                          </a:solidFill>
                          <a:latin typeface="MarkOT"/>
                        </a:rPr>
                        <a:t>0</a:t>
                      </a:r>
                    </a:p>
                  </a:txBody>
                  <a:tcPr marL="36576" marR="36576" marT="13716" marB="1371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205740">
                <a:tc>
                  <a:txBody>
                    <a:bodyPr/>
                    <a:lstStyle/>
                    <a:p>
                      <a:pPr algn="l" rtl="0" fontAlgn="base">
                        <a:lnSpc>
                          <a:spcPts val="795"/>
                        </a:lnSpc>
                        <a:buNone/>
                      </a:pPr>
                      <a:r>
                        <a:rPr lang="en-US" sz="900" b="0" i="0">
                          <a:solidFill>
                            <a:schemeClr val="bg1"/>
                          </a:solidFill>
                          <a:effectLst/>
                          <a:latin typeface="MarkOT" panose="020B0504020201010104" pitchFamily="34" charset="0"/>
                        </a:rPr>
                        <a:t>Enterprise Data Delivery</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l" rtl="0" fontAlgn="base">
                        <a:lnSpc>
                          <a:spcPts val="795"/>
                        </a:lnSpc>
                        <a:buNone/>
                      </a:pPr>
                      <a:r>
                        <a:rPr lang="en-US" sz="900" b="0" i="0">
                          <a:solidFill>
                            <a:schemeClr val="tx1"/>
                          </a:solidFill>
                          <a:effectLst/>
                          <a:latin typeface="MarkOT" panose="020B0504020201010104" pitchFamily="34" charset="0"/>
                        </a:rPr>
                        <a:t>Enterprise Data</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900" b="0" i="0">
                          <a:solidFill>
                            <a:srgbClr val="18249C"/>
                          </a:solidFill>
                          <a:effectLst/>
                          <a:latin typeface="MarkOT" panose="020B0504020201010104" pitchFamily="34" charset="0"/>
                        </a:rPr>
                        <a:t>Offshore</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900" b="0" i="0">
                          <a:solidFill>
                            <a:schemeClr val="tx1"/>
                          </a:solidFill>
                          <a:effectLst/>
                          <a:latin typeface="MarkOT" panose="020B0504020201010104" pitchFamily="34" charset="0"/>
                        </a:rPr>
                        <a:t>9</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en-AU" sz="900" b="0" dirty="0">
                          <a:solidFill>
                            <a:srgbClr val="000000"/>
                          </a:solidFill>
                          <a:latin typeface="MarkOT"/>
                        </a:rPr>
                        <a:t>0</a:t>
                      </a:r>
                      <a:endParaRPr sz="900" b="0" dirty="0">
                        <a:solidFill>
                          <a:srgbClr val="000000"/>
                        </a:solidFill>
                        <a:latin typeface="MarkOT"/>
                      </a:endParaRPr>
                    </a:p>
                  </a:txBody>
                  <a:tcPr marL="36576" marR="36576" marT="13716" marB="1371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lang="en-AU" sz="900" b="0" dirty="0">
                          <a:solidFill>
                            <a:srgbClr val="000000"/>
                          </a:solidFill>
                          <a:latin typeface="MarkOT"/>
                        </a:rPr>
                        <a:t>9</a:t>
                      </a:r>
                      <a:endParaRPr sz="900" b="0" dirty="0">
                        <a:solidFill>
                          <a:srgbClr val="000000"/>
                        </a:solidFill>
                        <a:latin typeface="MarkOT"/>
                      </a:endParaRPr>
                    </a:p>
                  </a:txBody>
                  <a:tcPr marL="36576" marR="36576" marT="13716" marB="1371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205740">
                <a:tc>
                  <a:txBody>
                    <a:bodyPr/>
                    <a:lstStyle/>
                    <a:p>
                      <a:pPr algn="l" rtl="0" fontAlgn="base">
                        <a:lnSpc>
                          <a:spcPts val="795"/>
                        </a:lnSpc>
                        <a:buNone/>
                      </a:pPr>
                      <a:r>
                        <a:rPr lang="en-US" sz="900" b="0" i="0">
                          <a:solidFill>
                            <a:schemeClr val="bg1"/>
                          </a:solidFill>
                          <a:effectLst/>
                          <a:latin typeface="MarkOT" panose="020B0504020201010104" pitchFamily="34" charset="0"/>
                        </a:rPr>
                        <a:t>Trading &amp; Shipping Data</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l" rtl="0" fontAlgn="base">
                        <a:lnSpc>
                          <a:spcPts val="795"/>
                        </a:lnSpc>
                        <a:buNone/>
                      </a:pPr>
                      <a:r>
                        <a:rPr lang="en-US" sz="900" b="0" i="0">
                          <a:solidFill>
                            <a:schemeClr val="tx1"/>
                          </a:solidFill>
                          <a:effectLst/>
                          <a:latin typeface="MarkOT" panose="020B0504020201010104" pitchFamily="34" charset="0"/>
                        </a:rPr>
                        <a:t>Commercial Fuels</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900" b="0" i="0">
                          <a:solidFill>
                            <a:srgbClr val="18249C"/>
                          </a:solidFill>
                          <a:effectLst/>
                          <a:latin typeface="MarkOT" panose="020B0504020201010104" pitchFamily="34" charset="0"/>
                        </a:rPr>
                        <a:t>Offshore</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900" b="0" i="0">
                          <a:solidFill>
                            <a:schemeClr val="tx1"/>
                          </a:solidFill>
                          <a:effectLst/>
                          <a:latin typeface="MarkOT" panose="020B0504020201010104" pitchFamily="34" charset="0"/>
                        </a:rPr>
                        <a:t>7</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sz="900" b="0">
                          <a:solidFill>
                            <a:srgbClr val="000000"/>
                          </a:solidFill>
                          <a:latin typeface="MarkOT"/>
                        </a:rPr>
                        <a:t>7</a:t>
                      </a:r>
                    </a:p>
                  </a:txBody>
                  <a:tcPr marL="36576" marR="36576" marT="13716" marB="1371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sz="900" b="0" dirty="0">
                          <a:solidFill>
                            <a:srgbClr val="000000"/>
                          </a:solidFill>
                          <a:latin typeface="MarkOT"/>
                        </a:rPr>
                        <a:t>0</a:t>
                      </a:r>
                    </a:p>
                  </a:txBody>
                  <a:tcPr marL="36576" marR="36576" marT="13716" marB="1371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5"/>
                  </a:ext>
                </a:extLst>
              </a:tr>
              <a:tr h="205740">
                <a:tc>
                  <a:txBody>
                    <a:bodyPr/>
                    <a:lstStyle/>
                    <a:p>
                      <a:pPr algn="l" rtl="0" fontAlgn="base">
                        <a:lnSpc>
                          <a:spcPts val="795"/>
                        </a:lnSpc>
                        <a:buNone/>
                      </a:pPr>
                      <a:r>
                        <a:rPr lang="en-US" sz="900" b="0" i="0">
                          <a:solidFill>
                            <a:schemeClr val="bg1"/>
                          </a:solidFill>
                          <a:effectLst/>
                          <a:latin typeface="MarkOT" panose="020B0504020201010104" pitchFamily="34" charset="0"/>
                        </a:rPr>
                        <a:t>Data NZ</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l" rtl="0" fontAlgn="base">
                        <a:lnSpc>
                          <a:spcPts val="795"/>
                        </a:lnSpc>
                        <a:buNone/>
                      </a:pPr>
                      <a:r>
                        <a:rPr lang="en-US" sz="900" b="0" i="0">
                          <a:solidFill>
                            <a:schemeClr val="tx1"/>
                          </a:solidFill>
                          <a:effectLst/>
                          <a:latin typeface="MarkOT" panose="020B0504020201010104" pitchFamily="34" charset="0"/>
                        </a:rPr>
                        <a:t>Z Retail</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900" b="0" i="0">
                          <a:solidFill>
                            <a:srgbClr val="18249C"/>
                          </a:solidFill>
                          <a:effectLst/>
                          <a:latin typeface="MarkOT" panose="020B0504020201010104" pitchFamily="34" charset="0"/>
                        </a:rPr>
                        <a:t>Offshore</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900" b="0" i="0">
                          <a:solidFill>
                            <a:schemeClr val="tx1"/>
                          </a:solidFill>
                          <a:effectLst/>
                          <a:latin typeface="MarkOT" panose="020B0504020201010104" pitchFamily="34" charset="0"/>
                        </a:rPr>
                        <a:t>7</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sz="900" b="0">
                          <a:solidFill>
                            <a:srgbClr val="000000"/>
                          </a:solidFill>
                          <a:latin typeface="MarkOT"/>
                        </a:rPr>
                        <a:t>5</a:t>
                      </a:r>
                    </a:p>
                  </a:txBody>
                  <a:tcPr marL="36576" marR="36576" marT="13716" marB="1371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sz="900" b="0" dirty="0">
                          <a:solidFill>
                            <a:srgbClr val="000000"/>
                          </a:solidFill>
                          <a:latin typeface="MarkOT"/>
                        </a:rPr>
                        <a:t>2</a:t>
                      </a:r>
                    </a:p>
                  </a:txBody>
                  <a:tcPr marL="36576" marR="36576" marT="13716" marB="1371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205740">
                <a:tc>
                  <a:txBody>
                    <a:bodyPr/>
                    <a:lstStyle/>
                    <a:p>
                      <a:pPr algn="l" rtl="0" fontAlgn="base">
                        <a:lnSpc>
                          <a:spcPts val="795"/>
                        </a:lnSpc>
                        <a:buNone/>
                      </a:pPr>
                      <a:r>
                        <a:rPr lang="en-US" sz="900" b="0" i="0">
                          <a:solidFill>
                            <a:schemeClr val="bg1"/>
                          </a:solidFill>
                          <a:effectLst/>
                          <a:latin typeface="MarkOT" panose="020B0504020201010104" pitchFamily="34" charset="0"/>
                        </a:rPr>
                        <a:t>Distribution, Sales &amp; Services</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l" rtl="0" fontAlgn="base">
                        <a:lnSpc>
                          <a:spcPts val="795"/>
                        </a:lnSpc>
                        <a:buNone/>
                      </a:pPr>
                      <a:r>
                        <a:rPr lang="en-US" sz="900" b="0" i="0">
                          <a:solidFill>
                            <a:schemeClr val="tx1"/>
                          </a:solidFill>
                          <a:effectLst/>
                          <a:latin typeface="MarkOT" panose="020B0504020201010104" pitchFamily="34" charset="0"/>
                        </a:rPr>
                        <a:t>Infrastructure</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900" b="0" i="0">
                          <a:solidFill>
                            <a:srgbClr val="5F5F5F"/>
                          </a:solidFill>
                          <a:effectLst/>
                          <a:latin typeface="MarkOT" panose="020B0504020201010104" pitchFamily="34" charset="0"/>
                        </a:rPr>
                        <a:t>Hybrid</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900" b="0" i="0">
                          <a:solidFill>
                            <a:schemeClr val="tx1"/>
                          </a:solidFill>
                          <a:effectLst/>
                          <a:latin typeface="MarkOT" panose="020B0504020201010104" pitchFamily="34" charset="0"/>
                        </a:rPr>
                        <a:t>10</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sz="900" b="0">
                          <a:solidFill>
                            <a:srgbClr val="000000"/>
                          </a:solidFill>
                          <a:latin typeface="MarkOT"/>
                        </a:rPr>
                        <a:t>8</a:t>
                      </a:r>
                    </a:p>
                  </a:txBody>
                  <a:tcPr marL="36576" marR="36576" marT="13716" marB="1371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sz="900" b="0" dirty="0">
                          <a:solidFill>
                            <a:srgbClr val="000000"/>
                          </a:solidFill>
                          <a:latin typeface="MarkOT"/>
                        </a:rPr>
                        <a:t>2</a:t>
                      </a:r>
                    </a:p>
                  </a:txBody>
                  <a:tcPr marL="36576" marR="36576" marT="13716" marB="1371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7"/>
                  </a:ext>
                </a:extLst>
              </a:tr>
              <a:tr h="205740">
                <a:tc>
                  <a:txBody>
                    <a:bodyPr/>
                    <a:lstStyle/>
                    <a:p>
                      <a:pPr algn="l" rtl="0" fontAlgn="base">
                        <a:lnSpc>
                          <a:spcPts val="795"/>
                        </a:lnSpc>
                        <a:buNone/>
                      </a:pPr>
                      <a:r>
                        <a:rPr lang="en-US" sz="900" b="0" i="0">
                          <a:solidFill>
                            <a:schemeClr val="bg1"/>
                          </a:solidFill>
                          <a:effectLst/>
                          <a:latin typeface="MarkOT" panose="020B0504020201010104" pitchFamily="34" charset="0"/>
                        </a:rPr>
                        <a:t>Data &amp; Insights</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l" rtl="0" fontAlgn="base">
                        <a:lnSpc>
                          <a:spcPts val="795"/>
                        </a:lnSpc>
                        <a:buNone/>
                      </a:pPr>
                      <a:r>
                        <a:rPr lang="en-US" sz="900" b="0" i="0">
                          <a:solidFill>
                            <a:schemeClr val="tx1"/>
                          </a:solidFill>
                          <a:effectLst/>
                          <a:latin typeface="MarkOT" panose="020B0504020201010104" pitchFamily="34" charset="0"/>
                        </a:rPr>
                        <a:t>Infrastructure</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900" b="0" i="0">
                          <a:solidFill>
                            <a:srgbClr val="5F5F5F"/>
                          </a:solidFill>
                          <a:effectLst/>
                          <a:latin typeface="MarkOT" panose="020B0504020201010104" pitchFamily="34" charset="0"/>
                        </a:rPr>
                        <a:t>Hybrid</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900" b="0" i="0">
                          <a:solidFill>
                            <a:schemeClr val="tx1"/>
                          </a:solidFill>
                          <a:effectLst/>
                          <a:latin typeface="MarkOT" panose="020B0504020201010104" pitchFamily="34" charset="0"/>
                        </a:rPr>
                        <a:t>7</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sz="900" b="0">
                          <a:solidFill>
                            <a:srgbClr val="000000"/>
                          </a:solidFill>
                          <a:latin typeface="MarkOT"/>
                        </a:rPr>
                        <a:t>5</a:t>
                      </a:r>
                    </a:p>
                  </a:txBody>
                  <a:tcPr marL="36576" marR="36576" marT="13716" marB="1371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sz="900" b="0" dirty="0">
                          <a:solidFill>
                            <a:srgbClr val="000000"/>
                          </a:solidFill>
                          <a:latin typeface="MarkOT"/>
                        </a:rPr>
                        <a:t>2</a:t>
                      </a:r>
                    </a:p>
                  </a:txBody>
                  <a:tcPr marL="36576" marR="36576" marT="13716" marB="1371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8"/>
                  </a:ext>
                </a:extLst>
              </a:tr>
              <a:tr h="205740">
                <a:tc>
                  <a:txBody>
                    <a:bodyPr/>
                    <a:lstStyle/>
                    <a:p>
                      <a:pPr algn="l" rtl="0" fontAlgn="base">
                        <a:lnSpc>
                          <a:spcPts val="795"/>
                        </a:lnSpc>
                        <a:buNone/>
                      </a:pPr>
                      <a:r>
                        <a:rPr lang="en-US" sz="900" b="0" i="0">
                          <a:solidFill>
                            <a:schemeClr val="bg1"/>
                          </a:solidFill>
                          <a:effectLst/>
                          <a:latin typeface="MarkOT" panose="020B0504020201010104" pitchFamily="34" charset="0"/>
                        </a:rPr>
                        <a:t>Trading &amp; Shipping</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l" rtl="0" fontAlgn="base">
                        <a:lnSpc>
                          <a:spcPts val="795"/>
                        </a:lnSpc>
                        <a:buNone/>
                      </a:pPr>
                      <a:r>
                        <a:rPr lang="en-US" sz="900" b="0" i="0">
                          <a:solidFill>
                            <a:schemeClr val="tx1"/>
                          </a:solidFill>
                          <a:effectLst/>
                          <a:latin typeface="MarkOT" panose="020B0504020201010104" pitchFamily="34" charset="0"/>
                        </a:rPr>
                        <a:t>Commercial Fuels</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900" b="0" i="0">
                          <a:solidFill>
                            <a:srgbClr val="5F5F5F"/>
                          </a:solidFill>
                          <a:effectLst/>
                          <a:latin typeface="MarkOT" panose="020B0504020201010104" pitchFamily="34" charset="0"/>
                        </a:rPr>
                        <a:t>Hybrid</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900" b="0" i="0">
                          <a:solidFill>
                            <a:schemeClr val="tx1"/>
                          </a:solidFill>
                          <a:effectLst/>
                          <a:latin typeface="MarkOT" panose="020B0504020201010104" pitchFamily="34" charset="0"/>
                        </a:rPr>
                        <a:t>12</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sz="900" b="0">
                          <a:solidFill>
                            <a:srgbClr val="000000"/>
                          </a:solidFill>
                          <a:latin typeface="MarkOT"/>
                        </a:rPr>
                        <a:t>9</a:t>
                      </a:r>
                    </a:p>
                  </a:txBody>
                  <a:tcPr marL="36576" marR="36576" marT="13716" marB="1371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a:r>
                        <a:rPr sz="900" b="0" dirty="0">
                          <a:solidFill>
                            <a:srgbClr val="000000"/>
                          </a:solidFill>
                          <a:latin typeface="MarkOT"/>
                        </a:rPr>
                        <a:t>3</a:t>
                      </a:r>
                    </a:p>
                  </a:txBody>
                  <a:tcPr marL="36576" marR="36576" marT="13716" marB="1371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9"/>
                  </a:ext>
                </a:extLst>
              </a:tr>
              <a:tr h="205740">
                <a:tc>
                  <a:txBody>
                    <a:bodyPr/>
                    <a:lstStyle/>
                    <a:p>
                      <a:pPr algn="l" rtl="0" fontAlgn="base">
                        <a:lnSpc>
                          <a:spcPts val="795"/>
                        </a:lnSpc>
                        <a:buNone/>
                      </a:pPr>
                      <a:r>
                        <a:rPr lang="en-US" sz="900" b="0" i="0">
                          <a:solidFill>
                            <a:schemeClr val="bg1"/>
                          </a:solidFill>
                          <a:effectLst/>
                          <a:latin typeface="MarkOT" panose="020B0504020201010104" pitchFamily="34" charset="0"/>
                        </a:rPr>
                        <a:t>Nine squads</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l" rtl="0" fontAlgn="base">
                        <a:lnSpc>
                          <a:spcPts val="742"/>
                        </a:lnSpc>
                        <a:buNone/>
                      </a:pPr>
                      <a:r>
                        <a:rPr lang="en-US" sz="900" b="0" i="0">
                          <a:solidFill>
                            <a:schemeClr val="bg1"/>
                          </a:solidFill>
                          <a:effectLst/>
                          <a:latin typeface="MarkOT" panose="020B0504020201010104" pitchFamily="34" charset="0"/>
                        </a:rPr>
                        <a:t>six Offshore, three Hybrid</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endParaRPr lang="en-AU" sz="900">
                        <a:latin typeface="MarkOT" panose="020B0504020201010104" pitchFamily="34" charset="0"/>
                      </a:endParaRP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900" b="0" i="0" dirty="0">
                          <a:solidFill>
                            <a:schemeClr val="bg1"/>
                          </a:solidFill>
                          <a:effectLst/>
                          <a:latin typeface="MarkOT" panose="020B0504020201010104" pitchFamily="34" charset="0"/>
                        </a:rPr>
                        <a:t>64</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r>
                        <a:rPr lang="en-AU" sz="900" b="1">
                          <a:solidFill>
                            <a:schemeClr val="bg1"/>
                          </a:solidFill>
                          <a:latin typeface="MarkOTBold"/>
                        </a:rPr>
                        <a:t>37</a:t>
                      </a:r>
                    </a:p>
                  </a:txBody>
                  <a:tcPr marL="36576" marR="36576" marT="13716" marB="1371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a:r>
                        <a:rPr lang="en-AU" sz="900" b="1" dirty="0">
                          <a:solidFill>
                            <a:schemeClr val="bg1"/>
                          </a:solidFill>
                          <a:latin typeface="MarkOTBold"/>
                        </a:rPr>
                        <a:t>27</a:t>
                      </a:r>
                    </a:p>
                  </a:txBody>
                  <a:tcPr marL="36576" marR="36576" marT="13716" marB="13716">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10010"/>
                  </a:ext>
                </a:extLst>
              </a:tr>
            </a:tbl>
          </a:graphicData>
        </a:graphic>
      </p:graphicFrame>
      <p:graphicFrame>
        <p:nvGraphicFramePr>
          <p:cNvPr id="9" name="OffshoreSplit">
            <a:extLst>
              <a:ext uri="{FF2B5EF4-FFF2-40B4-BE49-F238E27FC236}">
                <a16:creationId xmlns:a16="http://schemas.microsoft.com/office/drawing/2014/main" id="{994865AB-1479-A69A-102B-EF56317EFCAB}"/>
              </a:ext>
            </a:extLst>
          </p:cNvPr>
          <p:cNvGraphicFramePr>
            <a:graphicFrameLocks noGrp="1"/>
          </p:cNvGraphicFramePr>
          <p:nvPr/>
        </p:nvGraphicFramePr>
        <p:xfrm>
          <a:off x="598186" y="4216975"/>
          <a:ext cx="7249750" cy="1248156"/>
        </p:xfrm>
        <a:graphic>
          <a:graphicData uri="http://schemas.openxmlformats.org/drawingml/2006/table">
            <a:tbl>
              <a:tblPr/>
              <a:tblGrid>
                <a:gridCol w="3185496">
                  <a:extLst>
                    <a:ext uri="{9D8B030D-6E8A-4147-A177-3AD203B41FA5}">
                      <a16:colId xmlns:a16="http://schemas.microsoft.com/office/drawing/2014/main" val="20000"/>
                    </a:ext>
                  </a:extLst>
                </a:gridCol>
                <a:gridCol w="878757">
                  <a:extLst>
                    <a:ext uri="{9D8B030D-6E8A-4147-A177-3AD203B41FA5}">
                      <a16:colId xmlns:a16="http://schemas.microsoft.com/office/drawing/2014/main" val="20001"/>
                    </a:ext>
                  </a:extLst>
                </a:gridCol>
                <a:gridCol w="1482904">
                  <a:extLst>
                    <a:ext uri="{9D8B030D-6E8A-4147-A177-3AD203B41FA5}">
                      <a16:colId xmlns:a16="http://schemas.microsoft.com/office/drawing/2014/main" val="20002"/>
                    </a:ext>
                  </a:extLst>
                </a:gridCol>
                <a:gridCol w="1702593">
                  <a:extLst>
                    <a:ext uri="{9D8B030D-6E8A-4147-A177-3AD203B41FA5}">
                      <a16:colId xmlns:a16="http://schemas.microsoft.com/office/drawing/2014/main" val="20003"/>
                    </a:ext>
                  </a:extLst>
                </a:gridCol>
              </a:tblGrid>
              <a:tr h="365760">
                <a:tc>
                  <a:txBody>
                    <a:bodyPr/>
                    <a:lstStyle/>
                    <a:p>
                      <a:pPr algn="l" rtl="0" fontAlgn="base">
                        <a:lnSpc>
                          <a:spcPts val="795"/>
                        </a:lnSpc>
                        <a:buFont typeface="Arial" panose="020B0604020202020204" pitchFamily="34" charset="0"/>
                        <a:buNone/>
                      </a:pPr>
                      <a:r>
                        <a:rPr lang="en-US" sz="900" b="0" i="0">
                          <a:solidFill>
                            <a:srgbClr val="FFFFFF"/>
                          </a:solidFill>
                          <a:effectLst/>
                          <a:latin typeface="MarkOT" panose="020B0504020201010104" pitchFamily="34" charset="0"/>
                        </a:rPr>
                        <a:t>How the 82 roles are priced</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FFFFFF"/>
                          </a:solidFill>
                          <a:effectLst/>
                          <a:uLnTx/>
                          <a:uFillTx/>
                          <a:latin typeface="MarkOT" panose="020B0504020201010104" pitchFamily="34" charset="0"/>
                          <a:ea typeface="+mn-ea"/>
                          <a:cs typeface="+mn-cs"/>
                        </a:rPr>
                        <a:t>Roles</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FFFFFF"/>
                          </a:solidFill>
                          <a:effectLst/>
                          <a:uLnTx/>
                          <a:uFillTx/>
                          <a:latin typeface="MarkOT" panose="020B0504020201010104" pitchFamily="34" charset="0"/>
                          <a:ea typeface="+mn-ea"/>
                          <a:cs typeface="+mn-cs"/>
                        </a:rPr>
                        <a:t>Cost before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tc>
                  <a:txBody>
                    <a:bodyPr/>
                    <a:lstStyle/>
                    <a:p>
                      <a:pPr marL="0" marR="0" lvl="0" indent="0" algn="ctr" defTabSz="914400" rtl="0" eaLnBrk="1" fontAlgn="base" latinLnBrk="0" hangingPunct="1">
                        <a:lnSpc>
                          <a:spcPts val="795"/>
                        </a:lnSpc>
                        <a:spcBef>
                          <a:spcPts val="0"/>
                        </a:spcBef>
                        <a:spcAft>
                          <a:spcPts val="0"/>
                        </a:spcAft>
                        <a:buClrTx/>
                        <a:buSzTx/>
                        <a:buFont typeface="Arial" panose="020B0604020202020204" pitchFamily="34" charset="0"/>
                        <a:buNone/>
                        <a:tabLst/>
                        <a:defRPr/>
                      </a:pPr>
                      <a:r>
                        <a:rPr kumimoji="0" lang="en-US" sz="900" b="0" i="0" u="none" strike="noStrike" kern="1200" cap="none" spc="0" normalizeH="0" baseline="0" noProof="0">
                          <a:ln>
                            <a:noFill/>
                          </a:ln>
                          <a:solidFill>
                            <a:srgbClr val="FFFFFF"/>
                          </a:solidFill>
                          <a:effectLst/>
                          <a:uLnTx/>
                          <a:uFillTx/>
                          <a:latin typeface="MarkOT" panose="020B0504020201010104" pitchFamily="34" charset="0"/>
                          <a:ea typeface="+mn-ea"/>
                          <a:cs typeface="+mn-cs"/>
                        </a:rPr>
                        <a:t>Cost after ($m)</a:t>
                      </a:r>
                    </a:p>
                  </a:txBody>
                  <a:tcPr marL="41148" marR="41148" marT="20117" marB="20117" anchor="ctr">
                    <a:lnL w="9525" cap="flat" cmpd="sng" algn="ctr">
                      <a:solidFill>
                        <a:srgbClr val="E3E3E3"/>
                      </a:solidFill>
                      <a:prstDash val="solid"/>
                      <a:round/>
                      <a:headEnd type="none" w="med" len="med"/>
                      <a:tailEnd type="none" w="med" len="med"/>
                    </a:lnL>
                    <a:lnR w="9525" cap="flat" cmpd="sng" algn="ctr">
                      <a:solidFill>
                        <a:srgbClr val="E3E3E3"/>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214884">
                <a:tc>
                  <a:txBody>
                    <a:bodyPr/>
                    <a:lstStyle/>
                    <a:p>
                      <a:pPr algn="l" rtl="0" fontAlgn="base">
                        <a:lnSpc>
                          <a:spcPts val="795"/>
                        </a:lnSpc>
                        <a:buNone/>
                      </a:pPr>
                      <a:r>
                        <a:rPr lang="en-US" sz="900" b="0" i="0">
                          <a:solidFill>
                            <a:schemeClr val="bg1"/>
                          </a:solidFill>
                          <a:effectLst/>
                          <a:latin typeface="MarkOT" panose="020B0504020201010104" pitchFamily="34" charset="0"/>
                        </a:rPr>
                        <a:t>Priced at the 0.4 planning rate</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lumMod val="50000"/>
                        <a:lumOff val="50000"/>
                      </a:schemeClr>
                    </a:solidFill>
                  </a:tcPr>
                </a:tc>
                <a:tc>
                  <a:txBody>
                    <a:bodyPr/>
                    <a:lstStyle/>
                    <a:p>
                      <a:pPr algn="ctr" rtl="0" fontAlgn="base">
                        <a:lnSpc>
                          <a:spcPts val="848"/>
                        </a:lnSpc>
                        <a:buNone/>
                      </a:pPr>
                      <a:r>
                        <a:rPr lang="en-US" sz="900" b="0" i="0">
                          <a:solidFill>
                            <a:schemeClr val="tx1"/>
                          </a:solidFill>
                          <a:effectLst/>
                          <a:latin typeface="MarkOT" panose="020B0504020201010104" pitchFamily="34" charset="0"/>
                        </a:rPr>
                        <a:t>67</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900" b="0" i="0">
                          <a:solidFill>
                            <a:schemeClr val="tx1"/>
                          </a:solidFill>
                          <a:effectLst/>
                          <a:latin typeface="MarkOT" panose="020B0504020201010104" pitchFamily="34" charset="0"/>
                        </a:rPr>
                        <a:t>13.59</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900" b="0" i="0">
                          <a:solidFill>
                            <a:srgbClr val="18249C"/>
                          </a:solidFill>
                          <a:effectLst/>
                          <a:latin typeface="MarkOT" panose="020B0504020201010104" pitchFamily="34" charset="0"/>
                        </a:rPr>
                        <a:t>5.19</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E3E5F0"/>
                    </a:solidFill>
                  </a:tcPr>
                </a:tc>
                <a:extLst>
                  <a:ext uri="{0D108BD9-81ED-4DB2-BD59-A6C34878D82A}">
                    <a16:rowId xmlns:a16="http://schemas.microsoft.com/office/drawing/2014/main" val="10001"/>
                  </a:ext>
                </a:extLst>
              </a:tr>
              <a:tr h="214884">
                <a:tc>
                  <a:txBody>
                    <a:bodyPr/>
                    <a:lstStyle/>
                    <a:p>
                      <a:pPr algn="l" rtl="0" fontAlgn="base">
                        <a:lnSpc>
                          <a:spcPts val="795"/>
                        </a:lnSpc>
                        <a:buNone/>
                      </a:pPr>
                      <a:r>
                        <a:rPr lang="en-US" sz="900" b="0" i="0">
                          <a:solidFill>
                            <a:schemeClr val="tx1"/>
                          </a:solidFill>
                          <a:effectLst/>
                          <a:latin typeface="MarkOT" panose="020B0504020201010104" pitchFamily="34" charset="0"/>
                        </a:rPr>
                        <a:t>WiPro at vendor day rates, cost unchanged</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900" b="0" i="0">
                          <a:solidFill>
                            <a:schemeClr val="tx1"/>
                          </a:solidFill>
                          <a:effectLst/>
                          <a:latin typeface="MarkOT" panose="020B0504020201010104" pitchFamily="34" charset="0"/>
                        </a:rPr>
                        <a:t>6</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900" b="0" i="0">
                          <a:solidFill>
                            <a:schemeClr val="tx1"/>
                          </a:solidFill>
                          <a:effectLst/>
                          <a:latin typeface="MarkOT" panose="020B0504020201010104" pitchFamily="34" charset="0"/>
                        </a:rPr>
                        <a:t>0.44</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900" b="0" i="0">
                          <a:solidFill>
                            <a:srgbClr val="5F5F5F"/>
                          </a:solidFill>
                          <a:effectLst/>
                          <a:latin typeface="MarkOT" panose="020B0504020201010104" pitchFamily="34" charset="0"/>
                        </a:rPr>
                        <a:t>0.44</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214884">
                <a:tc>
                  <a:txBody>
                    <a:bodyPr/>
                    <a:lstStyle/>
                    <a:p>
                      <a:pPr algn="l" rtl="0" fontAlgn="base">
                        <a:lnSpc>
                          <a:spcPts val="795"/>
                        </a:lnSpc>
                        <a:buNone/>
                      </a:pPr>
                      <a:r>
                        <a:rPr lang="en-US" sz="900" b="0" i="0">
                          <a:solidFill>
                            <a:schemeClr val="tx1"/>
                          </a:solidFill>
                          <a:effectLst/>
                          <a:latin typeface="MarkOT" panose="020B0504020201010104" pitchFamily="34" charset="0"/>
                        </a:rPr>
                        <a:t>Enterprise Data, already at the offshore rate</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1">
                        <a:lumMod val="20000"/>
                        <a:lumOff val="80000"/>
                      </a:schemeClr>
                    </a:solidFill>
                  </a:tcPr>
                </a:tc>
                <a:tc>
                  <a:txBody>
                    <a:bodyPr/>
                    <a:lstStyle/>
                    <a:p>
                      <a:pPr algn="ctr" rtl="0" fontAlgn="base">
                        <a:lnSpc>
                          <a:spcPts val="848"/>
                        </a:lnSpc>
                        <a:buNone/>
                      </a:pPr>
                      <a:r>
                        <a:rPr lang="en-US" sz="900" b="0" i="0">
                          <a:solidFill>
                            <a:schemeClr val="tx1"/>
                          </a:solidFill>
                          <a:effectLst/>
                          <a:latin typeface="MarkOT" panose="020B0504020201010104" pitchFamily="34" charset="0"/>
                        </a:rPr>
                        <a:t>9</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900" b="0" i="0">
                          <a:solidFill>
                            <a:schemeClr val="tx1"/>
                          </a:solidFill>
                          <a:effectLst/>
                          <a:latin typeface="MarkOT" panose="020B0504020201010104" pitchFamily="34" charset="0"/>
                        </a:rPr>
                        <a:t>0.58</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tc>
                  <a:txBody>
                    <a:bodyPr/>
                    <a:lstStyle/>
                    <a:p>
                      <a:pPr algn="ctr" rtl="0" fontAlgn="base">
                        <a:lnSpc>
                          <a:spcPts val="848"/>
                        </a:lnSpc>
                        <a:buNone/>
                      </a:pPr>
                      <a:r>
                        <a:rPr lang="en-US" sz="900" b="0" i="0">
                          <a:solidFill>
                            <a:srgbClr val="5F5F5F"/>
                          </a:solidFill>
                          <a:effectLst/>
                          <a:latin typeface="MarkOT" panose="020B0504020201010104" pitchFamily="34" charset="0"/>
                        </a:rPr>
                        <a:t>0.58</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r h="237744">
                <a:tc>
                  <a:txBody>
                    <a:bodyPr/>
                    <a:lstStyle/>
                    <a:p>
                      <a:pPr algn="l" rtl="0" fontAlgn="base">
                        <a:lnSpc>
                          <a:spcPts val="795"/>
                        </a:lnSpc>
                        <a:buNone/>
                      </a:pPr>
                      <a:r>
                        <a:rPr lang="en-US" sz="900" b="0" i="0">
                          <a:solidFill>
                            <a:schemeClr val="bg1"/>
                          </a:solidFill>
                          <a:effectLst/>
                          <a:latin typeface="MarkOT" panose="020B0504020201010104" pitchFamily="34" charset="0"/>
                        </a:rPr>
                        <a:t>All roles</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900" b="0" i="0">
                          <a:solidFill>
                            <a:schemeClr val="bg1"/>
                          </a:solidFill>
                          <a:effectLst/>
                          <a:latin typeface="MarkOT" panose="020B0504020201010104" pitchFamily="34" charset="0"/>
                        </a:rPr>
                        <a:t>82</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900" b="0" i="0">
                          <a:solidFill>
                            <a:schemeClr val="bg1"/>
                          </a:solidFill>
                          <a:effectLst/>
                          <a:latin typeface="MarkOT" panose="020B0504020201010104" pitchFamily="34" charset="0"/>
                        </a:rPr>
                        <a:t>14.61</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gn="ctr" rtl="0" fontAlgn="base">
                        <a:lnSpc>
                          <a:spcPts val="848"/>
                        </a:lnSpc>
                        <a:buNone/>
                      </a:pPr>
                      <a:r>
                        <a:rPr lang="en-US" sz="900" b="0" i="0" dirty="0">
                          <a:solidFill>
                            <a:schemeClr val="bg1"/>
                          </a:solidFill>
                          <a:effectLst/>
                          <a:latin typeface="MarkOT" panose="020B0504020201010104" pitchFamily="34" charset="0"/>
                        </a:rPr>
                        <a:t>6.21</a:t>
                      </a:r>
                    </a:p>
                  </a:txBody>
                  <a:tcPr marL="41148" marR="41148" marT="20117" marB="20117"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10004"/>
                  </a:ext>
                </a:extLst>
              </a:tr>
            </a:tbl>
          </a:graphicData>
        </a:graphic>
      </p:graphicFrame>
      <p:sp>
        <p:nvSpPr>
          <p:cNvPr id="11" name="Oval 10">
            <a:extLst>
              <a:ext uri="{FF2B5EF4-FFF2-40B4-BE49-F238E27FC236}">
                <a16:creationId xmlns:a16="http://schemas.microsoft.com/office/drawing/2014/main" id="{7B637C26-F520-4029-23BD-87B75B77193A}"/>
              </a:ext>
            </a:extLst>
          </p:cNvPr>
          <p:cNvSpPr/>
          <p:nvPr/>
        </p:nvSpPr>
        <p:spPr>
          <a:xfrm>
            <a:off x="7524896" y="4285274"/>
            <a:ext cx="180000" cy="180000"/>
          </a:xfrm>
          <a:prstGeom prst="ellipse">
            <a:avLst/>
          </a:prstGeom>
          <a:solidFill>
            <a:schemeClr val="accent2"/>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FFFFFF"/>
                </a:solidFill>
                <a:effectLst/>
                <a:uLnTx/>
                <a:uFillTx/>
                <a:latin typeface="Mark OT Book"/>
                <a:ea typeface="+mn-ea"/>
                <a:cs typeface="+mn-cs"/>
              </a:rPr>
              <a:t>1</a:t>
            </a:r>
          </a:p>
        </p:txBody>
      </p:sp>
      <p:sp>
        <p:nvSpPr>
          <p:cNvPr id="15" name="Oval 14">
            <a:extLst>
              <a:ext uri="{FF2B5EF4-FFF2-40B4-BE49-F238E27FC236}">
                <a16:creationId xmlns:a16="http://schemas.microsoft.com/office/drawing/2014/main" id="{4AE61C17-8398-1798-F886-236BECBA1901}"/>
              </a:ext>
            </a:extLst>
          </p:cNvPr>
          <p:cNvSpPr/>
          <p:nvPr/>
        </p:nvSpPr>
        <p:spPr>
          <a:xfrm>
            <a:off x="4862045" y="3389313"/>
            <a:ext cx="180000" cy="180000"/>
          </a:xfrm>
          <a:prstGeom prst="ellipse">
            <a:avLst/>
          </a:prstGeom>
          <a:solidFill>
            <a:schemeClr val="accent2"/>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FFFFFF"/>
                </a:solidFill>
                <a:effectLst/>
                <a:uLnTx/>
                <a:uFillTx/>
                <a:latin typeface="Mark OT Book"/>
                <a:ea typeface="+mn-ea"/>
                <a:cs typeface="+mn-cs"/>
              </a:rPr>
              <a:t>2</a:t>
            </a:r>
          </a:p>
        </p:txBody>
      </p:sp>
      <p:sp>
        <p:nvSpPr>
          <p:cNvPr id="4" name="Oval 3">
            <a:extLst>
              <a:ext uri="{FF2B5EF4-FFF2-40B4-BE49-F238E27FC236}">
                <a16:creationId xmlns:a16="http://schemas.microsoft.com/office/drawing/2014/main" id="{A7FF78A8-45BA-41B6-AFC8-D3315BC6C74D}"/>
              </a:ext>
            </a:extLst>
          </p:cNvPr>
          <p:cNvSpPr/>
          <p:nvPr/>
        </p:nvSpPr>
        <p:spPr>
          <a:xfrm>
            <a:off x="6588875" y="1695472"/>
            <a:ext cx="180000" cy="180000"/>
          </a:xfrm>
          <a:prstGeom prst="ellipse">
            <a:avLst/>
          </a:prstGeom>
          <a:solidFill>
            <a:schemeClr val="accent2"/>
          </a:solidFill>
          <a:ln/>
        </p:spPr>
        <p:style>
          <a:lnRef idx="2">
            <a:schemeClr val="accent2"/>
          </a:lnRef>
          <a:fillRef idx="1">
            <a:schemeClr val="lt1"/>
          </a:fillRef>
          <a:effectRef idx="0">
            <a:schemeClr val="accent2"/>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000" b="0" i="0" u="none" strike="noStrike" kern="1200" cap="none" spc="0" normalizeH="0" baseline="0" noProof="0" dirty="0">
                <a:ln>
                  <a:noFill/>
                </a:ln>
                <a:solidFill>
                  <a:srgbClr val="FFFFFF"/>
                </a:solidFill>
                <a:effectLst/>
                <a:uLnTx/>
                <a:uFillTx/>
                <a:latin typeface="Mark OT Book"/>
                <a:ea typeface="+mn-ea"/>
                <a:cs typeface="+mn-cs"/>
              </a:rPr>
              <a:t>3</a:t>
            </a:r>
          </a:p>
        </p:txBody>
      </p:sp>
      <p:sp>
        <p:nvSpPr>
          <p:cNvPr id="23" name="TextBox 22">
            <a:extLst>
              <a:ext uri="{FF2B5EF4-FFF2-40B4-BE49-F238E27FC236}">
                <a16:creationId xmlns:a16="http://schemas.microsoft.com/office/drawing/2014/main" id="{159DFECF-C23C-C820-944F-918AFC1F130A}"/>
              </a:ext>
            </a:extLst>
          </p:cNvPr>
          <p:cNvSpPr txBox="1"/>
          <p:nvPr/>
        </p:nvSpPr>
        <p:spPr>
          <a:xfrm>
            <a:off x="8341039" y="1537819"/>
            <a:ext cx="3316416" cy="3385542"/>
          </a:xfrm>
          <a:prstGeom prst="rect">
            <a:avLst/>
          </a:prstGeom>
          <a:noFill/>
          <a:ln>
            <a:noFill/>
          </a:ln>
        </p:spPr>
        <p:style>
          <a:lnRef idx="2">
            <a:schemeClr val="accent6"/>
          </a:lnRef>
          <a:fillRef idx="1">
            <a:schemeClr val="lt1"/>
          </a:fillRef>
          <a:effectRef idx="0">
            <a:schemeClr val="accent6"/>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AU" sz="1600" b="1" i="0" u="none" strike="noStrike" kern="1200" cap="none" spc="0" normalizeH="0" baseline="0" noProof="0" dirty="0">
                <a:ln>
                  <a:noFill/>
                </a:ln>
                <a:solidFill>
                  <a:srgbClr val="1A1A1A"/>
                </a:solidFill>
                <a:effectLst/>
                <a:uLnTx/>
                <a:uFillTx/>
                <a:latin typeface="Mark OT Book"/>
                <a:ea typeface="+mn-ea"/>
                <a:cs typeface="+mn-cs"/>
              </a:rPr>
              <a:t>Insight</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AU" sz="1400" b="1" i="0" u="none" strike="noStrike" kern="1200" cap="none" spc="0" normalizeH="0" baseline="0" noProof="0" dirty="0">
              <a:ln>
                <a:noFill/>
              </a:ln>
              <a:solidFill>
                <a:srgbClr val="1A1A1A"/>
              </a:solidFill>
              <a:effectLst/>
              <a:uLnTx/>
              <a:uFillTx/>
              <a:latin typeface="Mark OT Book"/>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Mark OT Book"/>
                <a:ea typeface="+mn-ea"/>
                <a:cs typeface="+mn-cs"/>
              </a:rPr>
              <a:t>Offshore rates assume 40% of the onshore cost base of the people cost</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0" i="0" u="none" strike="noStrike" kern="1200" cap="none" spc="0" normalizeH="0" baseline="0" noProof="0" dirty="0">
              <a:ln>
                <a:noFill/>
              </a:ln>
              <a:solidFill>
                <a:srgbClr val="1A1A1A"/>
              </a:solidFill>
              <a:effectLst/>
              <a:uLnTx/>
              <a:uFillTx/>
              <a:latin typeface="Mark OT Book"/>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Mark OT Book"/>
                <a:ea typeface="+mn-ea"/>
                <a:cs typeface="+mn-cs"/>
              </a:rPr>
              <a:t>Hybrid squads assume 2 FTE remain onshore, whilst the rest of the squad is priced at offshore rates</a:t>
            </a:r>
          </a:p>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400" b="0" i="0" u="none" strike="noStrike" kern="1200" cap="none" spc="0" normalizeH="0" baseline="0" noProof="0" dirty="0">
              <a:ln>
                <a:noFill/>
              </a:ln>
              <a:solidFill>
                <a:srgbClr val="1A1A1A"/>
              </a:solidFill>
              <a:effectLst/>
              <a:uLnTx/>
              <a:uFillTx/>
              <a:latin typeface="Mark OT Book"/>
              <a:ea typeface="+mn-ea"/>
              <a:cs typeface="+mn-cs"/>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1A1A1A"/>
                </a:solidFill>
                <a:effectLst/>
                <a:uLnTx/>
                <a:uFillTx/>
                <a:latin typeface="Mark OT Book"/>
                <a:ea typeface="+mn-ea"/>
                <a:cs typeface="+mn-cs"/>
              </a:rPr>
              <a:t>Redundancy costs have yet to be calculated. Phasing and treatment of these costs will depend upon when transition completes. </a:t>
            </a:r>
          </a:p>
        </p:txBody>
      </p:sp>
      <p:sp>
        <p:nvSpPr>
          <p:cNvPr id="12" name="Oval 11">
            <a:extLst>
              <a:ext uri="{FF2B5EF4-FFF2-40B4-BE49-F238E27FC236}">
                <a16:creationId xmlns:a16="http://schemas.microsoft.com/office/drawing/2014/main" id="{B7007D4D-9EA4-E2E4-455E-16DC2A5E9820}"/>
              </a:ext>
            </a:extLst>
          </p:cNvPr>
          <p:cNvSpPr/>
          <p:nvPr/>
        </p:nvSpPr>
        <p:spPr>
          <a:xfrm>
            <a:off x="8341038" y="2229185"/>
            <a:ext cx="270000" cy="270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dirty="0">
                <a:ln>
                  <a:noFill/>
                </a:ln>
                <a:solidFill>
                  <a:srgbClr val="FFFFFF"/>
                </a:solidFill>
                <a:effectLst/>
                <a:uLnTx/>
                <a:uFillTx/>
                <a:latin typeface="Mark OT Book"/>
                <a:ea typeface="+mn-ea"/>
                <a:cs typeface="+mn-cs"/>
              </a:rPr>
              <a:t>1</a:t>
            </a:r>
          </a:p>
        </p:txBody>
      </p:sp>
      <p:sp>
        <p:nvSpPr>
          <p:cNvPr id="20" name="Oval 19">
            <a:extLst>
              <a:ext uri="{FF2B5EF4-FFF2-40B4-BE49-F238E27FC236}">
                <a16:creationId xmlns:a16="http://schemas.microsoft.com/office/drawing/2014/main" id="{36560071-48E7-0E36-AD67-FA4295240A99}"/>
              </a:ext>
            </a:extLst>
          </p:cNvPr>
          <p:cNvSpPr/>
          <p:nvPr/>
        </p:nvSpPr>
        <p:spPr>
          <a:xfrm>
            <a:off x="8341038" y="3013180"/>
            <a:ext cx="270000" cy="270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dirty="0">
                <a:ln>
                  <a:noFill/>
                </a:ln>
                <a:solidFill>
                  <a:srgbClr val="FFFFFF"/>
                </a:solidFill>
                <a:effectLst/>
                <a:uLnTx/>
                <a:uFillTx/>
                <a:latin typeface="Mark OT Book"/>
                <a:ea typeface="+mn-ea"/>
                <a:cs typeface="+mn-cs"/>
              </a:rPr>
              <a:t>2</a:t>
            </a:r>
          </a:p>
        </p:txBody>
      </p:sp>
      <p:sp>
        <p:nvSpPr>
          <p:cNvPr id="21" name="Oval 20">
            <a:extLst>
              <a:ext uri="{FF2B5EF4-FFF2-40B4-BE49-F238E27FC236}">
                <a16:creationId xmlns:a16="http://schemas.microsoft.com/office/drawing/2014/main" id="{8C924BB9-99F8-DCFB-2C6F-BDCBE4E58422}"/>
              </a:ext>
            </a:extLst>
          </p:cNvPr>
          <p:cNvSpPr/>
          <p:nvPr/>
        </p:nvSpPr>
        <p:spPr>
          <a:xfrm>
            <a:off x="8341038" y="4039603"/>
            <a:ext cx="270000" cy="270000"/>
          </a:xfrm>
          <a:prstGeom prst="ellipse">
            <a:avLst/>
          </a:prstGeom>
          <a:ln/>
        </p:spPr>
        <p:style>
          <a:lnRef idx="0">
            <a:schemeClr val="accent2"/>
          </a:lnRef>
          <a:fillRef idx="3">
            <a:schemeClr val="accent2"/>
          </a:fillRef>
          <a:effectRef idx="3">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400" b="1" i="0" u="none" strike="noStrike" kern="1200" cap="none" spc="0" normalizeH="0" baseline="0" noProof="0" dirty="0">
                <a:ln>
                  <a:noFill/>
                </a:ln>
                <a:solidFill>
                  <a:srgbClr val="FFFFFF"/>
                </a:solidFill>
                <a:effectLst/>
                <a:uLnTx/>
                <a:uFillTx/>
                <a:latin typeface="Mark OT Book"/>
                <a:ea typeface="+mn-ea"/>
                <a:cs typeface="+mn-cs"/>
              </a:rPr>
              <a:t>3</a:t>
            </a:r>
          </a:p>
        </p:txBody>
      </p:sp>
    </p:spTree>
    <p:extLst>
      <p:ext uri="{BB962C8B-B14F-4D97-AF65-F5344CB8AC3E}">
        <p14:creationId xmlns:p14="http://schemas.microsoft.com/office/powerpoint/2010/main" val="29038437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TRXJrJB2tS7PmLu8aJlCJ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SMARTDIVIDERLEVEL" val="0"/>
  <p:tag name="SMARTDIVIDERTYPE" val="Section"/>
</p:tagLst>
</file>

<file path=ppt/tags/tag140.xml><?xml version="1.0" encoding="utf-8"?>
<p:tagLst xmlns:a="http://schemas.openxmlformats.org/drawingml/2006/main" xmlns:r="http://schemas.openxmlformats.org/officeDocument/2006/relationships" xmlns:p="http://schemas.openxmlformats.org/presentationml/2006/main">
  <p:tag name="SMARTISVISIBLE" val="{@Show Date FilePath} = Yes"/>
  <p:tag name="SMARTLOCKSHAPE" val="Yes"/>
  <p:tag name="SMARTWRITE" val="{!Today} {!FilePath}"/>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mpol">
  <a:themeElements>
    <a:clrScheme name="Ampol 2020 4">
      <a:dk1>
        <a:srgbClr val="000000"/>
      </a:dk1>
      <a:lt1>
        <a:srgbClr val="FFFFFF"/>
      </a:lt1>
      <a:dk2>
        <a:srgbClr val="000000"/>
      </a:dk2>
      <a:lt2>
        <a:srgbClr val="FFFFFF"/>
      </a:lt2>
      <a:accent1>
        <a:srgbClr val="18249C"/>
      </a:accent1>
      <a:accent2>
        <a:srgbClr val="ED0C06"/>
      </a:accent2>
      <a:accent3>
        <a:srgbClr val="5F5F5F"/>
      </a:accent3>
      <a:accent4>
        <a:srgbClr val="E0E0E0"/>
      </a:accent4>
      <a:accent5>
        <a:srgbClr val="F76D69"/>
      </a:accent5>
      <a:accent6>
        <a:srgbClr val="747BC3"/>
      </a:accent6>
      <a:hlink>
        <a:srgbClr val="0563C1"/>
      </a:hlink>
      <a:folHlink>
        <a:srgbClr val="954F72"/>
      </a:folHlink>
    </a:clrScheme>
    <a:fontScheme name="Ampol 2020">
      <a:majorFont>
        <a:latin typeface="Mark OT Book"/>
        <a:ea typeface=""/>
        <a:cs typeface=""/>
      </a:majorFont>
      <a:minorFont>
        <a:latin typeface="Mark OT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Ampol" id="{E6CDC036-BE02-4BCC-9397-FCBDC3C01BC6}" vid="{19B4827F-FA1D-4705-9715-92218CA7B5AF}"/>
    </a:ext>
  </a:extLst>
</a:theme>
</file>

<file path=ppt/theme/theme2.xml><?xml version="1.0" encoding="utf-8"?>
<a:theme xmlns:a="http://schemas.openxmlformats.org/drawingml/2006/main" name="1_Office Theme">
  <a:themeElements>
    <a:clrScheme name="Ampol Group 1">
      <a:dk1>
        <a:srgbClr val="151515"/>
      </a:dk1>
      <a:lt1>
        <a:srgbClr val="FFFFFF"/>
      </a:lt1>
      <a:dk2>
        <a:srgbClr val="151515"/>
      </a:dk2>
      <a:lt2>
        <a:srgbClr val="B3B3B3"/>
      </a:lt2>
      <a:accent1>
        <a:srgbClr val="B3B3B3"/>
      </a:accent1>
      <a:accent2>
        <a:srgbClr val="95BDD3"/>
      </a:accent2>
      <a:accent3>
        <a:srgbClr val="A4A3DF"/>
      </a:accent3>
      <a:accent4>
        <a:srgbClr val="ECC7B2"/>
      </a:accent4>
      <a:accent5>
        <a:srgbClr val="E89595"/>
      </a:accent5>
      <a:accent6>
        <a:srgbClr val="B3B3B3"/>
      </a:accent6>
      <a:hlink>
        <a:srgbClr val="95BDD3"/>
      </a:hlink>
      <a:folHlink>
        <a:srgbClr val="A4A3DF"/>
      </a:folHlink>
    </a:clrScheme>
    <a:fontScheme name="Ampol 2020">
      <a:majorFont>
        <a:latin typeface="Mark OT Book"/>
        <a:ea typeface=""/>
        <a:cs typeface=""/>
      </a:majorFont>
      <a:minorFont>
        <a:latin typeface="Mark OT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4B53C31D-3219-4EA9-9A4C-8FAA8E78A76C}" vid="{37B7CFB1-A8AB-4941-9E4C-AF700816C31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2305</Words>
  <Application>Microsoft Office PowerPoint</Application>
  <PresentationFormat>Widescreen</PresentationFormat>
  <Paragraphs>498</Paragraphs>
  <Slides>8</Slides>
  <Notes>8</Notes>
  <HiddenSlides>0</HiddenSlides>
  <MMClips>0</MMClips>
  <ScaleCrop>false</ScaleCrop>
  <HeadingPairs>
    <vt:vector size="8" baseType="variant">
      <vt:variant>
        <vt:lpstr>Fonts Used</vt:lpstr>
      </vt:variant>
      <vt:variant>
        <vt:i4>16</vt:i4>
      </vt:variant>
      <vt:variant>
        <vt:lpstr>Theme</vt:lpstr>
      </vt:variant>
      <vt:variant>
        <vt:i4>2</vt:i4>
      </vt:variant>
      <vt:variant>
        <vt:lpstr>Embedded OLE Servers</vt:lpstr>
      </vt:variant>
      <vt:variant>
        <vt:i4>1</vt:i4>
      </vt:variant>
      <vt:variant>
        <vt:lpstr>Slide Titles</vt:lpstr>
      </vt:variant>
      <vt:variant>
        <vt:i4>8</vt:i4>
      </vt:variant>
    </vt:vector>
  </HeadingPairs>
  <TitlesOfParts>
    <vt:vector size="27" baseType="lpstr">
      <vt:lpstr>Aptos</vt:lpstr>
      <vt:lpstr>Arial</vt:lpstr>
      <vt:lpstr>Arial Narrow</vt:lpstr>
      <vt:lpstr>Calibri</vt:lpstr>
      <vt:lpstr>Georgia</vt:lpstr>
      <vt:lpstr>Helvetica</vt:lpstr>
      <vt:lpstr>Helvetica Neue Light</vt:lpstr>
      <vt:lpstr>HelveticaNeueLT Pro 45 Lt</vt:lpstr>
      <vt:lpstr>Mark OT</vt:lpstr>
      <vt:lpstr>Mark OT Book</vt:lpstr>
      <vt:lpstr>MarkOT</vt:lpstr>
      <vt:lpstr>MarkOT </vt:lpstr>
      <vt:lpstr>MarkOTBold</vt:lpstr>
      <vt:lpstr>MarkOT-BoldItalic</vt:lpstr>
      <vt:lpstr>Segoe UI</vt:lpstr>
      <vt:lpstr>Wingdings</vt:lpstr>
      <vt:lpstr>Ampol</vt:lpstr>
      <vt:lpstr>1_Office Theme</vt:lpstr>
      <vt:lpstr>think-cell Slide</vt:lpstr>
      <vt:lpstr>TDD People Cost Forecast FY26 &amp; FY27 </vt:lpstr>
      <vt:lpstr>PowerPoint Presentation</vt:lpstr>
      <vt:lpstr>PowerPoint Presentation</vt:lpstr>
      <vt:lpstr>Spans and Layers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Leewaine Scott</dc:creator>
  <cp:lastModifiedBy>Leewaine Scott</cp:lastModifiedBy>
  <cp:revision>1</cp:revision>
  <dcterms:created xsi:type="dcterms:W3CDTF">2026-08-18T00:30:41Z</dcterms:created>
  <dcterms:modified xsi:type="dcterms:W3CDTF">2026-08-18T00:31:15Z</dcterms:modified>
</cp:coreProperties>
</file>